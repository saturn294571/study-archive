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7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52" d="100"/>
          <a:sy n="52" d="100"/>
        </p:scale>
        <p:origin x="1872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15522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디자인 사용자 지정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530</cp:revision>
  <dcterms:created xsi:type="dcterms:W3CDTF">2021-05-24T07:27:04Z</dcterms:created>
  <dcterms:modified xsi:type="dcterms:W3CDTF">2024-09-08T23:31:30Z</dcterms:modified>
</cp:coreProperties>
</file>