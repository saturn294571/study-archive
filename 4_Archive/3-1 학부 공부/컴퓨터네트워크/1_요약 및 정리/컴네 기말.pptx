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89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9" autoAdjust="0"/>
    <p:restoredTop sz="96234" autoAdjust="0"/>
  </p:normalViewPr>
  <p:slideViewPr>
    <p:cSldViewPr>
      <p:cViewPr varScale="1">
        <p:scale>
          <a:sx n="76" d="100"/>
          <a:sy n="76" d="100"/>
        </p:scale>
        <p:origin x="355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2024-12-05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2024-12-05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0FB3014-2A08-39F4-1DE0-55C1A91ADB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01CA492-87FA-DBCC-4AF2-AB56950CC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응용계층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49209C-173F-CAB4-C66E-A989BA8D09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91C287D-19C5-8EA4-870E-53FD766A81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세션 계층의 기능</a:t>
            </a:r>
            <a:endParaRPr lang="en-US" altLang="ko-KR" dirty="0"/>
          </a:p>
          <a:p>
            <a:pPr lvl="1"/>
            <a:r>
              <a:rPr lang="ko-KR" altLang="en-US" dirty="0"/>
              <a:t>세션 연결의 설정</a:t>
            </a:r>
            <a:r>
              <a:rPr lang="en-US" altLang="ko-KR" dirty="0"/>
              <a:t>/ </a:t>
            </a:r>
            <a:r>
              <a:rPr lang="ko-KR" altLang="en-US" dirty="0" err="1"/>
              <a:t>헤제</a:t>
            </a:r>
            <a:r>
              <a:rPr lang="en-US" altLang="ko-KR" dirty="0"/>
              <a:t>, </a:t>
            </a:r>
            <a:r>
              <a:rPr lang="ko-KR" altLang="en-US" dirty="0"/>
              <a:t>세션 메시지 전송</a:t>
            </a:r>
            <a:endParaRPr lang="en-US" altLang="ko-KR" dirty="0"/>
          </a:p>
          <a:p>
            <a:pPr lvl="1"/>
            <a:r>
              <a:rPr lang="ko-KR" altLang="en-US" dirty="0"/>
              <a:t>동기</a:t>
            </a:r>
            <a:r>
              <a:rPr lang="en-US" altLang="ko-KR" dirty="0"/>
              <a:t>(synchronization) </a:t>
            </a:r>
            <a:r>
              <a:rPr lang="ko-KR" altLang="en-US" dirty="0"/>
              <a:t>기능 </a:t>
            </a:r>
            <a:r>
              <a:rPr lang="en-US" altLang="ko-KR" dirty="0"/>
              <a:t>(</a:t>
            </a:r>
            <a:r>
              <a:rPr lang="ko-KR" altLang="en-US" dirty="0"/>
              <a:t>가장 중요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양측에서 서로 동의하는 논리적 동기점을 지정</a:t>
            </a:r>
            <a:endParaRPr lang="en-US" altLang="ko-KR" dirty="0"/>
          </a:p>
          <a:p>
            <a:pPr lvl="2"/>
            <a:r>
              <a:rPr lang="ko-KR" altLang="en-US" dirty="0"/>
              <a:t>세션 연결을 사용해 데이터를 주고 받다가 오류 발생시 효과적으로 복구 가능</a:t>
            </a:r>
            <a:endParaRPr lang="en-US" altLang="ko-KR" dirty="0"/>
          </a:p>
          <a:p>
            <a:pPr lvl="1"/>
            <a:r>
              <a:rPr lang="ko-KR" altLang="en-US" dirty="0"/>
              <a:t>대화</a:t>
            </a:r>
            <a:r>
              <a:rPr lang="en-US" altLang="ko-KR" dirty="0"/>
              <a:t>(Dialogue)</a:t>
            </a:r>
            <a:r>
              <a:rPr lang="ko-KR" altLang="en-US" dirty="0"/>
              <a:t>단계</a:t>
            </a:r>
            <a:endParaRPr lang="en-US" altLang="ko-KR" dirty="0"/>
          </a:p>
          <a:p>
            <a:pPr lvl="2"/>
            <a:r>
              <a:rPr lang="ko-KR" altLang="en-US" dirty="0"/>
              <a:t>메시지 전송과정</a:t>
            </a:r>
            <a:endParaRPr lang="en-US" altLang="ko-KR" dirty="0"/>
          </a:p>
          <a:p>
            <a:pPr lvl="2"/>
            <a:r>
              <a:rPr lang="ko-KR" altLang="en-US" dirty="0"/>
              <a:t>시간 경과에 따라 순차적으로 </a:t>
            </a:r>
            <a:r>
              <a:rPr lang="ko-KR" altLang="en-US" dirty="0" err="1"/>
              <a:t>동기점</a:t>
            </a:r>
            <a:r>
              <a:rPr lang="ko-KR" altLang="en-US" dirty="0"/>
              <a:t> 부여 </a:t>
            </a:r>
            <a:r>
              <a:rPr lang="en-US" altLang="ko-KR" dirty="0"/>
              <a:t>– </a:t>
            </a:r>
            <a:r>
              <a:rPr lang="ko-KR" altLang="en-US"/>
              <a:t>신뢰성 보장 기능을 단계적으로 구현</a:t>
            </a:r>
            <a:endParaRPr lang="en-US" altLang="ko-KR" dirty="0"/>
          </a:p>
          <a:p>
            <a:r>
              <a:rPr lang="ko-KR" altLang="en-US" dirty="0"/>
              <a:t>세션계층이 상위 계층에게 제공하는 기능</a:t>
            </a:r>
            <a:endParaRPr lang="en-US" altLang="ko-KR" dirty="0"/>
          </a:p>
          <a:p>
            <a:pPr lvl="1"/>
            <a:r>
              <a:rPr lang="ko-KR" altLang="en-US" dirty="0"/>
              <a:t>가장 중요한 가능 </a:t>
            </a:r>
            <a:r>
              <a:rPr lang="en-US" altLang="ko-KR" dirty="0"/>
              <a:t>: </a:t>
            </a:r>
            <a:r>
              <a:rPr lang="ko-KR" altLang="en-US" dirty="0"/>
              <a:t>동기 문제를 처리하는 것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세션연결</a:t>
            </a:r>
            <a:endParaRPr lang="en-US" altLang="ko-KR" dirty="0"/>
          </a:p>
          <a:p>
            <a:pPr lvl="1"/>
            <a:r>
              <a:rPr lang="ko-KR" altLang="en-US" dirty="0"/>
              <a:t>다중 세션 연결을 지원하는 서버</a:t>
            </a:r>
            <a:endParaRPr lang="en-US" altLang="ko-KR" dirty="0"/>
          </a:p>
          <a:p>
            <a:pPr lvl="2"/>
            <a:r>
              <a:rPr lang="ko-KR" altLang="en-US" dirty="0"/>
              <a:t>어플리케이션에서 여러 연결점을 관리</a:t>
            </a:r>
            <a:endParaRPr lang="en-US" altLang="ko-KR" dirty="0"/>
          </a:p>
          <a:p>
            <a:pPr lvl="1"/>
            <a:r>
              <a:rPr lang="ko-KR" altLang="en-US" dirty="0"/>
              <a:t>단일 세션 연결을 지원하는 서버</a:t>
            </a:r>
            <a:endParaRPr lang="en-US" altLang="ko-KR" dirty="0"/>
          </a:p>
          <a:p>
            <a:pPr lvl="2"/>
            <a:r>
              <a:rPr lang="ko-KR" altLang="en-US" dirty="0"/>
              <a:t>하나의 서버 프로세스가 하나의 클라이언트만 지원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46D9499-0D48-F748-0BC7-5DE894F51C8D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9940497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22724</TotalTime>
  <Words>92</Words>
  <Application>Microsoft Office PowerPoint</Application>
  <PresentationFormat>A4 용지(210x297mm)</PresentationFormat>
  <Paragraphs>17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디자인 사용자 지정</vt:lpstr>
      <vt:lpstr>응용계층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546</cp:revision>
  <dcterms:created xsi:type="dcterms:W3CDTF">2021-05-24T07:27:04Z</dcterms:created>
  <dcterms:modified xsi:type="dcterms:W3CDTF">2024-12-05T07:48:54Z</dcterms:modified>
</cp:coreProperties>
</file>