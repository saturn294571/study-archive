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2979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114038" y="6939377"/>
            <a:ext cx="1337310" cy="89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2979" y="1079295"/>
            <a:ext cx="553720" cy="2404110"/>
          </a:xfrm>
          <a:custGeom>
            <a:avLst/>
            <a:gdLst/>
            <a:ahLst/>
            <a:cxnLst/>
            <a:rect l="l" t="t" r="r" b="b"/>
            <a:pathLst>
              <a:path w="553719" h="2404110">
                <a:moveTo>
                  <a:pt x="0" y="2403508"/>
                </a:moveTo>
                <a:lnTo>
                  <a:pt x="553405" y="2403508"/>
                </a:lnTo>
                <a:lnTo>
                  <a:pt x="553405" y="0"/>
                </a:lnTo>
                <a:lnTo>
                  <a:pt x="0" y="0"/>
                </a:lnTo>
                <a:lnTo>
                  <a:pt x="0" y="240350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46793" y="1896079"/>
            <a:ext cx="3632835" cy="0"/>
          </a:xfrm>
          <a:custGeom>
            <a:avLst/>
            <a:gdLst/>
            <a:ahLst/>
            <a:cxnLst/>
            <a:rect l="l" t="t" r="r" b="b"/>
            <a:pathLst>
              <a:path w="3632835" h="0">
                <a:moveTo>
                  <a:pt x="0" y="0"/>
                </a:moveTo>
                <a:lnTo>
                  <a:pt x="3632545" y="0"/>
                </a:lnTo>
              </a:path>
            </a:pathLst>
          </a:custGeom>
          <a:ln w="988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643" y="1183349"/>
            <a:ext cx="2972189" cy="64097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864020" y="2468880"/>
            <a:ext cx="2409825" cy="8489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264795">
              <a:lnSpc>
                <a:spcPct val="121900"/>
              </a:lnSpc>
              <a:spcBef>
                <a:spcPts val="95"/>
              </a:spcBef>
            </a:pP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Jaehyun</a:t>
            </a:r>
            <a:r>
              <a:rPr dirty="0" sz="900" spc="9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Park</a:t>
            </a:r>
            <a:r>
              <a:rPr dirty="0" sz="900" spc="8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366"/>
                </a:solidFill>
                <a:latin typeface="Arial"/>
                <a:cs typeface="Arial"/>
              </a:rPr>
              <a:t>(jhyun@inha.ac.kr) </a:t>
            </a: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School</a:t>
            </a:r>
            <a:r>
              <a:rPr dirty="0" sz="900" spc="7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dirty="0" sz="900" spc="8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Information</a:t>
            </a:r>
            <a:r>
              <a:rPr dirty="0" sz="900" spc="8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dirty="0" sz="900" spc="8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366"/>
                </a:solidFill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757555">
              <a:lnSpc>
                <a:spcPct val="100000"/>
              </a:lnSpc>
              <a:spcBef>
                <a:spcPts val="75"/>
              </a:spcBef>
            </a:pP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Inha</a:t>
            </a:r>
            <a:r>
              <a:rPr dirty="0" sz="900" spc="6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366"/>
                </a:solidFill>
                <a:latin typeface="Arial"/>
                <a:cs typeface="Arial"/>
              </a:rPr>
              <a:t>University.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900">
              <a:latin typeface="Arial"/>
              <a:cs typeface="Arial"/>
            </a:endParaRPr>
          </a:p>
          <a:p>
            <a:pPr marL="813435">
              <a:lnSpc>
                <a:spcPct val="100000"/>
              </a:lnSpc>
            </a:pPr>
            <a:r>
              <a:rPr dirty="0" sz="900" b="1">
                <a:solidFill>
                  <a:srgbClr val="003366"/>
                </a:solidFill>
                <a:latin typeface="Arial"/>
                <a:cs typeface="Arial"/>
              </a:rPr>
              <a:t>Fall</a:t>
            </a:r>
            <a:r>
              <a:rPr dirty="0" sz="900" spc="5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366"/>
                </a:solidFill>
                <a:latin typeface="Arial"/>
                <a:cs typeface="Arial"/>
              </a:rPr>
              <a:t>Semester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12979" y="520074"/>
            <a:ext cx="4744085" cy="559435"/>
          </a:xfrm>
          <a:custGeom>
            <a:avLst/>
            <a:gdLst/>
            <a:ahLst/>
            <a:cxnLst/>
            <a:rect l="l" t="t" r="r" b="b"/>
            <a:pathLst>
              <a:path w="4744085" h="559435">
                <a:moveTo>
                  <a:pt x="4743474" y="0"/>
                </a:moveTo>
                <a:lnTo>
                  <a:pt x="0" y="0"/>
                </a:lnTo>
                <a:lnTo>
                  <a:pt x="0" y="559220"/>
                </a:lnTo>
                <a:lnTo>
                  <a:pt x="4743474" y="559220"/>
                </a:lnTo>
                <a:lnTo>
                  <a:pt x="4743474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65742" y="525413"/>
            <a:ext cx="4450715" cy="15989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61925" marR="167640">
              <a:lnSpc>
                <a:spcPct val="104000"/>
              </a:lnSpc>
              <a:spcBef>
                <a:spcPts val="85"/>
              </a:spcBef>
            </a:pP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본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수업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자료로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이용되는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저작물은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저작권법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FF0000"/>
                </a:solidFill>
                <a:latin typeface="Malgun Gothic"/>
                <a:cs typeface="Malgun Gothic"/>
              </a:rPr>
              <a:t>제25조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수업목적저작물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이용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보상금제도에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의거,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한국복제전송저작권협회와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약정을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체결하고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적법하게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이용하고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FF0000"/>
                </a:solidFill>
                <a:latin typeface="Malgun Gothic"/>
                <a:cs typeface="Malgun Gothic"/>
              </a:rPr>
              <a:t>있습니다.</a:t>
            </a:r>
            <a:endParaRPr sz="800">
              <a:latin typeface="Malgun Gothic"/>
              <a:cs typeface="Malgun Gothic"/>
            </a:endParaRPr>
          </a:p>
          <a:p>
            <a:pPr algn="ctr" marR="5080">
              <a:lnSpc>
                <a:spcPct val="105100"/>
              </a:lnSpc>
            </a:pP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약정범위를 초과하는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사용은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 저작권법에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저촉될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있으므로 수업자료의 대중 </a:t>
            </a:r>
            <a:r>
              <a:rPr dirty="0" sz="800" spc="-10">
                <a:solidFill>
                  <a:srgbClr val="FF0000"/>
                </a:solidFill>
                <a:latin typeface="Malgun Gothic"/>
                <a:cs typeface="Malgun Gothic"/>
              </a:rPr>
              <a:t>공개·공유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및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 수업</a:t>
            </a:r>
            <a:r>
              <a:rPr dirty="0" sz="80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FF0000"/>
                </a:solidFill>
                <a:latin typeface="Malgun Gothic"/>
                <a:cs typeface="Malgun Gothic"/>
              </a:rPr>
              <a:t>목적 </a:t>
            </a:r>
            <a:r>
              <a:rPr dirty="0" sz="800" spc="-35">
                <a:solidFill>
                  <a:srgbClr val="FF0000"/>
                </a:solidFill>
                <a:latin typeface="Malgun Gothic"/>
                <a:cs typeface="Malgun Gothic"/>
              </a:rPr>
              <a:t>외의</a:t>
            </a:r>
            <a:r>
              <a:rPr dirty="0" sz="800" spc="-4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FF0000"/>
                </a:solidFill>
                <a:latin typeface="Malgun Gothic"/>
                <a:cs typeface="Malgun Gothic"/>
              </a:rPr>
              <a:t>사용을</a:t>
            </a:r>
            <a:r>
              <a:rPr dirty="0" sz="800" spc="-4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FF0000"/>
                </a:solidFill>
                <a:latin typeface="Malgun Gothic"/>
                <a:cs typeface="Malgun Gothic"/>
              </a:rPr>
              <a:t>금지합니다.</a:t>
            </a:r>
            <a:r>
              <a:rPr dirty="0" sz="800" spc="40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65">
                <a:solidFill>
                  <a:srgbClr val="FF0000"/>
                </a:solidFill>
                <a:latin typeface="Malgun Gothic"/>
                <a:cs typeface="Malgun Gothic"/>
              </a:rPr>
              <a:t>2020.</a:t>
            </a:r>
            <a:r>
              <a:rPr dirty="0" sz="800" spc="-5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65">
                <a:solidFill>
                  <a:srgbClr val="FF0000"/>
                </a:solidFill>
                <a:latin typeface="Malgun Gothic"/>
                <a:cs typeface="Malgun Gothic"/>
              </a:rPr>
              <a:t>3.</a:t>
            </a:r>
            <a:r>
              <a:rPr dirty="0" sz="800" spc="-5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FF0000"/>
                </a:solidFill>
                <a:latin typeface="Malgun Gothic"/>
                <a:cs typeface="Malgun Gothic"/>
              </a:rPr>
              <a:t>인하대학교·한국복제전송저작권협회</a:t>
            </a:r>
            <a:endParaRPr sz="8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800">
              <a:latin typeface="Malgun Gothic"/>
              <a:cs typeface="Malgun Gothic"/>
            </a:endParaRPr>
          </a:p>
          <a:p>
            <a:pPr algn="ctr" marL="543560">
              <a:lnSpc>
                <a:spcPct val="100000"/>
              </a:lnSpc>
            </a:pPr>
            <a:r>
              <a:rPr dirty="0" sz="2250" b="1">
                <a:solidFill>
                  <a:srgbClr val="003366"/>
                </a:solidFill>
                <a:latin typeface="Arial"/>
                <a:cs typeface="Arial"/>
              </a:rPr>
              <a:t>Computer</a:t>
            </a:r>
            <a:r>
              <a:rPr dirty="0" sz="2250" spc="7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003366"/>
                </a:solidFill>
                <a:latin typeface="Arial"/>
                <a:cs typeface="Arial"/>
              </a:rPr>
              <a:t>Network</a:t>
            </a:r>
            <a:endParaRPr sz="2250">
              <a:latin typeface="Arial"/>
              <a:cs typeface="Arial"/>
            </a:endParaRPr>
          </a:p>
          <a:p>
            <a:pPr algn="r" marR="174625">
              <a:lnSpc>
                <a:spcPct val="100000"/>
              </a:lnSpc>
              <a:spcBef>
                <a:spcPts val="509"/>
              </a:spcBef>
            </a:pPr>
            <a:r>
              <a:rPr dirty="0" sz="1050" spc="-20" b="1">
                <a:solidFill>
                  <a:srgbClr val="003366"/>
                </a:solidFill>
                <a:latin typeface="Arial"/>
                <a:cs typeface="Arial"/>
              </a:rPr>
              <a:t>Talk</a:t>
            </a:r>
            <a:r>
              <a:rPr dirty="0" sz="105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66"/>
                </a:solidFill>
                <a:latin typeface="Arial"/>
                <a:cs typeface="Arial"/>
              </a:rPr>
              <a:t>Each</a:t>
            </a:r>
            <a:r>
              <a:rPr dirty="0" sz="105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003366"/>
                </a:solidFill>
                <a:latin typeface="Arial"/>
                <a:cs typeface="Arial"/>
              </a:rPr>
              <a:t>Other,</a:t>
            </a:r>
            <a:r>
              <a:rPr dirty="0" sz="1050" spc="-5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003366"/>
                </a:solidFill>
                <a:latin typeface="Arial"/>
                <a:cs typeface="Arial"/>
              </a:rPr>
              <a:t>Anytime,</a:t>
            </a:r>
            <a:r>
              <a:rPr dirty="0" sz="1050" spc="-5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Anywhere</a:t>
            </a:r>
            <a:endParaRPr sz="1050">
              <a:latin typeface="Arial"/>
              <a:cs typeface="Arial"/>
            </a:endParaRPr>
          </a:p>
          <a:p>
            <a:pPr algn="r" marR="175895">
              <a:lnSpc>
                <a:spcPct val="100000"/>
              </a:lnSpc>
              <a:spcBef>
                <a:spcPts val="865"/>
              </a:spcBef>
            </a:pP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Layered</a:t>
            </a:r>
            <a:r>
              <a:rPr dirty="0" sz="105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Protocol </a:t>
            </a:r>
            <a:r>
              <a:rPr dirty="0" sz="1050" spc="-20" b="1">
                <a:solidFill>
                  <a:srgbClr val="003366"/>
                </a:solidFill>
                <a:latin typeface="Arial"/>
                <a:cs typeface="Arial"/>
              </a:rPr>
              <a:t>Model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9" name="object 9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231438" y="3388257"/>
            <a:ext cx="13373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16414" y="581809"/>
            <a:ext cx="145669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계층적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모듈 구조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16416" y="854768"/>
            <a:ext cx="4295140" cy="241427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모듈화</a:t>
            </a:r>
            <a:endParaRPr sz="105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하드웨어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측면</a:t>
            </a:r>
            <a:endParaRPr sz="900">
              <a:latin typeface="Malgun Gothic"/>
              <a:cs typeface="Malgun Gothic"/>
            </a:endParaRPr>
          </a:p>
          <a:p>
            <a:pPr lvl="2" marL="384175" marR="5080" indent="-92075">
              <a:lnSpc>
                <a:spcPct val="105100"/>
              </a:lnSpc>
              <a:spcBef>
                <a:spcPts val="200"/>
              </a:spcBef>
              <a:buChar char="–"/>
              <a:tabLst>
                <a:tab pos="384175" algn="l"/>
              </a:tabLst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CPU,</a:t>
            </a:r>
            <a:r>
              <a:rPr dirty="0" sz="8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메모리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하드디스크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8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카드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등과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작은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부품들이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모여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시스템을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구성</a:t>
            </a:r>
            <a:endParaRPr sz="800">
              <a:latin typeface="Malgun Gothic"/>
              <a:cs typeface="Malgun Gothic"/>
            </a:endParaRPr>
          </a:p>
          <a:p>
            <a:pPr lvl="2" marL="384175" marR="186690" indent="-92075">
              <a:lnSpc>
                <a:spcPct val="104000"/>
              </a:lnSpc>
              <a:spcBef>
                <a:spcPts val="200"/>
              </a:spcBef>
              <a:buFont typeface="Arial MT"/>
              <a:buChar char="–"/>
              <a:tabLst>
                <a:tab pos="3841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복잡한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시스템을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기능별로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모듈화하면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구조가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단순해져서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전체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시스템을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이해하기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쉬움</a:t>
            </a:r>
            <a:endParaRPr sz="800">
              <a:latin typeface="Malgun Gothic"/>
              <a:cs typeface="Malgun Gothic"/>
            </a:endParaRPr>
          </a:p>
          <a:p>
            <a:pPr lvl="2" marL="384175" marR="22225" indent="-92075">
              <a:lnSpc>
                <a:spcPct val="105100"/>
              </a:lnSpc>
              <a:spcBef>
                <a:spcPts val="185"/>
              </a:spcBef>
              <a:buFont typeface="Arial MT"/>
              <a:buChar char="–"/>
              <a:tabLst>
                <a:tab pos="3841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단위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모듈이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독립적인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수행하기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때문에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고장이나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업그레이드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등의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상황에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손쉽게 대처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가능</a:t>
            </a:r>
            <a:endParaRPr sz="800">
              <a:latin typeface="Malgun Gothic"/>
              <a:cs typeface="Malgun Gothic"/>
            </a:endParaRPr>
          </a:p>
          <a:p>
            <a:pPr marL="189865" indent="-177165">
              <a:lnSpc>
                <a:spcPct val="100000"/>
              </a:lnSpc>
              <a:spcBef>
                <a:spcPts val="610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소프트웨어</a:t>
            </a:r>
            <a:r>
              <a:rPr dirty="0" sz="105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측면</a:t>
            </a:r>
            <a:endParaRPr sz="1050">
              <a:latin typeface="Malgun Gothic"/>
              <a:cs typeface="Malgun Gothic"/>
            </a:endParaRPr>
          </a:p>
          <a:p>
            <a:pPr lvl="1" marL="292100" marR="54610" indent="-93345">
              <a:lnSpc>
                <a:spcPct val="106700"/>
              </a:lnSpc>
              <a:spcBef>
                <a:spcPts val="19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일반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프로그래밍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언어에서는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함수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개념을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사용해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전체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프로그램을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모듈화할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1" marL="292100" marR="528955" indent="-93345">
              <a:lnSpc>
                <a:spcPct val="106700"/>
              </a:lnSpc>
              <a:spcBef>
                <a:spcPts val="16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함수별로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특정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독립적으로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수행하도록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함으로써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함수가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개별적으로</a:t>
            </a:r>
            <a:r>
              <a:rPr dirty="0" sz="900" spc="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설계되고</a:t>
            </a:r>
            <a:r>
              <a:rPr dirty="0" sz="9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endParaRPr sz="900">
              <a:latin typeface="Malgun Gothic"/>
              <a:cs typeface="Malgun Gothic"/>
            </a:endParaRPr>
          </a:p>
          <a:p>
            <a:pPr lvl="1" marL="292100" marR="86995" indent="-9334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함수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인터페이스는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함수의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매개변수에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의해서만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이루어지므로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전체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시스템을</a:t>
            </a:r>
            <a:r>
              <a:rPr dirty="0" sz="900" spc="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이해하기가</a:t>
            </a:r>
            <a:r>
              <a:rPr dirty="0" sz="9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쉬움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6" name="object 16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11714" y="4133209"/>
            <a:ext cx="144907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계층적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모듈 구조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177165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771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r>
              <a:rPr dirty="0" sz="10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모듈화의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장점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1715" y="6108648"/>
            <a:ext cx="4038600" cy="3492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76530" marR="5080" indent="-177165">
              <a:lnSpc>
                <a:spcPct val="101899"/>
              </a:lnSpc>
              <a:spcBef>
                <a:spcPts val="75"/>
              </a:spcBef>
              <a:buFont typeface="Wingdings"/>
              <a:buChar char=""/>
              <a:tabLst>
                <a:tab pos="177800" algn="l"/>
              </a:tabLst>
            </a:pP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시스템을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모듈화하지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않았다면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부분만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고장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나도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전체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시스템을 	교체해야</a:t>
            </a:r>
            <a:r>
              <a:rPr dirty="0" sz="105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3035" y="4730300"/>
              <a:ext cx="2433289" cy="136289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716414" y="4133209"/>
            <a:ext cx="145669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계층적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모듈 구조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716416" y="4406169"/>
            <a:ext cx="4245610" cy="213931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endParaRPr sz="1050">
              <a:latin typeface="Malgun Gothic"/>
              <a:cs typeface="Malgun Gothic"/>
            </a:endParaRPr>
          </a:p>
          <a:p>
            <a:pPr lvl="1" marL="292100" marR="5080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네트워크에서는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독립적인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고유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수행하는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모듈들이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상하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구조로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연결되어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동작</a:t>
            </a:r>
            <a:endParaRPr sz="900">
              <a:latin typeface="Malgun Gothic"/>
              <a:cs typeface="Malgun Gothic"/>
            </a:endParaRPr>
          </a:p>
          <a:p>
            <a:pPr lvl="2" marL="384175" marR="2498725" indent="-92075">
              <a:lnSpc>
                <a:spcPct val="102299"/>
              </a:lnSpc>
              <a:spcBef>
                <a:spcPts val="235"/>
              </a:spcBef>
              <a:buFont typeface="Arial MT"/>
              <a:buChar char="–"/>
              <a:tabLst>
                <a:tab pos="3841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구조에서는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계층이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계층에 특정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서비스를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요청하는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8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동작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800" spc="-20">
                <a:solidFill>
                  <a:srgbClr val="003366"/>
                </a:solidFill>
                <a:latin typeface="Cambria Math"/>
                <a:cs typeface="Cambria Math"/>
              </a:rPr>
              <a:t>❶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  <a:p>
            <a:pPr lvl="2" marL="384175" marR="2709545" indent="-92075">
              <a:lnSpc>
                <a:spcPct val="103200"/>
              </a:lnSpc>
              <a:spcBef>
                <a:spcPts val="250"/>
              </a:spcBef>
              <a:buFont typeface="Arial MT"/>
              <a:buChar char="–"/>
              <a:tabLst>
                <a:tab pos="3841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요청을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받은 하위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계층은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해당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서비스를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실행하여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그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결과를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계층에 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돌려줌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800" spc="-10">
                <a:solidFill>
                  <a:srgbClr val="003366"/>
                </a:solidFill>
                <a:latin typeface="Cambria Math"/>
                <a:cs typeface="Cambria Math"/>
              </a:rPr>
              <a:t>❷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  <a:p>
            <a:pPr lvl="2" marL="384175" marR="2574925" indent="-92075">
              <a:lnSpc>
                <a:spcPct val="105100"/>
              </a:lnSpc>
              <a:spcBef>
                <a:spcPts val="175"/>
              </a:spcBef>
              <a:buFont typeface="Arial MT"/>
              <a:buChar char="–"/>
              <a:tabLst>
                <a:tab pos="3841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계층의 실행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결과는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계층에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결과 값을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직접</a:t>
            </a:r>
            <a:endParaRPr sz="800">
              <a:latin typeface="Malgun Gothic"/>
              <a:cs typeface="Malgun Gothic"/>
            </a:endParaRPr>
          </a:p>
          <a:p>
            <a:pPr marL="384175" marR="2440305">
              <a:lnSpc>
                <a:spcPct val="104000"/>
              </a:lnSpc>
              <a:spcBef>
                <a:spcPts val="15"/>
              </a:spcBef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전달하는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방식이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될 수도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있고</a:t>
            </a:r>
            <a:r>
              <a:rPr dirty="0" sz="800" spc="-25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주변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환경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값을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변경하는</a:t>
            </a:r>
            <a:endParaRPr sz="800">
              <a:latin typeface="Malgun Gothic"/>
              <a:cs typeface="Malgun Gothic"/>
            </a:endParaRPr>
          </a:p>
          <a:p>
            <a:pPr marL="384175">
              <a:lnSpc>
                <a:spcPct val="100000"/>
              </a:lnSpc>
              <a:spcBef>
                <a:spcPts val="45"/>
              </a:spcBef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부수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효과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방식일 수도</a:t>
            </a:r>
            <a:r>
              <a:rPr dirty="0" sz="8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3973" y="4912397"/>
              <a:ext cx="2444490" cy="162991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7231438" y="6939377"/>
            <a:ext cx="1337310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26738" y="3388257"/>
            <a:ext cx="13246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1714" y="581809"/>
            <a:ext cx="4265930" cy="21818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계층적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모듈 구조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(4)</a:t>
            </a:r>
            <a:endParaRPr sz="1200">
              <a:latin typeface="Arial MT"/>
              <a:cs typeface="Arial MT"/>
            </a:endParaRPr>
          </a:p>
          <a:p>
            <a:pPr marL="177165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77165" algn="l"/>
              </a:tabLst>
            </a:pP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모듈화된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장점</a:t>
            </a:r>
            <a:endParaRPr sz="1050">
              <a:latin typeface="Malgun Gothic"/>
              <a:cs typeface="Malgun Gothic"/>
            </a:endParaRPr>
          </a:p>
          <a:p>
            <a:pPr lvl="1" marL="279400" marR="156210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복잡하고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기능별로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작게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분류해서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간단하고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작은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시스템으로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재구성할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1" marL="279400" marR="208915" indent="-93345">
              <a:lnSpc>
                <a:spcPct val="106200"/>
              </a:lnSpc>
              <a:spcBef>
                <a:spcPts val="18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계층에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인접한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인터페이스를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포함하여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분할된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모듈이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연동할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표준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인터페이스를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독립성은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시스템의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구조를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단순하게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만들어줌</a:t>
            </a:r>
            <a:endParaRPr sz="900">
              <a:latin typeface="Malgun Gothic"/>
              <a:cs typeface="Malgun Gothic"/>
            </a:endParaRPr>
          </a:p>
          <a:p>
            <a:pPr lvl="1" marL="279400" marR="123189" indent="-93345">
              <a:lnSpc>
                <a:spcPct val="106700"/>
              </a:lnSpc>
              <a:spcBef>
                <a:spcPts val="16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매체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양단에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수행하는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프로토콜들은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좌우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대칭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구조로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양단에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위치하는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동일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단순화할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1" marL="279400" marR="5080" indent="-93345">
              <a:lnSpc>
                <a:spcPct val="104299"/>
              </a:lnSpc>
              <a:spcBef>
                <a:spcPts val="20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수정하거나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향상시켜야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경우에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시스템을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재작성하지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않고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해당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모듈만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교체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혹은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좌우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간의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인터페이스를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유지하면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특정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내부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변경이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동작에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영향을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미치지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않음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5" name="object 5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231438" y="3388257"/>
            <a:ext cx="13373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16414" y="581809"/>
            <a:ext cx="217614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설계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시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고려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사항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16416" y="854768"/>
            <a:ext cx="4363720" cy="20605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표현</a:t>
            </a:r>
            <a:endParaRPr sz="1050">
              <a:latin typeface="Malgun Gothic"/>
              <a:cs typeface="Malgun Gothic"/>
            </a:endParaRPr>
          </a:p>
          <a:p>
            <a:pPr lvl="1" marL="292100" marR="5080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여러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연결된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환경에서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특정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호스트끼리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통신하려면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상대방을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구분할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방법이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필요</a:t>
            </a:r>
            <a:endParaRPr sz="90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구분하여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지칭하기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위해서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이름을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부여하는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것을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체계라고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900">
              <a:latin typeface="Malgun Gothic"/>
              <a:cs typeface="Malgun Gothic"/>
            </a:endParaRPr>
          </a:p>
          <a:p>
            <a:pPr lvl="1" marL="292100" marR="208915" indent="-9334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보통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호스트마다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주소를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하나씩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부여하지만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다수의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묶어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하나의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그룹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주소로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표기하기도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900">
              <a:latin typeface="Malgun Gothic"/>
              <a:cs typeface="Malgun Gothic"/>
            </a:endParaRPr>
          </a:p>
          <a:p>
            <a:pPr marL="189865" indent="-177165">
              <a:lnSpc>
                <a:spcPct val="100000"/>
              </a:lnSpc>
              <a:spcBef>
                <a:spcPts val="645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endParaRPr sz="1050">
              <a:latin typeface="Malgun Gothic"/>
              <a:cs typeface="Malgun Gothic"/>
            </a:endParaRPr>
          </a:p>
          <a:p>
            <a:pPr lvl="1" marL="292100" marR="360680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오류에는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깨져서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도착하는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변형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데이터가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도착하지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못하는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분실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 제어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가장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기본적인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endParaRPr sz="900">
              <a:latin typeface="Malgun Gothic"/>
              <a:cs typeface="Malgun Gothic"/>
            </a:endParaRPr>
          </a:p>
          <a:p>
            <a:pPr lvl="1" marL="292100" marR="176530" indent="-93345">
              <a:lnSpc>
                <a:spcPct val="102600"/>
              </a:lnSpc>
              <a:spcBef>
                <a:spcPts val="26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네트워크의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발생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사실을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인지하는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것이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먼저이고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이후에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재전송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이용한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복구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절차가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이어짐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2" name="object 12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17908" y="4133209"/>
            <a:ext cx="4939030" cy="561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설계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시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고려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사항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538480" marR="345440">
              <a:lnSpc>
                <a:spcPct val="103200"/>
              </a:lnSpc>
              <a:spcBef>
                <a:spcPts val="1005"/>
              </a:spcBef>
            </a:pPr>
            <a:r>
              <a:rPr dirty="0" sz="700">
                <a:solidFill>
                  <a:srgbClr val="003366"/>
                </a:solidFill>
                <a:latin typeface="Malgun Gothic"/>
                <a:cs typeface="Malgun Gothic"/>
              </a:rPr>
              <a:t>송신 호스트에서 보낸 데이터가</a:t>
            </a:r>
            <a:r>
              <a:rPr dirty="0" sz="7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>
                <a:solidFill>
                  <a:srgbClr val="003366"/>
                </a:solidFill>
                <a:latin typeface="Malgun Gothic"/>
                <a:cs typeface="Malgun Gothic"/>
              </a:rPr>
              <a:t>수신 호스트에 도착했을 때</a:t>
            </a:r>
            <a:r>
              <a:rPr dirty="0" sz="7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>
                <a:solidFill>
                  <a:srgbClr val="003366"/>
                </a:solidFill>
                <a:latin typeface="Malgun Gothic"/>
                <a:cs typeface="Malgun Gothic"/>
              </a:rPr>
              <a:t>발생할 수 있는 현상을</a:t>
            </a:r>
            <a:r>
              <a:rPr dirty="0" sz="7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>
                <a:solidFill>
                  <a:srgbClr val="003366"/>
                </a:solidFill>
                <a:latin typeface="Malgun Gothic"/>
                <a:cs typeface="Malgun Gothic"/>
              </a:rPr>
              <a:t>세 가지 </a:t>
            </a:r>
            <a:r>
              <a:rPr dirty="0" sz="700" spc="-20">
                <a:solidFill>
                  <a:srgbClr val="003366"/>
                </a:solidFill>
                <a:latin typeface="Malgun Gothic"/>
                <a:cs typeface="Malgun Gothic"/>
              </a:rPr>
              <a:t>유형으로 </a:t>
            </a:r>
            <a:r>
              <a:rPr dirty="0" sz="700" spc="-25">
                <a:solidFill>
                  <a:srgbClr val="003366"/>
                </a:solidFill>
                <a:latin typeface="Malgun Gothic"/>
                <a:cs typeface="Malgun Gothic"/>
              </a:rPr>
              <a:t>설명</a:t>
            </a:r>
            <a:endParaRPr sz="70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5037" y="4852464"/>
              <a:ext cx="2048726" cy="154793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716414" y="4133209"/>
            <a:ext cx="217614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설계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시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고려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사항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16416" y="4406169"/>
            <a:ext cx="4278630" cy="253555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흐름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endParaRPr sz="1050">
              <a:latin typeface="Malgun Gothic"/>
              <a:cs typeface="Malgun Gothic"/>
            </a:endParaRPr>
          </a:p>
          <a:p>
            <a:pPr lvl="1" marL="292100" marR="5080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버퍼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처리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속도보다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전송하는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속도가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빠르면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논리적인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분실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발생함</a:t>
            </a:r>
            <a:endParaRPr sz="900">
              <a:latin typeface="Malgun Gothic"/>
              <a:cs typeface="Malgun Gothic"/>
            </a:endParaRPr>
          </a:p>
          <a:p>
            <a:pPr lvl="1" marL="292100" marR="2455545" indent="-93345">
              <a:lnSpc>
                <a:spcPct val="104200"/>
              </a:lnSpc>
              <a:spcBef>
                <a:spcPts val="2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버퍼에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저장된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미처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처리하지</a:t>
            </a:r>
            <a:r>
              <a:rPr dirty="0" sz="900" spc="500">
                <a:solidFill>
                  <a:srgbClr val="003366"/>
                </a:solidFill>
                <a:latin typeface="Malgun Gothic"/>
                <a:cs typeface="Malgun Gothic"/>
              </a:rPr>
              <a:t> 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못한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상태에서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새로운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수신되어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일시적으로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저장할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공간이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없기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때문</a:t>
            </a:r>
            <a:endParaRPr sz="900">
              <a:latin typeface="Malgun Gothic"/>
              <a:cs typeface="Malgun Gothic"/>
            </a:endParaRPr>
          </a:p>
          <a:p>
            <a:pPr lvl="1" marL="292100" marR="2574290" indent="-93345">
              <a:lnSpc>
                <a:spcPct val="104600"/>
              </a:lnSpc>
              <a:spcBef>
                <a:spcPts val="244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문제를</a:t>
            </a:r>
            <a:r>
              <a:rPr dirty="0" sz="9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해결하려면</a:t>
            </a:r>
            <a:r>
              <a:rPr dirty="0" sz="900" spc="5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속도를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조절하는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흐름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00" spc="-114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기능이 필요</a:t>
            </a:r>
            <a:endParaRPr sz="90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실제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환경에서는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endParaRPr sz="90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속도가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너무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느리므로</a:t>
            </a:r>
            <a:endParaRPr sz="90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방식이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사용되지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않음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7787" y="5129144"/>
              <a:ext cx="2430922" cy="171808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7231438" y="6939377"/>
            <a:ext cx="1337310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26738" y="3388257"/>
            <a:ext cx="13246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1714" y="581809"/>
            <a:ext cx="4324350" cy="1081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설계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시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고려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사항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(4)</a:t>
            </a:r>
            <a:endParaRPr sz="1200">
              <a:latin typeface="Arial MT"/>
              <a:cs typeface="Arial MT"/>
            </a:endParaRPr>
          </a:p>
          <a:p>
            <a:pPr marL="177165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771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전달</a:t>
            </a:r>
            <a:r>
              <a:rPr dirty="0" sz="10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endParaRPr sz="1050">
              <a:latin typeface="Malgun Gothic"/>
              <a:cs typeface="Malgun Gothic"/>
            </a:endParaRPr>
          </a:p>
          <a:p>
            <a:pPr lvl="1" marL="370840" indent="-91440">
              <a:lnSpc>
                <a:spcPct val="100000"/>
              </a:lnSpc>
              <a:spcBef>
                <a:spcPts val="215"/>
              </a:spcBef>
              <a:buFont typeface="Arial MT"/>
              <a:buChar char="–"/>
              <a:tabLst>
                <a:tab pos="37084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전이중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양쪽에서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전송하는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것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(a)</a:t>
            </a:r>
            <a:endParaRPr sz="800">
              <a:latin typeface="Arial MT"/>
              <a:cs typeface="Arial MT"/>
            </a:endParaRPr>
          </a:p>
          <a:p>
            <a:pPr lvl="1" marL="371475" marR="5080" indent="-92075">
              <a:lnSpc>
                <a:spcPct val="105100"/>
              </a:lnSpc>
              <a:spcBef>
                <a:spcPts val="234"/>
              </a:spcBef>
              <a:buFont typeface="Arial MT"/>
              <a:buChar char="–"/>
              <a:tabLst>
                <a:tab pos="3714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반이중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양방향으로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전송되지만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특정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시점에는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방향으로만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전송할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 것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(b)</a:t>
            </a:r>
            <a:endParaRPr sz="800">
              <a:latin typeface="Arial MT"/>
              <a:cs typeface="Arial MT"/>
            </a:endParaRPr>
          </a:p>
          <a:p>
            <a:pPr lvl="1" marL="370840" indent="-91440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37084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단방향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오른쪽이나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왼쪽의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방향으로만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전송하는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것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(c)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863" y="1842624"/>
              <a:ext cx="2423619" cy="127914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244138" y="3388257"/>
            <a:ext cx="13246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29114" y="581809"/>
            <a:ext cx="4038600" cy="1630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r>
              <a:rPr dirty="0" sz="12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프리미티브</a:t>
            </a:r>
            <a:r>
              <a:rPr dirty="0" sz="12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marL="176530" marR="100330" indent="-177165">
              <a:lnSpc>
                <a:spcPct val="101000"/>
              </a:lnSpc>
              <a:spcBef>
                <a:spcPts val="944"/>
              </a:spcBef>
              <a:buFont typeface="Wingdings"/>
              <a:buChar char=""/>
              <a:tabLst>
                <a:tab pos="177800" algn="l"/>
              </a:tabLst>
            </a:pP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프로토콜은</a:t>
            </a:r>
            <a:r>
              <a:rPr dirty="0" sz="10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구조로</a:t>
            </a:r>
            <a:r>
              <a:rPr dirty="0" sz="10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이루어져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있고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계층이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10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계층에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	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서비스를</a:t>
            </a:r>
            <a:r>
              <a:rPr dirty="0" sz="10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제공하는</a:t>
            </a:r>
            <a:r>
              <a:rPr dirty="0" sz="10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10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동작</a:t>
            </a:r>
            <a:endParaRPr sz="1050">
              <a:latin typeface="Malgun Gothic"/>
              <a:cs typeface="Malgun Gothic"/>
            </a:endParaRPr>
          </a:p>
          <a:p>
            <a:pPr marL="177165" indent="-177165">
              <a:lnSpc>
                <a:spcPct val="100000"/>
              </a:lnSpc>
              <a:spcBef>
                <a:spcPts val="615"/>
              </a:spcBef>
              <a:buFont typeface="Wingdings"/>
              <a:buChar char=""/>
              <a:tabLst>
                <a:tab pos="1771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이러한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서비스는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프리미티브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형태로</a:t>
            </a:r>
            <a:r>
              <a:rPr dirty="0" sz="10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endParaRPr sz="1050">
              <a:latin typeface="Malgun Gothic"/>
              <a:cs typeface="Malgun Gothic"/>
            </a:endParaRPr>
          </a:p>
          <a:p>
            <a:pPr marL="176530" marR="5080" indent="-177165">
              <a:lnSpc>
                <a:spcPts val="1240"/>
              </a:lnSpc>
              <a:spcBef>
                <a:spcPts val="675"/>
              </a:spcBef>
              <a:buFont typeface="Wingdings"/>
              <a:buChar char=""/>
              <a:tabLst>
                <a:tab pos="177800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프로토콜에서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계층이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계층에</a:t>
            </a:r>
            <a:r>
              <a:rPr dirty="0" sz="105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제공하는</a:t>
            </a:r>
            <a:r>
              <a:rPr dirty="0" sz="10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서비스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	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종류에는</a:t>
            </a:r>
            <a:r>
              <a:rPr dirty="0" sz="10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연결형과</a:t>
            </a:r>
            <a:r>
              <a:rPr dirty="0" sz="10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0">
                <a:solidFill>
                  <a:srgbClr val="003366"/>
                </a:solidFill>
                <a:latin typeface="Malgun Gothic"/>
                <a:cs typeface="Malgun Gothic"/>
              </a:rPr>
              <a:t>비연결형</a:t>
            </a:r>
            <a:r>
              <a:rPr dirty="0" sz="10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1050">
              <a:latin typeface="Malgun Gothic"/>
              <a:cs typeface="Malgun Gothic"/>
            </a:endParaRPr>
          </a:p>
          <a:p>
            <a:pPr lvl="1" marL="279400" indent="-92710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연결형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endParaRPr sz="900">
              <a:latin typeface="Malgun Gothic"/>
              <a:cs typeface="Malgun Gothic"/>
            </a:endParaRPr>
          </a:p>
          <a:p>
            <a:pPr lvl="1" marL="279400" indent="-9271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비연결형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8847" y="2003499"/>
              <a:ext cx="2044731" cy="116023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17908" y="4133209"/>
            <a:ext cx="4939030" cy="1281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r>
              <a:rPr dirty="0" sz="12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프리미티브</a:t>
            </a:r>
            <a:r>
              <a:rPr dirty="0" sz="12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572770" indent="-92710">
              <a:lnSpc>
                <a:spcPct val="100000"/>
              </a:lnSpc>
              <a:spcBef>
                <a:spcPts val="1010"/>
              </a:spcBef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Request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클라이언트가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서버에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프리미티브의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수행하도록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요청하는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것</a:t>
            </a:r>
            <a:endParaRPr sz="900">
              <a:latin typeface="Malgun Gothic"/>
              <a:cs typeface="Malgun Gothic"/>
            </a:endParaRPr>
          </a:p>
          <a:p>
            <a:pPr marL="573405" marR="555625" indent="-93345">
              <a:lnSpc>
                <a:spcPct val="106700"/>
              </a:lnSpc>
              <a:spcBef>
                <a:spcPts val="175"/>
              </a:spcBef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Indication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계층을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통하여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Request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요청을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수신한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서버는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요청을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위에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프로토콜에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전달함</a:t>
            </a:r>
            <a:endParaRPr sz="900">
              <a:latin typeface="Malgun Gothic"/>
              <a:cs typeface="Malgun Gothic"/>
            </a:endParaRPr>
          </a:p>
          <a:p>
            <a:pPr marL="573405" marR="452755" indent="-93345">
              <a:lnSpc>
                <a:spcPct val="101600"/>
              </a:lnSpc>
              <a:spcBef>
                <a:spcPts val="275"/>
              </a:spcBef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Response</a:t>
            </a:r>
            <a:r>
              <a:rPr dirty="0" sz="90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0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클라이언트로부터</a:t>
            </a:r>
            <a:r>
              <a:rPr dirty="0" sz="9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프리미티브를</a:t>
            </a:r>
            <a:r>
              <a:rPr dirty="0" sz="900" spc="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받은</a:t>
            </a:r>
            <a:r>
              <a:rPr dirty="0" sz="900" spc="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서버에서는</a:t>
            </a:r>
            <a:r>
              <a:rPr dirty="0" sz="9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Response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이용해</a:t>
            </a:r>
            <a:r>
              <a:rPr dirty="0" sz="900" spc="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클라이언트에</a:t>
            </a:r>
            <a:r>
              <a:rPr dirty="0" sz="9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응답</a:t>
            </a:r>
            <a:endParaRPr sz="900">
              <a:latin typeface="Malgun Gothic"/>
              <a:cs typeface="Malgun Gothic"/>
            </a:endParaRPr>
          </a:p>
          <a:p>
            <a:pPr marL="572770" indent="-92710">
              <a:lnSpc>
                <a:spcPct val="100000"/>
              </a:lnSpc>
              <a:spcBef>
                <a:spcPts val="290"/>
              </a:spcBef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Confirm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서버에서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보낸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응답은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Confirm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형태로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클라이언트에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회신됨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7841" y="5570906"/>
              <a:ext cx="3338958" cy="119514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435307" y="4133209"/>
            <a:ext cx="493903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r>
              <a:rPr dirty="0" sz="12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프리미티브</a:t>
            </a:r>
            <a:r>
              <a:rPr dirty="0" sz="1200" spc="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1019"/>
              </a:spcBef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114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클라이언트와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서버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사이에서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프리미티브가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처리되는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원리를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설명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2235" y="4806771"/>
              <a:ext cx="2791987" cy="184413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7231438" y="6939377"/>
            <a:ext cx="1337310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26738" y="3388257"/>
            <a:ext cx="13246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1714" y="592036"/>
            <a:ext cx="92329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15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예시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6308" y="1059510"/>
              <a:ext cx="2293395" cy="200926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244138" y="3388257"/>
            <a:ext cx="13246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29114" y="581809"/>
            <a:ext cx="132905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12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7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모델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1042" y="885162"/>
              <a:ext cx="3278028" cy="238666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17908" y="4133209"/>
            <a:ext cx="4939030" cy="1752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12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7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모델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470534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70534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용어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정의</a:t>
            </a:r>
            <a:endParaRPr sz="1050">
              <a:latin typeface="Malgun Gothic"/>
              <a:cs typeface="Malgun Gothic"/>
            </a:endParaRPr>
          </a:p>
          <a:p>
            <a:pPr lvl="1" marL="573405" marR="575310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실행되는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상대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모듈과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논리적으로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통신하는데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이들이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규칙을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650">
                <a:solidFill>
                  <a:srgbClr val="003366"/>
                </a:solidFill>
                <a:latin typeface="Malgun Gothic"/>
                <a:cs typeface="Malgun Gothic"/>
              </a:rPr>
              <a:t>이라</a:t>
            </a:r>
            <a:r>
              <a:rPr dirty="0" sz="65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650">
              <a:latin typeface="Malgun Gothic"/>
              <a:cs typeface="Malgun Gothic"/>
            </a:endParaRPr>
          </a:p>
          <a:p>
            <a:pPr lvl="1" marL="573405" marR="384175" indent="-9334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동일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위치한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양단은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사용하여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통신하기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때문에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동료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프로세스라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900">
              <a:latin typeface="Malgun Gothic"/>
              <a:cs typeface="Malgun Gothic"/>
            </a:endParaRPr>
          </a:p>
          <a:p>
            <a:pPr lvl="1" marL="573405" marR="417195" indent="-9334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상하로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이웃하는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위치한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모듈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사이에는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인터페이스가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정의되어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접근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방법을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제한함</a:t>
            </a:r>
            <a:endParaRPr sz="900">
              <a:latin typeface="Malgun Gothic"/>
              <a:cs typeface="Malgun Gothic"/>
            </a:endParaRPr>
          </a:p>
          <a:p>
            <a:pPr lvl="1" marL="573405" marR="654685" indent="-93345">
              <a:lnSpc>
                <a:spcPct val="102600"/>
              </a:lnSpc>
              <a:spcBef>
                <a:spcPts val="265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계층에서는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인터페이스를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통해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서비스를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이용할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435307" y="4133209"/>
            <a:ext cx="4939030" cy="1437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12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7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모델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  <a:p>
            <a:pPr marL="470534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70534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헤더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정보</a:t>
            </a:r>
            <a:endParaRPr sz="1050">
              <a:latin typeface="Malgun Gothic"/>
              <a:cs typeface="Malgun Gothic"/>
            </a:endParaRPr>
          </a:p>
          <a:p>
            <a:pPr lvl="1" marL="573405" marR="555625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헤더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정보는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프로토콜마다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다르게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정의되며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흐름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제어를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위한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정보들을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포함</a:t>
            </a:r>
            <a:endParaRPr sz="900">
              <a:latin typeface="Malgun Gothic"/>
              <a:cs typeface="Malgun Gothic"/>
            </a:endParaRPr>
          </a:p>
          <a:p>
            <a:pPr lvl="1" marL="573405" marR="298450" indent="-9334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프로토콜을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이해한다는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말은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프로토콜의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헤더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정보를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이해한다는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의미로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읽을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 있을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정도로 헤더는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중요한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정보를 담고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1" marL="572770" indent="-9271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인터넷의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기본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프로토콜인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TCP,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UDP,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IP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헤더는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인터넷을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이해하는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데</a:t>
            </a:r>
            <a:endParaRPr sz="900">
              <a:latin typeface="Malgun Gothic"/>
              <a:cs typeface="Malgun Gothic"/>
            </a:endParaRPr>
          </a:p>
          <a:p>
            <a:pPr marL="573405">
              <a:lnSpc>
                <a:spcPct val="100000"/>
              </a:lnSpc>
              <a:spcBef>
                <a:spcPts val="65"/>
              </a:spcBef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많은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도움을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줌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7231438" y="6939377"/>
            <a:ext cx="1337310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14038" y="3388257"/>
            <a:ext cx="13373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9014" y="581809"/>
            <a:ext cx="134175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12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7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모델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(4)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9014" y="882377"/>
            <a:ext cx="2080895" cy="223012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365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endParaRPr sz="1050">
              <a:latin typeface="Malgun Gothic"/>
              <a:cs typeface="Malgun Gothic"/>
            </a:endParaRPr>
          </a:p>
          <a:p>
            <a:pPr lvl="1" marL="292100" marR="215265" indent="-93345">
              <a:lnSpc>
                <a:spcPct val="104600"/>
              </a:lnSpc>
              <a:spcBef>
                <a:spcPts val="18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호스트로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전달하려면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역할을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수행하는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노드를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거쳐야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800">
              <a:latin typeface="Malgun Gothic"/>
              <a:cs typeface="Malgun Gothic"/>
            </a:endParaRPr>
          </a:p>
          <a:p>
            <a:pPr lvl="1" marL="292100" marR="110489" indent="-93345">
              <a:lnSpc>
                <a:spcPct val="104600"/>
              </a:lnSpc>
              <a:spcBef>
                <a:spcPts val="19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시스템은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목적지까지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올바르게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전달되도록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경로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배정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수행</a:t>
            </a:r>
            <a:endParaRPr sz="800">
              <a:latin typeface="Malgun Gothic"/>
              <a:cs typeface="Malgun Gothic"/>
            </a:endParaRPr>
          </a:p>
          <a:p>
            <a:pPr lvl="1" marL="292100" marR="5080" indent="-93345">
              <a:lnSpc>
                <a:spcPct val="104800"/>
              </a:lnSpc>
              <a:spcBef>
                <a:spcPts val="19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시스템에서는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경로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배정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기능을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수행하는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프로토콜이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동작하는데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이와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경로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배정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라우팅이라</a:t>
            </a:r>
            <a:r>
              <a:rPr dirty="0" sz="8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800">
              <a:latin typeface="Malgun Gothic"/>
              <a:cs typeface="Malgun Gothic"/>
            </a:endParaRPr>
          </a:p>
          <a:p>
            <a:pPr lvl="1" marL="292100" marR="80645" indent="-93345">
              <a:lnSpc>
                <a:spcPct val="104900"/>
              </a:lnSpc>
              <a:spcBef>
                <a:spcPts val="18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라우터는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자신에게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도착한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데이터의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헤더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정보를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해석해서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적절한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경로를선택해야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하며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다음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라우터로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보내기 전에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헤더 정보를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수정하는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작업도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진행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3891" y="1068524"/>
              <a:ext cx="2155151" cy="207103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231438" y="3388257"/>
            <a:ext cx="13373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16414" y="581809"/>
            <a:ext cx="4331335" cy="1612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계층별</a:t>
            </a:r>
            <a:r>
              <a:rPr dirty="0" sz="12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89865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10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105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통신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양단에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주체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프로세스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종단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900">
              <a:latin typeface="Malgun Gothic"/>
              <a:cs typeface="Malgun Gothic"/>
            </a:endParaRPr>
          </a:p>
          <a:p>
            <a:pPr lvl="1" marL="292100" marR="5080" indent="-9334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실행되는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프로세스와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프로세스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사이에</a:t>
            </a:r>
            <a:r>
              <a:rPr dirty="0" sz="900" spc="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연결을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설정하여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데이터를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주고받을 수 있게 해주는 것이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292100" marR="44450" indent="-9334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하위에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링크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전송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설정하고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지원하는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역할을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수행</a:t>
            </a:r>
            <a:endParaRPr sz="900">
              <a:latin typeface="Malgun Gothic"/>
              <a:cs typeface="Malgun Gothic"/>
            </a:endParaRPr>
          </a:p>
          <a:p>
            <a:pPr lvl="1" marL="292100" indent="-927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상위에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세션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표현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응용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어떻게</a:t>
            </a:r>
            <a:endParaRPr sz="900">
              <a:latin typeface="Malgun Gothic"/>
              <a:cs typeface="Malgun Gothic"/>
            </a:endParaRPr>
          </a:p>
          <a:p>
            <a:pPr marL="292100"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활용할지에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대하여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다룸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3" name="object 13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99014" y="4133209"/>
            <a:ext cx="109664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계층별</a:t>
            </a:r>
            <a:r>
              <a:rPr dirty="0" sz="12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5789" y="4414068"/>
            <a:ext cx="4166870" cy="21202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7485" marR="126364" indent="-92075">
              <a:lnSpc>
                <a:spcPct val="105100"/>
              </a:lnSpc>
              <a:spcBef>
                <a:spcPts val="210"/>
              </a:spcBef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8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7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 모델의 맨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밑에 위치하는 물리 계층은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 매체의 물리적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인터페이스에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관한 사항을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기술</a:t>
            </a:r>
            <a:endParaRPr sz="800">
              <a:latin typeface="Malgun Gothic"/>
              <a:cs typeface="Malgun Gothic"/>
            </a:endParaRPr>
          </a:p>
          <a:p>
            <a:pPr lvl="1" marL="196850" indent="-91440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19685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매체에서는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개별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정보의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교환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문제를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다룸</a:t>
            </a:r>
            <a:endParaRPr sz="800">
              <a:latin typeface="Malgun Gothic"/>
              <a:cs typeface="Malgun Gothic"/>
            </a:endParaRPr>
          </a:p>
          <a:p>
            <a:pPr marL="105410" indent="-9271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링크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6850" indent="-91440">
              <a:lnSpc>
                <a:spcPct val="100000"/>
              </a:lnSpc>
              <a:spcBef>
                <a:spcPts val="260"/>
              </a:spcBef>
              <a:buFont typeface="Arial MT"/>
              <a:buChar char="–"/>
              <a:tabLst>
                <a:tab pos="19685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통해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전송되는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물리적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오류를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해결</a:t>
            </a:r>
            <a:endParaRPr sz="800">
              <a:latin typeface="Malgun Gothic"/>
              <a:cs typeface="Malgun Gothic"/>
            </a:endParaRPr>
          </a:p>
          <a:p>
            <a:pPr lvl="1" marL="196850" indent="-91440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19685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링크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계층을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이용해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전송되는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프레임이라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부름</a:t>
            </a:r>
            <a:endParaRPr sz="800">
              <a:latin typeface="Malgun Gothic"/>
              <a:cs typeface="Malgun Gothic"/>
            </a:endParaRPr>
          </a:p>
          <a:p>
            <a:pPr marL="105410" indent="-9271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7485" marR="321310" indent="-92075">
              <a:lnSpc>
                <a:spcPct val="100000"/>
              </a:lnSpc>
              <a:spcBef>
                <a:spcPts val="259"/>
              </a:spcBef>
              <a:buFont typeface="Arial MT"/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어떤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경로를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통해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호스트에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전달되는지를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결정하는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라우팅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문제를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처리</a:t>
            </a:r>
            <a:endParaRPr sz="800">
              <a:latin typeface="Malgun Gothic"/>
              <a:cs typeface="Malgun Gothic"/>
            </a:endParaRPr>
          </a:p>
          <a:p>
            <a:pPr lvl="1" marL="197485" marR="156210" indent="-92075">
              <a:lnSpc>
                <a:spcPct val="104000"/>
              </a:lnSpc>
              <a:spcBef>
                <a:spcPts val="235"/>
              </a:spcBef>
              <a:buFont typeface="Arial MT"/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전달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경로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선택은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미리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정해지는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정적인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방식과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네트워크의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현재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부하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상태에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따라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결정되는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동적인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구분</a:t>
            </a:r>
            <a:endParaRPr sz="800">
              <a:latin typeface="Malgun Gothic"/>
              <a:cs typeface="Malgun Gothic"/>
            </a:endParaRPr>
          </a:p>
          <a:p>
            <a:pPr lvl="1" marL="197485" marR="5080" indent="-92075">
              <a:lnSpc>
                <a:spcPct val="105100"/>
              </a:lnSpc>
              <a:spcBef>
                <a:spcPts val="185"/>
              </a:spcBef>
              <a:buFont typeface="Arial MT"/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네트워크의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트래픽이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과도하게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증가하는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문제를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조절하는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혼잡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기능도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네트워크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계층에서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담당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716414" y="4133209"/>
            <a:ext cx="109664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계층별</a:t>
            </a:r>
            <a:r>
              <a:rPr dirty="0" sz="12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03190" y="4414068"/>
            <a:ext cx="4179570" cy="20085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6850" indent="-91440">
              <a:lnSpc>
                <a:spcPct val="100000"/>
              </a:lnSpc>
              <a:spcBef>
                <a:spcPts val="259"/>
              </a:spcBef>
              <a:buFont typeface="Arial MT"/>
              <a:buChar char="–"/>
              <a:tabLst>
                <a:tab pos="19685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프로세스와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프로세스를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직접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연결하는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단대단</a:t>
            </a:r>
            <a:r>
              <a:rPr dirty="0" sz="80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통신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800">
              <a:latin typeface="Malgun Gothic"/>
              <a:cs typeface="Malgun Gothic"/>
            </a:endParaRPr>
          </a:p>
          <a:p>
            <a:pPr lvl="1" marL="197485" marR="5080" indent="-92075">
              <a:lnSpc>
                <a:spcPct val="105100"/>
              </a:lnSpc>
              <a:spcBef>
                <a:spcPts val="175"/>
              </a:spcBef>
              <a:buFont typeface="Arial MT"/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 계층에서는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오류율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속도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등과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일반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사용자의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서비스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요구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유형에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대한 고려와 흐름 제어 기능도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800">
              <a:latin typeface="Malgun Gothic"/>
              <a:cs typeface="Malgun Gothic"/>
            </a:endParaRPr>
          </a:p>
          <a:p>
            <a:pPr marL="105410" indent="-9271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세션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6850" indent="-91440">
              <a:lnSpc>
                <a:spcPct val="100000"/>
              </a:lnSpc>
              <a:spcBef>
                <a:spcPts val="260"/>
              </a:spcBef>
              <a:buFont typeface="Arial MT"/>
              <a:buChar char="–"/>
              <a:tabLst>
                <a:tab pos="19685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세션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기능은 전송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계층과 거의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유사함</a:t>
            </a:r>
            <a:endParaRPr sz="800">
              <a:latin typeface="Malgun Gothic"/>
              <a:cs typeface="Malgun Gothic"/>
            </a:endParaRPr>
          </a:p>
          <a:p>
            <a:pPr lvl="1" marL="197485" marR="64135" indent="-92075">
              <a:lnSpc>
                <a:spcPct val="105100"/>
              </a:lnSpc>
              <a:spcBef>
                <a:spcPts val="175"/>
              </a:spcBef>
              <a:buFont typeface="Arial MT"/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송수신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호스트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대화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제어를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비롯해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상호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배타적인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동작을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제어하기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위한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토큰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일시적인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장애를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해결하기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위한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동기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등을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800">
              <a:latin typeface="Malgun Gothic"/>
              <a:cs typeface="Malgun Gothic"/>
            </a:endParaRPr>
          </a:p>
          <a:p>
            <a:pPr marL="105410" indent="-9271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표현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7485" marR="247015" indent="-92075">
              <a:lnSpc>
                <a:spcPct val="105100"/>
              </a:lnSpc>
              <a:spcBef>
                <a:spcPts val="155"/>
              </a:spcBef>
              <a:buFont typeface="Arial MT"/>
              <a:buChar char="–"/>
              <a:tabLst>
                <a:tab pos="19748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5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까지는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주로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전송에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관한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내용을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다루지만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표현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데이터의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의미와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표현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방법을</a:t>
            </a:r>
            <a:r>
              <a:rPr dirty="0" sz="8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처리</a:t>
            </a:r>
            <a:endParaRPr sz="800">
              <a:latin typeface="Malgun Gothic"/>
              <a:cs typeface="Malgun Gothic"/>
            </a:endParaRPr>
          </a:p>
          <a:p>
            <a:pPr marL="105410" indent="-9271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0541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응용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900">
              <a:latin typeface="Malgun Gothic"/>
              <a:cs typeface="Malgun Gothic"/>
            </a:endParaRPr>
          </a:p>
          <a:p>
            <a:pPr lvl="1" marL="196850" indent="-91440">
              <a:lnSpc>
                <a:spcPct val="100000"/>
              </a:lnSpc>
              <a:spcBef>
                <a:spcPts val="245"/>
              </a:spcBef>
              <a:buFont typeface="Arial MT"/>
              <a:buChar char="–"/>
              <a:tabLst>
                <a:tab pos="196850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최상위의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응용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계층에서는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다양하게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존재하는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응용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환경에서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필요한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다룸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7231438" y="6939377"/>
            <a:ext cx="1337310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14038" y="3388257"/>
            <a:ext cx="13373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9014" y="592036"/>
            <a:ext cx="14211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1150" spc="-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Reference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Model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3671" y="974070"/>
            <a:ext cx="2402435" cy="220562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72668" y="1897471"/>
            <a:ext cx="277495" cy="39814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900" spc="-25" b="1">
                <a:solidFill>
                  <a:srgbClr val="FF0000"/>
                </a:solidFill>
                <a:latin typeface="Verdana"/>
                <a:cs typeface="Verdana"/>
              </a:rPr>
              <a:t>TCP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900" spc="-25" b="1">
                <a:solidFill>
                  <a:srgbClr val="FF0000"/>
                </a:solidFill>
                <a:latin typeface="Verdana"/>
                <a:cs typeface="Verdana"/>
              </a:rPr>
              <a:t>IP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7" name="object 7" descr=""/>
            <p:cNvSpPr/>
            <p:nvPr/>
          </p:nvSpPr>
          <p:spPr>
            <a:xfrm>
              <a:off x="3297806" y="1354021"/>
              <a:ext cx="692150" cy="493395"/>
            </a:xfrm>
            <a:custGeom>
              <a:avLst/>
              <a:gdLst/>
              <a:ahLst/>
              <a:cxnLst/>
              <a:rect l="l" t="t" r="r" b="b"/>
              <a:pathLst>
                <a:path w="692150" h="493394">
                  <a:moveTo>
                    <a:pt x="691997" y="0"/>
                  </a:moveTo>
                  <a:lnTo>
                    <a:pt x="0" y="0"/>
                  </a:lnTo>
                  <a:lnTo>
                    <a:pt x="0" y="492946"/>
                  </a:lnTo>
                  <a:lnTo>
                    <a:pt x="691997" y="492946"/>
                  </a:lnTo>
                  <a:lnTo>
                    <a:pt x="691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244138" y="3388257"/>
            <a:ext cx="1324610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68139" y="1741050"/>
            <a:ext cx="278765" cy="323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워크</a:t>
            </a:r>
            <a:endParaRPr sz="900">
              <a:latin typeface="Malgun Gothic"/>
              <a:cs typeface="Malgun Gothic"/>
            </a:endParaRPr>
          </a:p>
          <a:p>
            <a:pPr marL="40640">
              <a:lnSpc>
                <a:spcPct val="100000"/>
              </a:lnSpc>
              <a:spcBef>
                <a:spcPts val="245"/>
              </a:spcBef>
            </a:pP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능을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29114" y="581809"/>
            <a:ext cx="4335145" cy="1664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r>
              <a:rPr dirty="0" sz="120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환경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marL="371475" marR="5080" indent="-92075">
              <a:lnSpc>
                <a:spcPct val="105100"/>
              </a:lnSpc>
              <a:spcBef>
                <a:spcPts val="975"/>
              </a:spcBef>
              <a:buFont typeface="Arial MT"/>
              <a:buChar char="–"/>
              <a:tabLst>
                <a:tab pos="3714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인터넷은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데이터의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담당하는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계층으로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IP</a:t>
            </a:r>
            <a:r>
              <a:rPr dirty="0" sz="8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프로토콜을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Malgun Gothic"/>
                <a:cs typeface="Malgun Gothic"/>
              </a:rPr>
              <a:t>사용하는 </a:t>
            </a:r>
            <a:r>
              <a:rPr dirty="0" sz="800" spc="-10">
                <a:solidFill>
                  <a:srgbClr val="003366"/>
                </a:solidFill>
                <a:latin typeface="Malgun Gothic"/>
                <a:cs typeface="Malgun Gothic"/>
              </a:rPr>
              <a:t>네트워크임</a:t>
            </a:r>
            <a:endParaRPr sz="800">
              <a:latin typeface="Malgun Gothic"/>
              <a:cs typeface="Malgun Gothic"/>
            </a:endParaRPr>
          </a:p>
          <a:p>
            <a:pPr marL="371475" marR="252095" indent="-92075">
              <a:lnSpc>
                <a:spcPct val="105100"/>
              </a:lnSpc>
              <a:spcBef>
                <a:spcPts val="175"/>
              </a:spcBef>
              <a:buFont typeface="Arial MT"/>
              <a:buChar char="–"/>
              <a:tabLst>
                <a:tab pos="371475" algn="l"/>
              </a:tabLst>
            </a:pP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인터넷에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연결하고자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하는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호스트는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반드시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IP</a:t>
            </a:r>
            <a:r>
              <a:rPr dirty="0" sz="8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프로토콜을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지원해야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하며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전송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TCP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나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UDP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현재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인터넷에서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주로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IP</a:t>
            </a:r>
            <a:r>
              <a:rPr dirty="0" sz="8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Malgun Gothic"/>
                <a:cs typeface="Malgun Gothic"/>
              </a:rPr>
              <a:t>프로토콜은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Malgun Gothic"/>
                <a:cs typeface="Malgun Gothic"/>
              </a:rPr>
              <a:t>버전 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4(IPv4)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800">
              <a:latin typeface="Arial MT"/>
              <a:cs typeface="Arial MT"/>
            </a:endParaRPr>
          </a:p>
          <a:p>
            <a:pPr marL="169545" marR="2246630" indent="109220">
              <a:lnSpc>
                <a:spcPct val="125000"/>
              </a:lnSpc>
              <a:buFont typeface="Arial MT"/>
              <a:buChar char="•"/>
              <a:tabLst>
                <a:tab pos="27876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인터넷에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연결된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호스트들의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네트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모델에서는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계층까지의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기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공간인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운영체제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내부에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428957" y="244474"/>
            <a:ext cx="4951730" cy="6550659"/>
            <a:chOff x="5428957" y="244474"/>
            <a:chExt cx="4951730" cy="6550659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2117" y="1647477"/>
              <a:ext cx="1611486" cy="165030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1680" y="4463669"/>
              <a:ext cx="4381352" cy="233089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317908" y="4133209"/>
            <a:ext cx="4939030" cy="2647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r>
              <a:rPr dirty="0" sz="120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03366"/>
                </a:solidFill>
                <a:latin typeface="Malgun Gothic"/>
                <a:cs typeface="Malgun Gothic"/>
              </a:rPr>
              <a:t>환경</a:t>
            </a:r>
            <a:r>
              <a:rPr dirty="0" sz="12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470534" indent="-17716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70534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공간</a:t>
            </a:r>
            <a:endParaRPr sz="1050">
              <a:latin typeface="Malgun Gothic"/>
              <a:cs typeface="Malgun Gothic"/>
            </a:endParaRPr>
          </a:p>
          <a:p>
            <a:pPr lvl="1" marL="573405" marR="450215" indent="-9334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소켓은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운영체제에서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기능으로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구현되므로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사용자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프로그램에서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이를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함수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호출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endParaRPr sz="900">
              <a:latin typeface="Malgun Gothic"/>
              <a:cs typeface="Malgun Gothic"/>
            </a:endParaRPr>
          </a:p>
          <a:p>
            <a:pPr lvl="1" marL="572770" indent="-92710">
              <a:lnSpc>
                <a:spcPct val="100000"/>
              </a:lnSpc>
              <a:spcBef>
                <a:spcPts val="245"/>
              </a:spcBef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TCP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연결형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서비스를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제공하고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UDP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비연결형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서비스를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900">
              <a:latin typeface="Malgun Gothic"/>
              <a:cs typeface="Malgun Gothic"/>
            </a:endParaRPr>
          </a:p>
          <a:p>
            <a:pPr lvl="1" marL="572770" indent="-927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인터넷에서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IP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구현되며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패킷의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올바른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경로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선택</a:t>
            </a:r>
            <a:endParaRPr sz="900">
              <a:latin typeface="Malgun Gothic"/>
              <a:cs typeface="Malgun Gothic"/>
            </a:endParaRPr>
          </a:p>
          <a:p>
            <a:pPr marL="573405">
              <a:lnSpc>
                <a:spcPct val="100000"/>
              </a:lnSpc>
              <a:spcBef>
                <a:spcPts val="20"/>
              </a:spcBef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900">
              <a:latin typeface="Malgun Gothic"/>
              <a:cs typeface="Malgun Gothic"/>
            </a:endParaRPr>
          </a:p>
          <a:p>
            <a:pPr lvl="1" marL="572770" indent="-927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프로세스를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실행하는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사이에는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다수의</a:t>
            </a:r>
            <a:r>
              <a:rPr dirty="0" sz="900" spc="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라우터가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존재하며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75"/>
              </a:spcBef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라우터들은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IP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프로토콜을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이용하여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패킷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중개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수행</a:t>
            </a:r>
            <a:endParaRPr sz="900">
              <a:latin typeface="Malgun Gothic"/>
              <a:cs typeface="Malgun Gothic"/>
            </a:endParaRPr>
          </a:p>
          <a:p>
            <a:pPr marL="470534" indent="-1771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470534" algn="l"/>
              </a:tabLst>
            </a:pPr>
            <a:r>
              <a:rPr dirty="0" sz="1050" spc="-10">
                <a:solidFill>
                  <a:srgbClr val="003366"/>
                </a:solidFill>
                <a:latin typeface="Malgun Gothic"/>
                <a:cs typeface="Malgun Gothic"/>
              </a:rPr>
              <a:t>사용자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25">
                <a:solidFill>
                  <a:srgbClr val="003366"/>
                </a:solidFill>
                <a:latin typeface="Malgun Gothic"/>
                <a:cs typeface="Malgun Gothic"/>
              </a:rPr>
              <a:t>공간</a:t>
            </a:r>
            <a:endParaRPr sz="1050">
              <a:latin typeface="Malgun Gothic"/>
              <a:cs typeface="Malgun Gothic"/>
            </a:endParaRPr>
          </a:p>
          <a:p>
            <a:pPr lvl="1" marL="572770" indent="-9271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세션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계층부터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응용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계층까지의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기능은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사용자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응용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프로그램으로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endParaRPr sz="900">
              <a:latin typeface="Malgun Gothic"/>
              <a:cs typeface="Malgun Gothic"/>
            </a:endParaRPr>
          </a:p>
          <a:p>
            <a:pPr lvl="1" marL="572770" indent="-927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572770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프로그래밍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환경에서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제공하는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소켓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콜을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호출해</a:t>
            </a:r>
            <a:endParaRPr sz="900">
              <a:latin typeface="Malgun Gothic"/>
              <a:cs typeface="Malgun Gothic"/>
            </a:endParaRPr>
          </a:p>
          <a:p>
            <a:pPr marL="573405">
              <a:lnSpc>
                <a:spcPct val="100000"/>
              </a:lnSpc>
              <a:spcBef>
                <a:spcPts val="30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TCP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와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UDP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사용할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1" marL="573405" marR="436880" indent="-9334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57340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소켓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시스템은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유닉스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리눅스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윈도우즈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운영체제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등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인터넷에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접속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가능한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제공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729114" y="4133209"/>
            <a:ext cx="107632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Questionnaires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23165" y="4735383"/>
            <a:ext cx="1348740" cy="47053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450">
                <a:solidFill>
                  <a:srgbClr val="003366"/>
                </a:solidFill>
                <a:latin typeface="Arial MT"/>
                <a:cs typeface="Arial MT"/>
              </a:rPr>
              <a:t>Don’t</a:t>
            </a:r>
            <a:r>
              <a:rPr dirty="0" sz="14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3366"/>
                </a:solidFill>
                <a:latin typeface="Arial MT"/>
                <a:cs typeface="Arial MT"/>
              </a:rPr>
              <a:t>Assume…</a:t>
            </a:r>
            <a:endParaRPr sz="1450">
              <a:latin typeface="Arial MT"/>
              <a:cs typeface="Arial MT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003366"/>
                </a:solidFill>
                <a:latin typeface="Arial MT"/>
                <a:cs typeface="Arial MT"/>
              </a:rPr>
              <a:t>Just</a:t>
            </a:r>
            <a:r>
              <a:rPr dirty="0" sz="14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003366"/>
                </a:solidFill>
                <a:latin typeface="Arial MT"/>
                <a:cs typeface="Arial MT"/>
              </a:rPr>
              <a:t>ASK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sp>
          <p:nvSpPr>
            <p:cNvPr id="24" name="object 24" descr=""/>
            <p:cNvSpPr/>
            <p:nvPr/>
          </p:nvSpPr>
          <p:spPr>
            <a:xfrm>
              <a:off x="9347611" y="5959073"/>
              <a:ext cx="516255" cy="514984"/>
            </a:xfrm>
            <a:custGeom>
              <a:avLst/>
              <a:gdLst/>
              <a:ahLst/>
              <a:cxnLst/>
              <a:rect l="l" t="t" r="r" b="b"/>
              <a:pathLst>
                <a:path w="516254" h="514985">
                  <a:moveTo>
                    <a:pt x="266095" y="0"/>
                  </a:moveTo>
                  <a:lnTo>
                    <a:pt x="257923" y="0"/>
                  </a:lnTo>
                  <a:lnTo>
                    <a:pt x="245019" y="461"/>
                  </a:lnTo>
                  <a:lnTo>
                    <a:pt x="184094" y="10595"/>
                  </a:lnTo>
                  <a:lnTo>
                    <a:pt x="139501" y="28693"/>
                  </a:lnTo>
                  <a:lnTo>
                    <a:pt x="90171" y="61729"/>
                  </a:lnTo>
                  <a:lnTo>
                    <a:pt x="55210" y="97991"/>
                  </a:lnTo>
                  <a:lnTo>
                    <a:pt x="33486" y="130014"/>
                  </a:lnTo>
                  <a:lnTo>
                    <a:pt x="16824" y="165467"/>
                  </a:lnTo>
                  <a:lnTo>
                    <a:pt x="5717" y="203202"/>
                  </a:lnTo>
                  <a:lnTo>
                    <a:pt x="490" y="243392"/>
                  </a:lnTo>
                  <a:lnTo>
                    <a:pt x="0" y="257279"/>
                  </a:lnTo>
                  <a:lnTo>
                    <a:pt x="490" y="274435"/>
                  </a:lnTo>
                  <a:lnTo>
                    <a:pt x="8658" y="323609"/>
                  </a:lnTo>
                  <a:lnTo>
                    <a:pt x="25482" y="369024"/>
                  </a:lnTo>
                  <a:lnTo>
                    <a:pt x="51781" y="411663"/>
                  </a:lnTo>
                  <a:lnTo>
                    <a:pt x="85755" y="448424"/>
                  </a:lnTo>
                  <a:lnTo>
                    <a:pt x="126104" y="478157"/>
                  </a:lnTo>
                  <a:lnTo>
                    <a:pt x="172165" y="499559"/>
                  </a:lnTo>
                  <a:lnTo>
                    <a:pt x="222476" y="511971"/>
                  </a:lnTo>
                  <a:lnTo>
                    <a:pt x="257923" y="514426"/>
                  </a:lnTo>
                  <a:lnTo>
                    <a:pt x="274261" y="513932"/>
                  </a:lnTo>
                  <a:lnTo>
                    <a:pt x="321302" y="506745"/>
                  </a:lnTo>
                  <a:lnTo>
                    <a:pt x="365408" y="491063"/>
                  </a:lnTo>
                  <a:lnTo>
                    <a:pt x="405263" y="468517"/>
                  </a:lnTo>
                  <a:lnTo>
                    <a:pt x="440216" y="439435"/>
                  </a:lnTo>
                  <a:lnTo>
                    <a:pt x="469459" y="404476"/>
                  </a:lnTo>
                  <a:lnTo>
                    <a:pt x="489060" y="371473"/>
                  </a:lnTo>
                  <a:lnTo>
                    <a:pt x="503438" y="335698"/>
                  </a:lnTo>
                  <a:lnTo>
                    <a:pt x="512584" y="297304"/>
                  </a:lnTo>
                  <a:lnTo>
                    <a:pt x="516012" y="257279"/>
                  </a:lnTo>
                  <a:lnTo>
                    <a:pt x="515526" y="239148"/>
                  </a:lnTo>
                  <a:lnTo>
                    <a:pt x="505885" y="186052"/>
                  </a:lnTo>
                  <a:lnTo>
                    <a:pt x="486284" y="137201"/>
                  </a:lnTo>
                  <a:lnTo>
                    <a:pt x="458021" y="94726"/>
                  </a:lnTo>
                  <a:lnTo>
                    <a:pt x="421436" y="58308"/>
                  </a:lnTo>
                  <a:lnTo>
                    <a:pt x="378311" y="29681"/>
                  </a:lnTo>
                  <a:lnTo>
                    <a:pt x="364427" y="23033"/>
                  </a:lnTo>
                  <a:lnTo>
                    <a:pt x="357729" y="19545"/>
                  </a:lnTo>
                  <a:lnTo>
                    <a:pt x="321302" y="7633"/>
                  </a:lnTo>
                  <a:lnTo>
                    <a:pt x="282427" y="922"/>
                  </a:lnTo>
                  <a:lnTo>
                    <a:pt x="266095" y="0"/>
                  </a:lnTo>
                  <a:close/>
                </a:path>
              </a:pathLst>
            </a:custGeom>
            <a:solidFill>
              <a:srgbClr val="FFF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338464" y="5743213"/>
              <a:ext cx="534670" cy="942340"/>
            </a:xfrm>
            <a:custGeom>
              <a:avLst/>
              <a:gdLst/>
              <a:ahLst/>
              <a:cxnLst/>
              <a:rect l="l" t="t" r="r" b="b"/>
              <a:pathLst>
                <a:path w="534670" h="942340">
                  <a:moveTo>
                    <a:pt x="10617" y="829310"/>
                  </a:moveTo>
                  <a:lnTo>
                    <a:pt x="6696" y="829310"/>
                  </a:lnTo>
                  <a:lnTo>
                    <a:pt x="5717" y="831850"/>
                  </a:lnTo>
                  <a:lnTo>
                    <a:pt x="3920" y="833120"/>
                  </a:lnTo>
                  <a:lnTo>
                    <a:pt x="1469" y="835660"/>
                  </a:lnTo>
                  <a:lnTo>
                    <a:pt x="490" y="838200"/>
                  </a:lnTo>
                  <a:lnTo>
                    <a:pt x="0" y="843280"/>
                  </a:lnTo>
                  <a:lnTo>
                    <a:pt x="980" y="847090"/>
                  </a:lnTo>
                  <a:lnTo>
                    <a:pt x="2940" y="852170"/>
                  </a:lnTo>
                  <a:lnTo>
                    <a:pt x="5717" y="855980"/>
                  </a:lnTo>
                  <a:lnTo>
                    <a:pt x="10126" y="855980"/>
                  </a:lnTo>
                  <a:lnTo>
                    <a:pt x="12576" y="857250"/>
                  </a:lnTo>
                  <a:lnTo>
                    <a:pt x="14375" y="859790"/>
                  </a:lnTo>
                  <a:lnTo>
                    <a:pt x="16334" y="869950"/>
                  </a:lnTo>
                  <a:lnTo>
                    <a:pt x="21071" y="892810"/>
                  </a:lnTo>
                  <a:lnTo>
                    <a:pt x="24011" y="904240"/>
                  </a:lnTo>
                  <a:lnTo>
                    <a:pt x="27442" y="915670"/>
                  </a:lnTo>
                  <a:lnTo>
                    <a:pt x="30708" y="927100"/>
                  </a:lnTo>
                  <a:lnTo>
                    <a:pt x="34955" y="937260"/>
                  </a:lnTo>
                  <a:lnTo>
                    <a:pt x="37298" y="942340"/>
                  </a:lnTo>
                  <a:lnTo>
                    <a:pt x="509404" y="942340"/>
                  </a:lnTo>
                  <a:lnTo>
                    <a:pt x="510781" y="938530"/>
                  </a:lnTo>
                  <a:lnTo>
                    <a:pt x="513558" y="927100"/>
                  </a:lnTo>
                  <a:lnTo>
                    <a:pt x="517479" y="913130"/>
                  </a:lnTo>
                  <a:lnTo>
                    <a:pt x="521237" y="899160"/>
                  </a:lnTo>
                  <a:lnTo>
                    <a:pt x="524672" y="883920"/>
                  </a:lnTo>
                  <a:lnTo>
                    <a:pt x="527935" y="868680"/>
                  </a:lnTo>
                  <a:lnTo>
                    <a:pt x="529896" y="855980"/>
                  </a:lnTo>
                  <a:lnTo>
                    <a:pt x="531364" y="854710"/>
                  </a:lnTo>
                  <a:lnTo>
                    <a:pt x="534634" y="852170"/>
                  </a:lnTo>
                  <a:lnTo>
                    <a:pt x="534635" y="831850"/>
                  </a:lnTo>
                  <a:lnTo>
                    <a:pt x="533736" y="830580"/>
                  </a:lnTo>
                  <a:lnTo>
                    <a:pt x="14864" y="830580"/>
                  </a:lnTo>
                  <a:lnTo>
                    <a:pt x="10617" y="829310"/>
                  </a:lnTo>
                  <a:close/>
                </a:path>
                <a:path w="534670" h="942340">
                  <a:moveTo>
                    <a:pt x="262825" y="265430"/>
                  </a:moveTo>
                  <a:lnTo>
                    <a:pt x="252698" y="265430"/>
                  </a:lnTo>
                  <a:lnTo>
                    <a:pt x="233583" y="267970"/>
                  </a:lnTo>
                  <a:lnTo>
                    <a:pt x="186048" y="292100"/>
                  </a:lnTo>
                  <a:lnTo>
                    <a:pt x="155340" y="334010"/>
                  </a:lnTo>
                  <a:lnTo>
                    <a:pt x="143417" y="384810"/>
                  </a:lnTo>
                  <a:lnTo>
                    <a:pt x="138678" y="391160"/>
                  </a:lnTo>
                  <a:lnTo>
                    <a:pt x="135737" y="397510"/>
                  </a:lnTo>
                  <a:lnTo>
                    <a:pt x="133784" y="403860"/>
                  </a:lnTo>
                  <a:lnTo>
                    <a:pt x="132309" y="411480"/>
                  </a:lnTo>
                  <a:lnTo>
                    <a:pt x="132802" y="422910"/>
                  </a:lnTo>
                  <a:lnTo>
                    <a:pt x="134757" y="433070"/>
                  </a:lnTo>
                  <a:lnTo>
                    <a:pt x="138678" y="443230"/>
                  </a:lnTo>
                  <a:lnTo>
                    <a:pt x="143910" y="452120"/>
                  </a:lnTo>
                  <a:lnTo>
                    <a:pt x="142436" y="464820"/>
                  </a:lnTo>
                  <a:lnTo>
                    <a:pt x="145378" y="502920"/>
                  </a:lnTo>
                  <a:lnTo>
                    <a:pt x="147667" y="505460"/>
                  </a:lnTo>
                  <a:lnTo>
                    <a:pt x="150115" y="506730"/>
                  </a:lnTo>
                  <a:lnTo>
                    <a:pt x="153056" y="509270"/>
                  </a:lnTo>
                  <a:lnTo>
                    <a:pt x="156320" y="510540"/>
                  </a:lnTo>
                  <a:lnTo>
                    <a:pt x="159754" y="510540"/>
                  </a:lnTo>
                  <a:lnTo>
                    <a:pt x="163018" y="513080"/>
                  </a:lnTo>
                  <a:lnTo>
                    <a:pt x="165959" y="513080"/>
                  </a:lnTo>
                  <a:lnTo>
                    <a:pt x="169223" y="515620"/>
                  </a:lnTo>
                  <a:lnTo>
                    <a:pt x="163998" y="520700"/>
                  </a:lnTo>
                  <a:lnTo>
                    <a:pt x="159261" y="525780"/>
                  </a:lnTo>
                  <a:lnTo>
                    <a:pt x="154359" y="532130"/>
                  </a:lnTo>
                  <a:lnTo>
                    <a:pt x="144890" y="544830"/>
                  </a:lnTo>
                  <a:lnTo>
                    <a:pt x="139988" y="549910"/>
                  </a:lnTo>
                  <a:lnTo>
                    <a:pt x="133784" y="554990"/>
                  </a:lnTo>
                  <a:lnTo>
                    <a:pt x="127085" y="558800"/>
                  </a:lnTo>
                  <a:lnTo>
                    <a:pt x="85432" y="581660"/>
                  </a:lnTo>
                  <a:lnTo>
                    <a:pt x="65666" y="598170"/>
                  </a:lnTo>
                  <a:lnTo>
                    <a:pt x="46064" y="642620"/>
                  </a:lnTo>
                  <a:lnTo>
                    <a:pt x="36916" y="692150"/>
                  </a:lnTo>
                  <a:lnTo>
                    <a:pt x="34138" y="758190"/>
                  </a:lnTo>
                  <a:lnTo>
                    <a:pt x="34955" y="777240"/>
                  </a:lnTo>
                  <a:lnTo>
                    <a:pt x="36916" y="795020"/>
                  </a:lnTo>
                  <a:lnTo>
                    <a:pt x="39856" y="812800"/>
                  </a:lnTo>
                  <a:lnTo>
                    <a:pt x="42632" y="830580"/>
                  </a:lnTo>
                  <a:lnTo>
                    <a:pt x="533736" y="830580"/>
                  </a:lnTo>
                  <a:lnTo>
                    <a:pt x="532837" y="829310"/>
                  </a:lnTo>
                  <a:lnTo>
                    <a:pt x="483829" y="829310"/>
                  </a:lnTo>
                  <a:lnTo>
                    <a:pt x="467498" y="828040"/>
                  </a:lnTo>
                  <a:lnTo>
                    <a:pt x="466681" y="805180"/>
                  </a:lnTo>
                  <a:lnTo>
                    <a:pt x="465701" y="781050"/>
                  </a:lnTo>
                  <a:lnTo>
                    <a:pt x="464226" y="759460"/>
                  </a:lnTo>
                  <a:lnTo>
                    <a:pt x="460799" y="736600"/>
                  </a:lnTo>
                  <a:lnTo>
                    <a:pt x="459818" y="722630"/>
                  </a:lnTo>
                  <a:lnTo>
                    <a:pt x="456554" y="708660"/>
                  </a:lnTo>
                  <a:lnTo>
                    <a:pt x="452304" y="695960"/>
                  </a:lnTo>
                  <a:lnTo>
                    <a:pt x="448390" y="681990"/>
                  </a:lnTo>
                  <a:lnTo>
                    <a:pt x="428293" y="638810"/>
                  </a:lnTo>
                  <a:lnTo>
                    <a:pt x="428293" y="627380"/>
                  </a:lnTo>
                  <a:lnTo>
                    <a:pt x="429273" y="615950"/>
                  </a:lnTo>
                  <a:lnTo>
                    <a:pt x="431071" y="604520"/>
                  </a:lnTo>
                  <a:lnTo>
                    <a:pt x="435479" y="594360"/>
                  </a:lnTo>
                  <a:lnTo>
                    <a:pt x="469945" y="532130"/>
                  </a:lnTo>
                  <a:lnTo>
                    <a:pt x="492944" y="490220"/>
                  </a:lnTo>
                  <a:lnTo>
                    <a:pt x="330448" y="490220"/>
                  </a:lnTo>
                  <a:lnTo>
                    <a:pt x="332409" y="485140"/>
                  </a:lnTo>
                  <a:lnTo>
                    <a:pt x="334699" y="481330"/>
                  </a:lnTo>
                  <a:lnTo>
                    <a:pt x="337146" y="477520"/>
                  </a:lnTo>
                  <a:lnTo>
                    <a:pt x="339595" y="472440"/>
                  </a:lnTo>
                  <a:lnTo>
                    <a:pt x="363447" y="440690"/>
                  </a:lnTo>
                  <a:lnTo>
                    <a:pt x="366388" y="426720"/>
                  </a:lnTo>
                  <a:lnTo>
                    <a:pt x="373574" y="412750"/>
                  </a:lnTo>
                  <a:lnTo>
                    <a:pt x="379291" y="396240"/>
                  </a:lnTo>
                  <a:lnTo>
                    <a:pt x="382720" y="381000"/>
                  </a:lnTo>
                  <a:lnTo>
                    <a:pt x="384680" y="363220"/>
                  </a:lnTo>
                  <a:lnTo>
                    <a:pt x="383701" y="346710"/>
                  </a:lnTo>
                  <a:lnTo>
                    <a:pt x="380759" y="330200"/>
                  </a:lnTo>
                  <a:lnTo>
                    <a:pt x="374554" y="314960"/>
                  </a:lnTo>
                  <a:lnTo>
                    <a:pt x="365895" y="300990"/>
                  </a:lnTo>
                  <a:lnTo>
                    <a:pt x="363447" y="299720"/>
                  </a:lnTo>
                  <a:lnTo>
                    <a:pt x="361157" y="295910"/>
                  </a:lnTo>
                  <a:lnTo>
                    <a:pt x="343844" y="284480"/>
                  </a:lnTo>
                  <a:lnTo>
                    <a:pt x="331429" y="279400"/>
                  </a:lnTo>
                  <a:lnTo>
                    <a:pt x="318361" y="276860"/>
                  </a:lnTo>
                  <a:lnTo>
                    <a:pt x="311661" y="274320"/>
                  </a:lnTo>
                  <a:lnTo>
                    <a:pt x="304477" y="274320"/>
                  </a:lnTo>
                  <a:lnTo>
                    <a:pt x="291086" y="271780"/>
                  </a:lnTo>
                  <a:lnTo>
                    <a:pt x="272464" y="266700"/>
                  </a:lnTo>
                  <a:lnTo>
                    <a:pt x="262825" y="265430"/>
                  </a:lnTo>
                  <a:close/>
                </a:path>
                <a:path w="534670" h="942340">
                  <a:moveTo>
                    <a:pt x="437769" y="0"/>
                  </a:moveTo>
                  <a:lnTo>
                    <a:pt x="427895" y="0"/>
                  </a:lnTo>
                  <a:lnTo>
                    <a:pt x="426826" y="1270"/>
                  </a:lnTo>
                  <a:lnTo>
                    <a:pt x="425352" y="3810"/>
                  </a:lnTo>
                  <a:lnTo>
                    <a:pt x="423885" y="5080"/>
                  </a:lnTo>
                  <a:lnTo>
                    <a:pt x="422904" y="7620"/>
                  </a:lnTo>
                  <a:lnTo>
                    <a:pt x="421595" y="8890"/>
                  </a:lnTo>
                  <a:lnTo>
                    <a:pt x="419634" y="11430"/>
                  </a:lnTo>
                  <a:lnTo>
                    <a:pt x="417187" y="11430"/>
                  </a:lnTo>
                  <a:lnTo>
                    <a:pt x="410001" y="19050"/>
                  </a:lnTo>
                  <a:lnTo>
                    <a:pt x="405749" y="26670"/>
                  </a:lnTo>
                  <a:lnTo>
                    <a:pt x="403303" y="35560"/>
                  </a:lnTo>
                  <a:lnTo>
                    <a:pt x="402994" y="41910"/>
                  </a:lnTo>
                  <a:lnTo>
                    <a:pt x="402880" y="46990"/>
                  </a:lnTo>
                  <a:lnTo>
                    <a:pt x="403303" y="54610"/>
                  </a:lnTo>
                  <a:lnTo>
                    <a:pt x="404770" y="64770"/>
                  </a:lnTo>
                  <a:lnTo>
                    <a:pt x="405263" y="74930"/>
                  </a:lnTo>
                  <a:lnTo>
                    <a:pt x="405263" y="85090"/>
                  </a:lnTo>
                  <a:lnTo>
                    <a:pt x="403790" y="93980"/>
                  </a:lnTo>
                  <a:lnTo>
                    <a:pt x="400362" y="102870"/>
                  </a:lnTo>
                  <a:lnTo>
                    <a:pt x="397097" y="110490"/>
                  </a:lnTo>
                  <a:lnTo>
                    <a:pt x="396604" y="119380"/>
                  </a:lnTo>
                  <a:lnTo>
                    <a:pt x="400032" y="133350"/>
                  </a:lnTo>
                  <a:lnTo>
                    <a:pt x="402809" y="146050"/>
                  </a:lnTo>
                  <a:lnTo>
                    <a:pt x="405749" y="158750"/>
                  </a:lnTo>
                  <a:lnTo>
                    <a:pt x="410488" y="171450"/>
                  </a:lnTo>
                  <a:lnTo>
                    <a:pt x="414409" y="175260"/>
                  </a:lnTo>
                  <a:lnTo>
                    <a:pt x="417680" y="179070"/>
                  </a:lnTo>
                  <a:lnTo>
                    <a:pt x="421107" y="182880"/>
                  </a:lnTo>
                  <a:lnTo>
                    <a:pt x="423391" y="187960"/>
                  </a:lnTo>
                  <a:lnTo>
                    <a:pt x="425846" y="191770"/>
                  </a:lnTo>
                  <a:lnTo>
                    <a:pt x="427807" y="196850"/>
                  </a:lnTo>
                  <a:lnTo>
                    <a:pt x="428787" y="201930"/>
                  </a:lnTo>
                  <a:lnTo>
                    <a:pt x="429273" y="207010"/>
                  </a:lnTo>
                  <a:lnTo>
                    <a:pt x="424373" y="210820"/>
                  </a:lnTo>
                  <a:lnTo>
                    <a:pt x="422088" y="215900"/>
                  </a:lnTo>
                  <a:lnTo>
                    <a:pt x="420615" y="220980"/>
                  </a:lnTo>
                  <a:lnTo>
                    <a:pt x="420615" y="227330"/>
                  </a:lnTo>
                  <a:lnTo>
                    <a:pt x="421107" y="232410"/>
                  </a:lnTo>
                  <a:lnTo>
                    <a:pt x="422410" y="238760"/>
                  </a:lnTo>
                  <a:lnTo>
                    <a:pt x="424373" y="248920"/>
                  </a:lnTo>
                  <a:lnTo>
                    <a:pt x="407546" y="287020"/>
                  </a:lnTo>
                  <a:lnTo>
                    <a:pt x="407224" y="295910"/>
                  </a:lnTo>
                  <a:lnTo>
                    <a:pt x="407224" y="304800"/>
                  </a:lnTo>
                  <a:lnTo>
                    <a:pt x="406731" y="313690"/>
                  </a:lnTo>
                  <a:lnTo>
                    <a:pt x="406731" y="359410"/>
                  </a:lnTo>
                  <a:lnTo>
                    <a:pt x="402809" y="363220"/>
                  </a:lnTo>
                  <a:lnTo>
                    <a:pt x="400032" y="367030"/>
                  </a:lnTo>
                  <a:lnTo>
                    <a:pt x="397097" y="372110"/>
                  </a:lnTo>
                  <a:lnTo>
                    <a:pt x="394643" y="375920"/>
                  </a:lnTo>
                  <a:lnTo>
                    <a:pt x="392360" y="386080"/>
                  </a:lnTo>
                  <a:lnTo>
                    <a:pt x="381252" y="427990"/>
                  </a:lnTo>
                  <a:lnTo>
                    <a:pt x="373080" y="447040"/>
                  </a:lnTo>
                  <a:lnTo>
                    <a:pt x="368349" y="457200"/>
                  </a:lnTo>
                  <a:lnTo>
                    <a:pt x="365895" y="461010"/>
                  </a:lnTo>
                  <a:lnTo>
                    <a:pt x="362631" y="464820"/>
                  </a:lnTo>
                  <a:lnTo>
                    <a:pt x="359690" y="468630"/>
                  </a:lnTo>
                  <a:lnTo>
                    <a:pt x="356261" y="472440"/>
                  </a:lnTo>
                  <a:lnTo>
                    <a:pt x="353479" y="476250"/>
                  </a:lnTo>
                  <a:lnTo>
                    <a:pt x="350544" y="481330"/>
                  </a:lnTo>
                  <a:lnTo>
                    <a:pt x="348089" y="485140"/>
                  </a:lnTo>
                  <a:lnTo>
                    <a:pt x="346293" y="488950"/>
                  </a:lnTo>
                  <a:lnTo>
                    <a:pt x="336166" y="488950"/>
                  </a:lnTo>
                  <a:lnTo>
                    <a:pt x="334205" y="490220"/>
                  </a:lnTo>
                  <a:lnTo>
                    <a:pt x="492944" y="490220"/>
                  </a:lnTo>
                  <a:lnTo>
                    <a:pt x="511761" y="455930"/>
                  </a:lnTo>
                  <a:lnTo>
                    <a:pt x="516012" y="448310"/>
                  </a:lnTo>
                  <a:lnTo>
                    <a:pt x="519769" y="439420"/>
                  </a:lnTo>
                  <a:lnTo>
                    <a:pt x="522710" y="430530"/>
                  </a:lnTo>
                  <a:lnTo>
                    <a:pt x="524178" y="421640"/>
                  </a:lnTo>
                  <a:lnTo>
                    <a:pt x="520750" y="396240"/>
                  </a:lnTo>
                  <a:lnTo>
                    <a:pt x="519441" y="372110"/>
                  </a:lnTo>
                  <a:lnTo>
                    <a:pt x="518460" y="321310"/>
                  </a:lnTo>
                  <a:lnTo>
                    <a:pt x="516500" y="283210"/>
                  </a:lnTo>
                  <a:lnTo>
                    <a:pt x="505392" y="242570"/>
                  </a:lnTo>
                  <a:lnTo>
                    <a:pt x="503109" y="237490"/>
                  </a:lnTo>
                  <a:lnTo>
                    <a:pt x="501634" y="231140"/>
                  </a:lnTo>
                  <a:lnTo>
                    <a:pt x="500654" y="226060"/>
                  </a:lnTo>
                  <a:lnTo>
                    <a:pt x="498693" y="213360"/>
                  </a:lnTo>
                  <a:lnTo>
                    <a:pt x="496897" y="208280"/>
                  </a:lnTo>
                  <a:lnTo>
                    <a:pt x="493962" y="203200"/>
                  </a:lnTo>
                  <a:lnTo>
                    <a:pt x="491021" y="200660"/>
                  </a:lnTo>
                  <a:lnTo>
                    <a:pt x="488245" y="199390"/>
                  </a:lnTo>
                  <a:lnTo>
                    <a:pt x="484323" y="198120"/>
                  </a:lnTo>
                  <a:lnTo>
                    <a:pt x="481053" y="198120"/>
                  </a:lnTo>
                  <a:lnTo>
                    <a:pt x="477137" y="185420"/>
                  </a:lnTo>
                  <a:lnTo>
                    <a:pt x="475176" y="180340"/>
                  </a:lnTo>
                  <a:lnTo>
                    <a:pt x="475176" y="176530"/>
                  </a:lnTo>
                  <a:lnTo>
                    <a:pt x="476643" y="171450"/>
                  </a:lnTo>
                  <a:lnTo>
                    <a:pt x="478605" y="166370"/>
                  </a:lnTo>
                  <a:lnTo>
                    <a:pt x="481545" y="162560"/>
                  </a:lnTo>
                  <a:lnTo>
                    <a:pt x="483342" y="158750"/>
                  </a:lnTo>
                  <a:lnTo>
                    <a:pt x="485303" y="154940"/>
                  </a:lnTo>
                  <a:lnTo>
                    <a:pt x="485790" y="149860"/>
                  </a:lnTo>
                  <a:lnTo>
                    <a:pt x="485790" y="137160"/>
                  </a:lnTo>
                  <a:lnTo>
                    <a:pt x="488731" y="124460"/>
                  </a:lnTo>
                  <a:lnTo>
                    <a:pt x="492001" y="113030"/>
                  </a:lnTo>
                  <a:lnTo>
                    <a:pt x="492489" y="100330"/>
                  </a:lnTo>
                  <a:lnTo>
                    <a:pt x="491509" y="92710"/>
                  </a:lnTo>
                  <a:lnTo>
                    <a:pt x="492489" y="85090"/>
                  </a:lnTo>
                  <a:lnTo>
                    <a:pt x="494450" y="76200"/>
                  </a:lnTo>
                  <a:lnTo>
                    <a:pt x="494936" y="68580"/>
                  </a:lnTo>
                  <a:lnTo>
                    <a:pt x="496409" y="59690"/>
                  </a:lnTo>
                  <a:lnTo>
                    <a:pt x="472399" y="59690"/>
                  </a:lnTo>
                  <a:lnTo>
                    <a:pt x="471906" y="58420"/>
                  </a:lnTo>
                  <a:lnTo>
                    <a:pt x="470926" y="58420"/>
                  </a:lnTo>
                  <a:lnTo>
                    <a:pt x="470926" y="55880"/>
                  </a:lnTo>
                  <a:lnTo>
                    <a:pt x="467498" y="49530"/>
                  </a:lnTo>
                  <a:lnTo>
                    <a:pt x="465701" y="41910"/>
                  </a:lnTo>
                  <a:lnTo>
                    <a:pt x="464720" y="35560"/>
                  </a:lnTo>
                  <a:lnTo>
                    <a:pt x="464720" y="27940"/>
                  </a:lnTo>
                  <a:lnTo>
                    <a:pt x="463740" y="20320"/>
                  </a:lnTo>
                  <a:lnTo>
                    <a:pt x="462273" y="13970"/>
                  </a:lnTo>
                  <a:lnTo>
                    <a:pt x="459003" y="7620"/>
                  </a:lnTo>
                  <a:lnTo>
                    <a:pt x="456309" y="5080"/>
                  </a:lnTo>
                  <a:lnTo>
                    <a:pt x="442178" y="5080"/>
                  </a:lnTo>
                  <a:lnTo>
                    <a:pt x="439729" y="2540"/>
                  </a:lnTo>
                  <a:lnTo>
                    <a:pt x="437769" y="0"/>
                  </a:lnTo>
                  <a:close/>
                </a:path>
                <a:path w="534670" h="942340">
                  <a:moveTo>
                    <a:pt x="491021" y="29210"/>
                  </a:moveTo>
                  <a:lnTo>
                    <a:pt x="487751" y="33020"/>
                  </a:lnTo>
                  <a:lnTo>
                    <a:pt x="484323" y="35560"/>
                  </a:lnTo>
                  <a:lnTo>
                    <a:pt x="481545" y="39370"/>
                  </a:lnTo>
                  <a:lnTo>
                    <a:pt x="479098" y="41910"/>
                  </a:lnTo>
                  <a:lnTo>
                    <a:pt x="476643" y="46990"/>
                  </a:lnTo>
                  <a:lnTo>
                    <a:pt x="474682" y="50800"/>
                  </a:lnTo>
                  <a:lnTo>
                    <a:pt x="473381" y="54610"/>
                  </a:lnTo>
                  <a:lnTo>
                    <a:pt x="472399" y="59690"/>
                  </a:lnTo>
                  <a:lnTo>
                    <a:pt x="496409" y="59690"/>
                  </a:lnTo>
                  <a:lnTo>
                    <a:pt x="499675" y="53340"/>
                  </a:lnTo>
                  <a:lnTo>
                    <a:pt x="502128" y="45720"/>
                  </a:lnTo>
                  <a:lnTo>
                    <a:pt x="501634" y="36830"/>
                  </a:lnTo>
                  <a:lnTo>
                    <a:pt x="499675" y="34290"/>
                  </a:lnTo>
                  <a:lnTo>
                    <a:pt x="497226" y="31750"/>
                  </a:lnTo>
                  <a:lnTo>
                    <a:pt x="494450" y="30480"/>
                  </a:lnTo>
                  <a:lnTo>
                    <a:pt x="491021" y="29210"/>
                  </a:lnTo>
                  <a:close/>
                </a:path>
                <a:path w="534670" h="942340">
                  <a:moveTo>
                    <a:pt x="450837" y="1270"/>
                  </a:moveTo>
                  <a:lnTo>
                    <a:pt x="447408" y="1270"/>
                  </a:lnTo>
                  <a:lnTo>
                    <a:pt x="444632" y="2540"/>
                  </a:lnTo>
                  <a:lnTo>
                    <a:pt x="442178" y="5080"/>
                  </a:lnTo>
                  <a:lnTo>
                    <a:pt x="456309" y="5080"/>
                  </a:lnTo>
                  <a:lnTo>
                    <a:pt x="453614" y="2540"/>
                  </a:lnTo>
                  <a:lnTo>
                    <a:pt x="450837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4708" y="5750257"/>
              <a:ext cx="88692" cy="25192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9387959" y="5996454"/>
              <a:ext cx="462915" cy="575945"/>
            </a:xfrm>
            <a:custGeom>
              <a:avLst/>
              <a:gdLst/>
              <a:ahLst/>
              <a:cxnLst/>
              <a:rect l="l" t="t" r="r" b="b"/>
              <a:pathLst>
                <a:path w="462915" h="575945">
                  <a:moveTo>
                    <a:pt x="447732" y="0"/>
                  </a:moveTo>
                  <a:lnTo>
                    <a:pt x="445936" y="0"/>
                  </a:lnTo>
                  <a:lnTo>
                    <a:pt x="442014" y="1775"/>
                  </a:lnTo>
                  <a:lnTo>
                    <a:pt x="440546" y="3289"/>
                  </a:lnTo>
                  <a:lnTo>
                    <a:pt x="434828" y="7698"/>
                  </a:lnTo>
                  <a:lnTo>
                    <a:pt x="426662" y="11450"/>
                  </a:lnTo>
                  <a:lnTo>
                    <a:pt x="420451" y="13425"/>
                  </a:lnTo>
                  <a:lnTo>
                    <a:pt x="413265" y="13884"/>
                  </a:lnTo>
                  <a:lnTo>
                    <a:pt x="406567" y="13425"/>
                  </a:lnTo>
                  <a:lnTo>
                    <a:pt x="399381" y="12437"/>
                  </a:lnTo>
                  <a:lnTo>
                    <a:pt x="392684" y="10463"/>
                  </a:lnTo>
                  <a:lnTo>
                    <a:pt x="380273" y="5725"/>
                  </a:lnTo>
                  <a:lnTo>
                    <a:pt x="374878" y="13884"/>
                  </a:lnTo>
                  <a:lnTo>
                    <a:pt x="372593" y="23361"/>
                  </a:lnTo>
                  <a:lnTo>
                    <a:pt x="371120" y="33818"/>
                  </a:lnTo>
                  <a:lnTo>
                    <a:pt x="370140" y="44441"/>
                  </a:lnTo>
                  <a:lnTo>
                    <a:pt x="370634" y="115180"/>
                  </a:lnTo>
                  <a:lnTo>
                    <a:pt x="376838" y="122853"/>
                  </a:lnTo>
                  <a:lnTo>
                    <a:pt x="384517" y="129552"/>
                  </a:lnTo>
                  <a:lnTo>
                    <a:pt x="392196" y="136739"/>
                  </a:lnTo>
                  <a:lnTo>
                    <a:pt x="417187" y="167782"/>
                  </a:lnTo>
                  <a:lnTo>
                    <a:pt x="418984" y="177258"/>
                  </a:lnTo>
                  <a:lnTo>
                    <a:pt x="418984" y="190164"/>
                  </a:lnTo>
                  <a:lnTo>
                    <a:pt x="418003" y="196863"/>
                  </a:lnTo>
                  <a:lnTo>
                    <a:pt x="415226" y="202090"/>
                  </a:lnTo>
                  <a:lnTo>
                    <a:pt x="411304" y="188367"/>
                  </a:lnTo>
                  <a:lnTo>
                    <a:pt x="407548" y="177258"/>
                  </a:lnTo>
                  <a:lnTo>
                    <a:pt x="400362" y="159614"/>
                  </a:lnTo>
                  <a:lnTo>
                    <a:pt x="395137" y="152915"/>
                  </a:lnTo>
                  <a:lnTo>
                    <a:pt x="388762" y="147196"/>
                  </a:lnTo>
                  <a:lnTo>
                    <a:pt x="375857" y="136253"/>
                  </a:lnTo>
                  <a:lnTo>
                    <a:pt x="370140" y="130046"/>
                  </a:lnTo>
                  <a:lnTo>
                    <a:pt x="365730" y="123347"/>
                  </a:lnTo>
                  <a:lnTo>
                    <a:pt x="363448" y="114687"/>
                  </a:lnTo>
                  <a:lnTo>
                    <a:pt x="358052" y="125630"/>
                  </a:lnTo>
                  <a:lnTo>
                    <a:pt x="355276" y="148671"/>
                  </a:lnTo>
                  <a:lnTo>
                    <a:pt x="352827" y="159614"/>
                  </a:lnTo>
                  <a:lnTo>
                    <a:pt x="350867" y="170559"/>
                  </a:lnTo>
                  <a:lnTo>
                    <a:pt x="336002" y="212218"/>
                  </a:lnTo>
                  <a:lnTo>
                    <a:pt x="327021" y="226103"/>
                  </a:lnTo>
                  <a:lnTo>
                    <a:pt x="318361" y="240483"/>
                  </a:lnTo>
                  <a:lnTo>
                    <a:pt x="315419" y="247505"/>
                  </a:lnTo>
                  <a:lnTo>
                    <a:pt x="313460" y="255678"/>
                  </a:lnTo>
                  <a:lnTo>
                    <a:pt x="313460" y="264332"/>
                  </a:lnTo>
                  <a:lnTo>
                    <a:pt x="315419" y="273323"/>
                  </a:lnTo>
                  <a:lnTo>
                    <a:pt x="319829" y="282469"/>
                  </a:lnTo>
                  <a:lnTo>
                    <a:pt x="323585" y="291130"/>
                  </a:lnTo>
                  <a:lnTo>
                    <a:pt x="327021" y="300600"/>
                  </a:lnTo>
                  <a:lnTo>
                    <a:pt x="329797" y="309755"/>
                  </a:lnTo>
                  <a:lnTo>
                    <a:pt x="332245" y="319225"/>
                  </a:lnTo>
                  <a:lnTo>
                    <a:pt x="333719" y="329353"/>
                  </a:lnTo>
                  <a:lnTo>
                    <a:pt x="333719" y="339323"/>
                  </a:lnTo>
                  <a:lnTo>
                    <a:pt x="332738" y="349938"/>
                  </a:lnTo>
                  <a:lnTo>
                    <a:pt x="331758" y="351248"/>
                  </a:lnTo>
                  <a:lnTo>
                    <a:pt x="330777" y="349938"/>
                  </a:lnTo>
                  <a:lnTo>
                    <a:pt x="326527" y="332624"/>
                  </a:lnTo>
                  <a:lnTo>
                    <a:pt x="319342" y="309261"/>
                  </a:lnTo>
                  <a:lnTo>
                    <a:pt x="316401" y="303055"/>
                  </a:lnTo>
                  <a:lnTo>
                    <a:pt x="299575" y="259594"/>
                  </a:lnTo>
                  <a:lnTo>
                    <a:pt x="296799" y="249960"/>
                  </a:lnTo>
                  <a:lnTo>
                    <a:pt x="288146" y="249960"/>
                  </a:lnTo>
                  <a:lnTo>
                    <a:pt x="283730" y="250446"/>
                  </a:lnTo>
                  <a:lnTo>
                    <a:pt x="263641" y="255186"/>
                  </a:lnTo>
                  <a:lnTo>
                    <a:pt x="261186" y="257145"/>
                  </a:lnTo>
                  <a:lnTo>
                    <a:pt x="257924" y="258613"/>
                  </a:lnTo>
                  <a:lnTo>
                    <a:pt x="254982" y="260417"/>
                  </a:lnTo>
                  <a:lnTo>
                    <a:pt x="251719" y="261885"/>
                  </a:lnTo>
                  <a:lnTo>
                    <a:pt x="249264" y="263846"/>
                  </a:lnTo>
                  <a:lnTo>
                    <a:pt x="247303" y="266623"/>
                  </a:lnTo>
                  <a:lnTo>
                    <a:pt x="246816" y="269565"/>
                  </a:lnTo>
                  <a:lnTo>
                    <a:pt x="247797" y="273809"/>
                  </a:lnTo>
                  <a:lnTo>
                    <a:pt x="252205" y="281489"/>
                  </a:lnTo>
                  <a:lnTo>
                    <a:pt x="255475" y="289656"/>
                  </a:lnTo>
                  <a:lnTo>
                    <a:pt x="257436" y="298804"/>
                  </a:lnTo>
                  <a:lnTo>
                    <a:pt x="257436" y="308281"/>
                  </a:lnTo>
                  <a:lnTo>
                    <a:pt x="224273" y="332624"/>
                  </a:lnTo>
                  <a:lnTo>
                    <a:pt x="193728" y="337526"/>
                  </a:lnTo>
                  <a:lnTo>
                    <a:pt x="186049" y="337526"/>
                  </a:lnTo>
                  <a:lnTo>
                    <a:pt x="148154" y="330333"/>
                  </a:lnTo>
                  <a:lnTo>
                    <a:pt x="125611" y="317922"/>
                  </a:lnTo>
                  <a:lnTo>
                    <a:pt x="118912" y="313019"/>
                  </a:lnTo>
                  <a:lnTo>
                    <a:pt x="113037" y="307300"/>
                  </a:lnTo>
                  <a:lnTo>
                    <a:pt x="111241" y="304523"/>
                  </a:lnTo>
                  <a:lnTo>
                    <a:pt x="110260" y="300600"/>
                  </a:lnTo>
                  <a:lnTo>
                    <a:pt x="110260" y="296843"/>
                  </a:lnTo>
                  <a:lnTo>
                    <a:pt x="113037" y="296843"/>
                  </a:lnTo>
                  <a:lnTo>
                    <a:pt x="114504" y="298804"/>
                  </a:lnTo>
                  <a:lnTo>
                    <a:pt x="115484" y="301581"/>
                  </a:lnTo>
                  <a:lnTo>
                    <a:pt x="116953" y="303542"/>
                  </a:lnTo>
                  <a:lnTo>
                    <a:pt x="152398" y="324622"/>
                  </a:lnTo>
                  <a:lnTo>
                    <a:pt x="187359" y="329847"/>
                  </a:lnTo>
                  <a:lnTo>
                    <a:pt x="194057" y="329847"/>
                  </a:lnTo>
                  <a:lnTo>
                    <a:pt x="238321" y="318244"/>
                  </a:lnTo>
                  <a:lnTo>
                    <a:pt x="249758" y="305339"/>
                  </a:lnTo>
                  <a:lnTo>
                    <a:pt x="248777" y="302075"/>
                  </a:lnTo>
                  <a:lnTo>
                    <a:pt x="248283" y="298804"/>
                  </a:lnTo>
                  <a:lnTo>
                    <a:pt x="247303" y="295375"/>
                  </a:lnTo>
                  <a:lnTo>
                    <a:pt x="245507" y="292434"/>
                  </a:lnTo>
                  <a:lnTo>
                    <a:pt x="242079" y="295375"/>
                  </a:lnTo>
                  <a:lnTo>
                    <a:pt x="239138" y="296843"/>
                  </a:lnTo>
                  <a:lnTo>
                    <a:pt x="203203" y="310729"/>
                  </a:lnTo>
                  <a:lnTo>
                    <a:pt x="195525" y="311709"/>
                  </a:lnTo>
                  <a:lnTo>
                    <a:pt x="187845" y="311709"/>
                  </a:lnTo>
                  <a:lnTo>
                    <a:pt x="179193" y="311223"/>
                  </a:lnTo>
                  <a:lnTo>
                    <a:pt x="170205" y="310242"/>
                  </a:lnTo>
                  <a:lnTo>
                    <a:pt x="161058" y="307794"/>
                  </a:lnTo>
                  <a:lnTo>
                    <a:pt x="154853" y="305017"/>
                  </a:lnTo>
                  <a:lnTo>
                    <a:pt x="148642" y="302562"/>
                  </a:lnTo>
                  <a:lnTo>
                    <a:pt x="121203" y="273323"/>
                  </a:lnTo>
                  <a:lnTo>
                    <a:pt x="119729" y="274789"/>
                  </a:lnTo>
                  <a:lnTo>
                    <a:pt x="118912" y="277238"/>
                  </a:lnTo>
                  <a:lnTo>
                    <a:pt x="117445" y="279528"/>
                  </a:lnTo>
                  <a:lnTo>
                    <a:pt x="114504" y="282957"/>
                  </a:lnTo>
                  <a:lnTo>
                    <a:pt x="111728" y="291130"/>
                  </a:lnTo>
                  <a:lnTo>
                    <a:pt x="79551" y="321680"/>
                  </a:lnTo>
                  <a:lnTo>
                    <a:pt x="58475" y="330827"/>
                  </a:lnTo>
                  <a:lnTo>
                    <a:pt x="44104" y="337526"/>
                  </a:lnTo>
                  <a:lnTo>
                    <a:pt x="16172" y="367095"/>
                  </a:lnTo>
                  <a:lnTo>
                    <a:pt x="5716" y="409569"/>
                  </a:lnTo>
                  <a:lnTo>
                    <a:pt x="0" y="489456"/>
                  </a:lnTo>
                  <a:lnTo>
                    <a:pt x="1305" y="511516"/>
                  </a:lnTo>
                  <a:lnTo>
                    <a:pt x="3756" y="533405"/>
                  </a:lnTo>
                  <a:lnTo>
                    <a:pt x="7677" y="554970"/>
                  </a:lnTo>
                  <a:lnTo>
                    <a:pt x="13393" y="575556"/>
                  </a:lnTo>
                  <a:lnTo>
                    <a:pt x="195037" y="575069"/>
                  </a:lnTo>
                  <a:lnTo>
                    <a:pt x="194057" y="563954"/>
                  </a:lnTo>
                  <a:lnTo>
                    <a:pt x="195525" y="553010"/>
                  </a:lnTo>
                  <a:lnTo>
                    <a:pt x="198953" y="542552"/>
                  </a:lnTo>
                  <a:lnTo>
                    <a:pt x="204671" y="532918"/>
                  </a:lnTo>
                  <a:lnTo>
                    <a:pt x="207613" y="530141"/>
                  </a:lnTo>
                  <a:lnTo>
                    <a:pt x="215291" y="520993"/>
                  </a:lnTo>
                  <a:lnTo>
                    <a:pt x="210882" y="518216"/>
                  </a:lnTo>
                  <a:lnTo>
                    <a:pt x="206145" y="516254"/>
                  </a:lnTo>
                  <a:lnTo>
                    <a:pt x="196992" y="514293"/>
                  </a:lnTo>
                  <a:lnTo>
                    <a:pt x="192261" y="513800"/>
                  </a:lnTo>
                  <a:lnTo>
                    <a:pt x="187359" y="514293"/>
                  </a:lnTo>
                  <a:lnTo>
                    <a:pt x="182128" y="514293"/>
                  </a:lnTo>
                  <a:lnTo>
                    <a:pt x="157629" y="516742"/>
                  </a:lnTo>
                  <a:lnTo>
                    <a:pt x="148154" y="515761"/>
                  </a:lnTo>
                  <a:lnTo>
                    <a:pt x="143253" y="514780"/>
                  </a:lnTo>
                  <a:lnTo>
                    <a:pt x="138515" y="513313"/>
                  </a:lnTo>
                  <a:lnTo>
                    <a:pt x="132797" y="512332"/>
                  </a:lnTo>
                  <a:lnTo>
                    <a:pt x="94903" y="550232"/>
                  </a:lnTo>
                  <a:lnTo>
                    <a:pt x="90981" y="556932"/>
                  </a:lnTo>
                  <a:lnTo>
                    <a:pt x="88698" y="559709"/>
                  </a:lnTo>
                  <a:lnTo>
                    <a:pt x="88204" y="557748"/>
                  </a:lnTo>
                  <a:lnTo>
                    <a:pt x="89678" y="547291"/>
                  </a:lnTo>
                  <a:lnTo>
                    <a:pt x="110260" y="513313"/>
                  </a:lnTo>
                  <a:lnTo>
                    <a:pt x="121203" y="505304"/>
                  </a:lnTo>
                  <a:lnTo>
                    <a:pt x="119729" y="505304"/>
                  </a:lnTo>
                  <a:lnTo>
                    <a:pt x="117933" y="504329"/>
                  </a:lnTo>
                  <a:lnTo>
                    <a:pt x="116465" y="504329"/>
                  </a:lnTo>
                  <a:lnTo>
                    <a:pt x="108786" y="507107"/>
                  </a:lnTo>
                  <a:lnTo>
                    <a:pt x="101601" y="511023"/>
                  </a:lnTo>
                  <a:lnTo>
                    <a:pt x="93922" y="514780"/>
                  </a:lnTo>
                  <a:lnTo>
                    <a:pt x="60765" y="541085"/>
                  </a:lnTo>
                  <a:lnTo>
                    <a:pt x="57495" y="546804"/>
                  </a:lnTo>
                  <a:lnTo>
                    <a:pt x="56027" y="549745"/>
                  </a:lnTo>
                  <a:lnTo>
                    <a:pt x="52599" y="550726"/>
                  </a:lnTo>
                  <a:lnTo>
                    <a:pt x="51290" y="548765"/>
                  </a:lnTo>
                  <a:lnTo>
                    <a:pt x="50803" y="546310"/>
                  </a:lnTo>
                  <a:lnTo>
                    <a:pt x="51776" y="542065"/>
                  </a:lnTo>
                  <a:lnTo>
                    <a:pt x="79058" y="512003"/>
                  </a:lnTo>
                  <a:lnTo>
                    <a:pt x="106338" y="498117"/>
                  </a:lnTo>
                  <a:lnTo>
                    <a:pt x="115484" y="494195"/>
                  </a:lnTo>
                  <a:lnTo>
                    <a:pt x="110747" y="444041"/>
                  </a:lnTo>
                  <a:lnTo>
                    <a:pt x="90981" y="411043"/>
                  </a:lnTo>
                  <a:lnTo>
                    <a:pt x="66648" y="387187"/>
                  </a:lnTo>
                  <a:lnTo>
                    <a:pt x="59456" y="378533"/>
                  </a:lnTo>
                  <a:lnTo>
                    <a:pt x="53580" y="369873"/>
                  </a:lnTo>
                  <a:lnTo>
                    <a:pt x="49823" y="359909"/>
                  </a:lnTo>
                  <a:lnTo>
                    <a:pt x="50803" y="359415"/>
                  </a:lnTo>
                  <a:lnTo>
                    <a:pt x="51290" y="358928"/>
                  </a:lnTo>
                  <a:lnTo>
                    <a:pt x="52270" y="358435"/>
                  </a:lnTo>
                  <a:lnTo>
                    <a:pt x="53086" y="358435"/>
                  </a:lnTo>
                  <a:lnTo>
                    <a:pt x="65667" y="371340"/>
                  </a:lnTo>
                  <a:lnTo>
                    <a:pt x="71873" y="378039"/>
                  </a:lnTo>
                  <a:lnTo>
                    <a:pt x="78571" y="384739"/>
                  </a:lnTo>
                  <a:lnTo>
                    <a:pt x="84776" y="391438"/>
                  </a:lnTo>
                  <a:lnTo>
                    <a:pt x="98173" y="403850"/>
                  </a:lnTo>
                  <a:lnTo>
                    <a:pt x="105359" y="409569"/>
                  </a:lnTo>
                  <a:lnTo>
                    <a:pt x="112543" y="418717"/>
                  </a:lnTo>
                  <a:lnTo>
                    <a:pt x="125611" y="461685"/>
                  </a:lnTo>
                  <a:lnTo>
                    <a:pt x="126592" y="473287"/>
                  </a:lnTo>
                  <a:lnTo>
                    <a:pt x="127901" y="484724"/>
                  </a:lnTo>
                  <a:lnTo>
                    <a:pt x="129862" y="495669"/>
                  </a:lnTo>
                  <a:lnTo>
                    <a:pt x="133291" y="497630"/>
                  </a:lnTo>
                  <a:lnTo>
                    <a:pt x="136554" y="499098"/>
                  </a:lnTo>
                  <a:lnTo>
                    <a:pt x="144726" y="499914"/>
                  </a:lnTo>
                  <a:lnTo>
                    <a:pt x="152892" y="499914"/>
                  </a:lnTo>
                  <a:lnTo>
                    <a:pt x="157137" y="499426"/>
                  </a:lnTo>
                  <a:lnTo>
                    <a:pt x="182620" y="499426"/>
                  </a:lnTo>
                  <a:lnTo>
                    <a:pt x="221009" y="508081"/>
                  </a:lnTo>
                  <a:lnTo>
                    <a:pt x="224767" y="516742"/>
                  </a:lnTo>
                  <a:lnTo>
                    <a:pt x="230155" y="518216"/>
                  </a:lnTo>
                  <a:lnTo>
                    <a:pt x="234894" y="518216"/>
                  </a:lnTo>
                  <a:lnTo>
                    <a:pt x="241098" y="516742"/>
                  </a:lnTo>
                  <a:lnTo>
                    <a:pt x="243546" y="516742"/>
                  </a:lnTo>
                  <a:lnTo>
                    <a:pt x="245507" y="517235"/>
                  </a:lnTo>
                  <a:lnTo>
                    <a:pt x="247797" y="518216"/>
                  </a:lnTo>
                  <a:lnTo>
                    <a:pt x="252699" y="517235"/>
                  </a:lnTo>
                  <a:lnTo>
                    <a:pt x="262167" y="517235"/>
                  </a:lnTo>
                  <a:lnTo>
                    <a:pt x="281447" y="519031"/>
                  </a:lnTo>
                  <a:lnTo>
                    <a:pt x="286672" y="518702"/>
                  </a:lnTo>
                  <a:lnTo>
                    <a:pt x="296799" y="518702"/>
                  </a:lnTo>
                  <a:lnTo>
                    <a:pt x="302030" y="517722"/>
                  </a:lnTo>
                  <a:lnTo>
                    <a:pt x="331265" y="509061"/>
                  </a:lnTo>
                  <a:lnTo>
                    <a:pt x="340904" y="507107"/>
                  </a:lnTo>
                  <a:lnTo>
                    <a:pt x="345643" y="507107"/>
                  </a:lnTo>
                  <a:lnTo>
                    <a:pt x="350537" y="507594"/>
                  </a:lnTo>
                  <a:lnTo>
                    <a:pt x="355768" y="508574"/>
                  </a:lnTo>
                  <a:lnTo>
                    <a:pt x="365403" y="513800"/>
                  </a:lnTo>
                  <a:lnTo>
                    <a:pt x="368672" y="516742"/>
                  </a:lnTo>
                  <a:lnTo>
                    <a:pt x="372916" y="518216"/>
                  </a:lnTo>
                  <a:lnTo>
                    <a:pt x="382557" y="519031"/>
                  </a:lnTo>
                  <a:lnTo>
                    <a:pt x="387459" y="519031"/>
                  </a:lnTo>
                  <a:lnTo>
                    <a:pt x="391703" y="520012"/>
                  </a:lnTo>
                  <a:lnTo>
                    <a:pt x="395460" y="521973"/>
                  </a:lnTo>
                  <a:lnTo>
                    <a:pt x="398895" y="525237"/>
                  </a:lnTo>
                  <a:lnTo>
                    <a:pt x="398895" y="531608"/>
                  </a:lnTo>
                  <a:lnTo>
                    <a:pt x="398401" y="534879"/>
                  </a:lnTo>
                  <a:lnTo>
                    <a:pt x="396440" y="537821"/>
                  </a:lnTo>
                  <a:lnTo>
                    <a:pt x="396440" y="544026"/>
                  </a:lnTo>
                  <a:lnTo>
                    <a:pt x="397421" y="550232"/>
                  </a:lnTo>
                  <a:lnTo>
                    <a:pt x="397421" y="556932"/>
                  </a:lnTo>
                  <a:lnTo>
                    <a:pt x="395460" y="563138"/>
                  </a:lnTo>
                  <a:lnTo>
                    <a:pt x="396440" y="565915"/>
                  </a:lnTo>
                  <a:lnTo>
                    <a:pt x="396440" y="568856"/>
                  </a:lnTo>
                  <a:lnTo>
                    <a:pt x="395954" y="571633"/>
                  </a:lnTo>
                  <a:lnTo>
                    <a:pt x="395137" y="574575"/>
                  </a:lnTo>
                  <a:lnTo>
                    <a:pt x="401829" y="575069"/>
                  </a:lnTo>
                  <a:lnTo>
                    <a:pt x="404120" y="534879"/>
                  </a:lnTo>
                  <a:lnTo>
                    <a:pt x="395954" y="480803"/>
                  </a:lnTo>
                  <a:lnTo>
                    <a:pt x="384517" y="433590"/>
                  </a:lnTo>
                  <a:lnTo>
                    <a:pt x="370634" y="401073"/>
                  </a:lnTo>
                  <a:lnTo>
                    <a:pt x="366224" y="389964"/>
                  </a:lnTo>
                  <a:lnTo>
                    <a:pt x="358546" y="367582"/>
                  </a:lnTo>
                  <a:lnTo>
                    <a:pt x="355276" y="356151"/>
                  </a:lnTo>
                  <a:lnTo>
                    <a:pt x="352827" y="344062"/>
                  </a:lnTo>
                  <a:lnTo>
                    <a:pt x="351847" y="326418"/>
                  </a:lnTo>
                  <a:lnTo>
                    <a:pt x="353315" y="318244"/>
                  </a:lnTo>
                  <a:lnTo>
                    <a:pt x="357729" y="311223"/>
                  </a:lnTo>
                  <a:lnTo>
                    <a:pt x="359032" y="316448"/>
                  </a:lnTo>
                  <a:lnTo>
                    <a:pt x="360507" y="330333"/>
                  </a:lnTo>
                  <a:lnTo>
                    <a:pt x="363448" y="346510"/>
                  </a:lnTo>
                  <a:lnTo>
                    <a:pt x="367692" y="360889"/>
                  </a:lnTo>
                  <a:lnTo>
                    <a:pt x="370140" y="352229"/>
                  </a:lnTo>
                  <a:lnTo>
                    <a:pt x="376838" y="335072"/>
                  </a:lnTo>
                  <a:lnTo>
                    <a:pt x="380596" y="326905"/>
                  </a:lnTo>
                  <a:lnTo>
                    <a:pt x="419470" y="257639"/>
                  </a:lnTo>
                  <a:lnTo>
                    <a:pt x="424373" y="247018"/>
                  </a:lnTo>
                  <a:lnTo>
                    <a:pt x="429604" y="237054"/>
                  </a:lnTo>
                  <a:lnTo>
                    <a:pt x="447732" y="207479"/>
                  </a:lnTo>
                  <a:lnTo>
                    <a:pt x="453614" y="196863"/>
                  </a:lnTo>
                  <a:lnTo>
                    <a:pt x="458839" y="186900"/>
                  </a:lnTo>
                  <a:lnTo>
                    <a:pt x="462596" y="175784"/>
                  </a:lnTo>
                  <a:lnTo>
                    <a:pt x="459820" y="147690"/>
                  </a:lnTo>
                  <a:lnTo>
                    <a:pt x="457859" y="133804"/>
                  </a:lnTo>
                  <a:lnTo>
                    <a:pt x="456878" y="119912"/>
                  </a:lnTo>
                  <a:lnTo>
                    <a:pt x="454101" y="33002"/>
                  </a:lnTo>
                  <a:lnTo>
                    <a:pt x="447732" y="0"/>
                  </a:lnTo>
                  <a:close/>
                </a:path>
              </a:pathLst>
            </a:custGeom>
            <a:solidFill>
              <a:srgbClr val="33F2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81394" y="6020803"/>
              <a:ext cx="230644" cy="297818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623336" y="6511246"/>
              <a:ext cx="158115" cy="61594"/>
            </a:xfrm>
            <a:custGeom>
              <a:avLst/>
              <a:gdLst/>
              <a:ahLst/>
              <a:cxnLst/>
              <a:rect l="l" t="t" r="r" b="b"/>
              <a:pathLst>
                <a:path w="158115" h="61595">
                  <a:moveTo>
                    <a:pt x="154355" y="28257"/>
                  </a:moveTo>
                  <a:lnTo>
                    <a:pt x="120878" y="2451"/>
                  </a:lnTo>
                  <a:lnTo>
                    <a:pt x="108788" y="0"/>
                  </a:lnTo>
                  <a:lnTo>
                    <a:pt x="83959" y="7188"/>
                  </a:lnTo>
                  <a:lnTo>
                    <a:pt x="75793" y="9144"/>
                  </a:lnTo>
                  <a:lnTo>
                    <a:pt x="67132" y="10947"/>
                  </a:lnTo>
                  <a:lnTo>
                    <a:pt x="49822" y="12903"/>
                  </a:lnTo>
                  <a:lnTo>
                    <a:pt x="40665" y="12407"/>
                  </a:lnTo>
                  <a:lnTo>
                    <a:pt x="35445" y="10947"/>
                  </a:lnTo>
                  <a:lnTo>
                    <a:pt x="30708" y="11430"/>
                  </a:lnTo>
                  <a:lnTo>
                    <a:pt x="26301" y="12407"/>
                  </a:lnTo>
                  <a:lnTo>
                    <a:pt x="13398" y="18135"/>
                  </a:lnTo>
                  <a:lnTo>
                    <a:pt x="8661" y="19596"/>
                  </a:lnTo>
                  <a:lnTo>
                    <a:pt x="3759" y="20091"/>
                  </a:lnTo>
                  <a:lnTo>
                    <a:pt x="977" y="28257"/>
                  </a:lnTo>
                  <a:lnTo>
                    <a:pt x="0" y="36753"/>
                  </a:lnTo>
                  <a:lnTo>
                    <a:pt x="495" y="45897"/>
                  </a:lnTo>
                  <a:lnTo>
                    <a:pt x="1955" y="54559"/>
                  </a:lnTo>
                  <a:lnTo>
                    <a:pt x="4254" y="55549"/>
                  </a:lnTo>
                  <a:lnTo>
                    <a:pt x="7670" y="56362"/>
                  </a:lnTo>
                  <a:lnTo>
                    <a:pt x="17805" y="56362"/>
                  </a:lnTo>
                  <a:lnTo>
                    <a:pt x="20586" y="55867"/>
                  </a:lnTo>
                  <a:lnTo>
                    <a:pt x="23520" y="55867"/>
                  </a:lnTo>
                  <a:lnTo>
                    <a:pt x="25806" y="55549"/>
                  </a:lnTo>
                  <a:lnTo>
                    <a:pt x="24498" y="54076"/>
                  </a:lnTo>
                  <a:lnTo>
                    <a:pt x="20586" y="52108"/>
                  </a:lnTo>
                  <a:lnTo>
                    <a:pt x="20586" y="49657"/>
                  </a:lnTo>
                  <a:lnTo>
                    <a:pt x="23520" y="48844"/>
                  </a:lnTo>
                  <a:lnTo>
                    <a:pt x="26301" y="48348"/>
                  </a:lnTo>
                  <a:lnTo>
                    <a:pt x="31686" y="49657"/>
                  </a:lnTo>
                  <a:lnTo>
                    <a:pt x="33972" y="50647"/>
                  </a:lnTo>
                  <a:lnTo>
                    <a:pt x="36423" y="52108"/>
                  </a:lnTo>
                  <a:lnTo>
                    <a:pt x="41656" y="54559"/>
                  </a:lnTo>
                  <a:lnTo>
                    <a:pt x="47040" y="57823"/>
                  </a:lnTo>
                  <a:lnTo>
                    <a:pt x="53251" y="59791"/>
                  </a:lnTo>
                  <a:lnTo>
                    <a:pt x="59461" y="60769"/>
                  </a:lnTo>
                  <a:lnTo>
                    <a:pt x="72847" y="60769"/>
                  </a:lnTo>
                  <a:lnTo>
                    <a:pt x="86741" y="59791"/>
                  </a:lnTo>
                  <a:lnTo>
                    <a:pt x="92938" y="60286"/>
                  </a:lnTo>
                  <a:lnTo>
                    <a:pt x="99314" y="58318"/>
                  </a:lnTo>
                  <a:lnTo>
                    <a:pt x="105524" y="57340"/>
                  </a:lnTo>
                  <a:lnTo>
                    <a:pt x="111239" y="57823"/>
                  </a:lnTo>
                  <a:lnTo>
                    <a:pt x="117449" y="58813"/>
                  </a:lnTo>
                  <a:lnTo>
                    <a:pt x="123647" y="60286"/>
                  </a:lnTo>
                  <a:lnTo>
                    <a:pt x="136715" y="61252"/>
                  </a:lnTo>
                  <a:lnTo>
                    <a:pt x="143421" y="59791"/>
                  </a:lnTo>
                  <a:lnTo>
                    <a:pt x="135737" y="54076"/>
                  </a:lnTo>
                  <a:lnTo>
                    <a:pt x="131330" y="52108"/>
                  </a:lnTo>
                  <a:lnTo>
                    <a:pt x="123164" y="47371"/>
                  </a:lnTo>
                  <a:lnTo>
                    <a:pt x="115481" y="41656"/>
                  </a:lnTo>
                  <a:lnTo>
                    <a:pt x="112217" y="37731"/>
                  </a:lnTo>
                  <a:lnTo>
                    <a:pt x="114668" y="35941"/>
                  </a:lnTo>
                  <a:lnTo>
                    <a:pt x="118910" y="39204"/>
                  </a:lnTo>
                  <a:lnTo>
                    <a:pt x="123647" y="41656"/>
                  </a:lnTo>
                  <a:lnTo>
                    <a:pt x="128549" y="43459"/>
                  </a:lnTo>
                  <a:lnTo>
                    <a:pt x="133286" y="44919"/>
                  </a:lnTo>
                  <a:lnTo>
                    <a:pt x="143421" y="48844"/>
                  </a:lnTo>
                  <a:lnTo>
                    <a:pt x="147662" y="51130"/>
                  </a:lnTo>
                  <a:lnTo>
                    <a:pt x="152082" y="54559"/>
                  </a:lnTo>
                  <a:lnTo>
                    <a:pt x="152082" y="47866"/>
                  </a:lnTo>
                  <a:lnTo>
                    <a:pt x="150596" y="45897"/>
                  </a:lnTo>
                  <a:lnTo>
                    <a:pt x="147180" y="43942"/>
                  </a:lnTo>
                  <a:lnTo>
                    <a:pt x="143421" y="42151"/>
                  </a:lnTo>
                  <a:lnTo>
                    <a:pt x="136715" y="38227"/>
                  </a:lnTo>
                  <a:lnTo>
                    <a:pt x="129527" y="34467"/>
                  </a:lnTo>
                  <a:lnTo>
                    <a:pt x="126111" y="32016"/>
                  </a:lnTo>
                  <a:lnTo>
                    <a:pt x="122669" y="30060"/>
                  </a:lnTo>
                  <a:lnTo>
                    <a:pt x="122351" y="28257"/>
                  </a:lnTo>
                  <a:lnTo>
                    <a:pt x="121361" y="26301"/>
                  </a:lnTo>
                  <a:lnTo>
                    <a:pt x="120878" y="24333"/>
                  </a:lnTo>
                  <a:lnTo>
                    <a:pt x="122351" y="23037"/>
                  </a:lnTo>
                  <a:lnTo>
                    <a:pt x="133781" y="30060"/>
                  </a:lnTo>
                  <a:lnTo>
                    <a:pt x="137528" y="32016"/>
                  </a:lnTo>
                  <a:lnTo>
                    <a:pt x="141452" y="34467"/>
                  </a:lnTo>
                  <a:lnTo>
                    <a:pt x="149136" y="38227"/>
                  </a:lnTo>
                  <a:lnTo>
                    <a:pt x="152895" y="40678"/>
                  </a:lnTo>
                  <a:lnTo>
                    <a:pt x="153377" y="38722"/>
                  </a:lnTo>
                  <a:lnTo>
                    <a:pt x="152082" y="32499"/>
                  </a:lnTo>
                  <a:lnTo>
                    <a:pt x="148640" y="30543"/>
                  </a:lnTo>
                  <a:lnTo>
                    <a:pt x="145211" y="29235"/>
                  </a:lnTo>
                  <a:lnTo>
                    <a:pt x="138023" y="25323"/>
                  </a:lnTo>
                  <a:lnTo>
                    <a:pt x="134277" y="23850"/>
                  </a:lnTo>
                  <a:lnTo>
                    <a:pt x="130848" y="21564"/>
                  </a:lnTo>
                  <a:lnTo>
                    <a:pt x="128066" y="19113"/>
                  </a:lnTo>
                  <a:lnTo>
                    <a:pt x="125120" y="15836"/>
                  </a:lnTo>
                  <a:lnTo>
                    <a:pt x="128066" y="13398"/>
                  </a:lnTo>
                  <a:lnTo>
                    <a:pt x="130848" y="16332"/>
                  </a:lnTo>
                  <a:lnTo>
                    <a:pt x="137528" y="20091"/>
                  </a:lnTo>
                  <a:lnTo>
                    <a:pt x="140970" y="21564"/>
                  </a:lnTo>
                  <a:lnTo>
                    <a:pt x="144894" y="22542"/>
                  </a:lnTo>
                  <a:lnTo>
                    <a:pt x="148158" y="23850"/>
                  </a:lnTo>
                  <a:lnTo>
                    <a:pt x="151587" y="25806"/>
                  </a:lnTo>
                  <a:lnTo>
                    <a:pt x="154355" y="28257"/>
                  </a:lnTo>
                  <a:close/>
                </a:path>
                <a:path w="158115" h="61595">
                  <a:moveTo>
                    <a:pt x="157797" y="13881"/>
                  </a:moveTo>
                  <a:lnTo>
                    <a:pt x="155333" y="12407"/>
                  </a:lnTo>
                  <a:lnTo>
                    <a:pt x="151091" y="12407"/>
                  </a:lnTo>
                  <a:lnTo>
                    <a:pt x="147662" y="11430"/>
                  </a:lnTo>
                  <a:lnTo>
                    <a:pt x="149618" y="13398"/>
                  </a:lnTo>
                  <a:lnTo>
                    <a:pt x="152082" y="15354"/>
                  </a:lnTo>
                  <a:lnTo>
                    <a:pt x="154851" y="16332"/>
                  </a:lnTo>
                  <a:lnTo>
                    <a:pt x="157302" y="17640"/>
                  </a:lnTo>
                  <a:lnTo>
                    <a:pt x="157797" y="13881"/>
                  </a:lnTo>
                  <a:close/>
                </a:path>
              </a:pathLst>
            </a:custGeom>
            <a:solidFill>
              <a:srgbClr val="F2D8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592143" y="6521363"/>
              <a:ext cx="33020" cy="51435"/>
            </a:xfrm>
            <a:custGeom>
              <a:avLst/>
              <a:gdLst/>
              <a:ahLst/>
              <a:cxnLst/>
              <a:rect l="l" t="t" r="r" b="b"/>
              <a:pathLst>
                <a:path w="33020" h="51434">
                  <a:moveTo>
                    <a:pt x="32670" y="0"/>
                  </a:moveTo>
                  <a:lnTo>
                    <a:pt x="1468" y="25323"/>
                  </a:lnTo>
                  <a:lnTo>
                    <a:pt x="0" y="36761"/>
                  </a:lnTo>
                  <a:lnTo>
                    <a:pt x="0" y="46725"/>
                  </a:lnTo>
                  <a:lnTo>
                    <a:pt x="1960" y="49179"/>
                  </a:lnTo>
                  <a:lnTo>
                    <a:pt x="4738" y="50647"/>
                  </a:lnTo>
                  <a:lnTo>
                    <a:pt x="8652" y="51134"/>
                  </a:lnTo>
                  <a:lnTo>
                    <a:pt x="12410" y="50647"/>
                  </a:lnTo>
                  <a:lnTo>
                    <a:pt x="16824" y="50647"/>
                  </a:lnTo>
                  <a:lnTo>
                    <a:pt x="20582" y="50160"/>
                  </a:lnTo>
                  <a:lnTo>
                    <a:pt x="24010" y="50647"/>
                  </a:lnTo>
                  <a:lnTo>
                    <a:pt x="22543" y="37248"/>
                  </a:lnTo>
                  <a:lnTo>
                    <a:pt x="24010" y="24343"/>
                  </a:lnTo>
                  <a:lnTo>
                    <a:pt x="27274" y="11437"/>
                  </a:lnTo>
                  <a:lnTo>
                    <a:pt x="32670" y="0"/>
                  </a:lnTo>
                  <a:close/>
                </a:path>
              </a:pathLst>
            </a:custGeom>
            <a:solidFill>
              <a:srgbClr val="33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598342" y="6528886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20" h="18415">
                  <a:moveTo>
                    <a:pt x="13881" y="14376"/>
                  </a:moveTo>
                  <a:lnTo>
                    <a:pt x="10617" y="14376"/>
                  </a:lnTo>
                  <a:lnTo>
                    <a:pt x="7188" y="13881"/>
                  </a:lnTo>
                  <a:lnTo>
                    <a:pt x="3429" y="13881"/>
                  </a:lnTo>
                  <a:lnTo>
                    <a:pt x="0" y="14859"/>
                  </a:lnTo>
                  <a:lnTo>
                    <a:pt x="0" y="16827"/>
                  </a:lnTo>
                  <a:lnTo>
                    <a:pt x="495" y="17322"/>
                  </a:lnTo>
                  <a:lnTo>
                    <a:pt x="4406" y="17322"/>
                  </a:lnTo>
                  <a:lnTo>
                    <a:pt x="8661" y="17805"/>
                  </a:lnTo>
                  <a:lnTo>
                    <a:pt x="12090" y="17322"/>
                  </a:lnTo>
                  <a:lnTo>
                    <a:pt x="13881" y="14376"/>
                  </a:lnTo>
                  <a:close/>
                </a:path>
                <a:path w="20320" h="18415">
                  <a:moveTo>
                    <a:pt x="13881" y="6692"/>
                  </a:moveTo>
                  <a:lnTo>
                    <a:pt x="10617" y="7188"/>
                  </a:lnTo>
                  <a:lnTo>
                    <a:pt x="7188" y="6692"/>
                  </a:lnTo>
                  <a:lnTo>
                    <a:pt x="3924" y="7188"/>
                  </a:lnTo>
                  <a:lnTo>
                    <a:pt x="2451" y="10121"/>
                  </a:lnTo>
                  <a:lnTo>
                    <a:pt x="12090" y="10121"/>
                  </a:lnTo>
                  <a:lnTo>
                    <a:pt x="13881" y="9144"/>
                  </a:lnTo>
                  <a:lnTo>
                    <a:pt x="13881" y="6692"/>
                  </a:lnTo>
                  <a:close/>
                </a:path>
                <a:path w="20320" h="18415">
                  <a:moveTo>
                    <a:pt x="19761" y="0"/>
                  </a:moveTo>
                  <a:lnTo>
                    <a:pt x="5384" y="0"/>
                  </a:lnTo>
                  <a:lnTo>
                    <a:pt x="6692" y="2451"/>
                  </a:lnTo>
                  <a:lnTo>
                    <a:pt x="9639" y="2946"/>
                  </a:lnTo>
                  <a:lnTo>
                    <a:pt x="13068" y="2946"/>
                  </a:lnTo>
                  <a:lnTo>
                    <a:pt x="15354" y="3429"/>
                  </a:lnTo>
                  <a:lnTo>
                    <a:pt x="19761" y="1955"/>
                  </a:lnTo>
                  <a:lnTo>
                    <a:pt x="197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348101" y="6579204"/>
              <a:ext cx="521334" cy="102870"/>
            </a:xfrm>
            <a:custGeom>
              <a:avLst/>
              <a:gdLst/>
              <a:ahLst/>
              <a:cxnLst/>
              <a:rect l="l" t="t" r="r" b="b"/>
              <a:pathLst>
                <a:path w="521334" h="102870">
                  <a:moveTo>
                    <a:pt x="507352" y="21894"/>
                  </a:moveTo>
                  <a:lnTo>
                    <a:pt x="17310" y="23368"/>
                  </a:lnTo>
                  <a:lnTo>
                    <a:pt x="36423" y="101777"/>
                  </a:lnTo>
                  <a:lnTo>
                    <a:pt x="79540" y="101777"/>
                  </a:lnTo>
                  <a:lnTo>
                    <a:pt x="93433" y="102273"/>
                  </a:lnTo>
                  <a:lnTo>
                    <a:pt x="492480" y="102273"/>
                  </a:lnTo>
                  <a:lnTo>
                    <a:pt x="498208" y="83159"/>
                  </a:lnTo>
                  <a:lnTo>
                    <a:pt x="502119" y="63068"/>
                  </a:lnTo>
                  <a:lnTo>
                    <a:pt x="505383" y="42481"/>
                  </a:lnTo>
                  <a:lnTo>
                    <a:pt x="507352" y="21894"/>
                  </a:lnTo>
                  <a:close/>
                </a:path>
                <a:path w="521334" h="102870">
                  <a:moveTo>
                    <a:pt x="520738" y="4737"/>
                  </a:moveTo>
                  <a:lnTo>
                    <a:pt x="520255" y="1790"/>
                  </a:lnTo>
                  <a:lnTo>
                    <a:pt x="518287" y="1308"/>
                  </a:lnTo>
                  <a:lnTo>
                    <a:pt x="514045" y="1308"/>
                  </a:lnTo>
                  <a:lnTo>
                    <a:pt x="506374" y="812"/>
                  </a:lnTo>
                  <a:lnTo>
                    <a:pt x="496735" y="812"/>
                  </a:lnTo>
                  <a:lnTo>
                    <a:pt x="484809" y="495"/>
                  </a:lnTo>
                  <a:lnTo>
                    <a:pt x="455079" y="495"/>
                  </a:lnTo>
                  <a:lnTo>
                    <a:pt x="437769" y="0"/>
                  </a:lnTo>
                  <a:lnTo>
                    <a:pt x="188010" y="0"/>
                  </a:lnTo>
                  <a:lnTo>
                    <a:pt x="164973" y="495"/>
                  </a:lnTo>
                  <a:lnTo>
                    <a:pt x="49326" y="495"/>
                  </a:lnTo>
                  <a:lnTo>
                    <a:pt x="35445" y="812"/>
                  </a:lnTo>
                  <a:lnTo>
                    <a:pt x="1955" y="812"/>
                  </a:lnTo>
                  <a:lnTo>
                    <a:pt x="0" y="3263"/>
                  </a:lnTo>
                  <a:lnTo>
                    <a:pt x="0" y="9969"/>
                  </a:lnTo>
                  <a:lnTo>
                    <a:pt x="482" y="12903"/>
                  </a:lnTo>
                  <a:lnTo>
                    <a:pt x="234886" y="12903"/>
                  </a:lnTo>
                  <a:lnTo>
                    <a:pt x="259384" y="12420"/>
                  </a:lnTo>
                  <a:lnTo>
                    <a:pt x="517804" y="12420"/>
                  </a:lnTo>
                  <a:lnTo>
                    <a:pt x="519760" y="10452"/>
                  </a:lnTo>
                  <a:lnTo>
                    <a:pt x="520738" y="7518"/>
                  </a:lnTo>
                  <a:lnTo>
                    <a:pt x="520738" y="4737"/>
                  </a:lnTo>
                  <a:close/>
                </a:path>
              </a:pathLst>
            </a:custGeom>
            <a:solidFill>
              <a:srgbClr val="C69E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i="0">
                <a:latin typeface="Verdana"/>
                <a:cs typeface="Verdana"/>
              </a:rPr>
              <a:t>©</a:t>
            </a:r>
            <a:r>
              <a:rPr dirty="0" spc="40" i="0">
                <a:latin typeface="Verdana"/>
                <a:cs typeface="Verdana"/>
              </a:rPr>
              <a:t> </a:t>
            </a:r>
            <a:r>
              <a:rPr dirty="0"/>
              <a:t>2018-2022</a:t>
            </a:r>
            <a:r>
              <a:rPr dirty="0" spc="45"/>
              <a:t> </a:t>
            </a:r>
            <a:r>
              <a:rPr dirty="0"/>
              <a:t>Lecture</a:t>
            </a:r>
            <a:r>
              <a:rPr dirty="0" spc="40"/>
              <a:t> </a:t>
            </a:r>
            <a:r>
              <a:rPr dirty="0"/>
              <a:t>Note</a:t>
            </a:r>
            <a:r>
              <a:rPr dirty="0" spc="40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Computer</a:t>
            </a:r>
            <a:r>
              <a:rPr dirty="0" spc="40"/>
              <a:t> </a:t>
            </a:r>
            <a:r>
              <a:rPr dirty="0" spc="-10"/>
              <a:t>Network</a:t>
            </a:r>
          </a:p>
        </p:txBody>
      </p:sp>
      <p:sp>
        <p:nvSpPr>
          <p:cNvPr id="35" name="object 35" descr=""/>
          <p:cNvSpPr txBox="1"/>
          <p:nvPr/>
        </p:nvSpPr>
        <p:spPr>
          <a:xfrm>
            <a:off x="7231438" y="6939377"/>
            <a:ext cx="1337310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 spc="4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dirty="0" sz="400" spc="4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400" spc="4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-10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Jaehyun Park</dc:creator>
  <dc:title>SCN-02_Protocol</dc:title>
  <dcterms:created xsi:type="dcterms:W3CDTF">2024-09-11T01:31:44Z</dcterms:created>
  <dcterms:modified xsi:type="dcterms:W3CDTF">2024-09-11T01:31:44Z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2022-09-06T00:00:00Z</vt:filetime>
  </property>
  <property fmtid="{D5CDD505-2E9C-101B-9397-08002B2CF9AE}" pid="3" name="Creator">
    <vt:lpwstr>pdftopdf filter</vt:lpwstr>
  </property>
  <property fmtid="{D5CDD505-2E9C-101B-9397-08002B2CF9AE}" pid="4" name="LastSaved">
    <vt:filetime>2024-09-11T00:00:00Z</vt:filetime>
  </property>
  <property fmtid="{D5CDD505-2E9C-101B-9397-08002B2CF9AE}" pid="5" name="Producer">
    <vt:lpwstr>macOS Version 12.5.1 (Build 21G83) Quartz PDFContext</vt:lpwstr>
  </property>
</Properties>
</file>