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3657599"/>
            <a:ext cx="6404610" cy="109855"/>
          </a:xfrm>
          <a:custGeom>
            <a:avLst/>
            <a:gdLst/>
            <a:ahLst/>
            <a:cxnLst/>
            <a:rect l="l" t="t" r="r" b="b"/>
            <a:pathLst>
              <a:path w="6404609" h="109854">
                <a:moveTo>
                  <a:pt x="6404457" y="0"/>
                </a:moveTo>
                <a:lnTo>
                  <a:pt x="0" y="0"/>
                </a:lnTo>
                <a:lnTo>
                  <a:pt x="0" y="109537"/>
                </a:lnTo>
                <a:lnTo>
                  <a:pt x="6404457" y="109537"/>
                </a:lnTo>
                <a:lnTo>
                  <a:pt x="6404457" y="0"/>
                </a:lnTo>
                <a:close/>
              </a:path>
            </a:pathLst>
          </a:custGeom>
          <a:solidFill>
            <a:srgbClr val="4764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12800" y="3657600"/>
            <a:ext cx="10363200" cy="0"/>
          </a:xfrm>
          <a:custGeom>
            <a:avLst/>
            <a:gdLst/>
            <a:ahLst/>
            <a:cxnLst/>
            <a:rect l="l" t="t" r="r" b="b"/>
            <a:pathLst>
              <a:path w="10363200" h="0">
                <a:moveTo>
                  <a:pt x="0" y="0"/>
                </a:moveTo>
                <a:lnTo>
                  <a:pt x="10363200" y="0"/>
                </a:lnTo>
              </a:path>
            </a:pathLst>
          </a:custGeom>
          <a:ln w="9525">
            <a:solidFill>
              <a:srgbClr val="4764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903919"/>
            <a:ext cx="6207760" cy="109855"/>
          </a:xfrm>
          <a:custGeom>
            <a:avLst/>
            <a:gdLst/>
            <a:ahLst/>
            <a:cxnLst/>
            <a:rect l="l" t="t" r="r" b="b"/>
            <a:pathLst>
              <a:path w="6207759" h="109855">
                <a:moveTo>
                  <a:pt x="6207347" y="0"/>
                </a:moveTo>
                <a:lnTo>
                  <a:pt x="0" y="0"/>
                </a:lnTo>
                <a:lnTo>
                  <a:pt x="0" y="109537"/>
                </a:lnTo>
                <a:lnTo>
                  <a:pt x="6207347" y="109537"/>
                </a:lnTo>
                <a:lnTo>
                  <a:pt x="6207347" y="0"/>
                </a:lnTo>
                <a:close/>
              </a:path>
            </a:pathLst>
          </a:custGeom>
          <a:solidFill>
            <a:srgbClr val="4764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12800" y="903919"/>
            <a:ext cx="10610850" cy="0"/>
          </a:xfrm>
          <a:custGeom>
            <a:avLst/>
            <a:gdLst/>
            <a:ahLst/>
            <a:cxnLst/>
            <a:rect l="l" t="t" r="r" b="b"/>
            <a:pathLst>
              <a:path w="10610850" h="0">
                <a:moveTo>
                  <a:pt x="0" y="0"/>
                </a:moveTo>
                <a:lnTo>
                  <a:pt x="10610851" y="0"/>
                </a:lnTo>
              </a:path>
            </a:pathLst>
          </a:custGeom>
          <a:ln w="9525">
            <a:solidFill>
              <a:srgbClr val="4764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12800" y="6324598"/>
            <a:ext cx="10566400" cy="0"/>
          </a:xfrm>
          <a:custGeom>
            <a:avLst/>
            <a:gdLst/>
            <a:ahLst/>
            <a:cxnLst/>
            <a:rect l="l" t="t" r="r" b="b"/>
            <a:pathLst>
              <a:path w="10566400" h="0">
                <a:moveTo>
                  <a:pt x="0" y="1"/>
                </a:moveTo>
                <a:lnTo>
                  <a:pt x="10566400" y="0"/>
                </a:lnTo>
              </a:path>
            </a:pathLst>
          </a:custGeom>
          <a:ln w="3175">
            <a:solidFill>
              <a:srgbClr val="4764B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45469" y="6483761"/>
            <a:ext cx="1424247" cy="2701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4973" y="276859"/>
            <a:ext cx="408812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4391" y="1104899"/>
            <a:ext cx="10318750" cy="4649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844973" y="6453666"/>
            <a:ext cx="1687830" cy="262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5466"/>
                </a:solidFill>
                <a:latin typeface="Malgun Gothic"/>
                <a:cs typeface="Malgun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539" y="2308281"/>
            <a:ext cx="2736850" cy="5334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95"/>
              <a:t>글쓰기의</a:t>
            </a:r>
            <a:r>
              <a:rPr dirty="0" sz="3300" spc="-200"/>
              <a:t> </a:t>
            </a:r>
            <a:r>
              <a:rPr dirty="0" sz="3300" spc="70"/>
              <a:t>기초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255">
              <a:lnSpc>
                <a:spcPct val="100000"/>
              </a:lnSpc>
              <a:spcBef>
                <a:spcPts val="100"/>
              </a:spcBef>
            </a:pPr>
            <a:r>
              <a:rPr dirty="0"/>
              <a:t>글쓰기의</a:t>
            </a:r>
            <a:r>
              <a:rPr dirty="0" spc="15"/>
              <a:t> </a:t>
            </a:r>
            <a:r>
              <a:rPr dirty="0" spc="-35"/>
              <a:t>목표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4391" y="1360932"/>
            <a:ext cx="3898900" cy="2336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100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소통을</a:t>
            </a:r>
            <a:r>
              <a:rPr dirty="0" sz="2000" spc="-16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위한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글쓰기</a:t>
            </a:r>
            <a:endParaRPr sz="2000">
              <a:latin typeface="Malgun Gothic"/>
              <a:cs typeface="Malgun Gothic"/>
            </a:endParaRPr>
          </a:p>
          <a:p>
            <a:pPr marL="374015" indent="-361315">
              <a:lnSpc>
                <a:spcPct val="100000"/>
              </a:lnSpc>
              <a:spcBef>
                <a:spcPts val="2905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타자에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대한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이해로써의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글쓰기</a:t>
            </a:r>
            <a:endParaRPr sz="2000">
              <a:latin typeface="Malgun Gothic"/>
              <a:cs typeface="Malgun Gothic"/>
            </a:endParaRPr>
          </a:p>
          <a:p>
            <a:pPr marL="374015" indent="-361315">
              <a:lnSpc>
                <a:spcPct val="100000"/>
              </a:lnSpc>
              <a:spcBef>
                <a:spcPts val="2900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이해와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합의로서의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글쓰기</a:t>
            </a:r>
            <a:endParaRPr sz="2000">
              <a:latin typeface="Malgun Gothic"/>
              <a:cs typeface="Malgun Gothic"/>
            </a:endParaRPr>
          </a:p>
          <a:p>
            <a:pPr marL="374015" indent="-361315">
              <a:lnSpc>
                <a:spcPct val="100000"/>
              </a:lnSpc>
              <a:spcBef>
                <a:spcPts val="2785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독자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분석을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통한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글쓰기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82" sz="3525"/>
              <a:t>글쓰기의</a:t>
            </a:r>
            <a:r>
              <a:rPr dirty="0" baseline="1182" sz="3525" spc="-37"/>
              <a:t> </a:t>
            </a:r>
            <a:r>
              <a:rPr dirty="0" baseline="1182" sz="3525"/>
              <a:t>목표</a:t>
            </a:r>
            <a:r>
              <a:rPr dirty="0" baseline="1182" sz="3525" spc="-37"/>
              <a:t> </a:t>
            </a:r>
            <a:r>
              <a:rPr dirty="0" sz="2400" spc="-25">
                <a:latin typeface="Arial"/>
                <a:cs typeface="Arial"/>
              </a:rPr>
              <a:t>(1)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4391" y="1248155"/>
            <a:ext cx="7105650" cy="3960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100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소통을</a:t>
            </a:r>
            <a:r>
              <a:rPr dirty="0" sz="2000" spc="-16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위한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글쓰기</a:t>
            </a:r>
            <a:endParaRPr sz="2000">
              <a:latin typeface="Malgun Gothic"/>
              <a:cs typeface="Malgun Gothic"/>
            </a:endParaRPr>
          </a:p>
          <a:p>
            <a:pPr lvl="1" marL="725170" indent="-350520">
              <a:lnSpc>
                <a:spcPct val="100000"/>
              </a:lnSpc>
              <a:spcBef>
                <a:spcPts val="1680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대학은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가르침과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배움이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있는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지식의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소통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장소</a:t>
            </a:r>
            <a:endParaRPr sz="2000">
              <a:latin typeface="Malgun Gothic"/>
              <a:cs typeface="Malgun Gothic"/>
            </a:endParaRPr>
          </a:p>
          <a:p>
            <a:pPr lvl="1" marL="725170" indent="-350520">
              <a:lnSpc>
                <a:spcPct val="100000"/>
              </a:lnSpc>
              <a:spcBef>
                <a:spcPts val="1700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글쓰기는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배움의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수단</a:t>
            </a:r>
            <a:endParaRPr sz="2000">
              <a:latin typeface="Malgun Gothic"/>
              <a:cs typeface="Malgun Gothic"/>
            </a:endParaRPr>
          </a:p>
          <a:p>
            <a:pPr lvl="1" marL="725170" indent="-350520">
              <a:lnSpc>
                <a:spcPct val="100000"/>
              </a:lnSpc>
              <a:spcBef>
                <a:spcPts val="1610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글쓰기는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소통의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수단</a:t>
            </a:r>
            <a:r>
              <a:rPr dirty="0" sz="2000" spc="-25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lvl="2" marL="1085215" indent="-360045">
              <a:lnSpc>
                <a:spcPct val="100000"/>
              </a:lnSpc>
              <a:spcBef>
                <a:spcPts val="1705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자신의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생각을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타인에게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설명하고</a:t>
            </a:r>
            <a:endParaRPr sz="2000">
              <a:latin typeface="Malgun Gothic"/>
              <a:cs typeface="Malgun Gothic"/>
            </a:endParaRPr>
          </a:p>
          <a:p>
            <a:pPr lvl="2" marL="1085215" indent="-360045">
              <a:lnSpc>
                <a:spcPct val="100000"/>
              </a:lnSpc>
              <a:spcBef>
                <a:spcPts val="1705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어떤</a:t>
            </a:r>
            <a:r>
              <a:rPr dirty="0" sz="2000" spc="-16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대상이나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사건을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평가하며</a:t>
            </a:r>
            <a:r>
              <a:rPr dirty="0" sz="2000" spc="-10">
                <a:latin typeface="Arial MT"/>
                <a:cs typeface="Arial MT"/>
              </a:rPr>
              <a:t>,</a:t>
            </a:r>
            <a:endParaRPr sz="2000">
              <a:latin typeface="Arial MT"/>
              <a:cs typeface="Arial MT"/>
            </a:endParaRPr>
          </a:p>
          <a:p>
            <a:pPr lvl="2" marL="1085215" indent="-360045">
              <a:lnSpc>
                <a:spcPct val="100000"/>
              </a:lnSpc>
              <a:spcBef>
                <a:spcPts val="1680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문제의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해결책을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모색하고</a:t>
            </a:r>
            <a:endParaRPr sz="2000">
              <a:latin typeface="Malgun Gothic"/>
              <a:cs typeface="Malgun Gothic"/>
            </a:endParaRPr>
          </a:p>
          <a:p>
            <a:pPr lvl="2" marL="1085215" indent="-360045">
              <a:lnSpc>
                <a:spcPct val="100000"/>
              </a:lnSpc>
              <a:spcBef>
                <a:spcPts val="1700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자신의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관점이나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의견을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타인에게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설득하기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위한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수단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96341" y="5387340"/>
            <a:ext cx="1416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solidFill>
                  <a:srgbClr val="4764B0"/>
                </a:solidFill>
                <a:latin typeface="Wingdings"/>
                <a:cs typeface="Wingdings"/>
              </a:rPr>
              <a:t></a:t>
            </a:r>
            <a:endParaRPr sz="2000">
              <a:latin typeface="Wingdings"/>
              <a:cs typeface="Wingding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60196" y="5424963"/>
            <a:ext cx="9588500" cy="2921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5"/>
              </a:lnSpc>
            </a:pPr>
            <a:r>
              <a:rPr dirty="0" sz="2000">
                <a:latin typeface="Malgun Gothic"/>
                <a:cs typeface="Malgun Gothic"/>
              </a:rPr>
              <a:t>대학에서의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배움이란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개별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학문에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대한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지식을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습득하는데에서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나아가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습득한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지식을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60196" y="5882163"/>
            <a:ext cx="8261350" cy="29210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205"/>
              </a:lnSpc>
            </a:pPr>
            <a:r>
              <a:rPr dirty="0" sz="2000">
                <a:latin typeface="Malgun Gothic"/>
                <a:cs typeface="Malgun Gothic"/>
              </a:rPr>
              <a:t>보편성에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입각하여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자신의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언어로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발전시켜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나가는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방법을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몸에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익히는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것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82" sz="3525"/>
              <a:t>글쓰기의</a:t>
            </a:r>
            <a:r>
              <a:rPr dirty="0" baseline="1182" sz="3525" spc="-37"/>
              <a:t> </a:t>
            </a:r>
            <a:r>
              <a:rPr dirty="0" baseline="1182" sz="3525"/>
              <a:t>목표</a:t>
            </a:r>
            <a:r>
              <a:rPr dirty="0" baseline="1182" sz="3525" spc="-37"/>
              <a:t> </a:t>
            </a:r>
            <a:r>
              <a:rPr dirty="0" sz="2400" spc="-25">
                <a:latin typeface="Arial"/>
                <a:cs typeface="Arial"/>
              </a:rPr>
              <a:t>(2)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4391" y="1248155"/>
            <a:ext cx="10352405" cy="4874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100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타자에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대한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이해로서의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글쓰기</a:t>
            </a:r>
            <a:endParaRPr sz="2000">
              <a:latin typeface="Malgun Gothic"/>
              <a:cs typeface="Malgun Gothic"/>
            </a:endParaRPr>
          </a:p>
          <a:p>
            <a:pPr lvl="1" marL="725805" marR="144780" indent="-351155">
              <a:lnSpc>
                <a:spcPct val="150000"/>
              </a:lnSpc>
              <a:spcBef>
                <a:spcPts val="480"/>
              </a:spcBef>
              <a:buClr>
                <a:srgbClr val="4764B0"/>
              </a:buClr>
              <a:buFont typeface="Wingdings"/>
              <a:buChar char=""/>
              <a:tabLst>
                <a:tab pos="725805" algn="l"/>
              </a:tabLst>
            </a:pPr>
            <a:r>
              <a:rPr dirty="0" sz="2000">
                <a:latin typeface="Malgun Gothic"/>
                <a:cs typeface="Malgun Gothic"/>
              </a:rPr>
              <a:t>보편성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확보를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위해서는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먼저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세상의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누구도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동일한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대상을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동일한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눈으로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보지 </a:t>
            </a:r>
            <a:r>
              <a:rPr dirty="0" sz="2000">
                <a:latin typeface="Malgun Gothic"/>
                <a:cs typeface="Malgun Gothic"/>
              </a:rPr>
              <a:t>않는다는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사실을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 spc="160">
                <a:latin typeface="Malgun Gothic"/>
                <a:cs typeface="Malgun Gothic"/>
              </a:rPr>
              <a:t>인식해🅓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함</a:t>
            </a:r>
            <a:endParaRPr sz="2000">
              <a:latin typeface="Malgun Gothic"/>
              <a:cs typeface="Malgun Gothic"/>
            </a:endParaRPr>
          </a:p>
          <a:p>
            <a:pPr lvl="1" marL="725170" indent="-350520">
              <a:lnSpc>
                <a:spcPct val="100000"/>
              </a:lnSpc>
              <a:spcBef>
                <a:spcPts val="1700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우리는</a:t>
            </a:r>
            <a:r>
              <a:rPr dirty="0" sz="2000" spc="-16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사실을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＂그대로</a:t>
            </a:r>
            <a:r>
              <a:rPr dirty="0" sz="2000">
                <a:latin typeface="Arial MT"/>
                <a:cs typeface="Arial MT"/>
              </a:rPr>
              <a:t>”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본다고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생각하지만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사실은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Arial MT"/>
                <a:cs typeface="Arial MT"/>
              </a:rPr>
              <a:t>“</a:t>
            </a:r>
            <a:r>
              <a:rPr dirty="0" sz="2000">
                <a:latin typeface="Malgun Gothic"/>
                <a:cs typeface="Malgun Gothic"/>
              </a:rPr>
              <a:t>배운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대로</a:t>
            </a:r>
            <a:r>
              <a:rPr dirty="0" sz="2000">
                <a:latin typeface="Arial MT"/>
                <a:cs typeface="Arial MT"/>
              </a:rPr>
              <a:t>”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본다</a:t>
            </a:r>
            <a:r>
              <a:rPr dirty="0" sz="2000" spc="-25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lvl="1" marL="725170" indent="-350520">
              <a:lnSpc>
                <a:spcPct val="100000"/>
              </a:lnSpc>
              <a:spcBef>
                <a:spcPts val="1610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동일한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현상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역시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다른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방식으로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해석될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있음</a:t>
            </a:r>
            <a:r>
              <a:rPr dirty="0" sz="2000" spc="-25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lvl="1" marL="725170" indent="-350520">
              <a:lnSpc>
                <a:spcPct val="100000"/>
              </a:lnSpc>
              <a:spcBef>
                <a:spcPts val="1705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사람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생각의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차이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문화의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차이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소통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방식의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차이를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이해하고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수용하는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필요함</a:t>
            </a:r>
            <a:endParaRPr sz="2000">
              <a:latin typeface="Malgun Gothic"/>
              <a:cs typeface="Malgun Gothic"/>
            </a:endParaRPr>
          </a:p>
          <a:p>
            <a:pPr lvl="1" marL="725170" indent="-350520">
              <a:lnSpc>
                <a:spcPct val="100000"/>
              </a:lnSpc>
              <a:spcBef>
                <a:spcPts val="1705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글을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때</a:t>
            </a:r>
            <a:r>
              <a:rPr dirty="0" sz="2000" spc="-25">
                <a:latin typeface="Arial MT"/>
                <a:cs typeface="Arial MT"/>
              </a:rPr>
              <a:t>,</a:t>
            </a:r>
            <a:endParaRPr sz="2000">
              <a:latin typeface="Arial MT"/>
              <a:cs typeface="Arial MT"/>
            </a:endParaRPr>
          </a:p>
          <a:p>
            <a:pPr lvl="2" marL="1085850" marR="38735" indent="-360680">
              <a:lnSpc>
                <a:spcPct val="150000"/>
              </a:lnSpc>
              <a:spcBef>
                <a:spcPts val="480"/>
              </a:spcBef>
              <a:buClr>
                <a:srgbClr val="4764B0"/>
              </a:buClr>
              <a:buFont typeface="Arial MT"/>
              <a:buChar char="–"/>
              <a:tabLst>
                <a:tab pos="1085850" algn="l"/>
              </a:tabLst>
            </a:pPr>
            <a:r>
              <a:rPr dirty="0" sz="2000">
                <a:latin typeface="Malgun Gothic"/>
                <a:cs typeface="Malgun Gothic"/>
              </a:rPr>
              <a:t>자신의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견해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자신의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문화적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가치가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절대적인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아니며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자신의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삶의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방식이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유일 </a:t>
            </a:r>
            <a:r>
              <a:rPr dirty="0" sz="2000">
                <a:latin typeface="Malgun Gothic"/>
                <a:cs typeface="Malgun Gothic"/>
              </a:rPr>
              <a:t>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필연적인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아니라는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것과</a:t>
            </a:r>
            <a:endParaRPr sz="2000">
              <a:latin typeface="Malgun Gothic"/>
              <a:cs typeface="Malgun Gothic"/>
            </a:endParaRPr>
          </a:p>
          <a:p>
            <a:pPr lvl="2" marL="1085215" indent="-360045">
              <a:lnSpc>
                <a:spcPct val="100000"/>
              </a:lnSpc>
              <a:spcBef>
                <a:spcPts val="1700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글을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읽는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이가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나와는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다른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생각을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존재라는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사실을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160">
                <a:latin typeface="Malgun Gothic"/>
                <a:cs typeface="Malgun Gothic"/>
              </a:rPr>
              <a:t>기억해🅓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함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82" sz="3525"/>
              <a:t>글쓰기의</a:t>
            </a:r>
            <a:r>
              <a:rPr dirty="0" baseline="1182" sz="3525" spc="-37"/>
              <a:t> </a:t>
            </a:r>
            <a:r>
              <a:rPr dirty="0" baseline="1182" sz="3525"/>
              <a:t>목표</a:t>
            </a:r>
            <a:r>
              <a:rPr dirty="0" baseline="1182" sz="3525" spc="-37"/>
              <a:t> </a:t>
            </a:r>
            <a:r>
              <a:rPr dirty="0" sz="2400" spc="-25">
                <a:latin typeface="Arial"/>
                <a:cs typeface="Arial"/>
              </a:rPr>
              <a:t>(3)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4391" y="1104899"/>
            <a:ext cx="10502900" cy="43967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algn="just" marL="374015" indent="-36131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이해와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합의로서의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글쓰기</a:t>
            </a:r>
            <a:endParaRPr sz="2000">
              <a:latin typeface="Malgun Gothic"/>
              <a:cs typeface="Malgun Gothic"/>
            </a:endParaRPr>
          </a:p>
          <a:p>
            <a:pPr algn="just" lvl="1" marL="725805" marR="111125" indent="-351155">
              <a:lnSpc>
                <a:spcPct val="100000"/>
              </a:lnSpc>
              <a:spcBef>
                <a:spcPts val="409"/>
              </a:spcBef>
              <a:buClr>
                <a:srgbClr val="4764B0"/>
              </a:buClr>
              <a:buFont typeface="Wingdings"/>
              <a:buChar char=""/>
              <a:tabLst>
                <a:tab pos="725805" algn="l"/>
              </a:tabLst>
            </a:pPr>
            <a:r>
              <a:rPr dirty="0" sz="2000">
                <a:latin typeface="Malgun Gothic"/>
                <a:cs typeface="Malgun Gothic"/>
              </a:rPr>
              <a:t>사회과학은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옳고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그름의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문제보다는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얼마나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수용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가능하지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얼마나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개연적인지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하는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문 </a:t>
            </a:r>
            <a:r>
              <a:rPr dirty="0" sz="2000">
                <a:latin typeface="Malgun Gothic"/>
                <a:cs typeface="Malgun Gothic"/>
              </a:rPr>
              <a:t>제를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다룬다</a:t>
            </a:r>
            <a:r>
              <a:rPr dirty="0" sz="2000" spc="-2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algn="just" lvl="2" marL="1083310" marR="5080" indent="-358140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–"/>
              <a:tabLst>
                <a:tab pos="1085850" algn="l"/>
              </a:tabLst>
            </a:pPr>
            <a:r>
              <a:rPr dirty="0" sz="2000">
                <a:latin typeface="Malgun Gothic"/>
                <a:cs typeface="Malgun Gothic"/>
              </a:rPr>
              <a:t>예</a:t>
            </a:r>
            <a:r>
              <a:rPr dirty="0" sz="2000">
                <a:latin typeface="Arial MT"/>
                <a:cs typeface="Arial MT"/>
              </a:rPr>
              <a:t>: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토마스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쿤의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과학혁명의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구조</a:t>
            </a:r>
            <a:r>
              <a:rPr dirty="0" sz="2000">
                <a:latin typeface="Arial MT"/>
                <a:cs typeface="Arial MT"/>
              </a:rPr>
              <a:t>.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자연과학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90">
                <a:latin typeface="Malgun Gothic"/>
                <a:cs typeface="Malgun Gothic"/>
              </a:rPr>
              <a:t>분🅓에서조차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이론을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정당화하는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객관적 </a:t>
            </a:r>
            <a:r>
              <a:rPr dirty="0" sz="2000" spc="-25">
                <a:latin typeface="Malgun Gothic"/>
                <a:cs typeface="Malgun Gothic"/>
              </a:rPr>
              <a:t>	</a:t>
            </a:r>
            <a:r>
              <a:rPr dirty="0" sz="2000">
                <a:latin typeface="Malgun Gothic"/>
                <a:cs typeface="Malgun Gothic"/>
              </a:rPr>
              <a:t>기준이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존재하는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아니라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단지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과학자들이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합의하고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공인한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기준만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있을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뿐이라 </a:t>
            </a:r>
            <a:r>
              <a:rPr dirty="0" sz="2000" spc="-25">
                <a:latin typeface="Malgun Gothic"/>
                <a:cs typeface="Malgun Gothic"/>
              </a:rPr>
              <a:t>	</a:t>
            </a:r>
            <a:r>
              <a:rPr dirty="0" sz="2000">
                <a:latin typeface="Malgun Gothic"/>
                <a:cs typeface="Malgun Gothic"/>
              </a:rPr>
              <a:t>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35">
                <a:latin typeface="Malgun Gothic"/>
                <a:cs typeface="Malgun Gothic"/>
              </a:rPr>
              <a:t>밝힘</a:t>
            </a:r>
            <a:endParaRPr sz="2000">
              <a:latin typeface="Malgun Gothic"/>
              <a:cs typeface="Malgun Gothic"/>
            </a:endParaRPr>
          </a:p>
          <a:p>
            <a:pPr algn="just" lvl="1" marL="725805" marR="41275" indent="-35115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Wingdings"/>
              <a:buChar char=""/>
              <a:tabLst>
                <a:tab pos="725805" algn="l"/>
              </a:tabLst>
            </a:pPr>
            <a:r>
              <a:rPr dirty="0" sz="2000">
                <a:latin typeface="Malgun Gothic"/>
                <a:cs typeface="Malgun Gothic"/>
              </a:rPr>
              <a:t>아무리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쓰는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신념을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가지고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절대적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진리를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다룬다고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하여도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이것이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다른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사람에 </a:t>
            </a:r>
            <a:r>
              <a:rPr dirty="0" sz="2000">
                <a:latin typeface="Malgun Gothic"/>
                <a:cs typeface="Malgun Gothic"/>
              </a:rPr>
              <a:t>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이해되고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받아들여지지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않으면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진리는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여러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사이에서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수용되고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소통되는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지 </a:t>
            </a:r>
            <a:r>
              <a:rPr dirty="0" sz="2000">
                <a:latin typeface="Malgun Gothic"/>
                <a:cs typeface="Malgun Gothic"/>
              </a:rPr>
              <a:t>식으로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자리잡을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없음</a:t>
            </a:r>
            <a:endParaRPr sz="2000">
              <a:latin typeface="Malgun Gothic"/>
              <a:cs typeface="Malgun Gothic"/>
            </a:endParaRPr>
          </a:p>
          <a:p>
            <a:pPr algn="just" lvl="1" marL="725805" marR="226060" indent="-351155">
              <a:lnSpc>
                <a:spcPct val="100000"/>
              </a:lnSpc>
              <a:spcBef>
                <a:spcPts val="500"/>
              </a:spcBef>
              <a:buClr>
                <a:srgbClr val="4764B0"/>
              </a:buClr>
              <a:buFont typeface="Wingdings"/>
              <a:buChar char=""/>
              <a:tabLst>
                <a:tab pos="725805" algn="l"/>
              </a:tabLst>
            </a:pPr>
            <a:r>
              <a:rPr dirty="0" sz="2000">
                <a:latin typeface="Malgun Gothic"/>
                <a:cs typeface="Malgun Gothic"/>
              </a:rPr>
              <a:t>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쓰는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사람은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글을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읽을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독자들의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이해와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합의를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이끌어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있는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방법을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다방면으 </a:t>
            </a:r>
            <a:r>
              <a:rPr dirty="0" sz="2000">
                <a:latin typeface="Malgun Gothic"/>
                <a:cs typeface="Malgun Gothic"/>
              </a:rPr>
              <a:t>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모색하며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글을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써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210">
                <a:latin typeface="Malgun Gothic"/>
                <a:cs typeface="Malgun Gothic"/>
              </a:rPr>
              <a:t>나가🅓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한다</a:t>
            </a:r>
            <a:r>
              <a:rPr dirty="0" sz="2000" spc="-25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algn="just" lvl="2" marL="1083310" indent="-358140">
              <a:lnSpc>
                <a:spcPct val="100000"/>
              </a:lnSpc>
              <a:spcBef>
                <a:spcPts val="480"/>
              </a:spcBef>
              <a:buClr>
                <a:srgbClr val="4764B0"/>
              </a:buClr>
              <a:buFont typeface="Arial MT"/>
              <a:buChar char="–"/>
              <a:tabLst>
                <a:tab pos="1083310" algn="l"/>
              </a:tabLst>
            </a:pPr>
            <a:r>
              <a:rPr dirty="0" sz="2000">
                <a:latin typeface="Malgun Gothic"/>
                <a:cs typeface="Malgun Gothic"/>
              </a:rPr>
              <a:t>독자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분석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후</a:t>
            </a:r>
            <a:endParaRPr sz="2000">
              <a:latin typeface="Malgun Gothic"/>
              <a:cs typeface="Malgun Gothic"/>
            </a:endParaRPr>
          </a:p>
          <a:p>
            <a:pPr algn="just" lvl="2" marL="1083310" indent="-358140">
              <a:lnSpc>
                <a:spcPct val="100000"/>
              </a:lnSpc>
              <a:spcBef>
                <a:spcPts val="409"/>
              </a:spcBef>
              <a:buClr>
                <a:srgbClr val="4764B0"/>
              </a:buClr>
              <a:buFont typeface="Arial MT"/>
              <a:buChar char="–"/>
              <a:tabLst>
                <a:tab pos="1083310" algn="l"/>
              </a:tabLst>
            </a:pPr>
            <a:r>
              <a:rPr dirty="0" sz="2000">
                <a:latin typeface="Malgun Gothic"/>
                <a:cs typeface="Malgun Gothic"/>
              </a:rPr>
              <a:t>글의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목적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및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상황에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맞는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어조나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어투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문체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선택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255">
              <a:lnSpc>
                <a:spcPct val="100000"/>
              </a:lnSpc>
              <a:spcBef>
                <a:spcPts val="100"/>
              </a:spcBef>
            </a:pPr>
            <a:r>
              <a:rPr dirty="0" baseline="1182" sz="3525"/>
              <a:t>글쓰기의</a:t>
            </a:r>
            <a:r>
              <a:rPr dirty="0" baseline="1182" sz="3525" spc="-37"/>
              <a:t> </a:t>
            </a:r>
            <a:r>
              <a:rPr dirty="0" baseline="1182" sz="3525"/>
              <a:t>목표</a:t>
            </a:r>
            <a:r>
              <a:rPr dirty="0" baseline="1182" sz="3525" spc="-37"/>
              <a:t> </a:t>
            </a:r>
            <a:r>
              <a:rPr dirty="0" sz="2400" spc="-25">
                <a:latin typeface="Arial"/>
                <a:cs typeface="Arial"/>
              </a:rPr>
              <a:t>(4)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4391" y="1104899"/>
            <a:ext cx="10396855" cy="324104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독자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분석을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통한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글쓰기</a:t>
            </a:r>
            <a:endParaRPr sz="2000">
              <a:latin typeface="Malgun Gothic"/>
              <a:cs typeface="Malgun Gothic"/>
            </a:endParaRPr>
          </a:p>
          <a:p>
            <a:pPr lvl="1" marL="725805" marR="5080" indent="-351155">
              <a:lnSpc>
                <a:spcPct val="100000"/>
              </a:lnSpc>
              <a:spcBef>
                <a:spcPts val="409"/>
              </a:spcBef>
              <a:buClr>
                <a:srgbClr val="4764B0"/>
              </a:buClr>
              <a:buFont typeface="Wingdings"/>
              <a:buChar char=""/>
              <a:tabLst>
                <a:tab pos="725805" algn="l"/>
              </a:tabLst>
            </a:pPr>
            <a:r>
              <a:rPr dirty="0" sz="2000">
                <a:latin typeface="Malgun Gothic"/>
                <a:cs typeface="Malgun Gothic"/>
              </a:rPr>
              <a:t>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나은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소통을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위해서는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구체적인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독자를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상정하고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독자를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심층적으로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분석해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보는 </a:t>
            </a:r>
            <a:r>
              <a:rPr dirty="0" sz="2000">
                <a:latin typeface="Malgun Gothic"/>
                <a:cs typeface="Malgun Gothic"/>
              </a:rPr>
              <a:t>것이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좋음</a:t>
            </a:r>
            <a:endParaRPr sz="2000">
              <a:latin typeface="Malgun Gothic"/>
              <a:cs typeface="Malgun Gothic"/>
            </a:endParaRPr>
          </a:p>
          <a:p>
            <a:pPr lvl="2" marL="1085215" indent="-36004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얼마나</a:t>
            </a:r>
            <a:r>
              <a:rPr dirty="0" sz="2000" spc="-16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많은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독자</a:t>
            </a:r>
            <a:r>
              <a:rPr dirty="0" sz="2000" spc="-25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lvl="2" marL="1085215" indent="-36004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독자는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내가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다루는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주제에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대해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얼마나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알고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있나</a:t>
            </a:r>
            <a:r>
              <a:rPr dirty="0" sz="2000" spc="-25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lvl="2" marL="1085215" indent="-360045">
              <a:lnSpc>
                <a:spcPct val="100000"/>
              </a:lnSpc>
              <a:spcBef>
                <a:spcPts val="500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독자는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나와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어떤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관계</a:t>
            </a:r>
            <a:r>
              <a:rPr dirty="0" sz="2000" spc="-25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lvl="2" marL="1085215" indent="-360045">
              <a:lnSpc>
                <a:spcPct val="100000"/>
              </a:lnSpc>
              <a:spcBef>
                <a:spcPts val="480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독자가</a:t>
            </a:r>
            <a:r>
              <a:rPr dirty="0" sz="2000" spc="-16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나에게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기대하는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것은</a:t>
            </a:r>
            <a:r>
              <a:rPr dirty="0" sz="2000" spc="-25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1015"/>
              </a:spcBef>
              <a:buClr>
                <a:srgbClr val="4764B0"/>
              </a:buClr>
              <a:buFont typeface="Arial MT"/>
              <a:buChar char="–"/>
            </a:pPr>
            <a:endParaRPr sz="2000">
              <a:latin typeface="Arial MT"/>
              <a:cs typeface="Arial MT"/>
            </a:endParaRPr>
          </a:p>
          <a:p>
            <a:pPr lvl="1" marL="725170" indent="-350520">
              <a:lnSpc>
                <a:spcPct val="100000"/>
              </a:lnSpc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우리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대면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수업에서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상정하는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독자는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고등학교를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갓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졸업한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신입생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후배</a:t>
            </a:r>
            <a:r>
              <a:rPr dirty="0" sz="2000" spc="-25">
                <a:latin typeface="Arial MT"/>
                <a:cs typeface="Arial MT"/>
              </a:rPr>
              <a:t>!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글쓰기의</a:t>
            </a:r>
            <a:r>
              <a:rPr dirty="0" spc="15"/>
              <a:t> </a:t>
            </a:r>
            <a:r>
              <a:rPr dirty="0" spc="-35"/>
              <a:t>윤리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4391" y="1156715"/>
            <a:ext cx="29527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100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인용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주석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및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참고문헌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글쓰기의</a:t>
            </a:r>
            <a:r>
              <a:rPr dirty="0" spc="15"/>
              <a:t> </a:t>
            </a:r>
            <a:r>
              <a:rPr dirty="0" spc="-35"/>
              <a:t>과정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4391" y="1360932"/>
            <a:ext cx="3232150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4764B0"/>
              </a:buClr>
              <a:buFont typeface="Arial MT"/>
              <a:buAutoNum type="arabicPeriod"/>
              <a:tabLst>
                <a:tab pos="469265" algn="l"/>
              </a:tabLst>
            </a:pPr>
            <a:r>
              <a:rPr dirty="0" sz="2000">
                <a:latin typeface="Malgun Gothic"/>
                <a:cs typeface="Malgun Gothic"/>
              </a:rPr>
              <a:t>주제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잡기와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제목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정하기</a:t>
            </a:r>
            <a:endParaRPr sz="2000">
              <a:latin typeface="Malgun Gothic"/>
              <a:cs typeface="Malgun Gothic"/>
            </a:endParaRPr>
          </a:p>
          <a:p>
            <a:pPr marL="469265" indent="-456565">
              <a:lnSpc>
                <a:spcPct val="100000"/>
              </a:lnSpc>
              <a:spcBef>
                <a:spcPts val="2905"/>
              </a:spcBef>
              <a:buClr>
                <a:srgbClr val="4764B0"/>
              </a:buClr>
              <a:buFont typeface="Arial MT"/>
              <a:buAutoNum type="arabicPeriod"/>
              <a:tabLst>
                <a:tab pos="469265" algn="l"/>
              </a:tabLst>
            </a:pPr>
            <a:r>
              <a:rPr dirty="0" sz="2000">
                <a:latin typeface="Malgun Gothic"/>
                <a:cs typeface="Malgun Gothic"/>
              </a:rPr>
              <a:t>자료</a:t>
            </a:r>
            <a:r>
              <a:rPr dirty="0" sz="2000" spc="-16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수집하고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정리하기</a:t>
            </a:r>
            <a:endParaRPr sz="2000">
              <a:latin typeface="Malgun Gothic"/>
              <a:cs typeface="Malgun Gothic"/>
            </a:endParaRPr>
          </a:p>
          <a:p>
            <a:pPr marL="469265" indent="-456565">
              <a:lnSpc>
                <a:spcPct val="100000"/>
              </a:lnSpc>
              <a:spcBef>
                <a:spcPts val="2900"/>
              </a:spcBef>
              <a:buClr>
                <a:srgbClr val="4764B0"/>
              </a:buClr>
              <a:buFont typeface="Arial MT"/>
              <a:buAutoNum type="arabicPeriod"/>
              <a:tabLst>
                <a:tab pos="469265" algn="l"/>
              </a:tabLst>
            </a:pPr>
            <a:r>
              <a:rPr dirty="0" sz="2000" spc="-20">
                <a:latin typeface="Malgun Gothic"/>
                <a:cs typeface="Malgun Gothic"/>
              </a:rPr>
              <a:t>개요짜기</a:t>
            </a:r>
            <a:endParaRPr sz="2000">
              <a:latin typeface="Malgun Gothic"/>
              <a:cs typeface="Malgun Gothic"/>
            </a:endParaRPr>
          </a:p>
          <a:p>
            <a:pPr marL="469265" indent="-456565">
              <a:lnSpc>
                <a:spcPct val="100000"/>
              </a:lnSpc>
              <a:spcBef>
                <a:spcPts val="2785"/>
              </a:spcBef>
              <a:buClr>
                <a:srgbClr val="4764B0"/>
              </a:buClr>
              <a:buFont typeface="Arial MT"/>
              <a:buAutoNum type="arabicPeriod"/>
              <a:tabLst>
                <a:tab pos="469265" algn="l"/>
              </a:tabLst>
            </a:pPr>
            <a:r>
              <a:rPr dirty="0" sz="2000">
                <a:latin typeface="Malgun Gothic"/>
                <a:cs typeface="Malgun Gothic"/>
              </a:rPr>
              <a:t>문단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만들기</a:t>
            </a:r>
            <a:endParaRPr sz="2000">
              <a:latin typeface="Malgun Gothic"/>
              <a:cs typeface="Malgun Gothic"/>
            </a:endParaRPr>
          </a:p>
          <a:p>
            <a:pPr marL="469265" indent="-456565">
              <a:lnSpc>
                <a:spcPct val="100000"/>
              </a:lnSpc>
              <a:spcBef>
                <a:spcPts val="2905"/>
              </a:spcBef>
              <a:buClr>
                <a:srgbClr val="4764B0"/>
              </a:buClr>
              <a:buFont typeface="Arial MT"/>
              <a:buAutoNum type="arabicPeriod"/>
              <a:tabLst>
                <a:tab pos="469265" algn="l"/>
              </a:tabLst>
            </a:pPr>
            <a:r>
              <a:rPr dirty="0" sz="2000">
                <a:latin typeface="Malgun Gothic"/>
                <a:cs typeface="Malgun Gothic"/>
              </a:rPr>
              <a:t>문장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쓰기</a:t>
            </a:r>
            <a:endParaRPr sz="2000">
              <a:latin typeface="Malgun Gothic"/>
              <a:cs typeface="Malgun Gothic"/>
            </a:endParaRPr>
          </a:p>
          <a:p>
            <a:pPr marL="469265" indent="-456565">
              <a:lnSpc>
                <a:spcPct val="100000"/>
              </a:lnSpc>
              <a:spcBef>
                <a:spcPts val="2905"/>
              </a:spcBef>
              <a:buClr>
                <a:srgbClr val="4764B0"/>
              </a:buClr>
              <a:buFont typeface="Arial MT"/>
              <a:buAutoNum type="arabicPeriod"/>
              <a:tabLst>
                <a:tab pos="469265" algn="l"/>
              </a:tabLst>
            </a:pPr>
            <a:r>
              <a:rPr dirty="0" sz="2000" spc="-20">
                <a:latin typeface="Malgun Gothic"/>
                <a:cs typeface="Malgun Gothic"/>
              </a:rPr>
              <a:t>글다듬기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82" sz="3525"/>
              <a:t>글쓰기의</a:t>
            </a:r>
            <a:r>
              <a:rPr dirty="0" baseline="1182" sz="3525" spc="-120"/>
              <a:t> </a:t>
            </a:r>
            <a:r>
              <a:rPr dirty="0" baseline="1182" sz="3525"/>
              <a:t>과정</a:t>
            </a:r>
            <a:r>
              <a:rPr dirty="0" baseline="1182" sz="3525" spc="-120"/>
              <a:t> </a:t>
            </a:r>
            <a:r>
              <a:rPr dirty="0" sz="2400">
                <a:latin typeface="Arial"/>
                <a:cs typeface="Arial"/>
              </a:rPr>
              <a:t>(3)</a:t>
            </a:r>
            <a:r>
              <a:rPr dirty="0" sz="2400" spc="80">
                <a:latin typeface="Arial"/>
                <a:cs typeface="Arial"/>
              </a:rPr>
              <a:t> </a:t>
            </a:r>
            <a:r>
              <a:rPr dirty="0" baseline="1182" sz="3525"/>
              <a:t>개요</a:t>
            </a:r>
            <a:r>
              <a:rPr dirty="0" baseline="1182" sz="3525" spc="-112"/>
              <a:t> </a:t>
            </a:r>
            <a:r>
              <a:rPr dirty="0" baseline="1182" sz="3525" spc="-37"/>
              <a:t>짜기</a:t>
            </a:r>
            <a:endParaRPr baseline="1182" sz="3525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4391" y="1104899"/>
            <a:ext cx="10433050" cy="495935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개요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짜기</a:t>
            </a:r>
            <a:endParaRPr sz="2000">
              <a:latin typeface="Malgun Gothic"/>
              <a:cs typeface="Malgun Gothic"/>
            </a:endParaRPr>
          </a:p>
          <a:p>
            <a:pPr lvl="1" marL="831215" indent="-456565">
              <a:lnSpc>
                <a:spcPct val="100000"/>
              </a:lnSpc>
              <a:spcBef>
                <a:spcPts val="409"/>
              </a:spcBef>
              <a:buClr>
                <a:srgbClr val="4764B0"/>
              </a:buClr>
              <a:buFont typeface="Arial MT"/>
              <a:buAutoNum type="arabicParenR"/>
              <a:tabLst>
                <a:tab pos="831215" algn="l"/>
              </a:tabLst>
            </a:pPr>
            <a:r>
              <a:rPr dirty="0" sz="2000">
                <a:latin typeface="Malgun Gothic"/>
                <a:cs typeface="Malgun Gothic"/>
              </a:rPr>
              <a:t>핵심어와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핵심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어구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정리</a:t>
            </a:r>
            <a:endParaRPr sz="2000">
              <a:latin typeface="Malgun Gothic"/>
              <a:cs typeface="Malgun Gothic"/>
            </a:endParaRPr>
          </a:p>
          <a:p>
            <a:pPr lvl="2" marL="1085850" marR="5080" indent="-360680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–"/>
              <a:tabLst>
                <a:tab pos="1085850" algn="l"/>
              </a:tabLst>
            </a:pPr>
            <a:r>
              <a:rPr dirty="0" sz="2000">
                <a:latin typeface="Malgun Gothic"/>
                <a:cs typeface="Malgun Gothic"/>
              </a:rPr>
              <a:t>글을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구조적으로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조직하는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논의하고자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주제를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다루는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과정에서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반드시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제 </a:t>
            </a:r>
            <a:r>
              <a:rPr dirty="0" sz="2000" spc="210">
                <a:latin typeface="Malgun Gothic"/>
                <a:cs typeface="Malgun Gothic"/>
              </a:rPr>
              <a:t>기해🅓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질문과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질문에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답하기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위해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반드시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130">
                <a:latin typeface="Malgun Gothic"/>
                <a:cs typeface="Malgun Gothic"/>
              </a:rPr>
              <a:t>언급되어🅓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할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핵심적인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개념들을 </a:t>
            </a:r>
            <a:r>
              <a:rPr dirty="0" sz="2000">
                <a:latin typeface="Malgun Gothic"/>
                <a:cs typeface="Malgun Gothic"/>
              </a:rPr>
              <a:t>정리하는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데서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시작됨</a:t>
            </a:r>
            <a:endParaRPr sz="2000">
              <a:latin typeface="Malgun Gothic"/>
              <a:cs typeface="Malgun Gothic"/>
            </a:endParaRPr>
          </a:p>
          <a:p>
            <a:pPr algn="just" lvl="2" marL="1085850" marR="74930" indent="-360680">
              <a:lnSpc>
                <a:spcPct val="101200"/>
              </a:lnSpc>
              <a:spcBef>
                <a:spcPts val="375"/>
              </a:spcBef>
              <a:buFont typeface="Arial MT"/>
              <a:buChar char="–"/>
              <a:tabLst>
                <a:tab pos="1085850" algn="l"/>
                <a:tab pos="1087755" algn="l"/>
              </a:tabLst>
            </a:pPr>
            <a:r>
              <a:rPr dirty="0" sz="1600">
                <a:solidFill>
                  <a:srgbClr val="4764B0"/>
                </a:solidFill>
                <a:latin typeface="Malgun Gothic"/>
                <a:cs typeface="Malgun Gothic"/>
              </a:rPr>
              <a:t>	</a:t>
            </a:r>
            <a:r>
              <a:rPr dirty="0" sz="1600">
                <a:latin typeface="Malgun Gothic"/>
                <a:cs typeface="Malgun Gothic"/>
              </a:rPr>
              <a:t>예</a:t>
            </a:r>
            <a:r>
              <a:rPr dirty="0" sz="1600">
                <a:latin typeface="Arial MT"/>
                <a:cs typeface="Arial MT"/>
              </a:rPr>
              <a:t>: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Malgun Gothic"/>
                <a:cs typeface="Malgun Gothic"/>
              </a:rPr>
              <a:t>스테인스가르드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설은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아시아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바다에서의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네덜란드의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행보가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이전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시대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포르투갈의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그것과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 spc="-20">
                <a:latin typeface="Malgun Gothic"/>
                <a:cs typeface="Malgun Gothic"/>
              </a:rPr>
              <a:t>질적으로 </a:t>
            </a:r>
            <a:r>
              <a:rPr dirty="0" sz="1600">
                <a:latin typeface="Malgun Gothic"/>
                <a:cs typeface="Malgun Gothic"/>
              </a:rPr>
              <a:t>달랐다고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주장한다</a:t>
            </a:r>
            <a:r>
              <a:rPr dirty="0" sz="1600">
                <a:latin typeface="Arial MT"/>
                <a:cs typeface="Arial MT"/>
              </a:rPr>
              <a:t>.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17</a:t>
            </a:r>
            <a:r>
              <a:rPr dirty="0" sz="1600">
                <a:latin typeface="Malgun Gothic"/>
                <a:cs typeface="Malgun Gothic"/>
              </a:rPr>
              <a:t>세기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아시아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바다에서의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네덜란드의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행보를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Arial MT"/>
                <a:cs typeface="Arial MT"/>
              </a:rPr>
              <a:t>16</a:t>
            </a:r>
            <a:r>
              <a:rPr dirty="0" sz="1600">
                <a:latin typeface="Malgun Gothic"/>
                <a:cs typeface="Malgun Gothic"/>
              </a:rPr>
              <a:t>세기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아시아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바다에서의</a:t>
            </a:r>
            <a:r>
              <a:rPr dirty="0" sz="1600" spc="330">
                <a:latin typeface="Malgun Gothic"/>
                <a:cs typeface="Malgun Gothic"/>
              </a:rPr>
              <a:t> </a:t>
            </a:r>
            <a:r>
              <a:rPr dirty="0" sz="1600" spc="-20">
                <a:latin typeface="Malgun Gothic"/>
                <a:cs typeface="Malgun Gothic"/>
              </a:rPr>
              <a:t>포르투갈 </a:t>
            </a:r>
            <a:r>
              <a:rPr dirty="0" sz="1600">
                <a:latin typeface="Malgun Gothic"/>
                <a:cs typeface="Malgun Gothic"/>
              </a:rPr>
              <a:t>의</a:t>
            </a:r>
            <a:r>
              <a:rPr dirty="0" sz="1600" spc="-125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교역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패턴과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비교하며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 spc="-10">
                <a:latin typeface="Malgun Gothic"/>
                <a:cs typeface="Malgun Gothic"/>
              </a:rPr>
              <a:t>서술하시오</a:t>
            </a:r>
            <a:r>
              <a:rPr dirty="0" sz="1600" spc="-1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 algn="just" marL="1085850" marR="36830">
              <a:lnSpc>
                <a:spcPts val="1900"/>
              </a:lnSpc>
              <a:spcBef>
                <a:spcPts val="465"/>
              </a:spcBef>
            </a:pPr>
            <a:r>
              <a:rPr dirty="0" sz="1600">
                <a:latin typeface="Malgun Gothic"/>
                <a:cs typeface="Malgun Gothic"/>
              </a:rPr>
              <a:t>핵심어구</a:t>
            </a:r>
            <a:r>
              <a:rPr dirty="0" sz="1600">
                <a:latin typeface="Arial MT"/>
                <a:cs typeface="Arial MT"/>
              </a:rPr>
              <a:t>: </a:t>
            </a:r>
            <a:r>
              <a:rPr dirty="0" sz="1600">
                <a:latin typeface="Malgun Gothic"/>
                <a:cs typeface="Malgun Gothic"/>
              </a:rPr>
              <a:t>아시아</a:t>
            </a:r>
            <a:r>
              <a:rPr dirty="0" sz="1600" spc="-125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바다에서의</a:t>
            </a:r>
            <a:r>
              <a:rPr dirty="0" sz="1600" spc="-125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네덜란드</a:t>
            </a:r>
            <a:r>
              <a:rPr dirty="0" sz="1600" spc="-125">
                <a:latin typeface="Malgun Gothic"/>
                <a:cs typeface="Malgun Gothic"/>
              </a:rPr>
              <a:t> </a:t>
            </a:r>
            <a:r>
              <a:rPr dirty="0" sz="1600">
                <a:latin typeface="Arial MT"/>
                <a:cs typeface="Arial MT"/>
              </a:rPr>
              <a:t>(17</a:t>
            </a:r>
            <a:r>
              <a:rPr dirty="0" sz="1600">
                <a:latin typeface="Malgun Gothic"/>
                <a:cs typeface="Malgun Gothic"/>
              </a:rPr>
              <a:t>세기</a:t>
            </a:r>
            <a:r>
              <a:rPr dirty="0" sz="1600">
                <a:latin typeface="Arial MT"/>
                <a:cs typeface="Arial MT"/>
              </a:rPr>
              <a:t>)/ </a:t>
            </a:r>
            <a:r>
              <a:rPr dirty="0" sz="1600">
                <a:latin typeface="Malgun Gothic"/>
                <a:cs typeface="Malgun Gothic"/>
              </a:rPr>
              <a:t>아시아</a:t>
            </a:r>
            <a:r>
              <a:rPr dirty="0" sz="1600" spc="-125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바다에서의</a:t>
            </a:r>
            <a:r>
              <a:rPr dirty="0" sz="1600" spc="-125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포르투갈</a:t>
            </a:r>
            <a:r>
              <a:rPr dirty="0" sz="1600" spc="-125">
                <a:latin typeface="Malgun Gothic"/>
                <a:cs typeface="Malgun Gothic"/>
              </a:rPr>
              <a:t> </a:t>
            </a:r>
            <a:r>
              <a:rPr dirty="0" sz="1600">
                <a:latin typeface="Arial MT"/>
                <a:cs typeface="Arial MT"/>
              </a:rPr>
              <a:t>(16</a:t>
            </a:r>
            <a:r>
              <a:rPr dirty="0" sz="1600">
                <a:latin typeface="Malgun Gothic"/>
                <a:cs typeface="Malgun Gothic"/>
              </a:rPr>
              <a:t>세기</a:t>
            </a:r>
            <a:r>
              <a:rPr dirty="0" sz="1600">
                <a:latin typeface="Arial MT"/>
                <a:cs typeface="Arial MT"/>
              </a:rPr>
              <a:t>)/ </a:t>
            </a:r>
            <a:r>
              <a:rPr dirty="0" sz="1600">
                <a:latin typeface="Malgun Gothic"/>
                <a:cs typeface="Malgun Gothic"/>
              </a:rPr>
              <a:t>질적</a:t>
            </a:r>
            <a:r>
              <a:rPr dirty="0" sz="1600" spc="-125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차이</a:t>
            </a:r>
            <a:r>
              <a:rPr dirty="0" sz="1600">
                <a:latin typeface="Arial MT"/>
                <a:cs typeface="Arial MT"/>
              </a:rPr>
              <a:t>/ </a:t>
            </a:r>
            <a:r>
              <a:rPr dirty="0" sz="1600" spc="-25">
                <a:latin typeface="Malgun Gothic"/>
                <a:cs typeface="Malgun Gothic"/>
              </a:rPr>
              <a:t>교역 패턴</a:t>
            </a:r>
            <a:endParaRPr sz="1600">
              <a:latin typeface="Malgun Gothic"/>
              <a:cs typeface="Malgun Gothic"/>
            </a:endParaRPr>
          </a:p>
          <a:p>
            <a:pPr lvl="1" marL="820419" indent="-456565">
              <a:lnSpc>
                <a:spcPct val="100000"/>
              </a:lnSpc>
              <a:spcBef>
                <a:spcPts val="425"/>
              </a:spcBef>
              <a:buClr>
                <a:srgbClr val="4764B0"/>
              </a:buClr>
              <a:buFont typeface="Arial MT"/>
              <a:buAutoNum type="arabicParenR" startAt="2"/>
              <a:tabLst>
                <a:tab pos="820419" algn="l"/>
              </a:tabLst>
            </a:pPr>
            <a:r>
              <a:rPr dirty="0" sz="2000">
                <a:latin typeface="Malgun Gothic"/>
                <a:cs typeface="Malgun Gothic"/>
              </a:rPr>
              <a:t>핵심</a:t>
            </a:r>
            <a:r>
              <a:rPr dirty="0" sz="2000" spc="-16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어구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사이의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계층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관계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정리</a:t>
            </a:r>
            <a:endParaRPr sz="2000">
              <a:latin typeface="Malgun Gothic"/>
              <a:cs typeface="Malgun Gothic"/>
            </a:endParaRPr>
          </a:p>
          <a:p>
            <a:pPr lvl="2" marL="1066800" marR="208279" indent="-342900">
              <a:lnSpc>
                <a:spcPct val="100000"/>
              </a:lnSpc>
              <a:spcBef>
                <a:spcPts val="500"/>
              </a:spcBef>
              <a:buClr>
                <a:srgbClr val="4764B0"/>
              </a:buClr>
              <a:buFont typeface="Arial MT"/>
              <a:buChar char="–"/>
              <a:tabLst>
                <a:tab pos="1066800" algn="l"/>
              </a:tabLst>
            </a:pPr>
            <a:r>
              <a:rPr dirty="0" sz="2000">
                <a:latin typeface="Malgun Gothic"/>
                <a:cs typeface="Malgun Gothic"/>
              </a:rPr>
              <a:t>정리된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핵심어나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핵심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어구들을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포괄적인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세부적인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것으로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상위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범주와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하위 </a:t>
            </a:r>
            <a:r>
              <a:rPr dirty="0" sz="2000">
                <a:latin typeface="Malgun Gothic"/>
                <a:cs typeface="Malgun Gothic"/>
              </a:rPr>
              <a:t>범주로</a:t>
            </a:r>
            <a:r>
              <a:rPr dirty="0" sz="2000" spc="-16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의미의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계층적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관계에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따라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정리한다</a:t>
            </a:r>
            <a:r>
              <a:rPr dirty="0" sz="2000" spc="-1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lvl="2" marL="1066165" indent="-342265">
              <a:lnSpc>
                <a:spcPct val="100000"/>
              </a:lnSpc>
              <a:spcBef>
                <a:spcPts val="305"/>
              </a:spcBef>
              <a:buClr>
                <a:srgbClr val="4764B0"/>
              </a:buClr>
              <a:buFont typeface="Arial MT"/>
              <a:buChar char="–"/>
              <a:tabLst>
                <a:tab pos="1066165" algn="l"/>
              </a:tabLst>
            </a:pPr>
            <a:r>
              <a:rPr dirty="0" sz="1600">
                <a:latin typeface="Malgun Gothic"/>
                <a:cs typeface="Malgun Gothic"/>
              </a:rPr>
              <a:t>예</a:t>
            </a:r>
            <a:r>
              <a:rPr dirty="0" sz="1600">
                <a:latin typeface="Arial MT"/>
                <a:cs typeface="Arial MT"/>
              </a:rPr>
              <a:t>: 1.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Malgun Gothic"/>
                <a:cs typeface="Malgun Gothic"/>
              </a:rPr>
              <a:t>생명과학에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대한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여러가지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 spc="-35">
                <a:latin typeface="Malgun Gothic"/>
                <a:cs typeface="Malgun Gothic"/>
              </a:rPr>
              <a:t>논의</a:t>
            </a:r>
            <a:endParaRPr sz="1600">
              <a:latin typeface="Malgun Gothic"/>
              <a:cs typeface="Malgun Gothic"/>
            </a:endParaRPr>
          </a:p>
          <a:p>
            <a:pPr lvl="1" marL="2180590" indent="-339090">
              <a:lnSpc>
                <a:spcPct val="100000"/>
              </a:lnSpc>
              <a:spcBef>
                <a:spcPts val="385"/>
              </a:spcBef>
              <a:buFont typeface="Arial MT"/>
              <a:buAutoNum type="arabicPeriod"/>
              <a:tabLst>
                <a:tab pos="2180590" algn="l"/>
              </a:tabLst>
            </a:pPr>
            <a:r>
              <a:rPr dirty="0" sz="1600">
                <a:latin typeface="Malgun Gothic"/>
                <a:cs typeface="Malgun Gothic"/>
              </a:rPr>
              <a:t>생명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과학에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대한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관심과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 spc="-25">
                <a:latin typeface="Malgun Gothic"/>
                <a:cs typeface="Malgun Gothic"/>
              </a:rPr>
              <a:t>기대</a:t>
            </a:r>
            <a:endParaRPr sz="1600">
              <a:latin typeface="Malgun Gothic"/>
              <a:cs typeface="Malgun Gothic"/>
            </a:endParaRPr>
          </a:p>
          <a:p>
            <a:pPr lvl="1" marL="2180590" indent="-339090">
              <a:lnSpc>
                <a:spcPct val="100000"/>
              </a:lnSpc>
              <a:spcBef>
                <a:spcPts val="480"/>
              </a:spcBef>
              <a:buFont typeface="Arial MT"/>
              <a:buAutoNum type="arabicPeriod"/>
              <a:tabLst>
                <a:tab pos="2180590" algn="l"/>
              </a:tabLst>
            </a:pPr>
            <a:r>
              <a:rPr dirty="0" sz="1600">
                <a:latin typeface="Malgun Gothic"/>
                <a:cs typeface="Malgun Gothic"/>
              </a:rPr>
              <a:t>생명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과학의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도덕성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훼손에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대한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 spc="-25">
                <a:latin typeface="Malgun Gothic"/>
                <a:cs typeface="Malgun Gothic"/>
              </a:rPr>
              <a:t>우려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82" sz="3525"/>
              <a:t>글쓰기의</a:t>
            </a:r>
            <a:r>
              <a:rPr dirty="0" baseline="1182" sz="3525" spc="-120"/>
              <a:t> </a:t>
            </a:r>
            <a:r>
              <a:rPr dirty="0" baseline="1182" sz="3525"/>
              <a:t>과정</a:t>
            </a:r>
            <a:r>
              <a:rPr dirty="0" baseline="1182" sz="3525" spc="-120"/>
              <a:t> </a:t>
            </a:r>
            <a:r>
              <a:rPr dirty="0" sz="2400">
                <a:latin typeface="Arial"/>
                <a:cs typeface="Arial"/>
              </a:rPr>
              <a:t>(3)</a:t>
            </a:r>
            <a:r>
              <a:rPr dirty="0" sz="2400" spc="80">
                <a:latin typeface="Arial"/>
                <a:cs typeface="Arial"/>
              </a:rPr>
              <a:t> </a:t>
            </a:r>
            <a:r>
              <a:rPr dirty="0" baseline="1182" sz="3525"/>
              <a:t>개요</a:t>
            </a:r>
            <a:r>
              <a:rPr dirty="0" baseline="1182" sz="3525" spc="-112"/>
              <a:t> </a:t>
            </a:r>
            <a:r>
              <a:rPr dirty="0" baseline="1182" sz="3525" spc="-37"/>
              <a:t>짜기</a:t>
            </a:r>
            <a:endParaRPr baseline="1182" sz="3525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4391" y="1104899"/>
            <a:ext cx="9163050" cy="513397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개요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짜기</a:t>
            </a:r>
            <a:endParaRPr sz="2000">
              <a:latin typeface="Malgun Gothic"/>
              <a:cs typeface="Malgun Gothic"/>
            </a:endParaRPr>
          </a:p>
          <a:p>
            <a:pPr lvl="1" marL="668655" indent="-294005">
              <a:lnSpc>
                <a:spcPct val="100000"/>
              </a:lnSpc>
              <a:spcBef>
                <a:spcPts val="409"/>
              </a:spcBef>
              <a:buFont typeface="Arial MT"/>
              <a:buAutoNum type="arabicParenR" startAt="3"/>
              <a:tabLst>
                <a:tab pos="668655" algn="l"/>
              </a:tabLst>
            </a:pPr>
            <a:r>
              <a:rPr dirty="0" sz="2000">
                <a:latin typeface="Malgun Gothic"/>
                <a:cs typeface="Malgun Gothic"/>
              </a:rPr>
              <a:t>알맞은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순서에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따른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배열</a:t>
            </a:r>
            <a:endParaRPr sz="2000">
              <a:latin typeface="Malgun Gothic"/>
              <a:cs typeface="Malgun Gothic"/>
            </a:endParaRPr>
          </a:p>
          <a:p>
            <a:pPr lvl="2" marL="1085215" indent="-36004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핵심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어구들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사이의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계층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관계를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따져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상위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주제와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하위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주제를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정리하고</a:t>
            </a:r>
            <a:endParaRPr sz="2000">
              <a:latin typeface="Malgun Gothic"/>
              <a:cs typeface="Malgun Gothic"/>
            </a:endParaRPr>
          </a:p>
          <a:p>
            <a:pPr lvl="2" marL="1085215" indent="-36004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각</a:t>
            </a:r>
            <a:r>
              <a:rPr dirty="0" sz="2000" spc="-16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묶음을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일관된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순서에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따라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정리한다</a:t>
            </a:r>
            <a:r>
              <a:rPr dirty="0" sz="2000" spc="-1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lvl="2" marL="1085215" indent="-360045">
              <a:lnSpc>
                <a:spcPct val="100000"/>
              </a:lnSpc>
              <a:spcBef>
                <a:spcPts val="500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일관된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순서의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예</a:t>
            </a:r>
            <a:r>
              <a:rPr dirty="0" sz="2000" spc="-25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lvl="3" marL="1447165" indent="-361315">
              <a:lnSpc>
                <a:spcPct val="100000"/>
              </a:lnSpc>
              <a:spcBef>
                <a:spcPts val="480"/>
              </a:spcBef>
              <a:buClr>
                <a:srgbClr val="4764B0"/>
              </a:buClr>
              <a:buFont typeface="Arial MT"/>
              <a:buChar char="•"/>
              <a:tabLst>
                <a:tab pos="1447165" algn="l"/>
              </a:tabLst>
            </a:pPr>
            <a:r>
              <a:rPr dirty="0" sz="2000">
                <a:latin typeface="Malgun Gothic"/>
                <a:cs typeface="Malgun Gothic"/>
              </a:rPr>
              <a:t>공간적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순서에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따라</a:t>
            </a:r>
            <a:endParaRPr sz="2000">
              <a:latin typeface="Malgun Gothic"/>
              <a:cs typeface="Malgun Gothic"/>
            </a:endParaRPr>
          </a:p>
          <a:p>
            <a:pPr lvl="3" marL="1447165" indent="-361315">
              <a:lnSpc>
                <a:spcPct val="100000"/>
              </a:lnSpc>
              <a:spcBef>
                <a:spcPts val="409"/>
              </a:spcBef>
              <a:buClr>
                <a:srgbClr val="4764B0"/>
              </a:buClr>
              <a:buFont typeface="Arial MT"/>
              <a:buChar char="•"/>
              <a:tabLst>
                <a:tab pos="1447165" algn="l"/>
              </a:tabLst>
            </a:pPr>
            <a:r>
              <a:rPr dirty="0" sz="2000">
                <a:latin typeface="Malgun Gothic"/>
                <a:cs typeface="Malgun Gothic"/>
              </a:rPr>
              <a:t>시간적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순서에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따라</a:t>
            </a:r>
            <a:endParaRPr sz="2000">
              <a:latin typeface="Malgun Gothic"/>
              <a:cs typeface="Malgun Gothic"/>
            </a:endParaRPr>
          </a:p>
          <a:p>
            <a:pPr lvl="3" marL="1447165" indent="-36131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•"/>
              <a:tabLst>
                <a:tab pos="1447165" algn="l"/>
              </a:tabLst>
            </a:pPr>
            <a:r>
              <a:rPr dirty="0" sz="2000">
                <a:latin typeface="Malgun Gothic"/>
                <a:cs typeface="Malgun Gothic"/>
              </a:rPr>
              <a:t>내용의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중요도에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따라</a:t>
            </a:r>
            <a:endParaRPr sz="2000">
              <a:latin typeface="Malgun Gothic"/>
              <a:cs typeface="Malgun Gothic"/>
            </a:endParaRPr>
          </a:p>
          <a:p>
            <a:pPr lvl="3" marL="1447165" indent="-36131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•"/>
              <a:tabLst>
                <a:tab pos="1447165" algn="l"/>
              </a:tabLst>
            </a:pPr>
            <a:r>
              <a:rPr dirty="0" sz="2000">
                <a:latin typeface="Malgun Gothic"/>
                <a:cs typeface="Malgun Gothic"/>
              </a:rPr>
              <a:t>이미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알고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있는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알지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못하는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것으로</a:t>
            </a:r>
            <a:endParaRPr sz="2000">
              <a:latin typeface="Malgun Gothic"/>
              <a:cs typeface="Malgun Gothic"/>
            </a:endParaRPr>
          </a:p>
          <a:p>
            <a:pPr lvl="3" marL="1447165" indent="-361315">
              <a:lnSpc>
                <a:spcPct val="100000"/>
              </a:lnSpc>
              <a:spcBef>
                <a:spcPts val="500"/>
              </a:spcBef>
              <a:buClr>
                <a:srgbClr val="4764B0"/>
              </a:buClr>
              <a:buFont typeface="Arial MT"/>
              <a:buChar char="•"/>
              <a:tabLst>
                <a:tab pos="1447165" algn="l"/>
              </a:tabLst>
            </a:pPr>
            <a:r>
              <a:rPr dirty="0" sz="2000">
                <a:latin typeface="Malgun Gothic"/>
                <a:cs typeface="Malgun Gothic"/>
              </a:rPr>
              <a:t>의견이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일치하는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논쟁거리로</a:t>
            </a:r>
            <a:endParaRPr sz="2000">
              <a:latin typeface="Malgun Gothic"/>
              <a:cs typeface="Malgun Gothic"/>
            </a:endParaRPr>
          </a:p>
          <a:p>
            <a:pPr lvl="3" marL="1447165" indent="-361315">
              <a:lnSpc>
                <a:spcPct val="100000"/>
              </a:lnSpc>
              <a:spcBef>
                <a:spcPts val="480"/>
              </a:spcBef>
              <a:buClr>
                <a:srgbClr val="4764B0"/>
              </a:buClr>
              <a:buFont typeface="Arial MT"/>
              <a:buChar char="•"/>
              <a:tabLst>
                <a:tab pos="1447165" algn="l"/>
              </a:tabLst>
            </a:pPr>
            <a:r>
              <a:rPr dirty="0" sz="2000">
                <a:latin typeface="Malgun Gothic"/>
                <a:cs typeface="Malgun Gothic"/>
              </a:rPr>
              <a:t>간단한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복잡한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것으로</a:t>
            </a:r>
            <a:endParaRPr sz="2000">
              <a:latin typeface="Malgun Gothic"/>
              <a:cs typeface="Malgun Gothic"/>
            </a:endParaRPr>
          </a:p>
          <a:p>
            <a:pPr lvl="3" marL="1447165" indent="-361315">
              <a:lnSpc>
                <a:spcPct val="100000"/>
              </a:lnSpc>
              <a:spcBef>
                <a:spcPts val="409"/>
              </a:spcBef>
              <a:buClr>
                <a:srgbClr val="4764B0"/>
              </a:buClr>
              <a:buFont typeface="Arial MT"/>
              <a:buChar char="•"/>
              <a:tabLst>
                <a:tab pos="1447165" algn="l"/>
              </a:tabLst>
            </a:pPr>
            <a:r>
              <a:rPr dirty="0" sz="2000">
                <a:latin typeface="Malgun Gothic"/>
                <a:cs typeface="Malgun Gothic"/>
              </a:rPr>
              <a:t>이론적인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응용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185">
                <a:latin typeface="Malgun Gothic"/>
                <a:cs typeface="Malgun Gothic"/>
              </a:rPr>
              <a:t>분🅓로</a:t>
            </a:r>
            <a:endParaRPr sz="2000">
              <a:latin typeface="Malgun Gothic"/>
              <a:cs typeface="Malgun Gothic"/>
            </a:endParaRPr>
          </a:p>
          <a:p>
            <a:pPr lvl="3" marL="1447165" indent="-36131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•"/>
              <a:tabLst>
                <a:tab pos="1447165" algn="l"/>
              </a:tabLst>
            </a:pPr>
            <a:r>
              <a:rPr dirty="0" sz="2000">
                <a:latin typeface="Malgun Gothic"/>
                <a:cs typeface="Malgun Gothic"/>
              </a:rPr>
              <a:t>원인에서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결과로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혹은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결과에서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원인으로</a:t>
            </a:r>
            <a:endParaRPr sz="2000">
              <a:latin typeface="Malgun Gothic"/>
              <a:cs typeface="Malgun Gothic"/>
            </a:endParaRPr>
          </a:p>
          <a:p>
            <a:pPr lvl="3" marL="1447165" indent="-36131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•"/>
              <a:tabLst>
                <a:tab pos="1447165" algn="l"/>
              </a:tabLst>
            </a:pPr>
            <a:r>
              <a:rPr dirty="0" sz="2000">
                <a:latin typeface="Malgun Gothic"/>
                <a:cs typeface="Malgun Gothic"/>
              </a:rPr>
              <a:t>일반적인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특수한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것으로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혹은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특수한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일반적인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것으로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82" sz="3525"/>
              <a:t>글쓰기의</a:t>
            </a:r>
            <a:r>
              <a:rPr dirty="0" baseline="1182" sz="3525" spc="-120"/>
              <a:t> </a:t>
            </a:r>
            <a:r>
              <a:rPr dirty="0" baseline="1182" sz="3525"/>
              <a:t>과정</a:t>
            </a:r>
            <a:r>
              <a:rPr dirty="0" baseline="1182" sz="3525" spc="-120"/>
              <a:t> </a:t>
            </a:r>
            <a:r>
              <a:rPr dirty="0" sz="2400">
                <a:latin typeface="Arial"/>
                <a:cs typeface="Arial"/>
              </a:rPr>
              <a:t>(3)</a:t>
            </a:r>
            <a:r>
              <a:rPr dirty="0" sz="2400" spc="80">
                <a:latin typeface="Arial"/>
                <a:cs typeface="Arial"/>
              </a:rPr>
              <a:t> </a:t>
            </a:r>
            <a:r>
              <a:rPr dirty="0" baseline="1182" sz="3525"/>
              <a:t>개요</a:t>
            </a:r>
            <a:r>
              <a:rPr dirty="0" baseline="1182" sz="3525" spc="-112"/>
              <a:t> </a:t>
            </a:r>
            <a:r>
              <a:rPr dirty="0" baseline="1182" sz="3525" spc="-37"/>
              <a:t>짜기</a:t>
            </a:r>
            <a:endParaRPr baseline="1182" sz="3525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/>
              <a:t>개요</a:t>
            </a:r>
            <a:r>
              <a:rPr dirty="0" spc="-155"/>
              <a:t> </a:t>
            </a:r>
            <a:r>
              <a:rPr dirty="0" spc="-25"/>
              <a:t>짜기</a:t>
            </a:r>
          </a:p>
          <a:p>
            <a:pPr lvl="1" marL="668655" indent="-294005">
              <a:lnSpc>
                <a:spcPct val="100000"/>
              </a:lnSpc>
              <a:spcBef>
                <a:spcPts val="409"/>
              </a:spcBef>
              <a:buFont typeface="Arial MT"/>
              <a:buAutoNum type="arabicParenR" startAt="4"/>
              <a:tabLst>
                <a:tab pos="668655" algn="l"/>
              </a:tabLst>
            </a:pPr>
            <a:r>
              <a:rPr dirty="0" sz="2000">
                <a:latin typeface="Malgun Gothic"/>
                <a:cs typeface="Malgun Gothic"/>
              </a:rPr>
              <a:t>사용된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단어나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어구가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어법에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맞는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적절한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표현인지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점검</a:t>
            </a:r>
            <a:endParaRPr sz="2000">
              <a:latin typeface="Malgun Gothic"/>
              <a:cs typeface="Malgun Gothic"/>
            </a:endParaRPr>
          </a:p>
          <a:p>
            <a:pPr lvl="2" marL="1085850" marR="5080" indent="-360680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–"/>
              <a:tabLst>
                <a:tab pos="1085850" algn="l"/>
              </a:tabLst>
            </a:pPr>
            <a:r>
              <a:rPr dirty="0" sz="2000">
                <a:latin typeface="Malgun Gothic"/>
                <a:cs typeface="Malgun Gothic"/>
              </a:rPr>
              <a:t>개요에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사용된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단어나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어구가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적절한지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각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단어나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어구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사이의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언어적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관계가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일관 </a:t>
            </a:r>
            <a:r>
              <a:rPr dirty="0" sz="2000">
                <a:latin typeface="Malgun Gothic"/>
                <a:cs typeface="Malgun Gothic"/>
              </a:rPr>
              <a:t>성이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있는지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점검한다</a:t>
            </a:r>
            <a:r>
              <a:rPr dirty="0" sz="2000" spc="-2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lvl="2" marL="1085215" indent="-36004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 spc="-25">
                <a:latin typeface="Malgun Gothic"/>
                <a:cs typeface="Malgun Gothic"/>
              </a:rPr>
              <a:t>예</a:t>
            </a:r>
            <a:r>
              <a:rPr dirty="0" sz="2000" spc="-25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lvl="3" marL="1429385" indent="-342265">
              <a:lnSpc>
                <a:spcPct val="100000"/>
              </a:lnSpc>
              <a:spcBef>
                <a:spcPts val="400"/>
              </a:spcBef>
              <a:buClr>
                <a:srgbClr val="4764B0"/>
              </a:buClr>
              <a:buChar char="•"/>
              <a:tabLst>
                <a:tab pos="1429385" algn="l"/>
              </a:tabLst>
            </a:pPr>
            <a:r>
              <a:rPr dirty="0" sz="1600">
                <a:latin typeface="Arial MT"/>
                <a:cs typeface="Arial MT"/>
              </a:rPr>
              <a:t>2.3. </a:t>
            </a:r>
            <a:r>
              <a:rPr dirty="0" sz="1600">
                <a:latin typeface="Malgun Gothic"/>
                <a:cs typeface="Malgun Gothic"/>
              </a:rPr>
              <a:t>스틸만의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복제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인간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제조에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대한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긍정적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입장에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대한</a:t>
            </a:r>
            <a:r>
              <a:rPr dirty="0" sz="1600" spc="-120">
                <a:latin typeface="Malgun Gothic"/>
                <a:cs typeface="Malgun Gothic"/>
              </a:rPr>
              <a:t> 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반박</a:t>
            </a:r>
            <a:endParaRPr sz="1600">
              <a:latin typeface="Malgun Gothic"/>
              <a:cs typeface="Malgun Gothic"/>
            </a:endParaRPr>
          </a:p>
          <a:p>
            <a:pPr lvl="2" marL="2406650" indent="-565150">
              <a:lnSpc>
                <a:spcPct val="100000"/>
              </a:lnSpc>
              <a:spcBef>
                <a:spcPts val="380"/>
              </a:spcBef>
              <a:buFont typeface="Arial MT"/>
              <a:buAutoNum type="arabicPeriod"/>
              <a:tabLst>
                <a:tab pos="2406650" algn="l"/>
              </a:tabLst>
            </a:pPr>
            <a:r>
              <a:rPr dirty="0" sz="1600">
                <a:latin typeface="Malgun Gothic"/>
                <a:cs typeface="Malgun Gothic"/>
              </a:rPr>
              <a:t>인간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생명의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본질을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훼손하는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생명</a:t>
            </a:r>
            <a:r>
              <a:rPr dirty="0" u="sng" sz="1600" spc="-114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조작</a:t>
            </a:r>
            <a:endParaRPr sz="1600">
              <a:latin typeface="Malgun Gothic"/>
              <a:cs typeface="Malgun Gothic"/>
            </a:endParaRPr>
          </a:p>
          <a:p>
            <a:pPr lvl="2" marL="2406650" indent="-565150">
              <a:lnSpc>
                <a:spcPct val="100000"/>
              </a:lnSpc>
              <a:spcBef>
                <a:spcPts val="360"/>
              </a:spcBef>
              <a:buFont typeface="Arial MT"/>
              <a:buAutoNum type="arabicPeriod"/>
              <a:tabLst>
                <a:tab pos="2406650" algn="l"/>
              </a:tabLst>
            </a:pPr>
            <a:r>
              <a:rPr dirty="0" sz="1600">
                <a:latin typeface="Malgun Gothic"/>
                <a:cs typeface="Malgun Gothic"/>
              </a:rPr>
              <a:t>인간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생명의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존엄성을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외면한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유전자</a:t>
            </a:r>
            <a:r>
              <a:rPr dirty="0" u="sng" sz="1600" spc="-114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조작</a:t>
            </a:r>
            <a:r>
              <a:rPr dirty="0" u="sng" sz="1600" spc="-114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논리</a:t>
            </a:r>
            <a:endParaRPr sz="1600">
              <a:latin typeface="Malgun Gothic"/>
              <a:cs typeface="Malgun Gothic"/>
            </a:endParaRPr>
          </a:p>
          <a:p>
            <a:pPr lvl="2" marL="2406650" indent="-565150">
              <a:lnSpc>
                <a:spcPct val="100000"/>
              </a:lnSpc>
              <a:spcBef>
                <a:spcPts val="385"/>
              </a:spcBef>
              <a:buFont typeface="Arial MT"/>
              <a:buAutoNum type="arabicPeriod"/>
              <a:tabLst>
                <a:tab pos="2406650" algn="l"/>
              </a:tabLst>
            </a:pPr>
            <a:r>
              <a:rPr dirty="0" sz="1600">
                <a:latin typeface="Malgun Gothic"/>
                <a:cs typeface="Malgun Gothic"/>
              </a:rPr>
              <a:t>도덕성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타락을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간과한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생명</a:t>
            </a:r>
            <a:r>
              <a:rPr dirty="0" u="sng" sz="1600" spc="-114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과학</a:t>
            </a:r>
            <a:endParaRPr sz="1600">
              <a:latin typeface="Malgun Gothic"/>
              <a:cs typeface="Malgun Gothic"/>
            </a:endParaRPr>
          </a:p>
          <a:p>
            <a:pPr marL="1429385" indent="-342265">
              <a:lnSpc>
                <a:spcPct val="100000"/>
              </a:lnSpc>
              <a:spcBef>
                <a:spcPts val="2690"/>
              </a:spcBef>
              <a:buClr>
                <a:srgbClr val="4764B0"/>
              </a:buClr>
              <a:buChar char="•"/>
              <a:tabLst>
                <a:tab pos="1429385" algn="l"/>
              </a:tabLst>
            </a:pPr>
            <a:r>
              <a:rPr dirty="0" sz="1600">
                <a:latin typeface="Arial MT"/>
                <a:cs typeface="Arial MT"/>
              </a:rPr>
              <a:t>2.3. </a:t>
            </a:r>
            <a:r>
              <a:rPr dirty="0" sz="1600"/>
              <a:t>스틸만의</a:t>
            </a:r>
            <a:r>
              <a:rPr dirty="0" sz="1600" spc="-120"/>
              <a:t> </a:t>
            </a:r>
            <a:r>
              <a:rPr dirty="0" sz="1600"/>
              <a:t>복제</a:t>
            </a:r>
            <a:r>
              <a:rPr dirty="0" sz="1600" spc="-120"/>
              <a:t> </a:t>
            </a:r>
            <a:r>
              <a:rPr dirty="0" sz="1600"/>
              <a:t>인간</a:t>
            </a:r>
            <a:r>
              <a:rPr dirty="0" sz="1600" spc="-114"/>
              <a:t> </a:t>
            </a:r>
            <a:r>
              <a:rPr dirty="0" sz="1600"/>
              <a:t>제조에</a:t>
            </a:r>
            <a:r>
              <a:rPr dirty="0" sz="1600" spc="-120"/>
              <a:t> </a:t>
            </a:r>
            <a:r>
              <a:rPr dirty="0" sz="1600"/>
              <a:t>대한</a:t>
            </a:r>
            <a:r>
              <a:rPr dirty="0" sz="1600" spc="-120"/>
              <a:t> </a:t>
            </a:r>
            <a:r>
              <a:rPr dirty="0" sz="1600"/>
              <a:t>긍정적</a:t>
            </a:r>
            <a:r>
              <a:rPr dirty="0" sz="1600" spc="-114"/>
              <a:t> </a:t>
            </a:r>
            <a:r>
              <a:rPr dirty="0" sz="1600"/>
              <a:t>입장에</a:t>
            </a:r>
            <a:r>
              <a:rPr dirty="0" sz="1600" spc="-120"/>
              <a:t> </a:t>
            </a:r>
            <a:r>
              <a:rPr dirty="0" sz="1600"/>
              <a:t>대한</a:t>
            </a:r>
            <a:r>
              <a:rPr dirty="0" sz="1600" spc="-120"/>
              <a:t> 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</a:rPr>
              <a:t>반박</a:t>
            </a:r>
            <a:endParaRPr sz="1600">
              <a:latin typeface="Arial MT"/>
              <a:cs typeface="Arial MT"/>
            </a:endParaRPr>
          </a:p>
          <a:p>
            <a:pPr lvl="2" marL="2406650" indent="-565150">
              <a:lnSpc>
                <a:spcPct val="100000"/>
              </a:lnSpc>
              <a:spcBef>
                <a:spcPts val="384"/>
              </a:spcBef>
              <a:buFont typeface="Arial MT"/>
              <a:buAutoNum type="arabicPeriod"/>
              <a:tabLst>
                <a:tab pos="2406650" algn="l"/>
              </a:tabLst>
            </a:pPr>
            <a:r>
              <a:rPr dirty="0" sz="1600">
                <a:latin typeface="Malgun Gothic"/>
                <a:cs typeface="Malgun Gothic"/>
              </a:rPr>
              <a:t>인간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생명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본질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훼손의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위험성</a:t>
            </a:r>
            <a:endParaRPr sz="1600">
              <a:latin typeface="Malgun Gothic"/>
              <a:cs typeface="Malgun Gothic"/>
            </a:endParaRPr>
          </a:p>
          <a:p>
            <a:pPr lvl="2" marL="2406650" indent="-565150">
              <a:lnSpc>
                <a:spcPct val="100000"/>
              </a:lnSpc>
              <a:spcBef>
                <a:spcPts val="380"/>
              </a:spcBef>
              <a:buFont typeface="Arial MT"/>
              <a:buAutoNum type="arabicPeriod"/>
              <a:tabLst>
                <a:tab pos="2406650" algn="l"/>
              </a:tabLst>
            </a:pPr>
            <a:r>
              <a:rPr dirty="0" sz="1600">
                <a:latin typeface="Malgun Gothic"/>
                <a:cs typeface="Malgun Gothic"/>
              </a:rPr>
              <a:t>인간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복제와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유전자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조작의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허구성</a:t>
            </a:r>
            <a:endParaRPr sz="1600">
              <a:latin typeface="Malgun Gothic"/>
              <a:cs typeface="Malgun Gothic"/>
            </a:endParaRPr>
          </a:p>
          <a:p>
            <a:pPr lvl="2" marL="2406650" indent="-565150">
              <a:lnSpc>
                <a:spcPct val="100000"/>
              </a:lnSpc>
              <a:spcBef>
                <a:spcPts val="360"/>
              </a:spcBef>
              <a:buFont typeface="Arial MT"/>
              <a:buAutoNum type="arabicPeriod"/>
              <a:tabLst>
                <a:tab pos="2406650" algn="l"/>
              </a:tabLst>
            </a:pPr>
            <a:r>
              <a:rPr dirty="0" sz="1600">
                <a:latin typeface="Malgun Gothic"/>
                <a:cs typeface="Malgun Gothic"/>
              </a:rPr>
              <a:t>인간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윤리의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파괴와</a:t>
            </a:r>
            <a:r>
              <a:rPr dirty="0" u="sng" sz="1600" spc="-125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sz="1600">
                <a:latin typeface="Malgun Gothic"/>
                <a:cs typeface="Malgun Gothic"/>
              </a:rPr>
              <a:t>도덕성의</a:t>
            </a:r>
            <a:r>
              <a:rPr dirty="0" sz="1600" spc="-114">
                <a:latin typeface="Malgun Gothic"/>
                <a:cs typeface="Malgun Gothic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타락</a:t>
            </a:r>
            <a:r>
              <a:rPr dirty="0" u="sng" sz="1600" spc="-114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600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초래</a:t>
            </a:r>
            <a:r>
              <a:rPr dirty="0" u="sng" sz="1600" spc="-114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600" spc="-25">
                <a:uFill>
                  <a:solidFill>
                    <a:srgbClr val="000000"/>
                  </a:solidFill>
                </a:uFill>
                <a:latin typeface="Malgun Gothic"/>
                <a:cs typeface="Malgun Gothic"/>
              </a:rPr>
              <a:t>가능성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82" sz="3525"/>
              <a:t>글쓰기의</a:t>
            </a:r>
            <a:r>
              <a:rPr dirty="0" baseline="1182" sz="3525" spc="-120"/>
              <a:t> </a:t>
            </a:r>
            <a:r>
              <a:rPr dirty="0" baseline="1182" sz="3525"/>
              <a:t>과정</a:t>
            </a:r>
            <a:r>
              <a:rPr dirty="0" baseline="1182" sz="3525" spc="-120"/>
              <a:t> </a:t>
            </a:r>
            <a:r>
              <a:rPr dirty="0" sz="2400">
                <a:latin typeface="Arial"/>
                <a:cs typeface="Arial"/>
              </a:rPr>
              <a:t>(4)</a:t>
            </a:r>
            <a:r>
              <a:rPr dirty="0" sz="2400" spc="80">
                <a:latin typeface="Arial"/>
                <a:cs typeface="Arial"/>
              </a:rPr>
              <a:t> </a:t>
            </a:r>
            <a:r>
              <a:rPr dirty="0" baseline="1182" sz="3525"/>
              <a:t>문단</a:t>
            </a:r>
            <a:r>
              <a:rPr dirty="0" baseline="1182" sz="3525" spc="-112"/>
              <a:t> </a:t>
            </a:r>
            <a:r>
              <a:rPr dirty="0" baseline="1182" sz="3525" spc="-37"/>
              <a:t>만들기</a:t>
            </a:r>
            <a:endParaRPr baseline="1182" sz="3525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/>
              <a:t>문단</a:t>
            </a:r>
            <a:r>
              <a:rPr dirty="0" spc="-155"/>
              <a:t> </a:t>
            </a:r>
            <a:r>
              <a:rPr dirty="0" spc="-25"/>
              <a:t>만들기</a:t>
            </a:r>
          </a:p>
          <a:p>
            <a:pPr lvl="1" marL="725170" indent="-350520">
              <a:lnSpc>
                <a:spcPct val="100000"/>
              </a:lnSpc>
              <a:spcBef>
                <a:spcPts val="409"/>
              </a:spcBef>
              <a:buClr>
                <a:srgbClr val="4764B0"/>
              </a:buClr>
              <a:buSzPct val="102564"/>
              <a:buFont typeface="Wingdings"/>
              <a:buChar char=""/>
              <a:tabLst>
                <a:tab pos="725170" algn="l"/>
              </a:tabLst>
            </a:pPr>
            <a:r>
              <a:rPr dirty="0" baseline="1424" sz="2925" b="1">
                <a:solidFill>
                  <a:srgbClr val="FF0000"/>
                </a:solidFill>
                <a:latin typeface="Malgun Gothic"/>
                <a:cs typeface="Malgun Gothic"/>
              </a:rPr>
              <a:t>하나의</a:t>
            </a:r>
            <a:r>
              <a:rPr dirty="0" baseline="1424" sz="2925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baseline="1424" sz="2925" b="1">
                <a:solidFill>
                  <a:srgbClr val="FF0000"/>
                </a:solidFill>
                <a:latin typeface="Malgun Gothic"/>
                <a:cs typeface="Malgun Gothic"/>
              </a:rPr>
              <a:t>문단은</a:t>
            </a:r>
            <a:r>
              <a:rPr dirty="0" baseline="1424" sz="2925" spc="-67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baseline="1424" sz="2925" b="1">
                <a:solidFill>
                  <a:srgbClr val="FF0000"/>
                </a:solidFill>
                <a:latin typeface="Malgun Gothic"/>
                <a:cs typeface="Malgun Gothic"/>
              </a:rPr>
              <a:t>하나의</a:t>
            </a:r>
            <a:r>
              <a:rPr dirty="0" baseline="1424" sz="2925" spc="-67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baseline="1424" sz="2925" b="1">
                <a:solidFill>
                  <a:srgbClr val="FF0000"/>
                </a:solidFill>
                <a:latin typeface="Malgun Gothic"/>
                <a:cs typeface="Malgun Gothic"/>
              </a:rPr>
              <a:t>화제로</a:t>
            </a:r>
            <a:r>
              <a:rPr dirty="0" baseline="1424" sz="2925" spc="-67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2000" spc="130">
                <a:latin typeface="Malgun Gothic"/>
                <a:cs typeface="Malgun Gothic"/>
              </a:rPr>
              <a:t>이루어져🅓</a:t>
            </a:r>
            <a:r>
              <a:rPr dirty="0" sz="2000" spc="-60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함</a:t>
            </a:r>
            <a:endParaRPr sz="2000">
              <a:latin typeface="Malgun Gothic"/>
              <a:cs typeface="Malgun Gothic"/>
            </a:endParaRPr>
          </a:p>
          <a:p>
            <a:pPr lvl="2" marL="1085215" indent="-36004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하나의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글을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완성하기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위해서는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전체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개요를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후에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전달하고자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내용을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몇</a:t>
            </a:r>
            <a:endParaRPr sz="2000">
              <a:latin typeface="Malgun Gothic"/>
              <a:cs typeface="Malgun Gothic"/>
            </a:endParaRPr>
          </a:p>
          <a:p>
            <a:pPr marL="1085850">
              <a:lnSpc>
                <a:spcPct val="100000"/>
              </a:lnSpc>
            </a:pPr>
            <a:r>
              <a:rPr dirty="0"/>
              <a:t>개의</a:t>
            </a:r>
            <a:r>
              <a:rPr dirty="0" spc="-155"/>
              <a:t> </a:t>
            </a:r>
            <a:r>
              <a:rPr dirty="0"/>
              <a:t>작은</a:t>
            </a:r>
            <a:r>
              <a:rPr dirty="0" spc="-155"/>
              <a:t> </a:t>
            </a:r>
            <a:r>
              <a:rPr dirty="0"/>
              <a:t>소주제로</a:t>
            </a:r>
            <a:r>
              <a:rPr dirty="0" spc="-155"/>
              <a:t> </a:t>
            </a:r>
            <a:r>
              <a:rPr dirty="0"/>
              <a:t>묶을</a:t>
            </a:r>
            <a:r>
              <a:rPr dirty="0" spc="-155"/>
              <a:t> </a:t>
            </a:r>
            <a:r>
              <a:rPr dirty="0"/>
              <a:t>필요가</a:t>
            </a:r>
            <a:r>
              <a:rPr dirty="0" spc="-155"/>
              <a:t> </a:t>
            </a:r>
            <a:r>
              <a:rPr dirty="0" spc="-25"/>
              <a:t>있음</a:t>
            </a:r>
          </a:p>
          <a:p>
            <a:pPr lvl="2" marL="1085215" indent="-36004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독자는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이러한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생각의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묶음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단위로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글쓴이의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생각을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따라가며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내용을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파악하게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됨</a:t>
            </a:r>
            <a:endParaRPr sz="2000">
              <a:latin typeface="Malgun Gothic"/>
              <a:cs typeface="Malgun Gothic"/>
            </a:endParaRPr>
          </a:p>
          <a:p>
            <a:pPr lvl="2" marL="1085215" indent="-360045">
              <a:lnSpc>
                <a:spcPct val="100000"/>
              </a:lnSpc>
              <a:spcBef>
                <a:spcPts val="500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문단은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하나의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화제를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중심으로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모여있는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글의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단위</a:t>
            </a:r>
            <a:endParaRPr sz="2000">
              <a:latin typeface="Malgun Gothic"/>
              <a:cs typeface="Malgun Gothic"/>
            </a:endParaRPr>
          </a:p>
          <a:p>
            <a:pPr lvl="1" marL="725170" indent="-350520">
              <a:lnSpc>
                <a:spcPct val="100000"/>
              </a:lnSpc>
              <a:spcBef>
                <a:spcPts val="480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문단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구성</a:t>
            </a:r>
            <a:r>
              <a:rPr dirty="0" sz="2000">
                <a:latin typeface="Arial MT"/>
                <a:cs typeface="Arial MT"/>
              </a:rPr>
              <a:t>: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화제문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Arial MT"/>
                <a:cs typeface="Arial MT"/>
              </a:rPr>
              <a:t>(</a:t>
            </a:r>
            <a:r>
              <a:rPr dirty="0" sz="2000">
                <a:latin typeface="Malgun Gothic"/>
                <a:cs typeface="Malgun Gothic"/>
              </a:rPr>
              <a:t>혹은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중심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문장</a:t>
            </a:r>
            <a:r>
              <a:rPr dirty="0" sz="2000">
                <a:latin typeface="Arial MT"/>
                <a:cs typeface="Arial MT"/>
              </a:rPr>
              <a:t>)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+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화제문을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뒷받침하는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문장들</a:t>
            </a:r>
            <a:endParaRPr sz="2000">
              <a:latin typeface="Malgun Gothic"/>
              <a:cs typeface="Malgun Gothic"/>
            </a:endParaRPr>
          </a:p>
          <a:p>
            <a:pPr lvl="2" marL="1085215" indent="-360045">
              <a:lnSpc>
                <a:spcPct val="100000"/>
              </a:lnSpc>
              <a:spcBef>
                <a:spcPts val="409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문단에서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문장들은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해당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화제를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드러내기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위해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서로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유기적인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관계를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210">
                <a:latin typeface="Malgun Gothic"/>
                <a:cs typeface="Malgun Gothic"/>
              </a:rPr>
              <a:t>가져🅓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함</a:t>
            </a:r>
            <a:endParaRPr sz="2000">
              <a:latin typeface="Malgun Gothic"/>
              <a:cs typeface="Malgun Gothic"/>
            </a:endParaRPr>
          </a:p>
          <a:p>
            <a:pPr lvl="1" marL="725170" indent="-350520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문단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자체의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통일성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긴밀성</a:t>
            </a:r>
            <a:r>
              <a:rPr dirty="0" sz="2000">
                <a:latin typeface="Arial MT"/>
                <a:cs typeface="Arial MT"/>
              </a:rPr>
              <a:t>,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Malgun Gothic"/>
                <a:cs typeface="Malgun Gothic"/>
              </a:rPr>
              <a:t>완결성을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165">
                <a:latin typeface="Malgun Gothic"/>
                <a:cs typeface="Malgun Gothic"/>
              </a:rPr>
              <a:t>갖추어🅓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함</a:t>
            </a:r>
            <a:endParaRPr sz="2000">
              <a:latin typeface="Malgun Gothic"/>
              <a:cs typeface="Malgun Gothic"/>
            </a:endParaRPr>
          </a:p>
          <a:p>
            <a:pPr lvl="2" marL="1085215" indent="-360045">
              <a:lnSpc>
                <a:spcPct val="100000"/>
              </a:lnSpc>
              <a:spcBef>
                <a:spcPts val="505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문단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내의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모든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문장은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하나의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화제에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집중되어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210">
                <a:latin typeface="Malgun Gothic"/>
                <a:cs typeface="Malgun Gothic"/>
              </a:rPr>
              <a:t>있어🅓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함</a:t>
            </a:r>
            <a:endParaRPr sz="2000">
              <a:latin typeface="Malgun Gothic"/>
              <a:cs typeface="Malgun Gothic"/>
            </a:endParaRPr>
          </a:p>
          <a:p>
            <a:pPr lvl="2" marL="1085215" indent="-360045">
              <a:lnSpc>
                <a:spcPct val="100000"/>
              </a:lnSpc>
              <a:spcBef>
                <a:spcPts val="500"/>
              </a:spcBef>
              <a:buClr>
                <a:srgbClr val="4764B0"/>
              </a:buClr>
              <a:buFont typeface="Arial MT"/>
              <a:buChar char="–"/>
              <a:tabLst>
                <a:tab pos="1085215" algn="l"/>
              </a:tabLst>
            </a:pPr>
            <a:r>
              <a:rPr dirty="0" sz="2000">
                <a:latin typeface="Malgun Gothic"/>
                <a:cs typeface="Malgun Gothic"/>
              </a:rPr>
              <a:t>문단</a:t>
            </a:r>
            <a:r>
              <a:rPr dirty="0" sz="2000" spc="-16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내의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모든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문장은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서로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긴밀하게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관련을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220">
                <a:latin typeface="Malgun Gothic"/>
                <a:cs typeface="Malgun Gothic"/>
              </a:rPr>
              <a:t>맺어🅓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함</a:t>
            </a:r>
            <a:endParaRPr sz="2000">
              <a:latin typeface="Malgun Gothic"/>
              <a:cs typeface="Malgun Gothic"/>
            </a:endParaRPr>
          </a:p>
          <a:p>
            <a:pPr lvl="2" marL="1085850" marR="5080" indent="-360680">
              <a:lnSpc>
                <a:spcPct val="100000"/>
              </a:lnSpc>
              <a:spcBef>
                <a:spcPts val="480"/>
              </a:spcBef>
              <a:buClr>
                <a:srgbClr val="4764B0"/>
              </a:buClr>
              <a:buFont typeface="Arial MT"/>
              <a:buChar char="–"/>
              <a:tabLst>
                <a:tab pos="1085850" algn="l"/>
              </a:tabLst>
            </a:pPr>
            <a:r>
              <a:rPr dirty="0" sz="2000">
                <a:latin typeface="Malgun Gothic"/>
                <a:cs typeface="Malgun Gothic"/>
              </a:rPr>
              <a:t>주어진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화제를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설명하기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위해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필요한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모든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내용이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문단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안에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충실히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제시되어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있 </a:t>
            </a:r>
            <a:r>
              <a:rPr dirty="0" sz="2000" spc="330">
                <a:latin typeface="Malgun Gothic"/>
                <a:cs typeface="Malgun Gothic"/>
              </a:rPr>
              <a:t>어🅓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함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182" sz="3525"/>
              <a:t>글쓰기의</a:t>
            </a:r>
            <a:r>
              <a:rPr dirty="0" baseline="1182" sz="3525" spc="-120"/>
              <a:t> </a:t>
            </a:r>
            <a:r>
              <a:rPr dirty="0" baseline="1182" sz="3525"/>
              <a:t>과정</a:t>
            </a:r>
            <a:r>
              <a:rPr dirty="0" baseline="1182" sz="3525" spc="-120"/>
              <a:t> </a:t>
            </a:r>
            <a:r>
              <a:rPr dirty="0" sz="2400">
                <a:latin typeface="Arial"/>
                <a:cs typeface="Arial"/>
              </a:rPr>
              <a:t>(4)</a:t>
            </a:r>
            <a:r>
              <a:rPr dirty="0" sz="2400" spc="80">
                <a:latin typeface="Arial"/>
                <a:cs typeface="Arial"/>
              </a:rPr>
              <a:t> </a:t>
            </a:r>
            <a:r>
              <a:rPr dirty="0" baseline="1182" sz="3525"/>
              <a:t>문단</a:t>
            </a:r>
            <a:r>
              <a:rPr dirty="0" baseline="1182" sz="3525" spc="-112"/>
              <a:t> </a:t>
            </a:r>
            <a:r>
              <a:rPr dirty="0" baseline="1182" sz="3525" spc="-37"/>
              <a:t>만들기</a:t>
            </a:r>
            <a:endParaRPr baseline="1182" sz="3525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4391" y="1095755"/>
            <a:ext cx="10299700" cy="457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650" marR="5080" indent="-361950">
              <a:lnSpc>
                <a:spcPct val="150000"/>
              </a:lnSpc>
              <a:spcBef>
                <a:spcPts val="100"/>
              </a:spcBef>
              <a:buClr>
                <a:srgbClr val="4764B0"/>
              </a:buClr>
              <a:buFont typeface="Wingdings"/>
              <a:buChar char=""/>
              <a:tabLst>
                <a:tab pos="374650" algn="l"/>
              </a:tabLst>
            </a:pPr>
            <a:r>
              <a:rPr dirty="0" sz="2000">
                <a:latin typeface="Malgun Gothic"/>
                <a:cs typeface="Malgun Gothic"/>
              </a:rPr>
              <a:t>문단은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하나의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화제를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중심으로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완결되지만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동시에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전체의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부분으로써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다른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문단들 </a:t>
            </a:r>
            <a:r>
              <a:rPr dirty="0" sz="2000">
                <a:latin typeface="Malgun Gothic"/>
                <a:cs typeface="Malgun Gothic"/>
              </a:rPr>
              <a:t>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서로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유기적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관련을</a:t>
            </a:r>
            <a:r>
              <a:rPr dirty="0" sz="2000" spc="-150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맺고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210">
                <a:latin typeface="Malgun Gothic"/>
                <a:cs typeface="Malgun Gothic"/>
              </a:rPr>
              <a:t>있어🅓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50">
                <a:latin typeface="Malgun Gothic"/>
                <a:cs typeface="Malgun Gothic"/>
              </a:rPr>
              <a:t>함</a:t>
            </a:r>
            <a:endParaRPr sz="2000">
              <a:latin typeface="Malgun Gothic"/>
              <a:cs typeface="Malgun Gothic"/>
            </a:endParaRPr>
          </a:p>
          <a:p>
            <a:pPr marL="374015" indent="-361315">
              <a:lnSpc>
                <a:spcPct val="100000"/>
              </a:lnSpc>
              <a:spcBef>
                <a:spcPts val="1680"/>
              </a:spcBef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좋은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문단을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구성하기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위해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독자를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고려하는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태도가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필요함</a:t>
            </a:r>
            <a:endParaRPr sz="2000">
              <a:latin typeface="Malgun Gothic"/>
              <a:cs typeface="Malgun Gothic"/>
            </a:endParaRPr>
          </a:p>
          <a:p>
            <a:pPr lvl="1" marL="725170" indent="-350520">
              <a:lnSpc>
                <a:spcPct val="100000"/>
              </a:lnSpc>
              <a:spcBef>
                <a:spcPts val="1700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글을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통해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독자에게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무엇을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알려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주려고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0">
                <a:latin typeface="Malgun Gothic"/>
                <a:cs typeface="Malgun Gothic"/>
              </a:rPr>
              <a:t>하는가</a:t>
            </a:r>
            <a:r>
              <a:rPr dirty="0" sz="2000" spc="-20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lvl="1" marL="725170" indent="-350520">
              <a:lnSpc>
                <a:spcPct val="100000"/>
              </a:lnSpc>
              <a:spcBef>
                <a:spcPts val="1610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독자가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주제에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대해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알고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있는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무엇일까</a:t>
            </a:r>
            <a:r>
              <a:rPr dirty="0" sz="2000" spc="-10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lvl="1" marL="725170" indent="-350520">
              <a:lnSpc>
                <a:spcPct val="100000"/>
              </a:lnSpc>
              <a:spcBef>
                <a:spcPts val="1705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독자의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이해를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돕기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위해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어떤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정보가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도움이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될까</a:t>
            </a:r>
            <a:r>
              <a:rPr dirty="0" sz="2000" spc="-25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lvl="1" marL="725170" indent="-350520">
              <a:lnSpc>
                <a:spcPct val="100000"/>
              </a:lnSpc>
              <a:spcBef>
                <a:spcPts val="1705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내가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처음에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주제를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접했을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어떤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문제에서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어려움을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겪었는가</a:t>
            </a:r>
            <a:r>
              <a:rPr dirty="0" sz="2000" spc="-10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lvl="1" marL="725170" indent="-350520">
              <a:lnSpc>
                <a:spcPct val="100000"/>
              </a:lnSpc>
              <a:spcBef>
                <a:spcPts val="1680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내가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주제를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명확하게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이해하는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데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도움을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것은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무엇인가</a:t>
            </a:r>
            <a:r>
              <a:rPr dirty="0" sz="2000" spc="-10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lvl="1" marL="725170" indent="-350520">
              <a:lnSpc>
                <a:spcPct val="100000"/>
              </a:lnSpc>
              <a:spcBef>
                <a:spcPts val="1705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독자에게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제공할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있는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최고의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예와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설명은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무엇인가</a:t>
            </a:r>
            <a:r>
              <a:rPr dirty="0" sz="2000" spc="-10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대면</a:t>
            </a:r>
            <a:r>
              <a:rPr dirty="0" spc="-100"/>
              <a:t> </a:t>
            </a:r>
            <a:r>
              <a:rPr dirty="0"/>
              <a:t>활동</a:t>
            </a:r>
            <a:r>
              <a:rPr dirty="0" spc="-85"/>
              <a:t> </a:t>
            </a:r>
            <a:r>
              <a:rPr dirty="0"/>
              <a:t>시</a:t>
            </a:r>
            <a:r>
              <a:rPr dirty="0" spc="-85"/>
              <a:t> </a:t>
            </a:r>
            <a:r>
              <a:rPr dirty="0" spc="-25"/>
              <a:t>주안점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데이터사이언스</a:t>
            </a:r>
            <a:r>
              <a:rPr dirty="0" spc="-5"/>
              <a:t> </a:t>
            </a:r>
            <a:r>
              <a:rPr dirty="0" spc="-25"/>
              <a:t>개론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34391" y="1248155"/>
            <a:ext cx="6561455" cy="4469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4764B0"/>
              </a:buClr>
              <a:buFont typeface="Arial MT"/>
              <a:buAutoNum type="arabicPeriod"/>
              <a:tabLst>
                <a:tab pos="469265" algn="l"/>
              </a:tabLst>
            </a:pPr>
            <a:r>
              <a:rPr dirty="0" sz="2000">
                <a:latin typeface="Malgun Gothic"/>
                <a:cs typeface="Malgun Gothic"/>
              </a:rPr>
              <a:t>글의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구조가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존재하는가</a:t>
            </a:r>
            <a:r>
              <a:rPr dirty="0" sz="2000" spc="-10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Clr>
                <a:srgbClr val="4764B0"/>
              </a:buClr>
              <a:buFont typeface="Arial MT"/>
              <a:buAutoNum type="arabicPeriod"/>
              <a:tabLst>
                <a:tab pos="469265" algn="l"/>
              </a:tabLst>
            </a:pPr>
            <a:r>
              <a:rPr dirty="0" sz="2000">
                <a:latin typeface="Malgun Gothic"/>
                <a:cs typeface="Malgun Gothic"/>
              </a:rPr>
              <a:t>문단의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구성은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적절한가</a:t>
            </a:r>
            <a:r>
              <a:rPr dirty="0" sz="2000" spc="-10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700"/>
              </a:spcBef>
              <a:buClr>
                <a:srgbClr val="4764B0"/>
              </a:buClr>
              <a:buFont typeface="Arial MT"/>
              <a:buAutoNum type="arabicPeriod"/>
              <a:tabLst>
                <a:tab pos="469265" algn="l"/>
              </a:tabLst>
            </a:pPr>
            <a:r>
              <a:rPr dirty="0" sz="2000">
                <a:latin typeface="Malgun Gothic"/>
                <a:cs typeface="Malgun Gothic"/>
              </a:rPr>
              <a:t>문단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내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문장들은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주제문을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성공적으로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10">
                <a:latin typeface="Malgun Gothic"/>
                <a:cs typeface="Malgun Gothic"/>
              </a:rPr>
              <a:t>뒷받침하는가</a:t>
            </a:r>
            <a:r>
              <a:rPr dirty="0" sz="2000" spc="-10">
                <a:latin typeface="Arial MT"/>
                <a:cs typeface="Arial MT"/>
              </a:rPr>
              <a:t>?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4764B0"/>
              </a:buClr>
              <a:buFont typeface="Arial MT"/>
              <a:buAutoNum type="arabicPeriod"/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15"/>
              </a:spcBef>
              <a:buClr>
                <a:srgbClr val="4764B0"/>
              </a:buClr>
              <a:buFont typeface="Arial MT"/>
              <a:buAutoNum type="arabicPeriod"/>
            </a:pPr>
            <a:endParaRPr sz="2000">
              <a:latin typeface="Arial MT"/>
              <a:cs typeface="Arial MT"/>
            </a:endParaRPr>
          </a:p>
          <a:p>
            <a:pPr lvl="1" marL="374015" indent="-361315">
              <a:lnSpc>
                <a:spcPct val="100000"/>
              </a:lnSpc>
              <a:buClr>
                <a:srgbClr val="4764B0"/>
              </a:buClr>
              <a:buFont typeface="Wingdings"/>
              <a:buChar char=""/>
              <a:tabLst>
                <a:tab pos="374015" algn="l"/>
              </a:tabLst>
            </a:pPr>
            <a:r>
              <a:rPr dirty="0" sz="2000">
                <a:latin typeface="Malgun Gothic"/>
                <a:cs typeface="Malgun Gothic"/>
              </a:rPr>
              <a:t>글쓰기의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용도</a:t>
            </a:r>
            <a:r>
              <a:rPr dirty="0" sz="2000" spc="-25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lvl="2" marL="725170" indent="-350520">
              <a:lnSpc>
                <a:spcPct val="100000"/>
              </a:lnSpc>
              <a:spcBef>
                <a:spcPts val="1705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 spc="-10">
                <a:latin typeface="Malgun Gothic"/>
                <a:cs typeface="Malgun Gothic"/>
              </a:rPr>
              <a:t>입사지원서</a:t>
            </a:r>
            <a:endParaRPr sz="2000">
              <a:latin typeface="Malgun Gothic"/>
              <a:cs typeface="Malgun Gothic"/>
            </a:endParaRPr>
          </a:p>
          <a:p>
            <a:pPr lvl="2" marL="725170" indent="-350520">
              <a:lnSpc>
                <a:spcPct val="100000"/>
              </a:lnSpc>
              <a:spcBef>
                <a:spcPts val="1680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사장님과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엘리베이터에서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만난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경우</a:t>
            </a:r>
            <a:endParaRPr sz="2000">
              <a:latin typeface="Malgun Gothic"/>
              <a:cs typeface="Malgun Gothic"/>
            </a:endParaRPr>
          </a:p>
          <a:p>
            <a:pPr lvl="2" marL="725170" indent="-350520">
              <a:lnSpc>
                <a:spcPct val="100000"/>
              </a:lnSpc>
              <a:spcBef>
                <a:spcPts val="1705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프로젝트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제안서</a:t>
            </a:r>
            <a:endParaRPr sz="2000">
              <a:latin typeface="Malgun Gothic"/>
              <a:cs typeface="Malgun Gothic"/>
            </a:endParaRPr>
          </a:p>
          <a:p>
            <a:pPr lvl="2" marL="725170" indent="-350520">
              <a:lnSpc>
                <a:spcPct val="100000"/>
              </a:lnSpc>
              <a:spcBef>
                <a:spcPts val="1605"/>
              </a:spcBef>
              <a:buClr>
                <a:srgbClr val="4764B0"/>
              </a:buClr>
              <a:buFont typeface="Wingdings"/>
              <a:buChar char=""/>
              <a:tabLst>
                <a:tab pos="725170" algn="l"/>
              </a:tabLst>
            </a:pPr>
            <a:r>
              <a:rPr dirty="0" sz="2000">
                <a:latin typeface="Malgun Gothic"/>
                <a:cs typeface="Malgun Gothic"/>
              </a:rPr>
              <a:t>과제</a:t>
            </a:r>
            <a:r>
              <a:rPr dirty="0" sz="2000" spc="-165">
                <a:latin typeface="Malgun Gothic"/>
                <a:cs typeface="Malgun Gothic"/>
              </a:rPr>
              <a:t> </a:t>
            </a:r>
            <a:r>
              <a:rPr dirty="0" sz="2000">
                <a:latin typeface="Malgun Gothic"/>
                <a:cs typeface="Malgun Gothic"/>
              </a:rPr>
              <a:t>결과</a:t>
            </a:r>
            <a:r>
              <a:rPr dirty="0" sz="2000" spc="-155">
                <a:latin typeface="Malgun Gothic"/>
                <a:cs typeface="Malgun Gothic"/>
              </a:rPr>
              <a:t> </a:t>
            </a:r>
            <a:r>
              <a:rPr dirty="0" sz="2000" spc="-25">
                <a:latin typeface="Malgun Gothic"/>
                <a:cs typeface="Malgun Gothic"/>
              </a:rPr>
              <a:t>보고서</a:t>
            </a:r>
            <a:endParaRPr sz="2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2024-09-08T14:49:17Z</dcterms:created>
  <dcterms:modified xsi:type="dcterms:W3CDTF">2024-09-08T14:49:17Z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2022-08-30T00:00:00Z</vt:filetime>
  </property>
  <property fmtid="{D5CDD505-2E9C-101B-9397-08002B2CF9AE}" pid="3" name="LastSaved">
    <vt:filetime>2024-09-08T00:00:00Z</vt:filetime>
  </property>
  <property fmtid="{D5CDD505-2E9C-101B-9397-08002B2CF9AE}" pid="4" name="Producer">
    <vt:lpwstr>macOS Version 12.4 (Build 21F79) Quartz PDFContext</vt:lpwstr>
  </property>
</Properties>
</file>