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70" r:id="rId2"/>
    <p:sldId id="271" r:id="rId3"/>
    <p:sldId id="27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35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alexisbcook/titanic-tutorial" TargetMode="External"/><Relationship Id="rId2" Type="http://schemas.openxmlformats.org/officeDocument/2006/relationships/hyperlink" Target="https://www.kaggle.com/competitions/titani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18FA0A-5602-09BE-2AFB-F603067DA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D92408-8BFA-A580-402A-A2418DB6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캐글</a:t>
            </a:r>
            <a:r>
              <a:rPr lang="ko-KR" altLang="en-US" dirty="0"/>
              <a:t>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057D5E-3A7F-3DBE-89E9-C18A1FF58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9A7F04A-59B4-7351-13FD-089BE2456F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단계는 주간 </a:t>
            </a:r>
            <a:r>
              <a:rPr lang="ko-KR" altLang="en-US" dirty="0" err="1"/>
              <a:t>울트라러닝</a:t>
            </a:r>
            <a:r>
              <a:rPr lang="ko-KR" altLang="en-US" dirty="0"/>
              <a:t> 평가서에서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단계는 </a:t>
            </a:r>
            <a:r>
              <a:rPr lang="ko-KR" altLang="en-US" dirty="0" err="1"/>
              <a:t>울트라러닝</a:t>
            </a:r>
            <a:r>
              <a:rPr lang="ko-KR" altLang="en-US" dirty="0"/>
              <a:t> 결과보고서에서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3EF6EC-6E3E-C8F3-28CD-F1E5140F052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4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DF7804-6070-C678-9AA6-59AC138B7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64DB67-5E70-E131-9946-4F796DEC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2A8A8B-EA5F-11C3-580F-3832038BA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CB4480C-AAB3-E5AA-C9B2-89A1D6DD4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주제를 공부할지 대략적인 범위를 정하라</a:t>
            </a:r>
            <a:endParaRPr lang="en-US" altLang="ko-KR" dirty="0"/>
          </a:p>
          <a:p>
            <a:pPr lvl="1"/>
            <a:r>
              <a:rPr lang="ko-KR" altLang="en-US" dirty="0" err="1"/>
              <a:t>캐글</a:t>
            </a:r>
            <a:r>
              <a:rPr lang="ko-KR" altLang="en-US" dirty="0"/>
              <a:t> 타이타닉 </a:t>
            </a:r>
            <a:r>
              <a:rPr lang="ko-KR" altLang="en-US" dirty="0" err="1"/>
              <a:t>컴피티션에서</a:t>
            </a:r>
            <a:r>
              <a:rPr lang="ko-KR" altLang="en-US" dirty="0"/>
              <a:t> 첫 모델을 만들기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hlinkClick r:id="rId2"/>
              </a:rPr>
              <a:t>https://www.kaggle.com/competitions/titanic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달 안에 끝난다면 이와 유사한 또 다른 프로젝트를 해보기</a:t>
            </a:r>
          </a:p>
          <a:p>
            <a:r>
              <a:rPr lang="ko-KR" altLang="en-US" dirty="0"/>
              <a:t>사용하게 될 주요 자원들을 결정하라</a:t>
            </a:r>
            <a:endParaRPr lang="en-US" altLang="ko-KR" dirty="0"/>
          </a:p>
          <a:p>
            <a:pPr lvl="1"/>
            <a:r>
              <a:rPr lang="ko-KR" altLang="en-US" dirty="0" err="1"/>
              <a:t>캐글</a:t>
            </a:r>
            <a:r>
              <a:rPr lang="ko-KR" altLang="en-US" dirty="0"/>
              <a:t> 웹페이지</a:t>
            </a:r>
            <a:r>
              <a:rPr lang="en-US" altLang="ko-KR" dirty="0"/>
              <a:t>, </a:t>
            </a:r>
            <a:r>
              <a:rPr lang="ko-KR" altLang="en-US" dirty="0"/>
              <a:t>유튜브 동영상을 포함해서 첫번째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프로젝트에 관련된 온라인 학습방법 추구</a:t>
            </a:r>
            <a:endParaRPr lang="en-US" altLang="ko-KR" dirty="0"/>
          </a:p>
          <a:p>
            <a:r>
              <a:rPr lang="ko-KR" altLang="en-US" dirty="0"/>
              <a:t>벤치마킹할 다른 사람들의 방법을 찾아라</a:t>
            </a:r>
            <a:endParaRPr lang="en-US" altLang="ko-KR" dirty="0"/>
          </a:p>
          <a:p>
            <a:pPr lvl="1"/>
            <a:r>
              <a:rPr lang="en-US" altLang="ko-KR" dirty="0"/>
              <a:t>Titanic Tutorial</a:t>
            </a:r>
          </a:p>
          <a:p>
            <a:pPr lvl="2"/>
            <a:r>
              <a:rPr lang="en-US" altLang="ko-KR" dirty="0">
                <a:hlinkClick r:id="rId3"/>
              </a:rPr>
              <a:t>https://www.kaggle.com/code/alexisbcook/titanic-tutorial</a:t>
            </a:r>
            <a:endParaRPr lang="en-US" altLang="ko-KR" dirty="0"/>
          </a:p>
          <a:p>
            <a:pPr lvl="2"/>
            <a:r>
              <a:rPr lang="ko-KR" altLang="en-US" dirty="0"/>
              <a:t>튜토리얼을 따라하면서 </a:t>
            </a:r>
            <a:r>
              <a:rPr lang="ko-KR" altLang="en-US" dirty="0" err="1"/>
              <a:t>머신러닝을</a:t>
            </a:r>
            <a:r>
              <a:rPr lang="ko-KR" altLang="en-US" dirty="0"/>
              <a:t> 어떻게 구축하여 원하는 결과를 예측하는지 알 </a:t>
            </a:r>
            <a:r>
              <a:rPr lang="ko-KR" altLang="en-US" dirty="0" err="1"/>
              <a:t>수있다</a:t>
            </a:r>
            <a:endParaRPr lang="en-US" altLang="ko-KR" dirty="0"/>
          </a:p>
          <a:p>
            <a:r>
              <a:rPr lang="ko-KR" altLang="en-US" dirty="0"/>
              <a:t>직접 연습 기회를 찾아라</a:t>
            </a:r>
            <a:endParaRPr lang="en-US" altLang="ko-KR" dirty="0"/>
          </a:p>
          <a:p>
            <a:pPr lvl="1"/>
            <a:r>
              <a:rPr lang="en-US" altLang="ko-KR" dirty="0" err="1"/>
              <a:t>Vscode</a:t>
            </a:r>
            <a:r>
              <a:rPr lang="ko-KR" altLang="en-US" dirty="0"/>
              <a:t>나 </a:t>
            </a:r>
            <a:r>
              <a:rPr lang="ko-KR" altLang="en-US" dirty="0" err="1"/>
              <a:t>캐글</a:t>
            </a:r>
            <a:r>
              <a:rPr lang="ko-KR" altLang="en-US" dirty="0"/>
              <a:t> 노트북에서 직접 코딩 후 모델을 돌려보기</a:t>
            </a:r>
          </a:p>
          <a:p>
            <a:r>
              <a:rPr lang="ko-KR" altLang="en-US" dirty="0"/>
              <a:t>예비 재료와 수단을 구하라</a:t>
            </a:r>
          </a:p>
          <a:p>
            <a:pPr lvl="1"/>
            <a:r>
              <a:rPr lang="ko-KR" altLang="en-US" dirty="0"/>
              <a:t>한국어 블로그 글이나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endParaRPr lang="en-US" altLang="ko-KR" dirty="0"/>
          </a:p>
          <a:p>
            <a:pPr lvl="1"/>
            <a:r>
              <a:rPr lang="ko-KR" altLang="en-US" dirty="0" err="1"/>
              <a:t>캐글</a:t>
            </a:r>
            <a:r>
              <a:rPr lang="ko-KR" altLang="en-US" dirty="0"/>
              <a:t> </a:t>
            </a:r>
            <a:r>
              <a:rPr lang="en-US" altLang="ko-KR" dirty="0"/>
              <a:t>discussion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댓글을 참고하여 공부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77D2D5-D12E-E86C-1E4E-3456BBF83C1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1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얼마 동안 공부를 할 것인가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9</a:t>
            </a:r>
            <a:r>
              <a:rPr lang="ko-KR" altLang="en-US" dirty="0"/>
              <a:t>일부터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일까지 매 홀수일</a:t>
            </a:r>
            <a:r>
              <a:rPr lang="en-US" altLang="ko-KR" dirty="0"/>
              <a:t>(9, 11, 13…)</a:t>
            </a:r>
          </a:p>
          <a:p>
            <a:r>
              <a:rPr lang="ko-KR" altLang="en-US" dirty="0"/>
              <a:t>언제 공부를 할 것인가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매일 </a:t>
            </a:r>
            <a:r>
              <a:rPr lang="en-US" altLang="ko-KR" dirty="0"/>
              <a:t>10</a:t>
            </a:r>
            <a:r>
              <a:rPr lang="ko-KR" altLang="en-US" dirty="0"/>
              <a:t>시</a:t>
            </a:r>
            <a:r>
              <a:rPr lang="en-US" altLang="ko-KR" dirty="0"/>
              <a:t>~12</a:t>
            </a:r>
            <a:r>
              <a:rPr lang="ko-KR" altLang="en-US" dirty="0"/>
              <a:t>시까지 </a:t>
            </a:r>
            <a:r>
              <a:rPr lang="en-US" altLang="ko-KR" dirty="0"/>
              <a:t>2</a:t>
            </a:r>
            <a:r>
              <a:rPr lang="ko-KR" altLang="en-US" dirty="0"/>
              <a:t>시간씩</a:t>
            </a:r>
            <a:endParaRPr lang="en-US" altLang="ko-KR" dirty="0"/>
          </a:p>
          <a:p>
            <a:pPr lvl="2"/>
            <a:r>
              <a:rPr lang="ko-KR" altLang="en-US" dirty="0"/>
              <a:t>목요일의 경우 </a:t>
            </a:r>
            <a:r>
              <a:rPr lang="en-US" altLang="ko-KR" dirty="0"/>
              <a:t>10~11</a:t>
            </a:r>
            <a:r>
              <a:rPr lang="ko-KR" altLang="en-US" dirty="0"/>
              <a:t>시까지 </a:t>
            </a:r>
            <a:r>
              <a:rPr lang="en-US" altLang="ko-KR" dirty="0"/>
              <a:t>1</a:t>
            </a:r>
            <a:r>
              <a:rPr lang="ko-KR" altLang="en-US" dirty="0"/>
              <a:t>시간만</a:t>
            </a:r>
            <a:endParaRPr lang="en-US" altLang="ko-KR" dirty="0"/>
          </a:p>
          <a:p>
            <a:r>
              <a:rPr lang="ko-KR" altLang="en-US" dirty="0"/>
              <a:t>프로젝트 기간</a:t>
            </a:r>
            <a:endParaRPr lang="en-US" altLang="ko-KR" dirty="0"/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9</a:t>
            </a:r>
            <a:r>
              <a:rPr lang="ko-KR" altLang="en-US" dirty="0"/>
              <a:t>일 부터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30</a:t>
            </a:r>
            <a:r>
              <a:rPr lang="ko-KR" altLang="en-US" dirty="0"/>
              <a:t>일 까지</a:t>
            </a:r>
            <a:endParaRPr lang="en-US" altLang="ko-KR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15850</TotalTime>
  <Words>201</Words>
  <Application>Microsoft Office PowerPoint</Application>
  <PresentationFormat>A4 용지(210x297mm)</PresentationFormat>
  <Paragraphs>29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디자인 사용자 지정</vt:lpstr>
      <vt:lpstr> 캐글 울트라러닝 프로젝트</vt:lpstr>
      <vt:lpstr>1단계: 자신에게 필요한 조사를 하라</vt:lpstr>
      <vt:lpstr>2단계: 일정을 조율하라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529</cp:revision>
  <dcterms:created xsi:type="dcterms:W3CDTF">2021-05-24T07:27:04Z</dcterms:created>
  <dcterms:modified xsi:type="dcterms:W3CDTF">2024-09-09T12:40:15Z</dcterms:modified>
</cp:coreProperties>
</file>