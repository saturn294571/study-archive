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24" autoAdjust="0"/>
    <p:restoredTop sz="95842" autoAdjust="0"/>
  </p:normalViewPr>
  <p:slideViewPr>
    <p:cSldViewPr>
      <p:cViewPr varScale="1">
        <p:scale>
          <a:sx n="72" d="100"/>
          <a:sy n="72" d="100"/>
        </p:scale>
        <p:origin x="264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128464"/>
            <a:ext cx="2304256" cy="5760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631" y="128464"/>
            <a:ext cx="4248473" cy="5760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16632" y="776536"/>
            <a:ext cx="1877392" cy="72728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100"/>
            </a:lvl1pPr>
            <a:lvl2pPr marL="685800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100"/>
            </a:lvl2pPr>
            <a:lvl3pPr marL="114300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060848" y="776536"/>
            <a:ext cx="4685705" cy="72728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맑은 고딕" panose="020B0503020000020004" pitchFamily="50" charset="-127"/>
              <a:buChar char="#"/>
              <a:defRPr sz="1100"/>
            </a:lvl1pPr>
            <a:lvl2pPr marL="685800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100"/>
            </a:lvl2pPr>
            <a:lvl3pPr marL="114300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16632" y="8121352"/>
            <a:ext cx="6624736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100"/>
            </a:lvl1pPr>
            <a:lvl2pPr marL="685800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100"/>
            </a:lvl2pPr>
            <a:lvl3pPr marL="114300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77FB6-E89F-4922-BA00-FF8EAC57E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BB3796-16A0-4473-873D-078BB5747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205348-9D70-4BE7-B02B-0C339D1B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2CF870-D45C-4807-89E2-5E6854D6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392D2F-38C3-4CF3-8565-10C45FB6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C7A71A5-F379-4512-96A0-DBD9E2FFF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A7FC071-8DFD-46D3-BEA1-1E525A8C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 – 1 </a:t>
            </a:r>
            <a:r>
              <a:rPr lang="ko-KR" altLang="en-US" dirty="0" err="1"/>
              <a:t>울트라러닝</a:t>
            </a:r>
            <a:r>
              <a:rPr lang="ko-KR" altLang="en-US" dirty="0"/>
              <a:t> 프로젝트 계획서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86D69-D65A-465F-B714-1E3C9C7031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1ABA3E7-CB0A-4A2F-A33F-E92C6D5200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자신에게 필요한 조사를 하라</a:t>
            </a:r>
          </a:p>
          <a:p>
            <a:pPr lvl="1"/>
            <a:r>
              <a:rPr lang="ko-KR" altLang="en-US" dirty="0"/>
              <a:t>어떤 주제를 공부할지 대략적인 범위를 정하라</a:t>
            </a:r>
          </a:p>
          <a:p>
            <a:pPr lvl="1"/>
            <a:r>
              <a:rPr lang="ko-KR" altLang="en-US" dirty="0"/>
              <a:t>사용하게 될 주요 자원들을 결정하라</a:t>
            </a:r>
          </a:p>
          <a:p>
            <a:pPr lvl="1"/>
            <a:r>
              <a:rPr lang="ko-KR" altLang="en-US" dirty="0"/>
              <a:t>벤치마킹할 다른 사람들의 방법을 찾아라</a:t>
            </a:r>
          </a:p>
          <a:p>
            <a:endParaRPr lang="ko-KR" altLang="en-US" dirty="0"/>
          </a:p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일정을 조율하라</a:t>
            </a:r>
          </a:p>
          <a:p>
            <a:pPr lvl="1"/>
            <a:r>
              <a:rPr lang="en-US" altLang="ko-KR" dirty="0"/>
              <a:t>1~8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전반기</a:t>
            </a:r>
          </a:p>
          <a:p>
            <a:pPr lvl="2"/>
            <a:r>
              <a:rPr lang="en-US" altLang="ko-KR" dirty="0"/>
              <a:t>1~4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적응기간</a:t>
            </a:r>
          </a:p>
          <a:p>
            <a:pPr lvl="2"/>
            <a:r>
              <a:rPr lang="en-US" altLang="ko-KR" dirty="0"/>
              <a:t>5~8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중간고사 대비기간</a:t>
            </a:r>
          </a:p>
          <a:p>
            <a:pPr lvl="1"/>
            <a:r>
              <a:rPr lang="en-US" altLang="ko-KR" dirty="0"/>
              <a:t>9~16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후반기</a:t>
            </a:r>
          </a:p>
          <a:p>
            <a:pPr lvl="2"/>
            <a:r>
              <a:rPr lang="en-US" altLang="ko-KR" dirty="0"/>
              <a:t>9~12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기말과제 및 보고서 준비기간</a:t>
            </a:r>
          </a:p>
          <a:p>
            <a:pPr lvl="2"/>
            <a:r>
              <a:rPr lang="en-US" altLang="ko-KR" dirty="0"/>
              <a:t>13~16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기말고사 대비기간</a:t>
            </a:r>
          </a:p>
          <a:p>
            <a:endParaRPr lang="ko-KR" altLang="en-US" dirty="0"/>
          </a:p>
          <a:p>
            <a:r>
              <a:rPr lang="en-US" altLang="ko-KR" dirty="0"/>
              <a:t>3</a:t>
            </a:r>
            <a:r>
              <a:rPr lang="ko-KR" altLang="en-US" dirty="0"/>
              <a:t>단계는 주간 </a:t>
            </a:r>
            <a:r>
              <a:rPr lang="ko-KR" altLang="en-US" dirty="0" err="1"/>
              <a:t>울트라러닝</a:t>
            </a:r>
            <a:r>
              <a:rPr lang="ko-KR" altLang="en-US" dirty="0"/>
              <a:t> 평가서에서</a:t>
            </a:r>
          </a:p>
          <a:p>
            <a:r>
              <a:rPr lang="en-US" altLang="ko-KR" dirty="0"/>
              <a:t>4</a:t>
            </a:r>
            <a:r>
              <a:rPr lang="ko-KR" altLang="en-US" dirty="0"/>
              <a:t>단계는 </a:t>
            </a:r>
            <a:r>
              <a:rPr lang="ko-KR" altLang="en-US" dirty="0" err="1"/>
              <a:t>울트라러닝</a:t>
            </a:r>
            <a:r>
              <a:rPr lang="ko-KR" altLang="en-US" dirty="0"/>
              <a:t> 결과보고서에서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86C732-4A7F-42E5-A04B-A8F015E4D49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99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346A4D7-AACE-402A-804F-198D7EC464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6399698-C634-49C3-8679-C151D2D88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32" y="128464"/>
            <a:ext cx="4248473" cy="576064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자신에게 필요한 조사를 하라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64ADC3-4071-4AC8-B961-55A7B22654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6A75FD6-7A1B-4CE6-BFB0-46503FF832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어떤 주제를 공부할지 대략적인 범위를 정하라</a:t>
            </a:r>
          </a:p>
          <a:p>
            <a:pPr lvl="1"/>
            <a:r>
              <a:rPr lang="ko-KR" altLang="en-US" dirty="0"/>
              <a:t>글로벌경제론</a:t>
            </a:r>
            <a:r>
              <a:rPr lang="en-US" altLang="ko-KR" dirty="0"/>
              <a:t>, </a:t>
            </a:r>
            <a:r>
              <a:rPr lang="ko-KR" altLang="en-US" dirty="0"/>
              <a:t>사회보장론</a:t>
            </a:r>
            <a:r>
              <a:rPr lang="en-US" altLang="ko-KR" dirty="0"/>
              <a:t>, </a:t>
            </a:r>
            <a:r>
              <a:rPr lang="ko-KR" altLang="en-US" dirty="0"/>
              <a:t>컴퓨팅사고와 데이터분석 기초</a:t>
            </a:r>
            <a:r>
              <a:rPr lang="en-US" altLang="ko-KR" dirty="0"/>
              <a:t>, </a:t>
            </a:r>
            <a:r>
              <a:rPr lang="ko-KR" altLang="en-US" dirty="0"/>
              <a:t>프로그램언어</a:t>
            </a:r>
            <a:r>
              <a:rPr lang="en-US" altLang="ko-KR" dirty="0"/>
              <a:t>, </a:t>
            </a:r>
            <a:r>
              <a:rPr lang="ko-KR" altLang="en-US" dirty="0"/>
              <a:t>컴퓨터 네트워크</a:t>
            </a:r>
            <a:r>
              <a:rPr lang="en-US" altLang="ko-KR" dirty="0"/>
              <a:t>, </a:t>
            </a:r>
            <a:r>
              <a:rPr lang="ko-KR" altLang="en-US" dirty="0"/>
              <a:t>데이터베이스 총 </a:t>
            </a:r>
            <a:r>
              <a:rPr lang="en-US" altLang="ko-KR" dirty="0"/>
              <a:t>6</a:t>
            </a:r>
            <a:r>
              <a:rPr lang="ko-KR" altLang="en-US" dirty="0"/>
              <a:t>과목에서 평점 </a:t>
            </a:r>
            <a:r>
              <a:rPr lang="en-US" altLang="ko-KR" dirty="0"/>
              <a:t>4.25 </a:t>
            </a:r>
            <a:r>
              <a:rPr lang="ko-KR" altLang="en-US" dirty="0"/>
              <a:t>이상</a:t>
            </a:r>
          </a:p>
          <a:p>
            <a:pPr lvl="2"/>
            <a:r>
              <a:rPr lang="ko-KR" altLang="en-US" dirty="0"/>
              <a:t>글로벌 경제론</a:t>
            </a:r>
          </a:p>
          <a:p>
            <a:pPr lvl="3"/>
            <a:r>
              <a:rPr lang="ko-KR" altLang="en-US" dirty="0"/>
              <a:t>강의교재 </a:t>
            </a:r>
            <a:r>
              <a:rPr lang="en-US" altLang="ko-KR" dirty="0"/>
              <a:t>= </a:t>
            </a:r>
            <a:r>
              <a:rPr lang="ko-KR" altLang="en-US" dirty="0"/>
              <a:t>복지국가와 경제이론</a:t>
            </a:r>
            <a:endParaRPr lang="en-US" altLang="ko-KR" dirty="0"/>
          </a:p>
          <a:p>
            <a:r>
              <a:rPr lang="ko-KR" altLang="en-US" dirty="0"/>
              <a:t>사용하게 될 주요 자원들을 결정하라</a:t>
            </a:r>
            <a:endParaRPr lang="en-US" altLang="ko-KR" dirty="0"/>
          </a:p>
          <a:p>
            <a:pPr lvl="1"/>
            <a:r>
              <a:rPr lang="ko-KR" altLang="en-US" dirty="0"/>
              <a:t>글로벌경제론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ppt, </a:t>
            </a:r>
            <a:r>
              <a:rPr lang="ko-KR" altLang="en-US" dirty="0"/>
              <a:t>참고교재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, </a:t>
            </a:r>
            <a:r>
              <a:rPr lang="ko-KR" altLang="en-US" dirty="0"/>
              <a:t>질문</a:t>
            </a:r>
            <a:endParaRPr lang="en-US" altLang="ko-KR" dirty="0"/>
          </a:p>
          <a:p>
            <a:pPr lvl="1"/>
            <a:r>
              <a:rPr lang="ko-KR" altLang="en-US" dirty="0"/>
              <a:t>사회보장론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ppt, </a:t>
            </a:r>
            <a:r>
              <a:rPr lang="ko-KR" altLang="en-US" dirty="0"/>
              <a:t>참고교재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, </a:t>
            </a:r>
            <a:r>
              <a:rPr lang="ko-KR" altLang="en-US" dirty="0"/>
              <a:t>질문</a:t>
            </a:r>
            <a:endParaRPr lang="en-US" altLang="ko-KR" dirty="0"/>
          </a:p>
          <a:p>
            <a:pPr lvl="1"/>
            <a:r>
              <a:rPr lang="ko-KR" altLang="en-US" dirty="0"/>
              <a:t>컴퓨팅사고와 데이터분석 기초 </a:t>
            </a:r>
            <a:r>
              <a:rPr lang="en-US" altLang="ko-KR" dirty="0"/>
              <a:t>– </a:t>
            </a:r>
            <a:r>
              <a:rPr lang="ko-KR" altLang="en-US" dirty="0"/>
              <a:t>온라인 동영상</a:t>
            </a:r>
            <a:r>
              <a:rPr lang="en-US" altLang="ko-KR" dirty="0"/>
              <a:t>, </a:t>
            </a:r>
            <a:r>
              <a:rPr lang="ko-KR" altLang="en-US" dirty="0"/>
              <a:t>점프 투 파이썬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endParaRPr lang="en-US" altLang="ko-KR" dirty="0"/>
          </a:p>
          <a:p>
            <a:pPr lvl="1"/>
            <a:r>
              <a:rPr lang="ko-KR" altLang="en-US" dirty="0"/>
              <a:t>프로그램언어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</a:t>
            </a:r>
            <a:r>
              <a:rPr lang="ko-KR" altLang="en-US" dirty="0"/>
              <a:t>점프 투 파이썬</a:t>
            </a:r>
            <a:r>
              <a:rPr lang="en-US" altLang="ko-KR" dirty="0"/>
              <a:t>, </a:t>
            </a:r>
            <a:r>
              <a:rPr lang="ko-KR" altLang="en-US" dirty="0"/>
              <a:t>백준 문제풀이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(?), </a:t>
            </a:r>
            <a:r>
              <a:rPr lang="ko-KR" altLang="en-US" dirty="0"/>
              <a:t>질문</a:t>
            </a:r>
            <a:endParaRPr lang="en-US" altLang="ko-KR" dirty="0"/>
          </a:p>
          <a:p>
            <a:pPr lvl="1"/>
            <a:r>
              <a:rPr lang="ko-KR" altLang="en-US" dirty="0"/>
              <a:t>컴퓨터네트워크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ppt, </a:t>
            </a:r>
            <a:r>
              <a:rPr lang="ko-KR" altLang="en-US" dirty="0"/>
              <a:t>참고교재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(?), </a:t>
            </a:r>
            <a:r>
              <a:rPr lang="ko-KR" altLang="en-US" dirty="0"/>
              <a:t>질문</a:t>
            </a:r>
            <a:endParaRPr lang="en-US" altLang="ko-KR" dirty="0"/>
          </a:p>
          <a:p>
            <a:pPr lvl="1"/>
            <a:r>
              <a:rPr lang="ko-KR" altLang="en-US" dirty="0"/>
              <a:t>데이터베이스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ppt, </a:t>
            </a:r>
            <a:r>
              <a:rPr lang="ko-KR" altLang="en-US" dirty="0"/>
              <a:t>참고교재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(?), </a:t>
            </a:r>
            <a:r>
              <a:rPr lang="ko-KR" altLang="en-US" dirty="0"/>
              <a:t>질문</a:t>
            </a:r>
          </a:p>
          <a:p>
            <a:r>
              <a:rPr lang="ko-KR" altLang="en-US" dirty="0"/>
              <a:t>벤치마킹할 다른 사람들의 방법을 찾아라</a:t>
            </a:r>
          </a:p>
          <a:p>
            <a:pPr lvl="1"/>
            <a:r>
              <a:rPr lang="ko-KR" altLang="en-US" dirty="0"/>
              <a:t>강의를 수강하고 복기</a:t>
            </a:r>
            <a:r>
              <a:rPr lang="en-US" altLang="ko-KR" dirty="0"/>
              <a:t>. </a:t>
            </a:r>
            <a:r>
              <a:rPr lang="ko-KR" altLang="en-US" dirty="0"/>
              <a:t>후에 족보를 통해 이론 및 암기 내용 적용</a:t>
            </a:r>
            <a:endParaRPr lang="en-US" altLang="ko-KR" dirty="0"/>
          </a:p>
          <a:p>
            <a:r>
              <a:rPr lang="ko-KR" altLang="en-US" dirty="0"/>
              <a:t>직접 연습 기회를 찾아라</a:t>
            </a:r>
          </a:p>
          <a:p>
            <a:pPr lvl="1"/>
            <a:r>
              <a:rPr lang="ko-KR" altLang="en-US" dirty="0"/>
              <a:t>결국 최종 평가는 중간</a:t>
            </a:r>
            <a:r>
              <a:rPr lang="en-US" altLang="ko-KR" dirty="0"/>
              <a:t>/</a:t>
            </a:r>
            <a:r>
              <a:rPr lang="ko-KR" altLang="en-US" dirty="0"/>
              <a:t>기말</a:t>
            </a:r>
            <a:r>
              <a:rPr lang="en-US" altLang="ko-KR" dirty="0"/>
              <a:t>/</a:t>
            </a:r>
            <a:r>
              <a:rPr lang="ko-KR" altLang="en-US" dirty="0"/>
              <a:t>과제이므로 족보나 인터넷에서 구할 수 있는 예시로 해결</a:t>
            </a:r>
          </a:p>
          <a:p>
            <a:r>
              <a:rPr lang="ko-KR" altLang="en-US" dirty="0"/>
              <a:t>예비 재료와 수단을 구하라</a:t>
            </a:r>
          </a:p>
          <a:p>
            <a:pPr lvl="1"/>
            <a:r>
              <a:rPr lang="ko-KR" altLang="en-US" dirty="0"/>
              <a:t>주 학습자원은 강의</a:t>
            </a:r>
            <a:r>
              <a:rPr lang="en-US" altLang="ko-KR" dirty="0"/>
              <a:t>, ppt, </a:t>
            </a:r>
            <a:r>
              <a:rPr lang="ko-KR" altLang="en-US" dirty="0"/>
              <a:t>족보로 구성되고 나머지 자원은 보조 및 참고로서 주 자원 학습에서 모자랄 때 참고한다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E7DD354-EAFC-4A62-A986-640478B9B79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570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E18008B-E676-0783-107C-356525A78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D897C4-7AB3-6799-14B0-BD9A413E1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F2A612-22B0-8B87-7801-A6716DC2ED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957E95F-53B4-01B9-A3F9-CECB6F701C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프로그램언어</a:t>
            </a:r>
            <a:endParaRPr lang="en-US" altLang="ko-KR" dirty="0"/>
          </a:p>
          <a:p>
            <a:pPr lvl="1"/>
            <a:r>
              <a:rPr lang="ko-KR" altLang="en-US" dirty="0"/>
              <a:t>개념 </a:t>
            </a:r>
            <a:r>
              <a:rPr lang="en-US" altLang="ko-KR" dirty="0"/>
              <a:t>: </a:t>
            </a:r>
            <a:r>
              <a:rPr lang="ko-KR" altLang="en-US" dirty="0"/>
              <a:t>연산자</a:t>
            </a:r>
            <a:r>
              <a:rPr lang="en-US" altLang="ko-KR" dirty="0"/>
              <a:t>, </a:t>
            </a:r>
            <a:r>
              <a:rPr lang="ko-KR" altLang="en-US" dirty="0"/>
              <a:t>변수</a:t>
            </a:r>
            <a:r>
              <a:rPr lang="en-US" altLang="ko-KR" dirty="0"/>
              <a:t>, </a:t>
            </a:r>
            <a:r>
              <a:rPr lang="ko-KR" altLang="en-US" dirty="0"/>
              <a:t>자료형, 조건문</a:t>
            </a:r>
            <a:r>
              <a:rPr lang="en-US" altLang="ko-KR" dirty="0"/>
              <a:t>, </a:t>
            </a:r>
            <a:r>
              <a:rPr lang="ko-KR" altLang="en-US" dirty="0" err="1"/>
              <a:t>반복문</a:t>
            </a:r>
            <a:r>
              <a:rPr lang="en-US" altLang="ko-KR" dirty="0"/>
              <a:t>, </a:t>
            </a:r>
            <a:r>
              <a:rPr lang="ko-KR" altLang="en-US" dirty="0"/>
              <a:t>리스트</a:t>
            </a:r>
            <a:r>
              <a:rPr lang="en-US" altLang="ko-KR" dirty="0"/>
              <a:t>, </a:t>
            </a:r>
            <a:r>
              <a:rPr lang="ko-KR" altLang="en-US" dirty="0" err="1"/>
              <a:t>튜플</a:t>
            </a:r>
            <a:r>
              <a:rPr lang="en-US" altLang="ko-KR" dirty="0"/>
              <a:t>, set, dictionary, </a:t>
            </a:r>
            <a:r>
              <a:rPr lang="ko-KR" altLang="en-US" dirty="0"/>
              <a:t>문자열</a:t>
            </a:r>
            <a:r>
              <a:rPr lang="en-US" altLang="ko-KR" dirty="0"/>
              <a:t>, </a:t>
            </a:r>
            <a:r>
              <a:rPr lang="ko-KR" altLang="en-US" dirty="0"/>
              <a:t>함수</a:t>
            </a:r>
            <a:r>
              <a:rPr lang="en-US" altLang="ko-KR" dirty="0"/>
              <a:t>, </a:t>
            </a:r>
            <a:r>
              <a:rPr lang="ko-KR" altLang="en-US" dirty="0"/>
              <a:t>모듈</a:t>
            </a:r>
            <a:r>
              <a:rPr lang="en-US" altLang="ko-KR" dirty="0"/>
              <a:t>, </a:t>
            </a:r>
            <a:r>
              <a:rPr lang="ko-KR" altLang="en-US" dirty="0"/>
              <a:t>파일 입출력</a:t>
            </a:r>
            <a:r>
              <a:rPr lang="en-US" altLang="ko-KR" dirty="0"/>
              <a:t>, </a:t>
            </a:r>
            <a:r>
              <a:rPr lang="ko-KR" altLang="en-US" dirty="0"/>
              <a:t>객체</a:t>
            </a:r>
            <a:r>
              <a:rPr lang="en-US" altLang="ko-KR" dirty="0"/>
              <a:t>, </a:t>
            </a:r>
            <a:r>
              <a:rPr lang="ko-KR" altLang="en-US" dirty="0"/>
              <a:t>클래스</a:t>
            </a:r>
            <a:r>
              <a:rPr lang="en-US" altLang="ko-KR" dirty="0"/>
              <a:t>, </a:t>
            </a:r>
            <a:r>
              <a:rPr lang="ko-KR" altLang="en-US" dirty="0" err="1"/>
              <a:t>넘파이</a:t>
            </a:r>
            <a:r>
              <a:rPr lang="en-US" altLang="ko-KR" dirty="0"/>
              <a:t>, </a:t>
            </a:r>
            <a:r>
              <a:rPr lang="ko-KR" altLang="en-US" dirty="0" err="1"/>
              <a:t>판다스</a:t>
            </a:r>
            <a:endParaRPr lang="en-US" altLang="ko-KR" dirty="0"/>
          </a:p>
          <a:p>
            <a:pPr lvl="1"/>
            <a:r>
              <a:rPr lang="ko-KR" altLang="en-US" dirty="0"/>
              <a:t>사실정보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절차</a:t>
            </a:r>
            <a:endParaRPr lang="en-US" altLang="ko-KR" dirty="0"/>
          </a:p>
          <a:p>
            <a:r>
              <a:rPr lang="ko-KR" altLang="en-US" dirty="0"/>
              <a:t>컴퓨터네트워크</a:t>
            </a:r>
            <a:endParaRPr lang="en-US" altLang="ko-KR" dirty="0"/>
          </a:p>
          <a:p>
            <a:pPr lvl="1"/>
            <a:r>
              <a:rPr lang="ko-KR" altLang="en-US" dirty="0"/>
              <a:t>개념</a:t>
            </a:r>
            <a:endParaRPr lang="en-US" altLang="ko-KR" dirty="0"/>
          </a:p>
          <a:p>
            <a:pPr lvl="1"/>
            <a:r>
              <a:rPr lang="ko-KR" altLang="en-US" dirty="0"/>
              <a:t>사실정보</a:t>
            </a:r>
            <a:endParaRPr lang="en-US" altLang="ko-KR" dirty="0"/>
          </a:p>
          <a:p>
            <a:pPr lvl="1"/>
            <a:r>
              <a:rPr lang="ko-KR" altLang="en-US" dirty="0"/>
              <a:t>절차</a:t>
            </a:r>
            <a:endParaRPr lang="en-US" altLang="ko-KR" dirty="0"/>
          </a:p>
          <a:p>
            <a:r>
              <a:rPr lang="ko-KR" altLang="en-US" dirty="0"/>
              <a:t>데이터베이스</a:t>
            </a:r>
            <a:endParaRPr lang="en-US" altLang="ko-KR" dirty="0"/>
          </a:p>
          <a:p>
            <a:r>
              <a:rPr lang="ko-KR" altLang="en-US" dirty="0"/>
              <a:t>글로벌경제론</a:t>
            </a:r>
            <a:endParaRPr lang="en-US" altLang="ko-KR" dirty="0"/>
          </a:p>
          <a:p>
            <a:r>
              <a:rPr lang="ko-KR" altLang="en-US" dirty="0"/>
              <a:t>사회보장론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FA4F5C-E86A-5CB5-C65C-A1058A9786D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29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02297A9-7F02-7A58-FB55-2D6F0B39F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3728B3B-A623-8068-C659-35B15866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일정을 조율하라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B283BF-3AEC-51AA-FFA1-576F1A7763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8B10516-DD1B-4040-2C71-F4015E8470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얼마나 공부 할 것인가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요일별 가용시간에 따라 공부하도록 함</a:t>
            </a:r>
            <a:br>
              <a:rPr lang="en-US" altLang="ko-KR" dirty="0"/>
            </a:br>
            <a:r>
              <a:rPr lang="en-US" altLang="ko-KR" dirty="0"/>
              <a:t>ex) </a:t>
            </a:r>
            <a:r>
              <a:rPr lang="ko-KR" altLang="en-US" dirty="0"/>
              <a:t>월 </a:t>
            </a:r>
            <a:r>
              <a:rPr lang="en-US" altLang="ko-KR" dirty="0"/>
              <a:t>= </a:t>
            </a:r>
            <a:r>
              <a:rPr lang="ko-KR" altLang="en-US" dirty="0"/>
              <a:t>오전</a:t>
            </a:r>
            <a:r>
              <a:rPr lang="en-US" altLang="ko-KR" dirty="0"/>
              <a:t>9~</a:t>
            </a:r>
            <a:r>
              <a:rPr lang="ko-KR" altLang="en-US" dirty="0"/>
              <a:t>오후</a:t>
            </a:r>
            <a:r>
              <a:rPr lang="en-US" altLang="ko-KR" dirty="0"/>
              <a:t>10</a:t>
            </a:r>
            <a:r>
              <a:rPr lang="ko-KR" altLang="en-US" dirty="0"/>
              <a:t>시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언제 공부를 할 것인가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기본적으로 월</a:t>
            </a:r>
            <a:r>
              <a:rPr lang="en-US" altLang="ko-KR" dirty="0"/>
              <a:t>~</a:t>
            </a:r>
            <a:r>
              <a:rPr lang="ko-KR" altLang="en-US" dirty="0"/>
              <a:t>금은 필수</a:t>
            </a:r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 프로젝트 기간</a:t>
            </a:r>
            <a:endParaRPr lang="en-US" altLang="ko-KR" dirty="0"/>
          </a:p>
          <a:p>
            <a:pPr lvl="1"/>
            <a:r>
              <a:rPr lang="ko-KR" altLang="en-US" dirty="0"/>
              <a:t>총 </a:t>
            </a:r>
            <a:r>
              <a:rPr lang="en-US" altLang="ko-KR" dirty="0"/>
              <a:t>16</a:t>
            </a:r>
            <a:r>
              <a:rPr lang="ko-KR" altLang="en-US" dirty="0"/>
              <a:t>주</a:t>
            </a:r>
            <a:r>
              <a:rPr lang="en-US" altLang="ko-KR" dirty="0"/>
              <a:t>, </a:t>
            </a:r>
            <a:r>
              <a:rPr lang="ko-KR" altLang="en-US" dirty="0"/>
              <a:t>중간고사까지 </a:t>
            </a:r>
            <a:r>
              <a:rPr lang="en-US" altLang="ko-KR" dirty="0"/>
              <a:t>8</a:t>
            </a:r>
            <a:r>
              <a:rPr lang="ko-KR" altLang="en-US" dirty="0"/>
              <a:t>주</a:t>
            </a:r>
            <a:r>
              <a:rPr lang="en-US" altLang="ko-KR" dirty="0"/>
              <a:t>, </a:t>
            </a:r>
            <a:r>
              <a:rPr lang="ko-KR" altLang="en-US" dirty="0"/>
              <a:t>기말고사까지 </a:t>
            </a:r>
            <a:r>
              <a:rPr lang="en-US" altLang="ko-KR" dirty="0"/>
              <a:t>8</a:t>
            </a:r>
            <a:r>
              <a:rPr lang="ko-KR" altLang="en-US" dirty="0"/>
              <a:t>주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스케줄링</a:t>
            </a:r>
            <a:endParaRPr lang="en-US" altLang="ko-KR" dirty="0"/>
          </a:p>
          <a:p>
            <a:pPr lvl="1"/>
            <a:r>
              <a:rPr lang="ko-KR" altLang="en-US"/>
              <a:t>구글 캘린더에 적음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BB2CA4-101A-4016-6C68-7DF8469B75A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6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F3ABF3B-771E-73C6-4E1D-4F9BC4C97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50FF4C7-1EA0-301C-F1AF-A4944A440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계획을 실행하라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B9F073-F834-823D-5AE4-8CE0E1D451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24BE154-7916-3420-305D-72F223C484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884CBD6-069D-58B0-72AB-629F3CED477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389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6C3F72B-9DBB-168E-AC78-3037DBC578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5FEEF8-7260-8E9E-617E-9E50552C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결과를 검토하라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B4D7F2-33A9-D8C1-2BDF-A02AA9C989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D20929-F269-6D56-8584-30FF52F76F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CCCFE63-048C-5DF8-3055-5AA4365791E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329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A3EA6C-CD89-BE1D-2697-0CE41E10B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18D6F68-6C4D-460E-5854-42FAFC7F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배운 것을 유지할 것인가</a:t>
            </a:r>
            <a:r>
              <a:rPr lang="en-US" altLang="ko-KR" dirty="0"/>
              <a:t>, </a:t>
            </a:r>
            <a:r>
              <a:rPr lang="ko-KR" altLang="en-US" dirty="0"/>
              <a:t>완전히 익힐 것인가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E60DB9-2244-A9F5-B6BF-26F3CBE467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2163C5B-44DB-592C-5EB3-D45ACDEF4E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714AA1-C00E-A35E-043C-8740A39E395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55125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</TotalTime>
  <Words>375</Words>
  <Application>Microsoft Office PowerPoint</Application>
  <PresentationFormat>A4 용지(210x297mm)</PresentationFormat>
  <Paragraphs>57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디자인 사용자 지정</vt:lpstr>
      <vt:lpstr>3 – 1 울트라러닝 프로젝트 계획서</vt:lpstr>
      <vt:lpstr>1단계: 자신에게 필요한 조사를 하라</vt:lpstr>
      <vt:lpstr>PowerPoint 프레젠테이션</vt:lpstr>
      <vt:lpstr>2단계: 일정을 조율하라</vt:lpstr>
      <vt:lpstr>3단계: 계획을 실행하라</vt:lpstr>
      <vt:lpstr>4단계: 결과를 검토하라</vt:lpstr>
      <vt:lpstr>5단계: 배운 것을 유지할 것인가, 완전히 익힐 것인가?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28</cp:revision>
  <dcterms:created xsi:type="dcterms:W3CDTF">2021-05-24T07:27:04Z</dcterms:created>
  <dcterms:modified xsi:type="dcterms:W3CDTF">2024-09-02T00:26:08Z</dcterms:modified>
</cp:coreProperties>
</file>