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0693400" cy="7562850"/>
  <p:notesSz cx="10693400" cy="75628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514"/>
            <a:ext cx="9624060" cy="12100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jpg"/><Relationship Id="rId6" Type="http://schemas.openxmlformats.org/officeDocument/2006/relationships/image" Target="../media/image13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jp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Relationship Id="rId6" Type="http://schemas.openxmlformats.org/officeDocument/2006/relationships/image" Target="../media/image33.jpg"/><Relationship Id="rId7" Type="http://schemas.openxmlformats.org/officeDocument/2006/relationships/image" Target="../media/image3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://www.promotionalpro.com/blog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0545"/>
                <a:gridCol w="4187190"/>
              </a:tblGrid>
              <a:tr h="470969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79730" marR="372110">
                        <a:lnSpc>
                          <a:spcPct val="105500"/>
                        </a:lnSpc>
                        <a:spcBef>
                          <a:spcPts val="150"/>
                        </a:spcBef>
                      </a:pP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본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수업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자료로</a:t>
                      </a:r>
                      <a:r>
                        <a:rPr dirty="0" sz="650" spc="-2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이용되는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저작물은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저작권법</a:t>
                      </a:r>
                      <a:r>
                        <a:rPr dirty="0" sz="650" spc="-2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제25조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수업목적저작물</a:t>
                      </a:r>
                      <a:r>
                        <a:rPr dirty="0" sz="650" spc="-2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이용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보상금제도에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의거, </a:t>
                      </a:r>
                      <a:r>
                        <a:rPr dirty="0" sz="650" spc="-2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한국복제전송저작권협회와</a:t>
                      </a:r>
                      <a:r>
                        <a:rPr dirty="0" sz="650" spc="-3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약정을</a:t>
                      </a:r>
                      <a:r>
                        <a:rPr dirty="0" sz="650" spc="-3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체결하고</a:t>
                      </a:r>
                      <a:r>
                        <a:rPr dirty="0" sz="650" spc="-3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적법하게</a:t>
                      </a:r>
                      <a:r>
                        <a:rPr dirty="0" sz="650" spc="-3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이용하고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있습니다.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algn="ctr" marR="1651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수업자료의</a:t>
                      </a:r>
                      <a:r>
                        <a:rPr dirty="0" sz="650" spc="-3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공개·공유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수업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목적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외의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사용은</a:t>
                      </a:r>
                      <a:r>
                        <a:rPr dirty="0" sz="650" spc="-3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저작권법에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저촉되므로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1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엄격히</a:t>
                      </a:r>
                      <a:r>
                        <a:rPr dirty="0" sz="650" spc="-3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금지합니다.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650" spc="6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2020.</a:t>
                      </a:r>
                      <a:r>
                        <a:rPr dirty="0" sz="650" spc="-4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6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3.</a:t>
                      </a:r>
                      <a:r>
                        <a:rPr dirty="0" sz="650" spc="-40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-5">
                          <a:solidFill>
                            <a:srgbClr val="FF0000"/>
                          </a:solidFill>
                          <a:latin typeface="Malgun Gothic"/>
                          <a:cs typeface="Malgun Gothic"/>
                        </a:rPr>
                        <a:t>인하대학교·한국복제전송저작권협회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</a:txBody>
                  <a:tcPr marL="0" marR="0" marB="0" marT="1905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CC"/>
                    </a:solidFill>
                  </a:tcPr>
                </a:tc>
              </a:tr>
              <a:tr h="2490073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  <a:p>
                      <a:pPr marL="1016000">
                        <a:lnSpc>
                          <a:spcPct val="100000"/>
                        </a:lnSpc>
                      </a:pPr>
                      <a:r>
                        <a:rPr dirty="0" sz="190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Computer</a:t>
                      </a:r>
                      <a:r>
                        <a:rPr dirty="0" sz="1900" spc="-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90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Network</a:t>
                      </a:r>
                      <a:endParaRPr sz="1900">
                        <a:latin typeface="Arial"/>
                        <a:cs typeface="Arial"/>
                      </a:endParaRPr>
                    </a:p>
                    <a:p>
                      <a:pPr marL="1493520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dirty="0" sz="850" spc="-1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Talk</a:t>
                      </a:r>
                      <a:r>
                        <a:rPr dirty="0" sz="850" spc="-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850" spc="-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Each</a:t>
                      </a:r>
                      <a:r>
                        <a:rPr dirty="0" sz="850" spc="-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Other,</a:t>
                      </a:r>
                      <a:r>
                        <a:rPr dirty="0" sz="850" spc="-4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Anytime,</a:t>
                      </a:r>
                      <a:r>
                        <a:rPr dirty="0" sz="850" spc="-3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Anywhere</a:t>
                      </a:r>
                      <a:endParaRPr sz="85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1052830" marR="1130935" indent="218440">
                        <a:lnSpc>
                          <a:spcPct val="121900"/>
                        </a:lnSpc>
                      </a:pP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Jaehyun Park (jhyun@inha.ac.kr) </a:t>
                      </a:r>
                      <a:r>
                        <a:rPr dirty="0" sz="750" spc="1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School</a:t>
                      </a:r>
                      <a:r>
                        <a:rPr dirty="0" sz="750" spc="-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750" spc="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Information</a:t>
                      </a:r>
                      <a:r>
                        <a:rPr dirty="0" sz="750" spc="-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Communication</a:t>
                      </a:r>
                      <a:endParaRPr sz="750">
                        <a:latin typeface="Arial"/>
                        <a:cs typeface="Arial"/>
                      </a:endParaRPr>
                    </a:p>
                    <a:p>
                      <a:pPr marL="1682114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Inha</a:t>
                      </a:r>
                      <a:r>
                        <a:rPr dirty="0" sz="750" spc="-3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spc="1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University.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1246793" y="1896135"/>
            <a:ext cx="3632835" cy="0"/>
          </a:xfrm>
          <a:custGeom>
            <a:avLst/>
            <a:gdLst/>
            <a:ahLst/>
            <a:cxnLst/>
            <a:rect l="l" t="t" r="r" b="b"/>
            <a:pathLst>
              <a:path w="3632835" h="0">
                <a:moveTo>
                  <a:pt x="0" y="0"/>
                </a:moveTo>
                <a:lnTo>
                  <a:pt x="3632545" y="0"/>
                </a:lnTo>
              </a:path>
            </a:pathLst>
          </a:custGeom>
          <a:ln w="9889">
            <a:solidFill>
              <a:srgbClr val="00336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886" y="1227995"/>
            <a:ext cx="2478915" cy="54065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30380" y="520131"/>
            <a:ext cx="4471670" cy="2962910"/>
            <a:chOff x="5530380" y="520131"/>
            <a:chExt cx="4471670" cy="2962910"/>
          </a:xfrm>
        </p:grpSpPr>
        <p:sp>
          <p:nvSpPr>
            <p:cNvPr id="6" name="object 6"/>
            <p:cNvSpPr/>
            <p:nvPr/>
          </p:nvSpPr>
          <p:spPr>
            <a:xfrm>
              <a:off x="5530380" y="520131"/>
              <a:ext cx="553720" cy="2962910"/>
            </a:xfrm>
            <a:custGeom>
              <a:avLst/>
              <a:gdLst/>
              <a:ahLst/>
              <a:cxnLst/>
              <a:rect l="l" t="t" r="r" b="b"/>
              <a:pathLst>
                <a:path w="553720" h="2962910">
                  <a:moveTo>
                    <a:pt x="553405" y="0"/>
                  </a:moveTo>
                  <a:lnTo>
                    <a:pt x="0" y="0"/>
                  </a:lnTo>
                  <a:lnTo>
                    <a:pt x="0" y="2962728"/>
                  </a:lnTo>
                  <a:lnTo>
                    <a:pt x="553405" y="2962728"/>
                  </a:lnTo>
                  <a:lnTo>
                    <a:pt x="553405" y="0"/>
                  </a:lnTo>
                  <a:close/>
                </a:path>
              </a:pathLst>
            </a:custGeom>
            <a:solidFill>
              <a:srgbClr val="DDDD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64193" y="1896135"/>
              <a:ext cx="3632835" cy="0"/>
            </a:xfrm>
            <a:custGeom>
              <a:avLst/>
              <a:gdLst/>
              <a:ahLst/>
              <a:cxnLst/>
              <a:rect l="l" t="t" r="r" b="b"/>
              <a:pathLst>
                <a:path w="3632834" h="0">
                  <a:moveTo>
                    <a:pt x="0" y="0"/>
                  </a:moveTo>
                  <a:lnTo>
                    <a:pt x="3632545" y="0"/>
                  </a:lnTo>
                </a:path>
              </a:pathLst>
            </a:custGeom>
            <a:ln w="9889">
              <a:solidFill>
                <a:srgbClr val="0033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51922" y="1317175"/>
              <a:ext cx="1470070" cy="32606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83785" y="1345940"/>
            <a:ext cx="4184650" cy="4914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0160">
              <a:lnSpc>
                <a:spcPct val="100000"/>
              </a:lnSpc>
              <a:spcBef>
                <a:spcPts val="90"/>
              </a:spcBef>
            </a:pPr>
            <a:r>
              <a:rPr dirty="0" sz="1150" spc="-20" b="1">
                <a:solidFill>
                  <a:srgbClr val="003366"/>
                </a:solidFill>
                <a:latin typeface="Arial"/>
                <a:cs typeface="Arial"/>
              </a:rPr>
              <a:t>Computer</a:t>
            </a:r>
            <a:r>
              <a:rPr dirty="0" sz="1150" spc="-40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150" spc="-20" b="1">
                <a:solidFill>
                  <a:srgbClr val="003366"/>
                </a:solidFill>
                <a:latin typeface="Arial"/>
                <a:cs typeface="Arial"/>
              </a:rPr>
              <a:t>Network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"/>
              <a:cs typeface="Arial"/>
            </a:endParaRPr>
          </a:p>
          <a:p>
            <a:pPr marL="1960245">
              <a:lnSpc>
                <a:spcPct val="100000"/>
              </a:lnSpc>
            </a:pPr>
            <a:r>
              <a:rPr dirty="0" sz="850" spc="5" b="1">
                <a:solidFill>
                  <a:srgbClr val="003366"/>
                </a:solidFill>
                <a:latin typeface="Malgun Gothic"/>
                <a:cs typeface="Malgun Gothic"/>
              </a:rPr>
              <a:t>데이터링크</a:t>
            </a:r>
            <a:r>
              <a:rPr dirty="0" sz="850" spc="15" b="1">
                <a:solidFill>
                  <a:srgbClr val="003366"/>
                </a:solidFill>
                <a:latin typeface="Malgun Gothic"/>
                <a:cs typeface="Malgun Gothic"/>
              </a:rPr>
              <a:t>와</a:t>
            </a:r>
            <a:r>
              <a:rPr dirty="0" sz="850" spc="-70" b="1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50" spc="5" b="1">
                <a:solidFill>
                  <a:srgbClr val="003366"/>
                </a:solidFill>
                <a:latin typeface="Malgun Gothic"/>
                <a:cs typeface="Malgun Gothic"/>
              </a:rPr>
              <a:t>전송제</a:t>
            </a:r>
            <a:r>
              <a:rPr dirty="0" sz="850" spc="15" b="1">
                <a:solidFill>
                  <a:srgbClr val="003366"/>
                </a:solidFill>
                <a:latin typeface="Malgun Gothic"/>
                <a:cs typeface="Malgun Gothic"/>
              </a:rPr>
              <a:t>어</a:t>
            </a:r>
            <a:r>
              <a:rPr dirty="0" sz="850" spc="-70" b="1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850" spc="5" b="1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85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30380" y="520132"/>
            <a:ext cx="4744085" cy="2967355"/>
            <a:chOff x="5530380" y="520132"/>
            <a:chExt cx="4744085" cy="296735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9185" y="2000123"/>
              <a:ext cx="1511159" cy="11345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533283" y="523035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4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/>
          <p:nvPr/>
        </p:nvSpPr>
        <p:spPr>
          <a:xfrm>
            <a:off x="412979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4681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99014" y="4146279"/>
            <a:ext cx="139636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OSI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Reference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Model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12979" y="4071531"/>
            <a:ext cx="4744085" cy="2967355"/>
            <a:chOff x="412979" y="4071531"/>
            <a:chExt cx="4744085" cy="296735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3671" y="4525527"/>
              <a:ext cx="2402435" cy="220562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91197" y="5924247"/>
              <a:ext cx="2740025" cy="238125"/>
            </a:xfrm>
            <a:custGeom>
              <a:avLst/>
              <a:gdLst/>
              <a:ahLst/>
              <a:cxnLst/>
              <a:rect l="l" t="t" r="r" b="b"/>
              <a:pathLst>
                <a:path w="2740025" h="238125">
                  <a:moveTo>
                    <a:pt x="0" y="39641"/>
                  </a:moveTo>
                  <a:lnTo>
                    <a:pt x="3112" y="24211"/>
                  </a:lnTo>
                  <a:lnTo>
                    <a:pt x="11602" y="11610"/>
                  </a:lnTo>
                  <a:lnTo>
                    <a:pt x="24193" y="3115"/>
                  </a:lnTo>
                  <a:lnTo>
                    <a:pt x="39612" y="0"/>
                  </a:lnTo>
                  <a:lnTo>
                    <a:pt x="2699893" y="0"/>
                  </a:lnTo>
                  <a:lnTo>
                    <a:pt x="2715312" y="3115"/>
                  </a:lnTo>
                  <a:lnTo>
                    <a:pt x="2727903" y="11610"/>
                  </a:lnTo>
                  <a:lnTo>
                    <a:pt x="2736392" y="24211"/>
                  </a:lnTo>
                  <a:lnTo>
                    <a:pt x="2739505" y="39641"/>
                  </a:lnTo>
                  <a:lnTo>
                    <a:pt x="2739505" y="198206"/>
                  </a:lnTo>
                  <a:lnTo>
                    <a:pt x="2736392" y="213636"/>
                  </a:lnTo>
                  <a:lnTo>
                    <a:pt x="2727903" y="226237"/>
                  </a:lnTo>
                  <a:lnTo>
                    <a:pt x="2715312" y="234733"/>
                  </a:lnTo>
                  <a:lnTo>
                    <a:pt x="2699893" y="237848"/>
                  </a:lnTo>
                  <a:lnTo>
                    <a:pt x="39612" y="237848"/>
                  </a:lnTo>
                  <a:lnTo>
                    <a:pt x="24193" y="234733"/>
                  </a:lnTo>
                  <a:lnTo>
                    <a:pt x="11602" y="226237"/>
                  </a:lnTo>
                  <a:lnTo>
                    <a:pt x="3112" y="213636"/>
                  </a:lnTo>
                  <a:lnTo>
                    <a:pt x="0" y="198206"/>
                  </a:lnTo>
                  <a:lnTo>
                    <a:pt x="0" y="39641"/>
                  </a:lnTo>
                  <a:close/>
                </a:path>
              </a:pathLst>
            </a:custGeom>
            <a:ln w="14834">
              <a:solidFill>
                <a:srgbClr val="0A85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15882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5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5530380" y="4071531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150" spc="-4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Link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Design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Services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Provided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Network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Framing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Erro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ontro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r>
                        <a:rPr dirty="0" sz="950" spc="-6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5644388" y="4678299"/>
            <a:ext cx="184150" cy="608330"/>
          </a:xfrm>
          <a:custGeom>
            <a:avLst/>
            <a:gdLst/>
            <a:ahLst/>
            <a:cxnLst/>
            <a:rect l="l" t="t" r="r" b="b"/>
            <a:pathLst>
              <a:path w="184150" h="608329">
                <a:moveTo>
                  <a:pt x="57023" y="0"/>
                </a:moveTo>
                <a:lnTo>
                  <a:pt x="57023" y="0"/>
                </a:lnTo>
                <a:lnTo>
                  <a:pt x="39115" y="0"/>
                </a:lnTo>
                <a:lnTo>
                  <a:pt x="36957" y="2031"/>
                </a:lnTo>
                <a:lnTo>
                  <a:pt x="34798" y="6222"/>
                </a:lnTo>
                <a:lnTo>
                  <a:pt x="32765" y="10540"/>
                </a:lnTo>
                <a:lnTo>
                  <a:pt x="30607" y="14731"/>
                </a:lnTo>
                <a:lnTo>
                  <a:pt x="28575" y="18922"/>
                </a:lnTo>
                <a:lnTo>
                  <a:pt x="26415" y="23113"/>
                </a:lnTo>
                <a:lnTo>
                  <a:pt x="25400" y="28447"/>
                </a:lnTo>
                <a:lnTo>
                  <a:pt x="25400" y="34797"/>
                </a:lnTo>
                <a:lnTo>
                  <a:pt x="25189" y="39943"/>
                </a:lnTo>
                <a:lnTo>
                  <a:pt x="17420" y="82073"/>
                </a:lnTo>
                <a:lnTo>
                  <a:pt x="9525" y="110743"/>
                </a:lnTo>
                <a:lnTo>
                  <a:pt x="7365" y="117093"/>
                </a:lnTo>
                <a:lnTo>
                  <a:pt x="5334" y="122427"/>
                </a:lnTo>
                <a:lnTo>
                  <a:pt x="3175" y="126618"/>
                </a:lnTo>
                <a:lnTo>
                  <a:pt x="1015" y="130809"/>
                </a:lnTo>
                <a:lnTo>
                  <a:pt x="0" y="136143"/>
                </a:lnTo>
                <a:lnTo>
                  <a:pt x="0" y="364108"/>
                </a:lnTo>
                <a:lnTo>
                  <a:pt x="1015" y="370458"/>
                </a:lnTo>
                <a:lnTo>
                  <a:pt x="3175" y="376681"/>
                </a:lnTo>
                <a:lnTo>
                  <a:pt x="5334" y="383031"/>
                </a:lnTo>
                <a:lnTo>
                  <a:pt x="7365" y="388365"/>
                </a:lnTo>
                <a:lnTo>
                  <a:pt x="9525" y="392556"/>
                </a:lnTo>
                <a:lnTo>
                  <a:pt x="11684" y="396747"/>
                </a:lnTo>
                <a:lnTo>
                  <a:pt x="14859" y="401065"/>
                </a:lnTo>
                <a:lnTo>
                  <a:pt x="19050" y="405256"/>
                </a:lnTo>
                <a:lnTo>
                  <a:pt x="23240" y="409447"/>
                </a:lnTo>
                <a:lnTo>
                  <a:pt x="26415" y="415797"/>
                </a:lnTo>
                <a:lnTo>
                  <a:pt x="45718" y="451359"/>
                </a:lnTo>
                <a:lnTo>
                  <a:pt x="49895" y="456707"/>
                </a:lnTo>
                <a:lnTo>
                  <a:pt x="53667" y="462460"/>
                </a:lnTo>
                <a:lnTo>
                  <a:pt x="57023" y="468629"/>
                </a:lnTo>
                <a:lnTo>
                  <a:pt x="60168" y="474918"/>
                </a:lnTo>
                <a:lnTo>
                  <a:pt x="63325" y="481218"/>
                </a:lnTo>
                <a:lnTo>
                  <a:pt x="66506" y="487543"/>
                </a:lnTo>
                <a:lnTo>
                  <a:pt x="69723" y="493902"/>
                </a:lnTo>
                <a:lnTo>
                  <a:pt x="73913" y="502284"/>
                </a:lnTo>
                <a:lnTo>
                  <a:pt x="77088" y="508634"/>
                </a:lnTo>
                <a:lnTo>
                  <a:pt x="79121" y="512952"/>
                </a:lnTo>
                <a:lnTo>
                  <a:pt x="81279" y="517143"/>
                </a:lnTo>
                <a:lnTo>
                  <a:pt x="83438" y="520318"/>
                </a:lnTo>
                <a:lnTo>
                  <a:pt x="85471" y="522350"/>
                </a:lnTo>
                <a:lnTo>
                  <a:pt x="87629" y="524509"/>
                </a:lnTo>
                <a:lnTo>
                  <a:pt x="90804" y="527684"/>
                </a:lnTo>
                <a:lnTo>
                  <a:pt x="94996" y="531875"/>
                </a:lnTo>
                <a:lnTo>
                  <a:pt x="99187" y="536066"/>
                </a:lnTo>
                <a:lnTo>
                  <a:pt x="103504" y="540384"/>
                </a:lnTo>
                <a:lnTo>
                  <a:pt x="107696" y="544575"/>
                </a:lnTo>
                <a:lnTo>
                  <a:pt x="111887" y="548766"/>
                </a:lnTo>
                <a:lnTo>
                  <a:pt x="116077" y="551941"/>
                </a:lnTo>
                <a:lnTo>
                  <a:pt x="120396" y="554100"/>
                </a:lnTo>
                <a:lnTo>
                  <a:pt x="124587" y="556132"/>
                </a:lnTo>
                <a:lnTo>
                  <a:pt x="128777" y="560450"/>
                </a:lnTo>
                <a:lnTo>
                  <a:pt x="132969" y="566673"/>
                </a:lnTo>
                <a:lnTo>
                  <a:pt x="137287" y="573023"/>
                </a:lnTo>
                <a:lnTo>
                  <a:pt x="141477" y="577341"/>
                </a:lnTo>
                <a:lnTo>
                  <a:pt x="145669" y="579373"/>
                </a:lnTo>
                <a:lnTo>
                  <a:pt x="149860" y="581532"/>
                </a:lnTo>
                <a:lnTo>
                  <a:pt x="153035" y="583564"/>
                </a:lnTo>
                <a:lnTo>
                  <a:pt x="155194" y="585723"/>
                </a:lnTo>
                <a:lnTo>
                  <a:pt x="157225" y="587882"/>
                </a:lnTo>
                <a:lnTo>
                  <a:pt x="161544" y="591057"/>
                </a:lnTo>
                <a:lnTo>
                  <a:pt x="167894" y="595248"/>
                </a:lnTo>
                <a:lnTo>
                  <a:pt x="174116" y="599439"/>
                </a:lnTo>
                <a:lnTo>
                  <a:pt x="177291" y="602614"/>
                </a:lnTo>
                <a:lnTo>
                  <a:pt x="177291" y="604773"/>
                </a:lnTo>
                <a:lnTo>
                  <a:pt x="177291" y="606805"/>
                </a:lnTo>
                <a:lnTo>
                  <a:pt x="179450" y="607948"/>
                </a:lnTo>
                <a:lnTo>
                  <a:pt x="183641" y="60794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계층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20040" indent="-125095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20675" algn="l"/>
                        </a:tabLst>
                      </a:pPr>
                      <a:r>
                        <a:rPr dirty="0" u="heavy" sz="950" spc="-6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heavy" sz="9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데이터링크</a:t>
                      </a:r>
                      <a:r>
                        <a:rPr dirty="0" u="heavy" sz="9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(data</a:t>
                      </a:r>
                      <a:r>
                        <a:rPr dirty="0" u="heavy" sz="950" spc="-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u="heavy" sz="9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link)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란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?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8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데이터링크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적용되는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사이의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회선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(line)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단방향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(simplex)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링크에서의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한쪽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방향만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허용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9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양방향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(duplex)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양방향으로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가능한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2" marL="689610" indent="-99695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반이중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(half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duplex)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양방향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가능하지만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동시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허용되지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않음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2" marL="689610" indent="-99695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전이중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(full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duplex)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양방향으로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동시전송이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허용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2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층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기능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8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네트워크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계층에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제공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프레이밍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(Framing)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9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흐름제어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(Flow</a:t>
                      </a:r>
                      <a:r>
                        <a:rPr dirty="0" sz="90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control)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오류제어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(Error</a:t>
                      </a:r>
                      <a:r>
                        <a:rPr dirty="0" sz="90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control)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140"/>
            <a:ext cx="1237066" cy="20205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530380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85538" y="34066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140"/>
            <a:ext cx="1237066" cy="2020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716414" y="594879"/>
            <a:ext cx="207708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Functions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of</a:t>
            </a:r>
            <a:r>
              <a:rPr dirty="0" sz="1150" spc="-2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the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Data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Link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Layer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65724" y="2709661"/>
            <a:ext cx="231076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Relationship</a:t>
            </a:r>
            <a:r>
              <a:rPr dirty="0" sz="9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between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packets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frames.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530380" y="520132"/>
            <a:ext cx="4744085" cy="2967355"/>
            <a:chOff x="5530380" y="520132"/>
            <a:chExt cx="4744085" cy="29673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0077" y="1428729"/>
              <a:ext cx="3401136" cy="11289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533283" y="523035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4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76188" y="2012188"/>
              <a:ext cx="1778000" cy="464184"/>
            </a:xfrm>
            <a:custGeom>
              <a:avLst/>
              <a:gdLst/>
              <a:ahLst/>
              <a:cxnLst/>
              <a:rect l="l" t="t" r="r" b="b"/>
              <a:pathLst>
                <a:path w="1778000" h="464185">
                  <a:moveTo>
                    <a:pt x="95376" y="0"/>
                  </a:moveTo>
                  <a:lnTo>
                    <a:pt x="91059" y="0"/>
                  </a:lnTo>
                  <a:lnTo>
                    <a:pt x="87884" y="1142"/>
                  </a:lnTo>
                  <a:lnTo>
                    <a:pt x="85725" y="3301"/>
                  </a:lnTo>
                  <a:lnTo>
                    <a:pt x="83692" y="5333"/>
                  </a:lnTo>
                  <a:lnTo>
                    <a:pt x="79375" y="9651"/>
                  </a:lnTo>
                  <a:lnTo>
                    <a:pt x="73025" y="16001"/>
                  </a:lnTo>
                  <a:lnTo>
                    <a:pt x="66675" y="22351"/>
                  </a:lnTo>
                  <a:lnTo>
                    <a:pt x="60325" y="27558"/>
                  </a:lnTo>
                  <a:lnTo>
                    <a:pt x="53975" y="31876"/>
                  </a:lnTo>
                  <a:lnTo>
                    <a:pt x="47625" y="36067"/>
                  </a:lnTo>
                  <a:lnTo>
                    <a:pt x="42290" y="41401"/>
                  </a:lnTo>
                  <a:lnTo>
                    <a:pt x="38100" y="47751"/>
                  </a:lnTo>
                  <a:lnTo>
                    <a:pt x="33909" y="54101"/>
                  </a:lnTo>
                  <a:lnTo>
                    <a:pt x="30734" y="57276"/>
                  </a:lnTo>
                  <a:lnTo>
                    <a:pt x="28575" y="57276"/>
                  </a:lnTo>
                  <a:lnTo>
                    <a:pt x="26415" y="57276"/>
                  </a:lnTo>
                  <a:lnTo>
                    <a:pt x="23240" y="60451"/>
                  </a:lnTo>
                  <a:lnTo>
                    <a:pt x="19050" y="66801"/>
                  </a:lnTo>
                  <a:lnTo>
                    <a:pt x="14859" y="73151"/>
                  </a:lnTo>
                  <a:lnTo>
                    <a:pt x="12700" y="79501"/>
                  </a:lnTo>
                  <a:lnTo>
                    <a:pt x="12700" y="111251"/>
                  </a:lnTo>
                  <a:lnTo>
                    <a:pt x="12507" y="119040"/>
                  </a:lnTo>
                  <a:lnTo>
                    <a:pt x="11922" y="126412"/>
                  </a:lnTo>
                  <a:lnTo>
                    <a:pt x="10931" y="133379"/>
                  </a:lnTo>
                  <a:lnTo>
                    <a:pt x="9525" y="139953"/>
                  </a:lnTo>
                  <a:lnTo>
                    <a:pt x="8118" y="146472"/>
                  </a:lnTo>
                  <a:lnTo>
                    <a:pt x="7127" y="153431"/>
                  </a:lnTo>
                  <a:lnTo>
                    <a:pt x="6542" y="160795"/>
                  </a:lnTo>
                  <a:lnTo>
                    <a:pt x="6350" y="168528"/>
                  </a:lnTo>
                  <a:lnTo>
                    <a:pt x="6139" y="176454"/>
                  </a:lnTo>
                  <a:lnTo>
                    <a:pt x="5524" y="184403"/>
                  </a:lnTo>
                  <a:lnTo>
                    <a:pt x="4528" y="192353"/>
                  </a:lnTo>
                  <a:lnTo>
                    <a:pt x="3175" y="200278"/>
                  </a:lnTo>
                  <a:lnTo>
                    <a:pt x="1768" y="208065"/>
                  </a:lnTo>
                  <a:lnTo>
                    <a:pt x="777" y="215423"/>
                  </a:lnTo>
                  <a:lnTo>
                    <a:pt x="192" y="222353"/>
                  </a:lnTo>
                  <a:lnTo>
                    <a:pt x="0" y="228853"/>
                  </a:lnTo>
                  <a:lnTo>
                    <a:pt x="0" y="237362"/>
                  </a:lnTo>
                  <a:lnTo>
                    <a:pt x="1015" y="244855"/>
                  </a:lnTo>
                  <a:lnTo>
                    <a:pt x="3175" y="251205"/>
                  </a:lnTo>
                  <a:lnTo>
                    <a:pt x="5207" y="257555"/>
                  </a:lnTo>
                  <a:lnTo>
                    <a:pt x="6350" y="264921"/>
                  </a:lnTo>
                  <a:lnTo>
                    <a:pt x="6350" y="273430"/>
                  </a:lnTo>
                  <a:lnTo>
                    <a:pt x="6945" y="279792"/>
                  </a:lnTo>
                  <a:lnTo>
                    <a:pt x="30162" y="317922"/>
                  </a:lnTo>
                  <a:lnTo>
                    <a:pt x="34925" y="324230"/>
                  </a:lnTo>
                  <a:lnTo>
                    <a:pt x="39495" y="330612"/>
                  </a:lnTo>
                  <a:lnTo>
                    <a:pt x="43672" y="336994"/>
                  </a:lnTo>
                  <a:lnTo>
                    <a:pt x="47444" y="343376"/>
                  </a:lnTo>
                  <a:lnTo>
                    <a:pt x="50800" y="349757"/>
                  </a:lnTo>
                  <a:lnTo>
                    <a:pt x="55117" y="358139"/>
                  </a:lnTo>
                  <a:lnTo>
                    <a:pt x="59309" y="364489"/>
                  </a:lnTo>
                  <a:lnTo>
                    <a:pt x="63500" y="368807"/>
                  </a:lnTo>
                  <a:lnTo>
                    <a:pt x="67817" y="372998"/>
                  </a:lnTo>
                  <a:lnTo>
                    <a:pt x="72009" y="378332"/>
                  </a:lnTo>
                  <a:lnTo>
                    <a:pt x="76200" y="384682"/>
                  </a:lnTo>
                  <a:lnTo>
                    <a:pt x="80517" y="391032"/>
                  </a:lnTo>
                  <a:lnTo>
                    <a:pt x="84709" y="396366"/>
                  </a:lnTo>
                  <a:lnTo>
                    <a:pt x="89026" y="400557"/>
                  </a:lnTo>
                  <a:lnTo>
                    <a:pt x="93217" y="404748"/>
                  </a:lnTo>
                  <a:lnTo>
                    <a:pt x="99567" y="409066"/>
                  </a:lnTo>
                  <a:lnTo>
                    <a:pt x="108076" y="413257"/>
                  </a:lnTo>
                </a:path>
                <a:path w="1778000" h="464185">
                  <a:moveTo>
                    <a:pt x="1582928" y="12826"/>
                  </a:moveTo>
                  <a:lnTo>
                    <a:pt x="1589428" y="15972"/>
                  </a:lnTo>
                  <a:lnTo>
                    <a:pt x="1596358" y="19129"/>
                  </a:lnTo>
                  <a:lnTo>
                    <a:pt x="1603716" y="22310"/>
                  </a:lnTo>
                  <a:lnTo>
                    <a:pt x="1611503" y="25526"/>
                  </a:lnTo>
                  <a:lnTo>
                    <a:pt x="1619025" y="28882"/>
                  </a:lnTo>
                  <a:lnTo>
                    <a:pt x="1625774" y="32654"/>
                  </a:lnTo>
                  <a:lnTo>
                    <a:pt x="1631737" y="36831"/>
                  </a:lnTo>
                  <a:lnTo>
                    <a:pt x="1636903" y="41401"/>
                  </a:lnTo>
                  <a:lnTo>
                    <a:pt x="1641857" y="46164"/>
                  </a:lnTo>
                  <a:lnTo>
                    <a:pt x="1647205" y="50926"/>
                  </a:lnTo>
                  <a:lnTo>
                    <a:pt x="1652958" y="55689"/>
                  </a:lnTo>
                  <a:lnTo>
                    <a:pt x="1659128" y="60451"/>
                  </a:lnTo>
                  <a:lnTo>
                    <a:pt x="1665700" y="65617"/>
                  </a:lnTo>
                  <a:lnTo>
                    <a:pt x="1695088" y="93638"/>
                  </a:lnTo>
                  <a:lnTo>
                    <a:pt x="1713410" y="121001"/>
                  </a:lnTo>
                  <a:lnTo>
                    <a:pt x="1717182" y="127968"/>
                  </a:lnTo>
                  <a:lnTo>
                    <a:pt x="1721359" y="135340"/>
                  </a:lnTo>
                  <a:lnTo>
                    <a:pt x="1725930" y="143128"/>
                  </a:lnTo>
                  <a:lnTo>
                    <a:pt x="1730500" y="151247"/>
                  </a:lnTo>
                  <a:lnTo>
                    <a:pt x="1744968" y="188384"/>
                  </a:lnTo>
                  <a:lnTo>
                    <a:pt x="1754505" y="228853"/>
                  </a:lnTo>
                  <a:lnTo>
                    <a:pt x="1757668" y="244165"/>
                  </a:lnTo>
                  <a:lnTo>
                    <a:pt x="1760854" y="258286"/>
                  </a:lnTo>
                  <a:lnTo>
                    <a:pt x="1764041" y="271216"/>
                  </a:lnTo>
                  <a:lnTo>
                    <a:pt x="1767205" y="282955"/>
                  </a:lnTo>
                  <a:lnTo>
                    <a:pt x="1770018" y="293502"/>
                  </a:lnTo>
                  <a:lnTo>
                    <a:pt x="1771999" y="302847"/>
                  </a:lnTo>
                  <a:lnTo>
                    <a:pt x="1773170" y="310977"/>
                  </a:lnTo>
                  <a:lnTo>
                    <a:pt x="1773555" y="317880"/>
                  </a:lnTo>
                  <a:lnTo>
                    <a:pt x="1773765" y="324260"/>
                  </a:lnTo>
                  <a:lnTo>
                    <a:pt x="1774380" y="330628"/>
                  </a:lnTo>
                  <a:lnTo>
                    <a:pt x="1775376" y="336972"/>
                  </a:lnTo>
                  <a:lnTo>
                    <a:pt x="1776730" y="343280"/>
                  </a:lnTo>
                  <a:lnTo>
                    <a:pt x="1777751" y="350258"/>
                  </a:lnTo>
                  <a:lnTo>
                    <a:pt x="1770602" y="388669"/>
                  </a:lnTo>
                  <a:lnTo>
                    <a:pt x="1753921" y="426192"/>
                  </a:lnTo>
                  <a:lnTo>
                    <a:pt x="1719580" y="455675"/>
                  </a:lnTo>
                  <a:lnTo>
                    <a:pt x="1715262" y="458850"/>
                  </a:lnTo>
                  <a:lnTo>
                    <a:pt x="1713230" y="461009"/>
                  </a:lnTo>
                  <a:lnTo>
                    <a:pt x="1711070" y="463041"/>
                  </a:lnTo>
                  <a:lnTo>
                    <a:pt x="1708912" y="464184"/>
                  </a:lnTo>
                  <a:lnTo>
                    <a:pt x="1706880" y="464184"/>
                  </a:lnTo>
                  <a:lnTo>
                    <a:pt x="1704720" y="464184"/>
                  </a:lnTo>
                  <a:lnTo>
                    <a:pt x="1702562" y="463041"/>
                  </a:lnTo>
                  <a:lnTo>
                    <a:pt x="1700530" y="461009"/>
                  </a:lnTo>
                  <a:lnTo>
                    <a:pt x="1698370" y="458850"/>
                  </a:lnTo>
                  <a:lnTo>
                    <a:pt x="1697355" y="455675"/>
                  </a:lnTo>
                  <a:lnTo>
                    <a:pt x="1697355" y="45135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50761" y="2348611"/>
              <a:ext cx="120650" cy="330200"/>
            </a:xfrm>
            <a:custGeom>
              <a:avLst/>
              <a:gdLst/>
              <a:ahLst/>
              <a:cxnLst/>
              <a:rect l="l" t="t" r="r" b="b"/>
              <a:pathLst>
                <a:path w="120650" h="330200">
                  <a:moveTo>
                    <a:pt x="120523" y="304673"/>
                  </a:moveTo>
                  <a:lnTo>
                    <a:pt x="120523" y="304673"/>
                  </a:lnTo>
                </a:path>
                <a:path w="120650" h="330200">
                  <a:moveTo>
                    <a:pt x="63500" y="330073"/>
                  </a:moveTo>
                  <a:lnTo>
                    <a:pt x="41233" y="293975"/>
                  </a:lnTo>
                  <a:lnTo>
                    <a:pt x="38052" y="287226"/>
                  </a:lnTo>
                  <a:lnTo>
                    <a:pt x="34895" y="281263"/>
                  </a:lnTo>
                  <a:lnTo>
                    <a:pt x="31750" y="276098"/>
                  </a:lnTo>
                  <a:lnTo>
                    <a:pt x="28586" y="270760"/>
                  </a:lnTo>
                  <a:lnTo>
                    <a:pt x="25400" y="264255"/>
                  </a:lnTo>
                  <a:lnTo>
                    <a:pt x="22213" y="256559"/>
                  </a:lnTo>
                  <a:lnTo>
                    <a:pt x="19050" y="247650"/>
                  </a:lnTo>
                  <a:lnTo>
                    <a:pt x="15886" y="238125"/>
                  </a:lnTo>
                  <a:lnTo>
                    <a:pt x="12700" y="228600"/>
                  </a:lnTo>
                  <a:lnTo>
                    <a:pt x="1603" y="188896"/>
                  </a:lnTo>
                  <a:lnTo>
                    <a:pt x="0" y="165100"/>
                  </a:lnTo>
                  <a:lnTo>
                    <a:pt x="0" y="153217"/>
                  </a:lnTo>
                  <a:lnTo>
                    <a:pt x="0" y="142906"/>
                  </a:lnTo>
                  <a:lnTo>
                    <a:pt x="0" y="73025"/>
                  </a:lnTo>
                  <a:lnTo>
                    <a:pt x="192" y="65502"/>
                  </a:lnTo>
                  <a:lnTo>
                    <a:pt x="15875" y="28575"/>
                  </a:lnTo>
                  <a:lnTo>
                    <a:pt x="22225" y="22225"/>
                  </a:lnTo>
                  <a:lnTo>
                    <a:pt x="26416" y="18034"/>
                  </a:lnTo>
                  <a:lnTo>
                    <a:pt x="28575" y="15875"/>
                  </a:lnTo>
                  <a:lnTo>
                    <a:pt x="30607" y="13843"/>
                  </a:lnTo>
                  <a:lnTo>
                    <a:pt x="34925" y="10668"/>
                  </a:lnTo>
                  <a:lnTo>
                    <a:pt x="41275" y="6350"/>
                  </a:lnTo>
                  <a:lnTo>
                    <a:pt x="47625" y="2159"/>
                  </a:lnTo>
                  <a:lnTo>
                    <a:pt x="52832" y="0"/>
                  </a:lnTo>
                  <a:lnTo>
                    <a:pt x="5715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56345" y="2431161"/>
              <a:ext cx="107950" cy="253873"/>
            </a:xfrm>
            <a:prstGeom prst="rect">
              <a:avLst/>
            </a:prstGeom>
          </p:spPr>
        </p:pic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412979" y="4071531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Services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Provided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to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93091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250825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(a)</a:t>
                      </a:r>
                      <a:r>
                        <a:rPr dirty="0" sz="9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Virtual</a:t>
                      </a:r>
                      <a:r>
                        <a:rPr dirty="0" sz="9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communication.	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(b)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Actual communication.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  <a:spcBef>
                          <a:spcPts val="72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7967" y="4719843"/>
            <a:ext cx="2728595" cy="165992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5530380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5855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716414" y="4146279"/>
            <a:ext cx="55054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F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r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m</a:t>
            </a:r>
            <a:r>
              <a:rPr dirty="0" sz="1150" spc="-10">
                <a:solidFill>
                  <a:srgbClr val="003366"/>
                </a:solidFill>
                <a:latin typeface="Arial MT"/>
                <a:cs typeface="Arial MT"/>
              </a:rPr>
              <a:t>i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n</a:t>
            </a:r>
            <a:r>
              <a:rPr dirty="0" sz="1150" spc="-5">
                <a:solidFill>
                  <a:srgbClr val="003366"/>
                </a:solidFill>
                <a:latin typeface="Arial MT"/>
                <a:cs typeface="Arial MT"/>
              </a:rPr>
              <a:t>g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77530" y="6407372"/>
            <a:ext cx="3245485" cy="1720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character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stream.</a:t>
            </a:r>
            <a:r>
              <a:rPr dirty="0" sz="950" spc="5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(a)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Without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errors.</a:t>
            </a:r>
            <a:r>
              <a:rPr dirty="0" sz="950" spc="5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(b) With one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error.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30380" y="4071531"/>
            <a:ext cx="4744085" cy="2967355"/>
            <a:chOff x="5530380" y="4071531"/>
            <a:chExt cx="4744085" cy="2967355"/>
          </a:xfrm>
        </p:grpSpPr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9389" y="4924501"/>
              <a:ext cx="3047023" cy="130417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533283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4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060311" y="4875022"/>
              <a:ext cx="591820" cy="617855"/>
            </a:xfrm>
            <a:custGeom>
              <a:avLst/>
              <a:gdLst/>
              <a:ahLst/>
              <a:cxnLst/>
              <a:rect l="l" t="t" r="r" b="b"/>
              <a:pathLst>
                <a:path w="591820" h="617854">
                  <a:moveTo>
                    <a:pt x="0" y="0"/>
                  </a:moveTo>
                  <a:lnTo>
                    <a:pt x="0" y="0"/>
                  </a:lnTo>
                  <a:lnTo>
                    <a:pt x="0" y="158622"/>
                  </a:lnTo>
                  <a:lnTo>
                    <a:pt x="1016" y="164083"/>
                  </a:lnTo>
                  <a:lnTo>
                    <a:pt x="3175" y="170433"/>
                  </a:lnTo>
                  <a:lnTo>
                    <a:pt x="5334" y="176910"/>
                  </a:lnTo>
                  <a:lnTo>
                    <a:pt x="6350" y="183387"/>
                  </a:lnTo>
                  <a:lnTo>
                    <a:pt x="6350" y="189737"/>
                  </a:lnTo>
                  <a:lnTo>
                    <a:pt x="6350" y="196214"/>
                  </a:lnTo>
                  <a:lnTo>
                    <a:pt x="7493" y="202691"/>
                  </a:lnTo>
                  <a:lnTo>
                    <a:pt x="9652" y="209041"/>
                  </a:lnTo>
                  <a:lnTo>
                    <a:pt x="11811" y="215518"/>
                  </a:lnTo>
                  <a:lnTo>
                    <a:pt x="13843" y="223011"/>
                  </a:lnTo>
                  <a:lnTo>
                    <a:pt x="16002" y="231647"/>
                  </a:lnTo>
                  <a:lnTo>
                    <a:pt x="18161" y="240156"/>
                  </a:lnTo>
                  <a:lnTo>
                    <a:pt x="19304" y="246633"/>
                  </a:lnTo>
                  <a:lnTo>
                    <a:pt x="19304" y="250951"/>
                  </a:lnTo>
                  <a:lnTo>
                    <a:pt x="19304" y="255142"/>
                  </a:lnTo>
                  <a:lnTo>
                    <a:pt x="19304" y="525398"/>
                  </a:lnTo>
                  <a:lnTo>
                    <a:pt x="20320" y="530732"/>
                  </a:lnTo>
                  <a:lnTo>
                    <a:pt x="22479" y="537209"/>
                  </a:lnTo>
                  <a:lnTo>
                    <a:pt x="24638" y="543559"/>
                  </a:lnTo>
                  <a:lnTo>
                    <a:pt x="25654" y="549020"/>
                  </a:lnTo>
                  <a:lnTo>
                    <a:pt x="25654" y="575817"/>
                  </a:lnTo>
                  <a:lnTo>
                    <a:pt x="26797" y="581151"/>
                  </a:lnTo>
                  <a:lnTo>
                    <a:pt x="28956" y="585469"/>
                  </a:lnTo>
                  <a:lnTo>
                    <a:pt x="31115" y="589660"/>
                  </a:lnTo>
                  <a:lnTo>
                    <a:pt x="33147" y="593978"/>
                  </a:lnTo>
                  <a:lnTo>
                    <a:pt x="35306" y="598296"/>
                  </a:lnTo>
                  <a:lnTo>
                    <a:pt x="37465" y="602614"/>
                  </a:lnTo>
                  <a:lnTo>
                    <a:pt x="38608" y="608964"/>
                  </a:lnTo>
                  <a:lnTo>
                    <a:pt x="38608" y="617600"/>
                  </a:lnTo>
                </a:path>
                <a:path w="591820" h="617854">
                  <a:moveTo>
                    <a:pt x="540385" y="141477"/>
                  </a:moveTo>
                  <a:lnTo>
                    <a:pt x="545719" y="176910"/>
                  </a:lnTo>
                  <a:lnTo>
                    <a:pt x="546735" y="182244"/>
                  </a:lnTo>
                  <a:lnTo>
                    <a:pt x="546735" y="228345"/>
                  </a:lnTo>
                  <a:lnTo>
                    <a:pt x="546947" y="233588"/>
                  </a:lnTo>
                  <a:lnTo>
                    <a:pt x="554787" y="276415"/>
                  </a:lnTo>
                  <a:lnTo>
                    <a:pt x="556387" y="283082"/>
                  </a:lnTo>
                  <a:lnTo>
                    <a:pt x="557813" y="289679"/>
                  </a:lnTo>
                  <a:lnTo>
                    <a:pt x="558847" y="296703"/>
                  </a:lnTo>
                  <a:lnTo>
                    <a:pt x="559476" y="304157"/>
                  </a:lnTo>
                  <a:lnTo>
                    <a:pt x="559689" y="312038"/>
                  </a:lnTo>
                  <a:lnTo>
                    <a:pt x="559881" y="320059"/>
                  </a:lnTo>
                  <a:lnTo>
                    <a:pt x="560466" y="328104"/>
                  </a:lnTo>
                  <a:lnTo>
                    <a:pt x="567721" y="366458"/>
                  </a:lnTo>
                  <a:lnTo>
                    <a:pt x="577850" y="391286"/>
                  </a:lnTo>
                  <a:lnTo>
                    <a:pt x="578993" y="393445"/>
                  </a:lnTo>
                  <a:lnTo>
                    <a:pt x="578993" y="417067"/>
                  </a:lnTo>
                  <a:lnTo>
                    <a:pt x="580009" y="420242"/>
                  </a:lnTo>
                  <a:lnTo>
                    <a:pt x="582168" y="424560"/>
                  </a:lnTo>
                  <a:lnTo>
                    <a:pt x="584327" y="428878"/>
                  </a:lnTo>
                  <a:lnTo>
                    <a:pt x="585343" y="434212"/>
                  </a:lnTo>
                  <a:lnTo>
                    <a:pt x="585343" y="583310"/>
                  </a:lnTo>
                  <a:lnTo>
                    <a:pt x="587502" y="585469"/>
                  </a:lnTo>
                  <a:lnTo>
                    <a:pt x="591820" y="585469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450707" y="5027422"/>
              <a:ext cx="44450" cy="434340"/>
            </a:xfrm>
            <a:custGeom>
              <a:avLst/>
              <a:gdLst/>
              <a:ahLst/>
              <a:cxnLst/>
              <a:rect l="l" t="t" r="r" b="b"/>
              <a:pathLst>
                <a:path w="44450" h="434339">
                  <a:moveTo>
                    <a:pt x="0" y="0"/>
                  </a:moveTo>
                  <a:lnTo>
                    <a:pt x="0" y="4190"/>
                  </a:lnTo>
                  <a:lnTo>
                    <a:pt x="1143" y="10413"/>
                  </a:lnTo>
                  <a:lnTo>
                    <a:pt x="3175" y="18795"/>
                  </a:lnTo>
                  <a:lnTo>
                    <a:pt x="4774" y="25292"/>
                  </a:lnTo>
                  <a:lnTo>
                    <a:pt x="6350" y="32194"/>
                  </a:lnTo>
                  <a:lnTo>
                    <a:pt x="12573" y="72389"/>
                  </a:lnTo>
                  <a:lnTo>
                    <a:pt x="12573" y="78612"/>
                  </a:lnTo>
                  <a:lnTo>
                    <a:pt x="12573" y="85978"/>
                  </a:lnTo>
                  <a:lnTo>
                    <a:pt x="12573" y="123824"/>
                  </a:lnTo>
                  <a:lnTo>
                    <a:pt x="13716" y="128015"/>
                  </a:lnTo>
                  <a:lnTo>
                    <a:pt x="15748" y="132206"/>
                  </a:lnTo>
                  <a:lnTo>
                    <a:pt x="17907" y="136397"/>
                  </a:lnTo>
                  <a:lnTo>
                    <a:pt x="18923" y="141604"/>
                  </a:lnTo>
                  <a:lnTo>
                    <a:pt x="18923" y="203453"/>
                  </a:lnTo>
                  <a:lnTo>
                    <a:pt x="19939" y="208787"/>
                  </a:lnTo>
                  <a:lnTo>
                    <a:pt x="22098" y="210819"/>
                  </a:lnTo>
                  <a:lnTo>
                    <a:pt x="24129" y="212978"/>
                  </a:lnTo>
                  <a:lnTo>
                    <a:pt x="25273" y="217169"/>
                  </a:lnTo>
                  <a:lnTo>
                    <a:pt x="25273" y="223392"/>
                  </a:lnTo>
                  <a:lnTo>
                    <a:pt x="25273" y="229742"/>
                  </a:lnTo>
                  <a:lnTo>
                    <a:pt x="25273" y="331469"/>
                  </a:lnTo>
                  <a:lnTo>
                    <a:pt x="26289" y="337819"/>
                  </a:lnTo>
                  <a:lnTo>
                    <a:pt x="28321" y="346201"/>
                  </a:lnTo>
                  <a:lnTo>
                    <a:pt x="30479" y="354583"/>
                  </a:lnTo>
                  <a:lnTo>
                    <a:pt x="32512" y="361949"/>
                  </a:lnTo>
                  <a:lnTo>
                    <a:pt x="34671" y="368299"/>
                  </a:lnTo>
                  <a:lnTo>
                    <a:pt x="36702" y="374522"/>
                  </a:lnTo>
                  <a:lnTo>
                    <a:pt x="37846" y="379856"/>
                  </a:lnTo>
                  <a:lnTo>
                    <a:pt x="37846" y="384047"/>
                  </a:lnTo>
                  <a:lnTo>
                    <a:pt x="37846" y="388238"/>
                  </a:lnTo>
                  <a:lnTo>
                    <a:pt x="37846" y="393445"/>
                  </a:lnTo>
                  <a:lnTo>
                    <a:pt x="37846" y="399795"/>
                  </a:lnTo>
                  <a:lnTo>
                    <a:pt x="37846" y="406018"/>
                  </a:lnTo>
                  <a:lnTo>
                    <a:pt x="38862" y="411225"/>
                  </a:lnTo>
                  <a:lnTo>
                    <a:pt x="41021" y="415416"/>
                  </a:lnTo>
                  <a:lnTo>
                    <a:pt x="43052" y="419734"/>
                  </a:lnTo>
                  <a:lnTo>
                    <a:pt x="44069" y="422782"/>
                  </a:lnTo>
                  <a:lnTo>
                    <a:pt x="44069" y="424941"/>
                  </a:lnTo>
                  <a:lnTo>
                    <a:pt x="44069" y="426973"/>
                  </a:lnTo>
                  <a:lnTo>
                    <a:pt x="44069" y="430148"/>
                  </a:lnTo>
                  <a:lnTo>
                    <a:pt x="44069" y="434339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098411" y="5801741"/>
              <a:ext cx="938530" cy="252095"/>
            </a:xfrm>
            <a:custGeom>
              <a:avLst/>
              <a:gdLst/>
              <a:ahLst/>
              <a:cxnLst/>
              <a:rect l="l" t="t" r="r" b="b"/>
              <a:pathLst>
                <a:path w="938529" h="252095">
                  <a:moveTo>
                    <a:pt x="0" y="0"/>
                  </a:moveTo>
                  <a:lnTo>
                    <a:pt x="0" y="245617"/>
                  </a:lnTo>
                </a:path>
                <a:path w="938529" h="252095">
                  <a:moveTo>
                    <a:pt x="743077" y="31495"/>
                  </a:moveTo>
                  <a:lnTo>
                    <a:pt x="743077" y="251967"/>
                  </a:lnTo>
                </a:path>
                <a:path w="938529" h="252095">
                  <a:moveTo>
                    <a:pt x="938276" y="44068"/>
                  </a:moveTo>
                  <a:lnTo>
                    <a:pt x="938276" y="233044"/>
                  </a:lnTo>
                </a:path>
              </a:pathLst>
            </a:custGeom>
            <a:ln w="3175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901561" y="5795391"/>
              <a:ext cx="2263775" cy="1068070"/>
            </a:xfrm>
            <a:custGeom>
              <a:avLst/>
              <a:gdLst/>
              <a:ahLst/>
              <a:cxnLst/>
              <a:rect l="l" t="t" r="r" b="b"/>
              <a:pathLst>
                <a:path w="2263775" h="1068070">
                  <a:moveTo>
                    <a:pt x="1468628" y="0"/>
                  </a:moveTo>
                  <a:lnTo>
                    <a:pt x="1472819" y="0"/>
                  </a:lnTo>
                  <a:lnTo>
                    <a:pt x="1474978" y="4317"/>
                  </a:lnTo>
                  <a:lnTo>
                    <a:pt x="1474978" y="12700"/>
                  </a:lnTo>
                  <a:lnTo>
                    <a:pt x="1474978" y="21208"/>
                  </a:lnTo>
                  <a:lnTo>
                    <a:pt x="1475994" y="27558"/>
                  </a:lnTo>
                  <a:lnTo>
                    <a:pt x="1478153" y="31876"/>
                  </a:lnTo>
                  <a:lnTo>
                    <a:pt x="1480312" y="36067"/>
                  </a:lnTo>
                  <a:lnTo>
                    <a:pt x="1481328" y="40258"/>
                  </a:lnTo>
                  <a:lnTo>
                    <a:pt x="1481328" y="44576"/>
                  </a:lnTo>
                  <a:lnTo>
                    <a:pt x="1481328" y="48767"/>
                  </a:lnTo>
                  <a:lnTo>
                    <a:pt x="1482344" y="52958"/>
                  </a:lnTo>
                  <a:lnTo>
                    <a:pt x="1484503" y="57276"/>
                  </a:lnTo>
                  <a:lnTo>
                    <a:pt x="1486662" y="61467"/>
                  </a:lnTo>
                  <a:lnTo>
                    <a:pt x="1488694" y="67817"/>
                  </a:lnTo>
                  <a:lnTo>
                    <a:pt x="1490853" y="76326"/>
                  </a:lnTo>
                  <a:lnTo>
                    <a:pt x="1493012" y="84835"/>
                  </a:lnTo>
                  <a:lnTo>
                    <a:pt x="1494028" y="91185"/>
                  </a:lnTo>
                  <a:lnTo>
                    <a:pt x="1494028" y="95376"/>
                  </a:lnTo>
                  <a:lnTo>
                    <a:pt x="1494028" y="99694"/>
                  </a:lnTo>
                  <a:lnTo>
                    <a:pt x="1495044" y="106044"/>
                  </a:lnTo>
                  <a:lnTo>
                    <a:pt x="1497203" y="114426"/>
                  </a:lnTo>
                  <a:lnTo>
                    <a:pt x="1498609" y="120808"/>
                  </a:lnTo>
                  <a:lnTo>
                    <a:pt x="1499600" y="127190"/>
                  </a:lnTo>
                  <a:lnTo>
                    <a:pt x="1500185" y="133572"/>
                  </a:lnTo>
                  <a:lnTo>
                    <a:pt x="1500378" y="139953"/>
                  </a:lnTo>
                  <a:lnTo>
                    <a:pt x="1500588" y="146454"/>
                  </a:lnTo>
                  <a:lnTo>
                    <a:pt x="1501203" y="153384"/>
                  </a:lnTo>
                  <a:lnTo>
                    <a:pt x="1502199" y="160742"/>
                  </a:lnTo>
                  <a:lnTo>
                    <a:pt x="1503553" y="168528"/>
                  </a:lnTo>
                  <a:lnTo>
                    <a:pt x="1504959" y="176454"/>
                  </a:lnTo>
                  <a:lnTo>
                    <a:pt x="1505950" y="184403"/>
                  </a:lnTo>
                  <a:lnTo>
                    <a:pt x="1506535" y="192353"/>
                  </a:lnTo>
                  <a:lnTo>
                    <a:pt x="1506728" y="200278"/>
                  </a:lnTo>
                  <a:lnTo>
                    <a:pt x="1506728" y="210946"/>
                  </a:lnTo>
                  <a:lnTo>
                    <a:pt x="1506728" y="218312"/>
                  </a:lnTo>
                  <a:lnTo>
                    <a:pt x="1506728" y="271271"/>
                  </a:lnTo>
                  <a:lnTo>
                    <a:pt x="1506728" y="279780"/>
                  </a:lnTo>
                </a:path>
                <a:path w="2263775" h="1068070">
                  <a:moveTo>
                    <a:pt x="2129790" y="0"/>
                  </a:moveTo>
                  <a:lnTo>
                    <a:pt x="2129790" y="0"/>
                  </a:lnTo>
                  <a:lnTo>
                    <a:pt x="2129790" y="98551"/>
                  </a:lnTo>
                  <a:lnTo>
                    <a:pt x="2130933" y="104901"/>
                  </a:lnTo>
                  <a:lnTo>
                    <a:pt x="2132965" y="111251"/>
                  </a:lnTo>
                  <a:lnTo>
                    <a:pt x="2135124" y="117601"/>
                  </a:lnTo>
                  <a:lnTo>
                    <a:pt x="2136140" y="123951"/>
                  </a:lnTo>
                  <a:lnTo>
                    <a:pt x="2136140" y="155828"/>
                  </a:lnTo>
                  <a:lnTo>
                    <a:pt x="2137283" y="160019"/>
                  </a:lnTo>
                  <a:lnTo>
                    <a:pt x="2139315" y="162178"/>
                  </a:lnTo>
                  <a:lnTo>
                    <a:pt x="2141474" y="164210"/>
                  </a:lnTo>
                  <a:lnTo>
                    <a:pt x="2143633" y="170687"/>
                  </a:lnTo>
                  <a:lnTo>
                    <a:pt x="2148840" y="206628"/>
                  </a:lnTo>
                  <a:lnTo>
                    <a:pt x="2148840" y="212978"/>
                  </a:lnTo>
                  <a:lnTo>
                    <a:pt x="2149983" y="218312"/>
                  </a:lnTo>
                  <a:lnTo>
                    <a:pt x="2152015" y="222503"/>
                  </a:lnTo>
                  <a:lnTo>
                    <a:pt x="2154174" y="226821"/>
                  </a:lnTo>
                  <a:lnTo>
                    <a:pt x="2155190" y="229996"/>
                  </a:lnTo>
                  <a:lnTo>
                    <a:pt x="2155190" y="259587"/>
                  </a:lnTo>
                  <a:lnTo>
                    <a:pt x="2157349" y="262762"/>
                  </a:lnTo>
                  <a:lnTo>
                    <a:pt x="2161667" y="267080"/>
                  </a:lnTo>
                </a:path>
                <a:path w="2263775" h="1068070">
                  <a:moveTo>
                    <a:pt x="2231517" y="19050"/>
                  </a:moveTo>
                  <a:lnTo>
                    <a:pt x="2231517" y="14858"/>
                  </a:lnTo>
                  <a:lnTo>
                    <a:pt x="2231517" y="14858"/>
                  </a:lnTo>
                  <a:lnTo>
                    <a:pt x="2231517" y="44576"/>
                  </a:lnTo>
                  <a:lnTo>
                    <a:pt x="2231727" y="54294"/>
                  </a:lnTo>
                  <a:lnTo>
                    <a:pt x="2236501" y="97188"/>
                  </a:lnTo>
                  <a:lnTo>
                    <a:pt x="2247241" y="146081"/>
                  </a:lnTo>
                  <a:lnTo>
                    <a:pt x="2249836" y="158178"/>
                  </a:lnTo>
                  <a:lnTo>
                    <a:pt x="2256139" y="201120"/>
                  </a:lnTo>
                  <a:lnTo>
                    <a:pt x="2256917" y="216153"/>
                  </a:lnTo>
                  <a:lnTo>
                    <a:pt x="2256917" y="224662"/>
                  </a:lnTo>
                  <a:lnTo>
                    <a:pt x="2256917" y="232028"/>
                  </a:lnTo>
                  <a:lnTo>
                    <a:pt x="2256917" y="238505"/>
                  </a:lnTo>
                  <a:lnTo>
                    <a:pt x="2256917" y="244855"/>
                  </a:lnTo>
                  <a:lnTo>
                    <a:pt x="2259076" y="250062"/>
                  </a:lnTo>
                  <a:lnTo>
                    <a:pt x="2263267" y="254380"/>
                  </a:lnTo>
                </a:path>
                <a:path w="2263775" h="1068070">
                  <a:moveTo>
                    <a:pt x="0" y="1068070"/>
                  </a:moveTo>
                  <a:lnTo>
                    <a:pt x="0" y="106807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/>
          <p:nvPr/>
        </p:nvSpPr>
        <p:spPr>
          <a:xfrm>
            <a:off x="952880" y="1181100"/>
            <a:ext cx="3239135" cy="57785"/>
          </a:xfrm>
          <a:custGeom>
            <a:avLst/>
            <a:gdLst/>
            <a:ahLst/>
            <a:cxnLst/>
            <a:rect l="l" t="t" r="r" b="b"/>
            <a:pathLst>
              <a:path w="3239135" h="57784">
                <a:moveTo>
                  <a:pt x="0" y="44576"/>
                </a:moveTo>
                <a:lnTo>
                  <a:pt x="0" y="44576"/>
                </a:lnTo>
                <a:lnTo>
                  <a:pt x="448691" y="44576"/>
                </a:lnTo>
                <a:lnTo>
                  <a:pt x="456809" y="44787"/>
                </a:lnTo>
                <a:lnTo>
                  <a:pt x="465343" y="45402"/>
                </a:lnTo>
                <a:lnTo>
                  <a:pt x="474283" y="46398"/>
                </a:lnTo>
                <a:lnTo>
                  <a:pt x="483616" y="47751"/>
                </a:lnTo>
                <a:lnTo>
                  <a:pt x="492950" y="49158"/>
                </a:lnTo>
                <a:lnTo>
                  <a:pt x="501903" y="50149"/>
                </a:lnTo>
                <a:lnTo>
                  <a:pt x="510476" y="50734"/>
                </a:lnTo>
                <a:lnTo>
                  <a:pt x="518668" y="50926"/>
                </a:lnTo>
                <a:lnTo>
                  <a:pt x="527188" y="50926"/>
                </a:lnTo>
                <a:lnTo>
                  <a:pt x="536924" y="50926"/>
                </a:lnTo>
                <a:lnTo>
                  <a:pt x="604519" y="50926"/>
                </a:lnTo>
                <a:lnTo>
                  <a:pt x="614852" y="51137"/>
                </a:lnTo>
                <a:lnTo>
                  <a:pt x="626792" y="51752"/>
                </a:lnTo>
                <a:lnTo>
                  <a:pt x="640328" y="52748"/>
                </a:lnTo>
                <a:lnTo>
                  <a:pt x="655447" y="54101"/>
                </a:lnTo>
                <a:lnTo>
                  <a:pt x="670355" y="55508"/>
                </a:lnTo>
                <a:lnTo>
                  <a:pt x="683275" y="56499"/>
                </a:lnTo>
                <a:lnTo>
                  <a:pt x="694219" y="57084"/>
                </a:lnTo>
                <a:lnTo>
                  <a:pt x="703199" y="57276"/>
                </a:lnTo>
                <a:lnTo>
                  <a:pt x="710721" y="57276"/>
                </a:lnTo>
                <a:lnTo>
                  <a:pt x="717470" y="57276"/>
                </a:lnTo>
                <a:lnTo>
                  <a:pt x="1269619" y="57276"/>
                </a:lnTo>
                <a:lnTo>
                  <a:pt x="1280743" y="57084"/>
                </a:lnTo>
                <a:lnTo>
                  <a:pt x="1291844" y="56499"/>
                </a:lnTo>
                <a:lnTo>
                  <a:pt x="1302944" y="55508"/>
                </a:lnTo>
                <a:lnTo>
                  <a:pt x="1314069" y="54101"/>
                </a:lnTo>
                <a:lnTo>
                  <a:pt x="1325213" y="52748"/>
                </a:lnTo>
                <a:lnTo>
                  <a:pt x="1336357" y="51752"/>
                </a:lnTo>
                <a:lnTo>
                  <a:pt x="1347501" y="51137"/>
                </a:lnTo>
                <a:lnTo>
                  <a:pt x="1358645" y="50926"/>
                </a:lnTo>
                <a:lnTo>
                  <a:pt x="1369790" y="50734"/>
                </a:lnTo>
                <a:lnTo>
                  <a:pt x="1380934" y="50149"/>
                </a:lnTo>
                <a:lnTo>
                  <a:pt x="1392078" y="49158"/>
                </a:lnTo>
                <a:lnTo>
                  <a:pt x="1403223" y="47751"/>
                </a:lnTo>
                <a:lnTo>
                  <a:pt x="1414156" y="46398"/>
                </a:lnTo>
                <a:lnTo>
                  <a:pt x="1424686" y="45402"/>
                </a:lnTo>
                <a:lnTo>
                  <a:pt x="1434834" y="44787"/>
                </a:lnTo>
                <a:lnTo>
                  <a:pt x="1444625" y="44576"/>
                </a:lnTo>
                <a:lnTo>
                  <a:pt x="1454150" y="44576"/>
                </a:lnTo>
                <a:lnTo>
                  <a:pt x="1463675" y="44576"/>
                </a:lnTo>
                <a:lnTo>
                  <a:pt x="1587754" y="44576"/>
                </a:lnTo>
                <a:lnTo>
                  <a:pt x="1595542" y="44384"/>
                </a:lnTo>
                <a:lnTo>
                  <a:pt x="1602914" y="43799"/>
                </a:lnTo>
                <a:lnTo>
                  <a:pt x="1609881" y="42808"/>
                </a:lnTo>
                <a:lnTo>
                  <a:pt x="1616456" y="41401"/>
                </a:lnTo>
                <a:lnTo>
                  <a:pt x="1622974" y="39995"/>
                </a:lnTo>
                <a:lnTo>
                  <a:pt x="1629933" y="39004"/>
                </a:lnTo>
                <a:lnTo>
                  <a:pt x="1637297" y="38419"/>
                </a:lnTo>
                <a:lnTo>
                  <a:pt x="1645031" y="38226"/>
                </a:lnTo>
                <a:lnTo>
                  <a:pt x="1653414" y="38226"/>
                </a:lnTo>
                <a:lnTo>
                  <a:pt x="1662572" y="38226"/>
                </a:lnTo>
                <a:lnTo>
                  <a:pt x="1724533" y="38226"/>
                </a:lnTo>
                <a:lnTo>
                  <a:pt x="1734323" y="38034"/>
                </a:lnTo>
                <a:lnTo>
                  <a:pt x="1744471" y="37449"/>
                </a:lnTo>
                <a:lnTo>
                  <a:pt x="1755001" y="36458"/>
                </a:lnTo>
                <a:lnTo>
                  <a:pt x="1765935" y="35051"/>
                </a:lnTo>
                <a:lnTo>
                  <a:pt x="1777079" y="33452"/>
                </a:lnTo>
                <a:lnTo>
                  <a:pt x="1788223" y="31876"/>
                </a:lnTo>
                <a:lnTo>
                  <a:pt x="1799367" y="30301"/>
                </a:lnTo>
                <a:lnTo>
                  <a:pt x="1810512" y="28701"/>
                </a:lnTo>
                <a:lnTo>
                  <a:pt x="1821656" y="27295"/>
                </a:lnTo>
                <a:lnTo>
                  <a:pt x="1832800" y="26304"/>
                </a:lnTo>
                <a:lnTo>
                  <a:pt x="1843944" y="25719"/>
                </a:lnTo>
                <a:lnTo>
                  <a:pt x="1855089" y="25526"/>
                </a:lnTo>
                <a:lnTo>
                  <a:pt x="1866423" y="25316"/>
                </a:lnTo>
                <a:lnTo>
                  <a:pt x="1878139" y="24701"/>
                </a:lnTo>
                <a:lnTo>
                  <a:pt x="1890236" y="23705"/>
                </a:lnTo>
                <a:lnTo>
                  <a:pt x="1902714" y="22351"/>
                </a:lnTo>
                <a:lnTo>
                  <a:pt x="1914669" y="20945"/>
                </a:lnTo>
                <a:lnTo>
                  <a:pt x="1925018" y="19954"/>
                </a:lnTo>
                <a:lnTo>
                  <a:pt x="1933771" y="19369"/>
                </a:lnTo>
                <a:lnTo>
                  <a:pt x="1940941" y="19176"/>
                </a:lnTo>
                <a:lnTo>
                  <a:pt x="1949450" y="19176"/>
                </a:lnTo>
                <a:lnTo>
                  <a:pt x="1956816" y="18033"/>
                </a:lnTo>
                <a:lnTo>
                  <a:pt x="1988693" y="12826"/>
                </a:lnTo>
                <a:lnTo>
                  <a:pt x="1996618" y="12826"/>
                </a:lnTo>
                <a:lnTo>
                  <a:pt x="2004567" y="12826"/>
                </a:lnTo>
                <a:lnTo>
                  <a:pt x="2676017" y="12826"/>
                </a:lnTo>
                <a:lnTo>
                  <a:pt x="2686756" y="12616"/>
                </a:lnTo>
                <a:lnTo>
                  <a:pt x="2696686" y="12001"/>
                </a:lnTo>
                <a:lnTo>
                  <a:pt x="2705806" y="11005"/>
                </a:lnTo>
                <a:lnTo>
                  <a:pt x="2714117" y="9651"/>
                </a:lnTo>
                <a:lnTo>
                  <a:pt x="2722693" y="8245"/>
                </a:lnTo>
                <a:lnTo>
                  <a:pt x="2732436" y="7254"/>
                </a:lnTo>
                <a:lnTo>
                  <a:pt x="2743370" y="6669"/>
                </a:lnTo>
                <a:lnTo>
                  <a:pt x="2755519" y="6476"/>
                </a:lnTo>
                <a:lnTo>
                  <a:pt x="2767667" y="6476"/>
                </a:lnTo>
                <a:lnTo>
                  <a:pt x="2778601" y="6476"/>
                </a:lnTo>
                <a:lnTo>
                  <a:pt x="2831846" y="6476"/>
                </a:lnTo>
                <a:lnTo>
                  <a:pt x="2841041" y="6264"/>
                </a:lnTo>
                <a:lnTo>
                  <a:pt x="2849403" y="5635"/>
                </a:lnTo>
                <a:lnTo>
                  <a:pt x="2856956" y="4601"/>
                </a:lnTo>
                <a:lnTo>
                  <a:pt x="2863722" y="3175"/>
                </a:lnTo>
                <a:lnTo>
                  <a:pt x="2870102" y="1821"/>
                </a:lnTo>
                <a:lnTo>
                  <a:pt x="2876470" y="825"/>
                </a:lnTo>
                <a:lnTo>
                  <a:pt x="2882814" y="210"/>
                </a:lnTo>
                <a:lnTo>
                  <a:pt x="2889122" y="0"/>
                </a:lnTo>
                <a:lnTo>
                  <a:pt x="2895907" y="0"/>
                </a:lnTo>
                <a:lnTo>
                  <a:pt x="2903489" y="0"/>
                </a:lnTo>
                <a:lnTo>
                  <a:pt x="3229610" y="0"/>
                </a:lnTo>
                <a:lnTo>
                  <a:pt x="323913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965580" y="2549398"/>
            <a:ext cx="1158240" cy="51435"/>
          </a:xfrm>
          <a:custGeom>
            <a:avLst/>
            <a:gdLst/>
            <a:ahLst/>
            <a:cxnLst/>
            <a:rect l="l" t="t" r="r" b="b"/>
            <a:pathLst>
              <a:path w="1158239" h="51435">
                <a:moveTo>
                  <a:pt x="0" y="12700"/>
                </a:moveTo>
                <a:lnTo>
                  <a:pt x="4190" y="12700"/>
                </a:lnTo>
                <a:lnTo>
                  <a:pt x="11684" y="11684"/>
                </a:lnTo>
                <a:lnTo>
                  <a:pt x="22225" y="9525"/>
                </a:lnTo>
                <a:lnTo>
                  <a:pt x="30013" y="8118"/>
                </a:lnTo>
                <a:lnTo>
                  <a:pt x="37385" y="7127"/>
                </a:lnTo>
                <a:lnTo>
                  <a:pt x="44352" y="6542"/>
                </a:lnTo>
                <a:lnTo>
                  <a:pt x="50927" y="6350"/>
                </a:lnTo>
                <a:lnTo>
                  <a:pt x="57499" y="6350"/>
                </a:lnTo>
                <a:lnTo>
                  <a:pt x="64452" y="6350"/>
                </a:lnTo>
                <a:lnTo>
                  <a:pt x="194056" y="6350"/>
                </a:lnTo>
                <a:lnTo>
                  <a:pt x="200406" y="5334"/>
                </a:lnTo>
                <a:lnTo>
                  <a:pt x="206882" y="3175"/>
                </a:lnTo>
                <a:lnTo>
                  <a:pt x="213232" y="1016"/>
                </a:lnTo>
                <a:lnTo>
                  <a:pt x="218440" y="0"/>
                </a:lnTo>
                <a:lnTo>
                  <a:pt x="390271" y="0"/>
                </a:lnTo>
                <a:lnTo>
                  <a:pt x="397763" y="1016"/>
                </a:lnTo>
                <a:lnTo>
                  <a:pt x="404113" y="3175"/>
                </a:lnTo>
                <a:lnTo>
                  <a:pt x="410463" y="5334"/>
                </a:lnTo>
                <a:lnTo>
                  <a:pt x="416813" y="6350"/>
                </a:lnTo>
                <a:lnTo>
                  <a:pt x="496443" y="6350"/>
                </a:lnTo>
                <a:lnTo>
                  <a:pt x="506160" y="6542"/>
                </a:lnTo>
                <a:lnTo>
                  <a:pt x="548459" y="11124"/>
                </a:lnTo>
                <a:lnTo>
                  <a:pt x="575944" y="15875"/>
                </a:lnTo>
                <a:lnTo>
                  <a:pt x="583678" y="17281"/>
                </a:lnTo>
                <a:lnTo>
                  <a:pt x="591042" y="18272"/>
                </a:lnTo>
                <a:lnTo>
                  <a:pt x="598001" y="18857"/>
                </a:lnTo>
                <a:lnTo>
                  <a:pt x="604519" y="19050"/>
                </a:lnTo>
                <a:lnTo>
                  <a:pt x="610901" y="19260"/>
                </a:lnTo>
                <a:lnTo>
                  <a:pt x="617283" y="19875"/>
                </a:lnTo>
                <a:lnTo>
                  <a:pt x="623665" y="20871"/>
                </a:lnTo>
                <a:lnTo>
                  <a:pt x="630047" y="22225"/>
                </a:lnTo>
                <a:lnTo>
                  <a:pt x="638556" y="24384"/>
                </a:lnTo>
                <a:lnTo>
                  <a:pt x="643763" y="25400"/>
                </a:lnTo>
                <a:lnTo>
                  <a:pt x="680974" y="25400"/>
                </a:lnTo>
                <a:lnTo>
                  <a:pt x="687738" y="25802"/>
                </a:lnTo>
                <a:lnTo>
                  <a:pt x="695277" y="27003"/>
                </a:lnTo>
                <a:lnTo>
                  <a:pt x="703601" y="28989"/>
                </a:lnTo>
                <a:lnTo>
                  <a:pt x="712724" y="31750"/>
                </a:lnTo>
                <a:lnTo>
                  <a:pt x="722058" y="34776"/>
                </a:lnTo>
                <a:lnTo>
                  <a:pt x="731011" y="37385"/>
                </a:lnTo>
                <a:lnTo>
                  <a:pt x="773176" y="44577"/>
                </a:lnTo>
                <a:lnTo>
                  <a:pt x="779526" y="44577"/>
                </a:lnTo>
                <a:lnTo>
                  <a:pt x="787019" y="44577"/>
                </a:lnTo>
                <a:lnTo>
                  <a:pt x="827277" y="44577"/>
                </a:lnTo>
                <a:lnTo>
                  <a:pt x="836420" y="44769"/>
                </a:lnTo>
                <a:lnTo>
                  <a:pt x="844788" y="45354"/>
                </a:lnTo>
                <a:lnTo>
                  <a:pt x="852370" y="46345"/>
                </a:lnTo>
                <a:lnTo>
                  <a:pt x="859155" y="47752"/>
                </a:lnTo>
                <a:lnTo>
                  <a:pt x="865516" y="49105"/>
                </a:lnTo>
                <a:lnTo>
                  <a:pt x="871855" y="50101"/>
                </a:lnTo>
                <a:lnTo>
                  <a:pt x="878193" y="50716"/>
                </a:lnTo>
                <a:lnTo>
                  <a:pt x="884555" y="50927"/>
                </a:lnTo>
                <a:lnTo>
                  <a:pt x="892127" y="50927"/>
                </a:lnTo>
                <a:lnTo>
                  <a:pt x="902081" y="50927"/>
                </a:lnTo>
                <a:lnTo>
                  <a:pt x="1153921" y="50927"/>
                </a:lnTo>
                <a:lnTo>
                  <a:pt x="1158239" y="50927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434972" y="5573776"/>
            <a:ext cx="1017269" cy="508634"/>
          </a:xfrm>
          <a:custGeom>
            <a:avLst/>
            <a:gdLst/>
            <a:ahLst/>
            <a:cxnLst/>
            <a:rect l="l" t="t" r="r" b="b"/>
            <a:pathLst>
              <a:path w="1017269" h="508635">
                <a:moveTo>
                  <a:pt x="1010666" y="476757"/>
                </a:moveTo>
                <a:lnTo>
                  <a:pt x="975741" y="493775"/>
                </a:lnTo>
                <a:lnTo>
                  <a:pt x="969391" y="496950"/>
                </a:lnTo>
                <a:lnTo>
                  <a:pt x="924429" y="506739"/>
                </a:lnTo>
                <a:lnTo>
                  <a:pt x="889889" y="508507"/>
                </a:lnTo>
                <a:lnTo>
                  <a:pt x="877393" y="508507"/>
                </a:lnTo>
                <a:lnTo>
                  <a:pt x="865266" y="508507"/>
                </a:lnTo>
                <a:lnTo>
                  <a:pt x="715137" y="508507"/>
                </a:lnTo>
                <a:lnTo>
                  <a:pt x="694257" y="508315"/>
                </a:lnTo>
                <a:lnTo>
                  <a:pt x="651307" y="506739"/>
                </a:lnTo>
                <a:lnTo>
                  <a:pt x="607208" y="503787"/>
                </a:lnTo>
                <a:lnTo>
                  <a:pt x="564294" y="500600"/>
                </a:lnTo>
                <a:lnTo>
                  <a:pt x="523763" y="497034"/>
                </a:lnTo>
                <a:lnTo>
                  <a:pt x="476758" y="486282"/>
                </a:lnTo>
                <a:lnTo>
                  <a:pt x="464206" y="481712"/>
                </a:lnTo>
                <a:lnTo>
                  <a:pt x="452072" y="477535"/>
                </a:lnTo>
                <a:lnTo>
                  <a:pt x="440342" y="473763"/>
                </a:lnTo>
                <a:lnTo>
                  <a:pt x="429006" y="470407"/>
                </a:lnTo>
                <a:lnTo>
                  <a:pt x="417881" y="467244"/>
                </a:lnTo>
                <a:lnTo>
                  <a:pt x="406780" y="464057"/>
                </a:lnTo>
                <a:lnTo>
                  <a:pt x="395680" y="460871"/>
                </a:lnTo>
                <a:lnTo>
                  <a:pt x="384556" y="457707"/>
                </a:lnTo>
                <a:lnTo>
                  <a:pt x="372413" y="454142"/>
                </a:lnTo>
                <a:lnTo>
                  <a:pt x="324103" y="438657"/>
                </a:lnTo>
                <a:lnTo>
                  <a:pt x="279437" y="421387"/>
                </a:lnTo>
                <a:lnTo>
                  <a:pt x="244518" y="400270"/>
                </a:lnTo>
                <a:lnTo>
                  <a:pt x="235203" y="394080"/>
                </a:lnTo>
                <a:lnTo>
                  <a:pt x="225010" y="387580"/>
                </a:lnTo>
                <a:lnTo>
                  <a:pt x="187452" y="365505"/>
                </a:lnTo>
                <a:lnTo>
                  <a:pt x="146357" y="343503"/>
                </a:lnTo>
                <a:lnTo>
                  <a:pt x="121328" y="330761"/>
                </a:lnTo>
                <a:lnTo>
                  <a:pt x="110394" y="325008"/>
                </a:lnTo>
                <a:lnTo>
                  <a:pt x="77025" y="305180"/>
                </a:lnTo>
                <a:lnTo>
                  <a:pt x="44461" y="277707"/>
                </a:lnTo>
                <a:lnTo>
                  <a:pt x="20065" y="243712"/>
                </a:lnTo>
                <a:lnTo>
                  <a:pt x="16890" y="238378"/>
                </a:lnTo>
                <a:lnTo>
                  <a:pt x="12700" y="232028"/>
                </a:lnTo>
                <a:lnTo>
                  <a:pt x="8382" y="225678"/>
                </a:lnTo>
                <a:lnTo>
                  <a:pt x="5207" y="218312"/>
                </a:lnTo>
                <a:lnTo>
                  <a:pt x="0" y="184403"/>
                </a:lnTo>
                <a:lnTo>
                  <a:pt x="0" y="177829"/>
                </a:lnTo>
                <a:lnTo>
                  <a:pt x="0" y="170862"/>
                </a:lnTo>
                <a:lnTo>
                  <a:pt x="0" y="163490"/>
                </a:lnTo>
                <a:lnTo>
                  <a:pt x="0" y="155701"/>
                </a:lnTo>
                <a:lnTo>
                  <a:pt x="192" y="148179"/>
                </a:lnTo>
                <a:lnTo>
                  <a:pt x="12700" y="108076"/>
                </a:lnTo>
                <a:lnTo>
                  <a:pt x="46053" y="75501"/>
                </a:lnTo>
                <a:lnTo>
                  <a:pt x="83375" y="51641"/>
                </a:lnTo>
                <a:lnTo>
                  <a:pt x="115323" y="36722"/>
                </a:lnTo>
                <a:lnTo>
                  <a:pt x="124682" y="32575"/>
                </a:lnTo>
                <a:lnTo>
                  <a:pt x="132849" y="28809"/>
                </a:lnTo>
                <a:lnTo>
                  <a:pt x="139827" y="25399"/>
                </a:lnTo>
                <a:lnTo>
                  <a:pt x="146730" y="22447"/>
                </a:lnTo>
                <a:lnTo>
                  <a:pt x="154860" y="19875"/>
                </a:lnTo>
                <a:lnTo>
                  <a:pt x="164205" y="17684"/>
                </a:lnTo>
                <a:lnTo>
                  <a:pt x="174752" y="15874"/>
                </a:lnTo>
                <a:lnTo>
                  <a:pt x="185491" y="14275"/>
                </a:lnTo>
                <a:lnTo>
                  <a:pt x="195421" y="12699"/>
                </a:lnTo>
                <a:lnTo>
                  <a:pt x="204541" y="11124"/>
                </a:lnTo>
                <a:lnTo>
                  <a:pt x="212852" y="9524"/>
                </a:lnTo>
                <a:lnTo>
                  <a:pt x="220833" y="8118"/>
                </a:lnTo>
                <a:lnTo>
                  <a:pt x="228790" y="7127"/>
                </a:lnTo>
                <a:lnTo>
                  <a:pt x="236747" y="6542"/>
                </a:lnTo>
                <a:lnTo>
                  <a:pt x="244728" y="6349"/>
                </a:lnTo>
                <a:lnTo>
                  <a:pt x="253442" y="6157"/>
                </a:lnTo>
                <a:lnTo>
                  <a:pt x="263763" y="5572"/>
                </a:lnTo>
                <a:lnTo>
                  <a:pt x="275679" y="4581"/>
                </a:lnTo>
                <a:lnTo>
                  <a:pt x="289178" y="3174"/>
                </a:lnTo>
                <a:lnTo>
                  <a:pt x="304466" y="1768"/>
                </a:lnTo>
                <a:lnTo>
                  <a:pt x="321754" y="777"/>
                </a:lnTo>
                <a:lnTo>
                  <a:pt x="341042" y="192"/>
                </a:lnTo>
                <a:lnTo>
                  <a:pt x="362331" y="0"/>
                </a:lnTo>
                <a:lnTo>
                  <a:pt x="383353" y="0"/>
                </a:lnTo>
                <a:lnTo>
                  <a:pt x="402018" y="0"/>
                </a:lnTo>
                <a:lnTo>
                  <a:pt x="594360" y="0"/>
                </a:lnTo>
                <a:lnTo>
                  <a:pt x="602267" y="192"/>
                </a:lnTo>
                <a:lnTo>
                  <a:pt x="641159" y="6350"/>
                </a:lnTo>
                <a:lnTo>
                  <a:pt x="654685" y="9524"/>
                </a:lnTo>
                <a:lnTo>
                  <a:pt x="662255" y="11124"/>
                </a:lnTo>
                <a:lnTo>
                  <a:pt x="672195" y="12700"/>
                </a:lnTo>
                <a:lnTo>
                  <a:pt x="684492" y="14275"/>
                </a:lnTo>
                <a:lnTo>
                  <a:pt x="699135" y="15874"/>
                </a:lnTo>
                <a:lnTo>
                  <a:pt x="714253" y="17684"/>
                </a:lnTo>
                <a:lnTo>
                  <a:pt x="727789" y="19875"/>
                </a:lnTo>
                <a:lnTo>
                  <a:pt x="739729" y="22447"/>
                </a:lnTo>
                <a:lnTo>
                  <a:pt x="750062" y="25399"/>
                </a:lnTo>
                <a:lnTo>
                  <a:pt x="759779" y="28616"/>
                </a:lnTo>
                <a:lnTo>
                  <a:pt x="769889" y="31797"/>
                </a:lnTo>
                <a:lnTo>
                  <a:pt x="814403" y="44497"/>
                </a:lnTo>
                <a:lnTo>
                  <a:pt x="839089" y="50799"/>
                </a:lnTo>
                <a:lnTo>
                  <a:pt x="851374" y="54613"/>
                </a:lnTo>
                <a:lnTo>
                  <a:pt x="862885" y="59594"/>
                </a:lnTo>
                <a:lnTo>
                  <a:pt x="873611" y="65766"/>
                </a:lnTo>
                <a:lnTo>
                  <a:pt x="883539" y="73151"/>
                </a:lnTo>
                <a:lnTo>
                  <a:pt x="892871" y="80674"/>
                </a:lnTo>
                <a:lnTo>
                  <a:pt x="901811" y="87423"/>
                </a:lnTo>
                <a:lnTo>
                  <a:pt x="910345" y="93386"/>
                </a:lnTo>
                <a:lnTo>
                  <a:pt x="918464" y="98551"/>
                </a:lnTo>
                <a:lnTo>
                  <a:pt x="929132" y="104901"/>
                </a:lnTo>
                <a:lnTo>
                  <a:pt x="935482" y="109092"/>
                </a:lnTo>
                <a:lnTo>
                  <a:pt x="937514" y="111251"/>
                </a:lnTo>
                <a:lnTo>
                  <a:pt x="939672" y="113410"/>
                </a:lnTo>
                <a:lnTo>
                  <a:pt x="942847" y="116585"/>
                </a:lnTo>
                <a:lnTo>
                  <a:pt x="963041" y="149351"/>
                </a:lnTo>
                <a:lnTo>
                  <a:pt x="965072" y="155701"/>
                </a:lnTo>
                <a:lnTo>
                  <a:pt x="968247" y="162051"/>
                </a:lnTo>
                <a:lnTo>
                  <a:pt x="972566" y="168401"/>
                </a:lnTo>
                <a:lnTo>
                  <a:pt x="976757" y="174878"/>
                </a:lnTo>
                <a:lnTo>
                  <a:pt x="980947" y="179069"/>
                </a:lnTo>
                <a:lnTo>
                  <a:pt x="985266" y="181228"/>
                </a:lnTo>
                <a:lnTo>
                  <a:pt x="989457" y="183260"/>
                </a:lnTo>
                <a:lnTo>
                  <a:pt x="991616" y="186435"/>
                </a:lnTo>
                <a:lnTo>
                  <a:pt x="991616" y="190753"/>
                </a:lnTo>
                <a:lnTo>
                  <a:pt x="991616" y="194944"/>
                </a:lnTo>
                <a:lnTo>
                  <a:pt x="992632" y="199135"/>
                </a:lnTo>
                <a:lnTo>
                  <a:pt x="994791" y="203453"/>
                </a:lnTo>
                <a:lnTo>
                  <a:pt x="996950" y="207644"/>
                </a:lnTo>
                <a:lnTo>
                  <a:pt x="998982" y="211835"/>
                </a:lnTo>
                <a:lnTo>
                  <a:pt x="1001141" y="216153"/>
                </a:lnTo>
                <a:lnTo>
                  <a:pt x="1003300" y="220344"/>
                </a:lnTo>
                <a:lnTo>
                  <a:pt x="1006475" y="226694"/>
                </a:lnTo>
                <a:lnTo>
                  <a:pt x="1017016" y="260603"/>
                </a:lnTo>
                <a:lnTo>
                  <a:pt x="1017016" y="267581"/>
                </a:lnTo>
                <a:lnTo>
                  <a:pt x="1017016" y="275748"/>
                </a:lnTo>
                <a:lnTo>
                  <a:pt x="1017016" y="330580"/>
                </a:lnTo>
                <a:lnTo>
                  <a:pt x="1016613" y="337345"/>
                </a:lnTo>
                <a:lnTo>
                  <a:pt x="1005141" y="378999"/>
                </a:lnTo>
                <a:lnTo>
                  <a:pt x="987425" y="421639"/>
                </a:lnTo>
                <a:lnTo>
                  <a:pt x="979932" y="431164"/>
                </a:lnTo>
                <a:lnTo>
                  <a:pt x="977772" y="434339"/>
                </a:lnTo>
                <a:lnTo>
                  <a:pt x="975741" y="438657"/>
                </a:lnTo>
                <a:lnTo>
                  <a:pt x="973582" y="442848"/>
                </a:lnTo>
                <a:lnTo>
                  <a:pt x="972566" y="447039"/>
                </a:lnTo>
                <a:lnTo>
                  <a:pt x="972566" y="45135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649092" y="5211445"/>
            <a:ext cx="1481455" cy="1252855"/>
          </a:xfrm>
          <a:custGeom>
            <a:avLst/>
            <a:gdLst/>
            <a:ahLst/>
            <a:cxnLst/>
            <a:rect l="l" t="t" r="r" b="b"/>
            <a:pathLst>
              <a:path w="1481454" h="1252854">
                <a:moveTo>
                  <a:pt x="1385696" y="1201420"/>
                </a:moveTo>
                <a:lnTo>
                  <a:pt x="1385696" y="1205611"/>
                </a:lnTo>
                <a:lnTo>
                  <a:pt x="1385696" y="1209929"/>
                </a:lnTo>
                <a:lnTo>
                  <a:pt x="1385696" y="1214120"/>
                </a:lnTo>
                <a:lnTo>
                  <a:pt x="1385696" y="1218438"/>
                </a:lnTo>
                <a:lnTo>
                  <a:pt x="1384681" y="1221613"/>
                </a:lnTo>
                <a:lnTo>
                  <a:pt x="1382521" y="1223645"/>
                </a:lnTo>
                <a:lnTo>
                  <a:pt x="1380490" y="1225804"/>
                </a:lnTo>
                <a:lnTo>
                  <a:pt x="1374140" y="1228979"/>
                </a:lnTo>
                <a:lnTo>
                  <a:pt x="1336111" y="1240956"/>
                </a:lnTo>
                <a:lnTo>
                  <a:pt x="1283045" y="1247552"/>
                </a:lnTo>
                <a:lnTo>
                  <a:pt x="1226042" y="1251521"/>
                </a:lnTo>
                <a:lnTo>
                  <a:pt x="1185545" y="1252347"/>
                </a:lnTo>
                <a:lnTo>
                  <a:pt x="1164087" y="1252347"/>
                </a:lnTo>
                <a:lnTo>
                  <a:pt x="1141047" y="1252347"/>
                </a:lnTo>
                <a:lnTo>
                  <a:pt x="794511" y="1252347"/>
                </a:lnTo>
                <a:lnTo>
                  <a:pt x="746295" y="1251539"/>
                </a:lnTo>
                <a:lnTo>
                  <a:pt x="703198" y="1249124"/>
                </a:lnTo>
                <a:lnTo>
                  <a:pt x="665245" y="1245113"/>
                </a:lnTo>
                <a:lnTo>
                  <a:pt x="603263" y="1232808"/>
                </a:lnTo>
                <a:lnTo>
                  <a:pt x="550824" y="1216910"/>
                </a:lnTo>
                <a:lnTo>
                  <a:pt x="505940" y="1198052"/>
                </a:lnTo>
                <a:lnTo>
                  <a:pt x="466228" y="1177426"/>
                </a:lnTo>
                <a:lnTo>
                  <a:pt x="430658" y="1155755"/>
                </a:lnTo>
                <a:lnTo>
                  <a:pt x="413146" y="1145825"/>
                </a:lnTo>
                <a:lnTo>
                  <a:pt x="395658" y="1136705"/>
                </a:lnTo>
                <a:lnTo>
                  <a:pt x="378206" y="1128395"/>
                </a:lnTo>
                <a:lnTo>
                  <a:pt x="361102" y="1120203"/>
                </a:lnTo>
                <a:lnTo>
                  <a:pt x="344820" y="1111631"/>
                </a:lnTo>
                <a:lnTo>
                  <a:pt x="329324" y="1102677"/>
                </a:lnTo>
                <a:lnTo>
                  <a:pt x="314579" y="1093343"/>
                </a:lnTo>
                <a:lnTo>
                  <a:pt x="300099" y="1084010"/>
                </a:lnTo>
                <a:lnTo>
                  <a:pt x="285226" y="1075070"/>
                </a:lnTo>
                <a:lnTo>
                  <a:pt x="269948" y="1066536"/>
                </a:lnTo>
                <a:lnTo>
                  <a:pt x="254254" y="1058418"/>
                </a:lnTo>
                <a:lnTo>
                  <a:pt x="238942" y="1050246"/>
                </a:lnTo>
                <a:lnTo>
                  <a:pt x="200151" y="1023493"/>
                </a:lnTo>
                <a:lnTo>
                  <a:pt x="165076" y="991274"/>
                </a:lnTo>
                <a:lnTo>
                  <a:pt x="140031" y="966438"/>
                </a:lnTo>
                <a:lnTo>
                  <a:pt x="127904" y="954341"/>
                </a:lnTo>
                <a:lnTo>
                  <a:pt x="93565" y="919761"/>
                </a:lnTo>
                <a:lnTo>
                  <a:pt x="57150" y="880364"/>
                </a:lnTo>
                <a:lnTo>
                  <a:pt x="31575" y="846449"/>
                </a:lnTo>
                <a:lnTo>
                  <a:pt x="26572" y="832516"/>
                </a:lnTo>
                <a:lnTo>
                  <a:pt x="23796" y="825563"/>
                </a:lnTo>
                <a:lnTo>
                  <a:pt x="20234" y="818229"/>
                </a:lnTo>
                <a:lnTo>
                  <a:pt x="15875" y="810514"/>
                </a:lnTo>
                <a:lnTo>
                  <a:pt x="11707" y="802534"/>
                </a:lnTo>
                <a:lnTo>
                  <a:pt x="8731" y="794591"/>
                </a:lnTo>
                <a:lnTo>
                  <a:pt x="6945" y="786671"/>
                </a:lnTo>
                <a:lnTo>
                  <a:pt x="6350" y="778764"/>
                </a:lnTo>
                <a:lnTo>
                  <a:pt x="6350" y="770187"/>
                </a:lnTo>
                <a:lnTo>
                  <a:pt x="6350" y="760444"/>
                </a:lnTo>
                <a:lnTo>
                  <a:pt x="6350" y="749510"/>
                </a:lnTo>
                <a:lnTo>
                  <a:pt x="6350" y="737362"/>
                </a:lnTo>
                <a:lnTo>
                  <a:pt x="6139" y="724884"/>
                </a:lnTo>
                <a:lnTo>
                  <a:pt x="5524" y="712787"/>
                </a:lnTo>
                <a:lnTo>
                  <a:pt x="4528" y="701071"/>
                </a:lnTo>
                <a:lnTo>
                  <a:pt x="3175" y="689737"/>
                </a:lnTo>
                <a:lnTo>
                  <a:pt x="1768" y="678207"/>
                </a:lnTo>
                <a:lnTo>
                  <a:pt x="777" y="665892"/>
                </a:lnTo>
                <a:lnTo>
                  <a:pt x="192" y="652768"/>
                </a:lnTo>
                <a:lnTo>
                  <a:pt x="0" y="638810"/>
                </a:lnTo>
                <a:lnTo>
                  <a:pt x="192" y="623927"/>
                </a:lnTo>
                <a:lnTo>
                  <a:pt x="3175" y="572135"/>
                </a:lnTo>
                <a:lnTo>
                  <a:pt x="7905" y="533193"/>
                </a:lnTo>
                <a:lnTo>
                  <a:pt x="15875" y="492633"/>
                </a:lnTo>
                <a:lnTo>
                  <a:pt x="26177" y="449738"/>
                </a:lnTo>
                <a:lnTo>
                  <a:pt x="38100" y="403606"/>
                </a:lnTo>
                <a:lnTo>
                  <a:pt x="51625" y="358362"/>
                </a:lnTo>
                <a:lnTo>
                  <a:pt x="66675" y="317881"/>
                </a:lnTo>
                <a:lnTo>
                  <a:pt x="83438" y="282876"/>
                </a:lnTo>
                <a:lnTo>
                  <a:pt x="111654" y="241373"/>
                </a:lnTo>
                <a:lnTo>
                  <a:pt x="146176" y="200279"/>
                </a:lnTo>
                <a:lnTo>
                  <a:pt x="173974" y="171640"/>
                </a:lnTo>
                <a:lnTo>
                  <a:pt x="206629" y="143002"/>
                </a:lnTo>
                <a:lnTo>
                  <a:pt x="239950" y="116808"/>
                </a:lnTo>
                <a:lnTo>
                  <a:pt x="283821" y="86236"/>
                </a:lnTo>
                <a:lnTo>
                  <a:pt x="296322" y="77882"/>
                </a:lnTo>
                <a:lnTo>
                  <a:pt x="338470" y="50863"/>
                </a:lnTo>
                <a:lnTo>
                  <a:pt x="375211" y="31984"/>
                </a:lnTo>
                <a:lnTo>
                  <a:pt x="416306" y="15875"/>
                </a:lnTo>
                <a:lnTo>
                  <a:pt x="459275" y="5177"/>
                </a:lnTo>
                <a:lnTo>
                  <a:pt x="501380" y="777"/>
                </a:lnTo>
                <a:lnTo>
                  <a:pt x="527557" y="0"/>
                </a:lnTo>
                <a:lnTo>
                  <a:pt x="540896" y="0"/>
                </a:lnTo>
                <a:lnTo>
                  <a:pt x="555402" y="0"/>
                </a:lnTo>
                <a:lnTo>
                  <a:pt x="654684" y="0"/>
                </a:lnTo>
                <a:lnTo>
                  <a:pt x="670591" y="595"/>
                </a:lnTo>
                <a:lnTo>
                  <a:pt x="718311" y="9525"/>
                </a:lnTo>
                <a:lnTo>
                  <a:pt x="764157" y="23812"/>
                </a:lnTo>
                <a:lnTo>
                  <a:pt x="807275" y="38925"/>
                </a:lnTo>
                <a:lnTo>
                  <a:pt x="851796" y="58179"/>
                </a:lnTo>
                <a:lnTo>
                  <a:pt x="893135" y="78892"/>
                </a:lnTo>
                <a:lnTo>
                  <a:pt x="944568" y="106086"/>
                </a:lnTo>
                <a:lnTo>
                  <a:pt x="990617" y="131474"/>
                </a:lnTo>
                <a:lnTo>
                  <a:pt x="1028598" y="153338"/>
                </a:lnTo>
                <a:lnTo>
                  <a:pt x="1044114" y="162067"/>
                </a:lnTo>
                <a:lnTo>
                  <a:pt x="1057225" y="169201"/>
                </a:lnTo>
                <a:lnTo>
                  <a:pt x="1067943" y="174752"/>
                </a:lnTo>
                <a:lnTo>
                  <a:pt x="1078255" y="180183"/>
                </a:lnTo>
                <a:lnTo>
                  <a:pt x="1118743" y="203454"/>
                </a:lnTo>
                <a:lnTo>
                  <a:pt x="1159337" y="228439"/>
                </a:lnTo>
                <a:lnTo>
                  <a:pt x="1201834" y="257831"/>
                </a:lnTo>
                <a:lnTo>
                  <a:pt x="1240297" y="289226"/>
                </a:lnTo>
                <a:lnTo>
                  <a:pt x="1268095" y="317881"/>
                </a:lnTo>
                <a:lnTo>
                  <a:pt x="1296781" y="350456"/>
                </a:lnTo>
                <a:lnTo>
                  <a:pt x="1325371" y="384556"/>
                </a:lnTo>
                <a:lnTo>
                  <a:pt x="1339274" y="401274"/>
                </a:lnTo>
                <a:lnTo>
                  <a:pt x="1352391" y="416385"/>
                </a:lnTo>
                <a:lnTo>
                  <a:pt x="1364698" y="429900"/>
                </a:lnTo>
                <a:lnTo>
                  <a:pt x="1376171" y="441833"/>
                </a:lnTo>
                <a:lnTo>
                  <a:pt x="1386720" y="453360"/>
                </a:lnTo>
                <a:lnTo>
                  <a:pt x="1396079" y="465661"/>
                </a:lnTo>
                <a:lnTo>
                  <a:pt x="1404246" y="478748"/>
                </a:lnTo>
                <a:lnTo>
                  <a:pt x="1411223" y="492633"/>
                </a:lnTo>
                <a:lnTo>
                  <a:pt x="1417724" y="507132"/>
                </a:lnTo>
                <a:lnTo>
                  <a:pt x="1424654" y="522049"/>
                </a:lnTo>
                <a:lnTo>
                  <a:pt x="1432012" y="537370"/>
                </a:lnTo>
                <a:lnTo>
                  <a:pt x="1439798" y="553085"/>
                </a:lnTo>
                <a:lnTo>
                  <a:pt x="1447321" y="569321"/>
                </a:lnTo>
                <a:lnTo>
                  <a:pt x="1465198" y="622935"/>
                </a:lnTo>
                <a:lnTo>
                  <a:pt x="1473168" y="664257"/>
                </a:lnTo>
                <a:lnTo>
                  <a:pt x="1477898" y="711962"/>
                </a:lnTo>
                <a:lnTo>
                  <a:pt x="1480296" y="756459"/>
                </a:lnTo>
                <a:lnTo>
                  <a:pt x="1481073" y="788289"/>
                </a:lnTo>
                <a:lnTo>
                  <a:pt x="1481073" y="800171"/>
                </a:lnTo>
                <a:lnTo>
                  <a:pt x="1481073" y="810482"/>
                </a:lnTo>
                <a:lnTo>
                  <a:pt x="1481073" y="819221"/>
                </a:lnTo>
                <a:lnTo>
                  <a:pt x="1481073" y="826389"/>
                </a:lnTo>
                <a:lnTo>
                  <a:pt x="1480689" y="834554"/>
                </a:lnTo>
                <a:lnTo>
                  <a:pt x="1474723" y="880364"/>
                </a:lnTo>
                <a:lnTo>
                  <a:pt x="1466818" y="917765"/>
                </a:lnTo>
                <a:lnTo>
                  <a:pt x="1449697" y="959258"/>
                </a:lnTo>
                <a:lnTo>
                  <a:pt x="1444529" y="970184"/>
                </a:lnTo>
                <a:lnTo>
                  <a:pt x="1440172" y="979920"/>
                </a:lnTo>
                <a:lnTo>
                  <a:pt x="1436623" y="988441"/>
                </a:lnTo>
                <a:lnTo>
                  <a:pt x="1432865" y="996632"/>
                </a:lnTo>
                <a:lnTo>
                  <a:pt x="1406820" y="1032019"/>
                </a:lnTo>
                <a:lnTo>
                  <a:pt x="1382521" y="1047750"/>
                </a:lnTo>
                <a:lnTo>
                  <a:pt x="1377315" y="1049909"/>
                </a:lnTo>
                <a:lnTo>
                  <a:pt x="1372996" y="1052068"/>
                </a:lnTo>
                <a:lnTo>
                  <a:pt x="1368806" y="1054227"/>
                </a:lnTo>
                <a:lnTo>
                  <a:pt x="1365631" y="1055243"/>
                </a:lnTo>
                <a:lnTo>
                  <a:pt x="1363471" y="1055243"/>
                </a:lnTo>
                <a:lnTo>
                  <a:pt x="1361440" y="1055243"/>
                </a:lnTo>
                <a:lnTo>
                  <a:pt x="1358265" y="1053084"/>
                </a:lnTo>
                <a:lnTo>
                  <a:pt x="1353946" y="10488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870585" indent="-182880">
                        <a:lnSpc>
                          <a:spcPct val="100000"/>
                        </a:lnSpc>
                        <a:buAutoNum type="alphaLcParenBoth"/>
                        <a:tabLst>
                          <a:tab pos="871219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frame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delimited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by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flag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bytes.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70585" indent="-182880">
                        <a:lnSpc>
                          <a:spcPct val="100000"/>
                        </a:lnSpc>
                        <a:spcBef>
                          <a:spcPts val="100"/>
                        </a:spcBef>
                        <a:buAutoNum type="alphaLcParenBoth"/>
                        <a:tabLst>
                          <a:tab pos="871219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Four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examples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byte sequences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before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and after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stuffing.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140"/>
            <a:ext cx="1237066" cy="2020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00026" y="1188360"/>
            <a:ext cx="2570068" cy="1629018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30380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36905">
                        <a:lnSpc>
                          <a:spcPct val="100000"/>
                        </a:lnSpc>
                        <a:tabLst>
                          <a:tab pos="3348354" algn="l"/>
                        </a:tabLst>
                      </a:pPr>
                      <a:r>
                        <a:rPr dirty="0" baseline="-8333" sz="150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01111110	</a:t>
                      </a:r>
                      <a:r>
                        <a:rPr dirty="0" sz="1000">
                          <a:solidFill>
                            <a:srgbClr val="0000FF"/>
                          </a:solidFill>
                          <a:latin typeface="Arial MT"/>
                          <a:cs typeface="Arial MT"/>
                        </a:rPr>
                        <a:t>01111110</a:t>
                      </a:r>
                      <a:endParaRPr sz="10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61670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Bit</a:t>
                      </a:r>
                      <a:r>
                        <a:rPr dirty="0" sz="950" spc="-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stuffing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43915" indent="-182880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lphaLcParenBoth"/>
                        <a:tabLst>
                          <a:tab pos="84455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original</a:t>
                      </a:r>
                      <a:r>
                        <a:rPr dirty="0" sz="9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data.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43915" indent="-182880">
                        <a:lnSpc>
                          <a:spcPct val="100000"/>
                        </a:lnSpc>
                        <a:spcBef>
                          <a:spcPts val="234"/>
                        </a:spcBef>
                        <a:buAutoNum type="alphaLcParenBoth"/>
                        <a:tabLst>
                          <a:tab pos="84455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as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they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appear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on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line.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10260" marR="669290" indent="-148590">
                        <a:lnSpc>
                          <a:spcPct val="103899"/>
                        </a:lnSpc>
                        <a:spcBef>
                          <a:spcPts val="185"/>
                        </a:spcBef>
                        <a:buAutoNum type="alphaLcParenBoth"/>
                        <a:tabLst>
                          <a:tab pos="83693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 data as they are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stored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in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receiver’s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memory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after </a:t>
                      </a:r>
                      <a:r>
                        <a:rPr dirty="0" sz="950" spc="-2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destuffing.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  <a:spcBef>
                          <a:spcPts val="580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140"/>
            <a:ext cx="1237066" cy="202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94482" y="1323653"/>
            <a:ext cx="2274189" cy="884560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412979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4681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599014" y="4146279"/>
            <a:ext cx="1961514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Error</a:t>
            </a:r>
            <a:r>
              <a:rPr dirty="0" sz="11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Detection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and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Correction</a:t>
            </a:r>
            <a:endParaRPr sz="11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9015" y="4371676"/>
            <a:ext cx="1427480" cy="457834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60655" indent="-148590">
              <a:lnSpc>
                <a:spcPct val="100000"/>
              </a:lnSpc>
              <a:spcBef>
                <a:spcPts val="65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Error-Detecting</a:t>
            </a:r>
            <a:r>
              <a:rPr dirty="0" sz="9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Codes</a:t>
            </a:r>
            <a:endParaRPr sz="950">
              <a:latin typeface="Arial MT"/>
              <a:cs typeface="Arial MT"/>
            </a:endParaRPr>
          </a:p>
          <a:p>
            <a:pPr marL="160655" indent="-148590">
              <a:lnSpc>
                <a:spcPct val="100000"/>
              </a:lnSpc>
              <a:spcBef>
                <a:spcPts val="565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Error-Correcting</a:t>
            </a:r>
            <a:r>
              <a:rPr dirty="0" sz="950" spc="-3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Codes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5882" y="4074434"/>
            <a:ext cx="4737735" cy="2961640"/>
          </a:xfrm>
          <a:custGeom>
            <a:avLst/>
            <a:gdLst/>
            <a:ahLst/>
            <a:cxnLst/>
            <a:rect l="l" t="t" r="r" b="b"/>
            <a:pathLst>
              <a:path w="4737735" h="2961640">
                <a:moveTo>
                  <a:pt x="0" y="0"/>
                </a:moveTo>
                <a:lnTo>
                  <a:pt x="4737668" y="0"/>
                </a:lnTo>
                <a:lnTo>
                  <a:pt x="4737668" y="2961042"/>
                </a:lnTo>
                <a:lnTo>
                  <a:pt x="0" y="2961042"/>
                </a:lnTo>
                <a:lnTo>
                  <a:pt x="0" y="0"/>
                </a:lnTo>
                <a:close/>
              </a:path>
            </a:pathLst>
          </a:custGeom>
          <a:ln w="58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30380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5855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716414" y="4146279"/>
            <a:ext cx="144589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Error-Detecting</a:t>
            </a:r>
            <a:r>
              <a:rPr dirty="0" sz="1150" spc="-6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Codes</a:t>
            </a:r>
            <a:endParaRPr sz="115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20349" y="4642239"/>
            <a:ext cx="1513903" cy="215766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149127" y="5924772"/>
            <a:ext cx="247459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latin typeface="Times New Roman"/>
                <a:cs typeface="Times New Roman"/>
              </a:rPr>
              <a:t>Calculation</a:t>
            </a:r>
            <a:r>
              <a:rPr dirty="0" sz="1050" spc="-20">
                <a:latin typeface="Times New Roman"/>
                <a:cs typeface="Times New Roman"/>
              </a:rPr>
              <a:t> </a:t>
            </a:r>
            <a:r>
              <a:rPr dirty="0" sz="1050" spc="-5">
                <a:latin typeface="Times New Roman"/>
                <a:cs typeface="Times New Roman"/>
              </a:rPr>
              <a:t>of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the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polynomial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code</a:t>
            </a:r>
            <a:r>
              <a:rPr dirty="0" sz="1050" spc="-15">
                <a:latin typeface="Times New Roman"/>
                <a:cs typeface="Times New Roman"/>
              </a:rPr>
              <a:t> </a:t>
            </a:r>
            <a:r>
              <a:rPr dirty="0" sz="1050" spc="-10">
                <a:latin typeface="Times New Roman"/>
                <a:cs typeface="Times New Roman"/>
              </a:rPr>
              <a:t>checksum.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530380" y="4071531"/>
            <a:ext cx="4744085" cy="2967355"/>
            <a:chOff x="5530380" y="4071531"/>
            <a:chExt cx="4744085" cy="2967355"/>
          </a:xfrm>
        </p:grpSpPr>
        <p:sp>
          <p:nvSpPr>
            <p:cNvPr id="21" name="object 21"/>
            <p:cNvSpPr/>
            <p:nvPr/>
          </p:nvSpPr>
          <p:spPr>
            <a:xfrm>
              <a:off x="5533283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4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838186" y="4666234"/>
              <a:ext cx="861694" cy="567055"/>
            </a:xfrm>
            <a:custGeom>
              <a:avLst/>
              <a:gdLst/>
              <a:ahLst/>
              <a:cxnLst/>
              <a:rect l="l" t="t" r="r" b="b"/>
              <a:pathLst>
                <a:path w="861695" h="567054">
                  <a:moveTo>
                    <a:pt x="222123" y="0"/>
                  </a:moveTo>
                  <a:lnTo>
                    <a:pt x="222123" y="0"/>
                  </a:lnTo>
                  <a:lnTo>
                    <a:pt x="135255" y="0"/>
                  </a:lnTo>
                  <a:lnTo>
                    <a:pt x="127762" y="762"/>
                  </a:lnTo>
                  <a:lnTo>
                    <a:pt x="97536" y="12065"/>
                  </a:lnTo>
                  <a:lnTo>
                    <a:pt x="93725" y="14351"/>
                  </a:lnTo>
                  <a:lnTo>
                    <a:pt x="90678" y="15875"/>
                  </a:lnTo>
                  <a:lnTo>
                    <a:pt x="87630" y="17399"/>
                  </a:lnTo>
                  <a:lnTo>
                    <a:pt x="84709" y="19685"/>
                  </a:lnTo>
                  <a:lnTo>
                    <a:pt x="72517" y="52832"/>
                  </a:lnTo>
                  <a:lnTo>
                    <a:pt x="72517" y="58928"/>
                  </a:lnTo>
                  <a:lnTo>
                    <a:pt x="72517" y="64897"/>
                  </a:lnTo>
                  <a:lnTo>
                    <a:pt x="72517" y="105029"/>
                  </a:lnTo>
                  <a:lnTo>
                    <a:pt x="73279" y="112522"/>
                  </a:lnTo>
                  <a:lnTo>
                    <a:pt x="87445" y="148300"/>
                  </a:lnTo>
                  <a:lnTo>
                    <a:pt x="104318" y="167693"/>
                  </a:lnTo>
                  <a:lnTo>
                    <a:pt x="108839" y="172227"/>
                  </a:lnTo>
                  <a:lnTo>
                    <a:pt x="113359" y="176785"/>
                  </a:lnTo>
                  <a:lnTo>
                    <a:pt x="117856" y="181356"/>
                  </a:lnTo>
                  <a:lnTo>
                    <a:pt x="122426" y="185995"/>
                  </a:lnTo>
                  <a:lnTo>
                    <a:pt x="126984" y="190944"/>
                  </a:lnTo>
                  <a:lnTo>
                    <a:pt x="131518" y="196179"/>
                  </a:lnTo>
                  <a:lnTo>
                    <a:pt x="136017" y="201676"/>
                  </a:lnTo>
                  <a:lnTo>
                    <a:pt x="140995" y="207228"/>
                  </a:lnTo>
                  <a:lnTo>
                    <a:pt x="177403" y="231155"/>
                  </a:lnTo>
                  <a:lnTo>
                    <a:pt x="214185" y="248745"/>
                  </a:lnTo>
                  <a:lnTo>
                    <a:pt x="258381" y="262334"/>
                  </a:lnTo>
                  <a:lnTo>
                    <a:pt x="311118" y="270827"/>
                  </a:lnTo>
                  <a:lnTo>
                    <a:pt x="355854" y="271907"/>
                  </a:lnTo>
                  <a:lnTo>
                    <a:pt x="381238" y="271907"/>
                  </a:lnTo>
                  <a:lnTo>
                    <a:pt x="405193" y="271907"/>
                  </a:lnTo>
                  <a:lnTo>
                    <a:pt x="715518" y="271907"/>
                  </a:lnTo>
                  <a:lnTo>
                    <a:pt x="722376" y="269748"/>
                  </a:lnTo>
                  <a:lnTo>
                    <a:pt x="725297" y="265176"/>
                  </a:lnTo>
                  <a:lnTo>
                    <a:pt x="728345" y="260604"/>
                  </a:lnTo>
                  <a:lnTo>
                    <a:pt x="730631" y="257556"/>
                  </a:lnTo>
                  <a:lnTo>
                    <a:pt x="732155" y="256159"/>
                  </a:lnTo>
                  <a:lnTo>
                    <a:pt x="733679" y="254635"/>
                  </a:lnTo>
                  <a:lnTo>
                    <a:pt x="735203" y="253873"/>
                  </a:lnTo>
                  <a:lnTo>
                    <a:pt x="736727" y="253873"/>
                  </a:lnTo>
                  <a:lnTo>
                    <a:pt x="738124" y="253873"/>
                  </a:lnTo>
                  <a:lnTo>
                    <a:pt x="739648" y="253111"/>
                  </a:lnTo>
                  <a:lnTo>
                    <a:pt x="741172" y="251587"/>
                  </a:lnTo>
                  <a:lnTo>
                    <a:pt x="742696" y="250063"/>
                  </a:lnTo>
                  <a:lnTo>
                    <a:pt x="750316" y="242443"/>
                  </a:lnTo>
                  <a:lnTo>
                    <a:pt x="751840" y="241046"/>
                  </a:lnTo>
                  <a:lnTo>
                    <a:pt x="753999" y="240284"/>
                  </a:lnTo>
                  <a:lnTo>
                    <a:pt x="757047" y="240284"/>
                  </a:lnTo>
                  <a:lnTo>
                    <a:pt x="760095" y="240284"/>
                  </a:lnTo>
                  <a:lnTo>
                    <a:pt x="815213" y="240284"/>
                  </a:lnTo>
                  <a:lnTo>
                    <a:pt x="816737" y="241046"/>
                  </a:lnTo>
                  <a:lnTo>
                    <a:pt x="818261" y="242443"/>
                  </a:lnTo>
                  <a:lnTo>
                    <a:pt x="819785" y="243967"/>
                  </a:lnTo>
                  <a:lnTo>
                    <a:pt x="821309" y="245491"/>
                  </a:lnTo>
                  <a:lnTo>
                    <a:pt x="822833" y="247015"/>
                  </a:lnTo>
                  <a:lnTo>
                    <a:pt x="824357" y="248539"/>
                  </a:lnTo>
                  <a:lnTo>
                    <a:pt x="825881" y="249301"/>
                  </a:lnTo>
                  <a:lnTo>
                    <a:pt x="827278" y="249301"/>
                  </a:lnTo>
                  <a:lnTo>
                    <a:pt x="828802" y="249301"/>
                  </a:lnTo>
                  <a:lnTo>
                    <a:pt x="830326" y="250063"/>
                  </a:lnTo>
                  <a:lnTo>
                    <a:pt x="831850" y="251587"/>
                  </a:lnTo>
                  <a:lnTo>
                    <a:pt x="833374" y="253111"/>
                  </a:lnTo>
                  <a:lnTo>
                    <a:pt x="834136" y="254635"/>
                  </a:lnTo>
                  <a:lnTo>
                    <a:pt x="834136" y="256159"/>
                  </a:lnTo>
                  <a:lnTo>
                    <a:pt x="834136" y="257556"/>
                  </a:lnTo>
                  <a:lnTo>
                    <a:pt x="834136" y="284099"/>
                  </a:lnTo>
                  <a:lnTo>
                    <a:pt x="834136" y="290068"/>
                  </a:lnTo>
                </a:path>
                <a:path w="861695" h="567054">
                  <a:moveTo>
                    <a:pt x="797814" y="276479"/>
                  </a:moveTo>
                  <a:lnTo>
                    <a:pt x="797814" y="282575"/>
                  </a:lnTo>
                  <a:lnTo>
                    <a:pt x="800100" y="287782"/>
                  </a:lnTo>
                  <a:lnTo>
                    <a:pt x="804672" y="292354"/>
                  </a:lnTo>
                  <a:lnTo>
                    <a:pt x="809244" y="296926"/>
                  </a:lnTo>
                  <a:lnTo>
                    <a:pt x="812165" y="300736"/>
                  </a:lnTo>
                  <a:lnTo>
                    <a:pt x="813689" y="303657"/>
                  </a:lnTo>
                  <a:lnTo>
                    <a:pt x="815213" y="306705"/>
                  </a:lnTo>
                  <a:lnTo>
                    <a:pt x="816737" y="308991"/>
                  </a:lnTo>
                  <a:lnTo>
                    <a:pt x="818261" y="310515"/>
                  </a:lnTo>
                  <a:lnTo>
                    <a:pt x="819785" y="312039"/>
                  </a:lnTo>
                  <a:lnTo>
                    <a:pt x="820547" y="313563"/>
                  </a:lnTo>
                  <a:lnTo>
                    <a:pt x="820547" y="315087"/>
                  </a:lnTo>
                  <a:lnTo>
                    <a:pt x="820547" y="316484"/>
                  </a:lnTo>
                  <a:lnTo>
                    <a:pt x="821309" y="317246"/>
                  </a:lnTo>
                  <a:lnTo>
                    <a:pt x="822833" y="317246"/>
                  </a:lnTo>
                  <a:lnTo>
                    <a:pt x="824357" y="317246"/>
                  </a:lnTo>
                  <a:lnTo>
                    <a:pt x="826643" y="315849"/>
                  </a:lnTo>
                  <a:lnTo>
                    <a:pt x="849249" y="300736"/>
                  </a:lnTo>
                  <a:lnTo>
                    <a:pt x="853821" y="298450"/>
                  </a:lnTo>
                  <a:lnTo>
                    <a:pt x="856742" y="296926"/>
                  </a:lnTo>
                  <a:lnTo>
                    <a:pt x="859790" y="295402"/>
                  </a:lnTo>
                  <a:lnTo>
                    <a:pt x="861314" y="293116"/>
                  </a:lnTo>
                  <a:lnTo>
                    <a:pt x="861314" y="290068"/>
                  </a:lnTo>
                </a:path>
                <a:path w="861695" h="567054">
                  <a:moveTo>
                    <a:pt x="249300" y="90678"/>
                  </a:moveTo>
                  <a:lnTo>
                    <a:pt x="249300" y="87630"/>
                  </a:lnTo>
                  <a:lnTo>
                    <a:pt x="248666" y="86868"/>
                  </a:lnTo>
                  <a:lnTo>
                    <a:pt x="247142" y="88392"/>
                  </a:lnTo>
                  <a:lnTo>
                    <a:pt x="245618" y="89916"/>
                  </a:lnTo>
                  <a:lnTo>
                    <a:pt x="239522" y="92964"/>
                  </a:lnTo>
                  <a:lnTo>
                    <a:pt x="228981" y="97409"/>
                  </a:lnTo>
                  <a:lnTo>
                    <a:pt x="220912" y="100978"/>
                  </a:lnTo>
                  <a:lnTo>
                    <a:pt x="186037" y="117979"/>
                  </a:lnTo>
                  <a:lnTo>
                    <a:pt x="160909" y="133731"/>
                  </a:lnTo>
                  <a:lnTo>
                    <a:pt x="152860" y="139227"/>
                  </a:lnTo>
                  <a:lnTo>
                    <a:pt x="144525" y="144462"/>
                  </a:lnTo>
                  <a:lnTo>
                    <a:pt x="135905" y="149411"/>
                  </a:lnTo>
                  <a:lnTo>
                    <a:pt x="127000" y="154051"/>
                  </a:lnTo>
                  <a:lnTo>
                    <a:pt x="118502" y="158906"/>
                  </a:lnTo>
                  <a:lnTo>
                    <a:pt x="91265" y="190373"/>
                  </a:lnTo>
                  <a:lnTo>
                    <a:pt x="72427" y="226929"/>
                  </a:lnTo>
                  <a:lnTo>
                    <a:pt x="68072" y="235712"/>
                  </a:lnTo>
                  <a:lnTo>
                    <a:pt x="63519" y="244760"/>
                  </a:lnTo>
                  <a:lnTo>
                    <a:pt x="58991" y="253809"/>
                  </a:lnTo>
                  <a:lnTo>
                    <a:pt x="54463" y="262858"/>
                  </a:lnTo>
                  <a:lnTo>
                    <a:pt x="49911" y="271907"/>
                  </a:lnTo>
                  <a:lnTo>
                    <a:pt x="36322" y="310515"/>
                  </a:lnTo>
                  <a:lnTo>
                    <a:pt x="33895" y="320706"/>
                  </a:lnTo>
                  <a:lnTo>
                    <a:pt x="31194" y="330898"/>
                  </a:lnTo>
                  <a:lnTo>
                    <a:pt x="28231" y="341090"/>
                  </a:lnTo>
                  <a:lnTo>
                    <a:pt x="25019" y="351282"/>
                  </a:lnTo>
                  <a:lnTo>
                    <a:pt x="21875" y="361473"/>
                  </a:lnTo>
                  <a:lnTo>
                    <a:pt x="19303" y="371665"/>
                  </a:lnTo>
                  <a:lnTo>
                    <a:pt x="17303" y="381857"/>
                  </a:lnTo>
                  <a:lnTo>
                    <a:pt x="15875" y="392049"/>
                  </a:lnTo>
                  <a:lnTo>
                    <a:pt x="14608" y="402260"/>
                  </a:lnTo>
                  <a:lnTo>
                    <a:pt x="13081" y="412496"/>
                  </a:lnTo>
                  <a:lnTo>
                    <a:pt x="11267" y="422731"/>
                  </a:lnTo>
                  <a:lnTo>
                    <a:pt x="9144" y="432943"/>
                  </a:lnTo>
                  <a:lnTo>
                    <a:pt x="7000" y="442991"/>
                  </a:lnTo>
                  <a:lnTo>
                    <a:pt x="5143" y="452755"/>
                  </a:lnTo>
                  <a:lnTo>
                    <a:pt x="3571" y="462232"/>
                  </a:lnTo>
                  <a:lnTo>
                    <a:pt x="2286" y="471424"/>
                  </a:lnTo>
                  <a:lnTo>
                    <a:pt x="762" y="483489"/>
                  </a:lnTo>
                  <a:lnTo>
                    <a:pt x="0" y="491109"/>
                  </a:lnTo>
                  <a:lnTo>
                    <a:pt x="0" y="494030"/>
                  </a:lnTo>
                  <a:lnTo>
                    <a:pt x="0" y="497078"/>
                  </a:lnTo>
                  <a:lnTo>
                    <a:pt x="1524" y="500126"/>
                  </a:lnTo>
                  <a:lnTo>
                    <a:pt x="4572" y="503174"/>
                  </a:lnTo>
                  <a:lnTo>
                    <a:pt x="7620" y="506222"/>
                  </a:lnTo>
                  <a:lnTo>
                    <a:pt x="9144" y="508381"/>
                  </a:lnTo>
                  <a:lnTo>
                    <a:pt x="9144" y="509905"/>
                  </a:lnTo>
                  <a:lnTo>
                    <a:pt x="9144" y="511429"/>
                  </a:lnTo>
                  <a:lnTo>
                    <a:pt x="22733" y="523494"/>
                  </a:lnTo>
                  <a:lnTo>
                    <a:pt x="25781" y="525018"/>
                  </a:lnTo>
                  <a:lnTo>
                    <a:pt x="29464" y="528066"/>
                  </a:lnTo>
                  <a:lnTo>
                    <a:pt x="34036" y="532638"/>
                  </a:lnTo>
                  <a:lnTo>
                    <a:pt x="38608" y="537210"/>
                  </a:lnTo>
                  <a:lnTo>
                    <a:pt x="46100" y="540131"/>
                  </a:lnTo>
                  <a:lnTo>
                    <a:pt x="56769" y="541655"/>
                  </a:lnTo>
                  <a:lnTo>
                    <a:pt x="64674" y="542940"/>
                  </a:lnTo>
                  <a:lnTo>
                    <a:pt x="103743" y="553021"/>
                  </a:lnTo>
                  <a:lnTo>
                    <a:pt x="117856" y="557530"/>
                  </a:lnTo>
                  <a:lnTo>
                    <a:pt x="124835" y="559673"/>
                  </a:lnTo>
                  <a:lnTo>
                    <a:pt x="168644" y="566531"/>
                  </a:lnTo>
                  <a:lnTo>
                    <a:pt x="174625" y="566674"/>
                  </a:lnTo>
                  <a:lnTo>
                    <a:pt x="180675" y="566674"/>
                  </a:lnTo>
                  <a:lnTo>
                    <a:pt x="187594" y="566674"/>
                  </a:lnTo>
                  <a:lnTo>
                    <a:pt x="195395" y="566674"/>
                  </a:lnTo>
                  <a:lnTo>
                    <a:pt x="204089" y="566674"/>
                  </a:lnTo>
                  <a:lnTo>
                    <a:pt x="212568" y="566531"/>
                  </a:lnTo>
                  <a:lnTo>
                    <a:pt x="251587" y="555244"/>
                  </a:lnTo>
                  <a:lnTo>
                    <a:pt x="259207" y="550799"/>
                  </a:lnTo>
                  <a:lnTo>
                    <a:pt x="265938" y="547751"/>
                  </a:lnTo>
                  <a:lnTo>
                    <a:pt x="272034" y="546227"/>
                  </a:lnTo>
                  <a:lnTo>
                    <a:pt x="278130" y="544703"/>
                  </a:lnTo>
                  <a:lnTo>
                    <a:pt x="282575" y="541655"/>
                  </a:lnTo>
                  <a:lnTo>
                    <a:pt x="285623" y="537210"/>
                  </a:lnTo>
                  <a:lnTo>
                    <a:pt x="288671" y="532638"/>
                  </a:lnTo>
                  <a:lnTo>
                    <a:pt x="293878" y="527304"/>
                  </a:lnTo>
                  <a:lnTo>
                    <a:pt x="301498" y="521335"/>
                  </a:lnTo>
                  <a:lnTo>
                    <a:pt x="308991" y="515239"/>
                  </a:lnTo>
                  <a:lnTo>
                    <a:pt x="315087" y="511429"/>
                  </a:lnTo>
                  <a:lnTo>
                    <a:pt x="319659" y="509905"/>
                  </a:lnTo>
                  <a:lnTo>
                    <a:pt x="324104" y="508381"/>
                  </a:lnTo>
                  <a:lnTo>
                    <a:pt x="328675" y="504698"/>
                  </a:lnTo>
                  <a:lnTo>
                    <a:pt x="333248" y="498602"/>
                  </a:lnTo>
                  <a:lnTo>
                    <a:pt x="337820" y="492633"/>
                  </a:lnTo>
                  <a:lnTo>
                    <a:pt x="367284" y="462407"/>
                  </a:lnTo>
                  <a:lnTo>
                    <a:pt x="371780" y="457569"/>
                  </a:lnTo>
                  <a:lnTo>
                    <a:pt x="376301" y="452183"/>
                  </a:lnTo>
                  <a:lnTo>
                    <a:pt x="380821" y="446226"/>
                  </a:lnTo>
                  <a:lnTo>
                    <a:pt x="385318" y="439674"/>
                  </a:lnTo>
                  <a:lnTo>
                    <a:pt x="389745" y="433177"/>
                  </a:lnTo>
                  <a:lnTo>
                    <a:pt x="393874" y="427228"/>
                  </a:lnTo>
                  <a:lnTo>
                    <a:pt x="430657" y="396621"/>
                  </a:lnTo>
                  <a:lnTo>
                    <a:pt x="435991" y="393573"/>
                  </a:lnTo>
                  <a:lnTo>
                    <a:pt x="437515" y="392049"/>
                  </a:lnTo>
                  <a:lnTo>
                    <a:pt x="439039" y="390525"/>
                  </a:lnTo>
                  <a:lnTo>
                    <a:pt x="441325" y="389128"/>
                  </a:lnTo>
                  <a:lnTo>
                    <a:pt x="444246" y="387604"/>
                  </a:lnTo>
                  <a:lnTo>
                    <a:pt x="447294" y="386080"/>
                  </a:lnTo>
                  <a:lnTo>
                    <a:pt x="449580" y="385318"/>
                  </a:lnTo>
                  <a:lnTo>
                    <a:pt x="451104" y="385318"/>
                  </a:lnTo>
                  <a:lnTo>
                    <a:pt x="452628" y="385318"/>
                  </a:lnTo>
                  <a:lnTo>
                    <a:pt x="454914" y="383794"/>
                  </a:lnTo>
                  <a:lnTo>
                    <a:pt x="457835" y="380746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1726" y="5022469"/>
              <a:ext cx="89789" cy="10261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0088245" y="58544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882511" y="6652387"/>
              <a:ext cx="13970" cy="6985"/>
            </a:xfrm>
            <a:custGeom>
              <a:avLst/>
              <a:gdLst/>
              <a:ahLst/>
              <a:cxnLst/>
              <a:rect l="l" t="t" r="r" b="b"/>
              <a:pathLst>
                <a:path w="13970" h="6984">
                  <a:moveTo>
                    <a:pt x="13589" y="6731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2979" y="819012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19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468138" y="34066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140"/>
            <a:ext cx="1237066" cy="20205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99014" y="594879"/>
            <a:ext cx="3333750" cy="4686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Error-Correcting</a:t>
            </a:r>
            <a:r>
              <a:rPr dirty="0" sz="1150" spc="-4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Codes</a:t>
            </a:r>
            <a:endParaRPr sz="1150">
              <a:latin typeface="Arial MT"/>
              <a:cs typeface="Arial MT"/>
            </a:endParaRPr>
          </a:p>
          <a:p>
            <a:pPr marL="795020">
              <a:lnSpc>
                <a:spcPct val="100000"/>
              </a:lnSpc>
              <a:spcBef>
                <a:spcPts val="975"/>
              </a:spcBef>
            </a:pP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Use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of 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Hamming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code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to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correct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burst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errors.</a:t>
            </a:r>
            <a:endParaRPr sz="9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12979" y="520132"/>
            <a:ext cx="4744085" cy="2967355"/>
            <a:chOff x="412979" y="520132"/>
            <a:chExt cx="4744085" cy="296735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1775" y="1214978"/>
              <a:ext cx="2029289" cy="179378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5882" y="523035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5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071874" y="147193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264916" y="1746504"/>
              <a:ext cx="661035" cy="1128395"/>
            </a:xfrm>
            <a:custGeom>
              <a:avLst/>
              <a:gdLst/>
              <a:ahLst/>
              <a:cxnLst/>
              <a:rect l="l" t="t" r="r" b="b"/>
              <a:pathLst>
                <a:path w="661035" h="1128395">
                  <a:moveTo>
                    <a:pt x="660908" y="239267"/>
                  </a:moveTo>
                  <a:lnTo>
                    <a:pt x="660908" y="239267"/>
                  </a:lnTo>
                </a:path>
                <a:path w="661035" h="1128395">
                  <a:moveTo>
                    <a:pt x="0" y="1128140"/>
                  </a:moveTo>
                  <a:lnTo>
                    <a:pt x="0" y="1128140"/>
                  </a:lnTo>
                  <a:lnTo>
                    <a:pt x="355219" y="1128140"/>
                  </a:lnTo>
                  <a:lnTo>
                    <a:pt x="359918" y="1127125"/>
                  </a:lnTo>
                  <a:lnTo>
                    <a:pt x="361823" y="1125219"/>
                  </a:lnTo>
                  <a:lnTo>
                    <a:pt x="363728" y="1123314"/>
                  </a:lnTo>
                  <a:lnTo>
                    <a:pt x="365633" y="1122426"/>
                  </a:lnTo>
                  <a:lnTo>
                    <a:pt x="367538" y="1122426"/>
                  </a:lnTo>
                  <a:lnTo>
                    <a:pt x="369443" y="1122426"/>
                  </a:lnTo>
                  <a:lnTo>
                    <a:pt x="374142" y="1122426"/>
                  </a:lnTo>
                  <a:lnTo>
                    <a:pt x="381762" y="1122426"/>
                  </a:lnTo>
                </a:path>
                <a:path w="661035" h="1128395">
                  <a:moveTo>
                    <a:pt x="313436" y="0"/>
                  </a:moveTo>
                  <a:lnTo>
                    <a:pt x="313436" y="0"/>
                  </a:lnTo>
                </a:path>
                <a:path w="661035" h="1128395">
                  <a:moveTo>
                    <a:pt x="564134" y="68325"/>
                  </a:moveTo>
                  <a:lnTo>
                    <a:pt x="564134" y="6832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147314" y="1640078"/>
              <a:ext cx="462280" cy="131445"/>
            </a:xfrm>
            <a:custGeom>
              <a:avLst/>
              <a:gdLst/>
              <a:ahLst/>
              <a:cxnLst/>
              <a:rect l="l" t="t" r="r" b="b"/>
              <a:pathLst>
                <a:path w="462279" h="131444">
                  <a:moveTo>
                    <a:pt x="0" y="17017"/>
                  </a:moveTo>
                  <a:lnTo>
                    <a:pt x="1905" y="17017"/>
                  </a:lnTo>
                  <a:lnTo>
                    <a:pt x="64643" y="17017"/>
                  </a:lnTo>
                  <a:lnTo>
                    <a:pt x="68453" y="17017"/>
                  </a:lnTo>
                </a:path>
                <a:path w="462279" h="131444">
                  <a:moveTo>
                    <a:pt x="91312" y="5587"/>
                  </a:moveTo>
                  <a:lnTo>
                    <a:pt x="95123" y="5587"/>
                  </a:lnTo>
                  <a:lnTo>
                    <a:pt x="97917" y="6603"/>
                  </a:lnTo>
                  <a:lnTo>
                    <a:pt x="99822" y="8508"/>
                  </a:lnTo>
                  <a:lnTo>
                    <a:pt x="101727" y="10413"/>
                  </a:lnTo>
                  <a:lnTo>
                    <a:pt x="104648" y="11302"/>
                  </a:lnTo>
                  <a:lnTo>
                    <a:pt x="108331" y="11302"/>
                  </a:lnTo>
                  <a:lnTo>
                    <a:pt x="112140" y="11302"/>
                  </a:lnTo>
                  <a:lnTo>
                    <a:pt x="115950" y="12318"/>
                  </a:lnTo>
                  <a:lnTo>
                    <a:pt x="119761" y="14224"/>
                  </a:lnTo>
                  <a:lnTo>
                    <a:pt x="123571" y="16128"/>
                  </a:lnTo>
                  <a:lnTo>
                    <a:pt x="128397" y="17017"/>
                  </a:lnTo>
                  <a:lnTo>
                    <a:pt x="134112" y="17017"/>
                  </a:lnTo>
                  <a:lnTo>
                    <a:pt x="139826" y="17017"/>
                  </a:lnTo>
                  <a:lnTo>
                    <a:pt x="190246" y="17017"/>
                  </a:lnTo>
                  <a:lnTo>
                    <a:pt x="194056" y="17017"/>
                  </a:lnTo>
                </a:path>
                <a:path w="462279" h="131444">
                  <a:moveTo>
                    <a:pt x="279653" y="17017"/>
                  </a:moveTo>
                  <a:lnTo>
                    <a:pt x="279653" y="17017"/>
                  </a:lnTo>
                </a:path>
                <a:path w="462279" h="131444">
                  <a:moveTo>
                    <a:pt x="176911" y="22732"/>
                  </a:moveTo>
                  <a:lnTo>
                    <a:pt x="176911" y="22732"/>
                  </a:lnTo>
                  <a:lnTo>
                    <a:pt x="224409" y="22732"/>
                  </a:lnTo>
                  <a:lnTo>
                    <a:pt x="228219" y="22732"/>
                  </a:lnTo>
                </a:path>
                <a:path w="462279" h="131444">
                  <a:moveTo>
                    <a:pt x="285369" y="17017"/>
                  </a:moveTo>
                  <a:lnTo>
                    <a:pt x="328850" y="11366"/>
                  </a:lnTo>
                  <a:lnTo>
                    <a:pt x="345186" y="6603"/>
                  </a:lnTo>
                  <a:lnTo>
                    <a:pt x="350012" y="5587"/>
                  </a:lnTo>
                  <a:lnTo>
                    <a:pt x="443230" y="5587"/>
                  </a:lnTo>
                  <a:lnTo>
                    <a:pt x="446024" y="4699"/>
                  </a:lnTo>
                  <a:lnTo>
                    <a:pt x="447928" y="2793"/>
                  </a:lnTo>
                  <a:lnTo>
                    <a:pt x="449834" y="888"/>
                  </a:lnTo>
                  <a:lnTo>
                    <a:pt x="452755" y="0"/>
                  </a:lnTo>
                  <a:lnTo>
                    <a:pt x="456564" y="0"/>
                  </a:lnTo>
                </a:path>
                <a:path w="462279" h="131444">
                  <a:moveTo>
                    <a:pt x="5715" y="131190"/>
                  </a:moveTo>
                  <a:lnTo>
                    <a:pt x="9525" y="131190"/>
                  </a:lnTo>
                  <a:lnTo>
                    <a:pt x="15112" y="131190"/>
                  </a:lnTo>
                  <a:lnTo>
                    <a:pt x="22733" y="131190"/>
                  </a:lnTo>
                </a:path>
                <a:path w="462279" h="131444">
                  <a:moveTo>
                    <a:pt x="114046" y="131190"/>
                  </a:moveTo>
                  <a:lnTo>
                    <a:pt x="114046" y="131190"/>
                  </a:lnTo>
                  <a:lnTo>
                    <a:pt x="144525" y="131190"/>
                  </a:lnTo>
                  <a:lnTo>
                    <a:pt x="148336" y="131190"/>
                  </a:lnTo>
                </a:path>
                <a:path w="462279" h="131444">
                  <a:moveTo>
                    <a:pt x="176911" y="108330"/>
                  </a:moveTo>
                  <a:lnTo>
                    <a:pt x="176911" y="108330"/>
                  </a:lnTo>
                  <a:lnTo>
                    <a:pt x="221614" y="108330"/>
                  </a:lnTo>
                  <a:lnTo>
                    <a:pt x="223520" y="109347"/>
                  </a:lnTo>
                  <a:lnTo>
                    <a:pt x="225425" y="111251"/>
                  </a:lnTo>
                  <a:lnTo>
                    <a:pt x="227330" y="113156"/>
                  </a:lnTo>
                  <a:lnTo>
                    <a:pt x="229235" y="114045"/>
                  </a:lnTo>
                  <a:lnTo>
                    <a:pt x="231139" y="114045"/>
                  </a:lnTo>
                  <a:lnTo>
                    <a:pt x="233045" y="114045"/>
                  </a:lnTo>
                  <a:lnTo>
                    <a:pt x="234950" y="114045"/>
                  </a:lnTo>
                  <a:lnTo>
                    <a:pt x="236855" y="114045"/>
                  </a:lnTo>
                  <a:lnTo>
                    <a:pt x="238760" y="114045"/>
                  </a:lnTo>
                  <a:lnTo>
                    <a:pt x="241553" y="114045"/>
                  </a:lnTo>
                  <a:lnTo>
                    <a:pt x="245363" y="114045"/>
                  </a:lnTo>
                </a:path>
                <a:path w="462279" h="131444">
                  <a:moveTo>
                    <a:pt x="330962" y="131190"/>
                  </a:moveTo>
                  <a:lnTo>
                    <a:pt x="330962" y="131190"/>
                  </a:lnTo>
                  <a:lnTo>
                    <a:pt x="401320" y="131190"/>
                  </a:lnTo>
                  <a:lnTo>
                    <a:pt x="405130" y="131190"/>
                  </a:lnTo>
                </a:path>
                <a:path w="462279" h="131444">
                  <a:moveTo>
                    <a:pt x="433705" y="131190"/>
                  </a:moveTo>
                  <a:lnTo>
                    <a:pt x="434721" y="131190"/>
                  </a:lnTo>
                  <a:lnTo>
                    <a:pt x="458470" y="131190"/>
                  </a:lnTo>
                  <a:lnTo>
                    <a:pt x="462280" y="13119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5530380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Elementary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Data</a:t>
                      </a:r>
                      <a:r>
                        <a:rPr dirty="0" sz="1150" spc="-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Link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Protocols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Unrestricted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Simplex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Protocol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Simplex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Stop-and-Wait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Simplex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for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Noisy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Channel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140"/>
            <a:ext cx="1237066" cy="202056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12979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681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9014" y="4146279"/>
            <a:ext cx="3693795" cy="11582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회선제</a:t>
            </a:r>
            <a:r>
              <a:rPr dirty="0" sz="1150" spc="-10">
                <a:solidFill>
                  <a:srgbClr val="003366"/>
                </a:solidFill>
                <a:latin typeface="Malgun Gothic"/>
                <a:cs typeface="Malgun Gothic"/>
              </a:rPr>
              <a:t>어</a:t>
            </a:r>
            <a:r>
              <a:rPr dirty="0" sz="1150" spc="-114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1150" spc="-35">
                <a:solidFill>
                  <a:srgbClr val="003366"/>
                </a:solidFill>
                <a:latin typeface="Malgun Gothic"/>
                <a:cs typeface="Malgun Gothic"/>
              </a:rPr>
              <a:t>기능</a:t>
            </a:r>
            <a:endParaRPr sz="1150">
              <a:latin typeface="Malgun Gothic"/>
              <a:cs typeface="Malgun Gothic"/>
            </a:endParaRPr>
          </a:p>
          <a:p>
            <a:pPr marL="160655" indent="-14859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ENQ/ACK</a:t>
            </a:r>
            <a:r>
              <a:rPr dirty="0" sz="950" spc="-5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95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전용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링크로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구성된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스테이션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사이에서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주로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사용되는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기법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45"/>
              </a:spcBef>
              <a:buChar char="•"/>
              <a:tabLst>
                <a:tab pos="334010" algn="l"/>
              </a:tabLst>
            </a:pP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A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스테이션이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ENQ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전송하여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연결의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초기화를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진행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90"/>
              </a:spcBef>
              <a:buChar char="•"/>
              <a:tabLst>
                <a:tab pos="334010" algn="l"/>
              </a:tabLst>
            </a:pP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B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스테이션은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ACK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전송하여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데이터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준비되♘음을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알림</a:t>
            </a:r>
            <a:endParaRPr sz="90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전송이</a:t>
            </a:r>
            <a:r>
              <a:rPr dirty="0" sz="900" spc="-5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완료되면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EOT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12979" y="4071531"/>
            <a:ext cx="4744085" cy="2967355"/>
            <a:chOff x="412979" y="4071531"/>
            <a:chExt cx="4744085" cy="296735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0023" y="5243115"/>
              <a:ext cx="1735455" cy="157752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854598" y="5143897"/>
              <a:ext cx="2020570" cy="1686560"/>
            </a:xfrm>
            <a:custGeom>
              <a:avLst/>
              <a:gdLst/>
              <a:ahLst/>
              <a:cxnLst/>
              <a:rect l="l" t="t" r="r" b="b"/>
              <a:pathLst>
                <a:path w="2020570" h="1686559">
                  <a:moveTo>
                    <a:pt x="0" y="0"/>
                  </a:moveTo>
                  <a:lnTo>
                    <a:pt x="2020519" y="0"/>
                  </a:lnTo>
                  <a:lnTo>
                    <a:pt x="2020519" y="1686235"/>
                  </a:lnTo>
                  <a:lnTo>
                    <a:pt x="0" y="1686235"/>
                  </a:lnTo>
                  <a:lnTo>
                    <a:pt x="0" y="0"/>
                  </a:lnTo>
                  <a:close/>
                </a:path>
              </a:pathLst>
            </a:custGeom>
            <a:ln w="13182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55313" y="4720524"/>
              <a:ext cx="62230" cy="309245"/>
            </a:xfrm>
            <a:custGeom>
              <a:avLst/>
              <a:gdLst/>
              <a:ahLst/>
              <a:cxnLst/>
              <a:rect l="l" t="t" r="r" b="b"/>
              <a:pathLst>
                <a:path w="62230" h="309245">
                  <a:moveTo>
                    <a:pt x="61764" y="309049"/>
                  </a:moveTo>
                  <a:lnTo>
                    <a:pt x="49743" y="308644"/>
                  </a:lnTo>
                  <a:lnTo>
                    <a:pt x="39927" y="307540"/>
                  </a:lnTo>
                  <a:lnTo>
                    <a:pt x="33308" y="305903"/>
                  </a:lnTo>
                  <a:lnTo>
                    <a:pt x="30881" y="303898"/>
                  </a:lnTo>
                  <a:lnTo>
                    <a:pt x="30882" y="159675"/>
                  </a:lnTo>
                  <a:lnTo>
                    <a:pt x="28455" y="157670"/>
                  </a:lnTo>
                  <a:lnTo>
                    <a:pt x="21837" y="156033"/>
                  </a:lnTo>
                  <a:lnTo>
                    <a:pt x="12020" y="154929"/>
                  </a:lnTo>
                  <a:lnTo>
                    <a:pt x="0" y="154524"/>
                  </a:lnTo>
                  <a:lnTo>
                    <a:pt x="12020" y="154119"/>
                  </a:lnTo>
                  <a:lnTo>
                    <a:pt x="21837" y="153015"/>
                  </a:lnTo>
                  <a:lnTo>
                    <a:pt x="28455" y="151378"/>
                  </a:lnTo>
                  <a:lnTo>
                    <a:pt x="30882" y="149374"/>
                  </a:lnTo>
                  <a:lnTo>
                    <a:pt x="30882" y="5150"/>
                  </a:lnTo>
                  <a:lnTo>
                    <a:pt x="33309" y="3145"/>
                  </a:lnTo>
                  <a:lnTo>
                    <a:pt x="39927" y="1508"/>
                  </a:lnTo>
                  <a:lnTo>
                    <a:pt x="49743" y="404"/>
                  </a:lnTo>
                  <a:lnTo>
                    <a:pt x="61764" y="0"/>
                  </a:lnTo>
                </a:path>
              </a:pathLst>
            </a:custGeom>
            <a:ln w="6588">
              <a:solidFill>
                <a:srgbClr val="F9F9F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1194476" y="5085768"/>
              <a:ext cx="466090" cy="651510"/>
            </a:xfrm>
            <a:custGeom>
              <a:avLst/>
              <a:gdLst/>
              <a:ahLst/>
              <a:cxnLst/>
              <a:rect l="l" t="t" r="r" b="b"/>
              <a:pathLst>
                <a:path w="466089" h="651510">
                  <a:moveTo>
                    <a:pt x="420075" y="623075"/>
                  </a:moveTo>
                  <a:lnTo>
                    <a:pt x="418124" y="623817"/>
                  </a:lnTo>
                  <a:lnTo>
                    <a:pt x="416633" y="627138"/>
                  </a:lnTo>
                  <a:lnTo>
                    <a:pt x="417372" y="629089"/>
                  </a:lnTo>
                  <a:lnTo>
                    <a:pt x="465922" y="650930"/>
                  </a:lnTo>
                  <a:lnTo>
                    <a:pt x="465607" y="647523"/>
                  </a:lnTo>
                  <a:lnTo>
                    <a:pt x="459442" y="647523"/>
                  </a:lnTo>
                  <a:lnTo>
                    <a:pt x="452359" y="637599"/>
                  </a:lnTo>
                  <a:lnTo>
                    <a:pt x="420075" y="623075"/>
                  </a:lnTo>
                  <a:close/>
                </a:path>
                <a:path w="466089" h="651510">
                  <a:moveTo>
                    <a:pt x="452359" y="637599"/>
                  </a:moveTo>
                  <a:lnTo>
                    <a:pt x="459442" y="647523"/>
                  </a:lnTo>
                  <a:lnTo>
                    <a:pt x="461698" y="645910"/>
                  </a:lnTo>
                  <a:lnTo>
                    <a:pt x="458842" y="645910"/>
                  </a:lnTo>
                  <a:lnTo>
                    <a:pt x="458322" y="640282"/>
                  </a:lnTo>
                  <a:lnTo>
                    <a:pt x="452359" y="637599"/>
                  </a:lnTo>
                  <a:close/>
                </a:path>
                <a:path w="466089" h="651510">
                  <a:moveTo>
                    <a:pt x="459418" y="596554"/>
                  </a:moveTo>
                  <a:lnTo>
                    <a:pt x="455795" y="596889"/>
                  </a:lnTo>
                  <a:lnTo>
                    <a:pt x="454463" y="598495"/>
                  </a:lnTo>
                  <a:lnTo>
                    <a:pt x="457720" y="633767"/>
                  </a:lnTo>
                  <a:lnTo>
                    <a:pt x="464803" y="643690"/>
                  </a:lnTo>
                  <a:lnTo>
                    <a:pt x="459442" y="647523"/>
                  </a:lnTo>
                  <a:lnTo>
                    <a:pt x="465607" y="647523"/>
                  </a:lnTo>
                  <a:lnTo>
                    <a:pt x="461022" y="597888"/>
                  </a:lnTo>
                  <a:lnTo>
                    <a:pt x="459418" y="596554"/>
                  </a:lnTo>
                  <a:close/>
                </a:path>
                <a:path w="466089" h="651510">
                  <a:moveTo>
                    <a:pt x="458322" y="640282"/>
                  </a:moveTo>
                  <a:lnTo>
                    <a:pt x="458842" y="645910"/>
                  </a:lnTo>
                  <a:lnTo>
                    <a:pt x="463473" y="642599"/>
                  </a:lnTo>
                  <a:lnTo>
                    <a:pt x="458322" y="640282"/>
                  </a:lnTo>
                  <a:close/>
                </a:path>
                <a:path w="466089" h="651510">
                  <a:moveTo>
                    <a:pt x="457720" y="633767"/>
                  </a:moveTo>
                  <a:lnTo>
                    <a:pt x="458322" y="640282"/>
                  </a:lnTo>
                  <a:lnTo>
                    <a:pt x="463473" y="642599"/>
                  </a:lnTo>
                  <a:lnTo>
                    <a:pt x="458842" y="645910"/>
                  </a:lnTo>
                  <a:lnTo>
                    <a:pt x="461698" y="645910"/>
                  </a:lnTo>
                  <a:lnTo>
                    <a:pt x="464803" y="643690"/>
                  </a:lnTo>
                  <a:lnTo>
                    <a:pt x="457720" y="633767"/>
                  </a:lnTo>
                  <a:close/>
                </a:path>
                <a:path w="466089" h="651510">
                  <a:moveTo>
                    <a:pt x="5361" y="0"/>
                  </a:moveTo>
                  <a:lnTo>
                    <a:pt x="0" y="3831"/>
                  </a:lnTo>
                  <a:lnTo>
                    <a:pt x="452359" y="637599"/>
                  </a:lnTo>
                  <a:lnTo>
                    <a:pt x="458322" y="640282"/>
                  </a:lnTo>
                  <a:lnTo>
                    <a:pt x="457720" y="633767"/>
                  </a:lnTo>
                  <a:lnTo>
                    <a:pt x="5361" y="0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15882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5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2973" y="4570349"/>
              <a:ext cx="877569" cy="12700"/>
            </a:xfrm>
            <a:custGeom>
              <a:avLst/>
              <a:gdLst/>
              <a:ahLst/>
              <a:cxnLst/>
              <a:rect l="l" t="t" r="r" b="b"/>
              <a:pathLst>
                <a:path w="877569" h="12700">
                  <a:moveTo>
                    <a:pt x="0" y="0"/>
                  </a:moveTo>
                  <a:lnTo>
                    <a:pt x="0" y="0"/>
                  </a:lnTo>
                  <a:lnTo>
                    <a:pt x="627888" y="0"/>
                  </a:lnTo>
                  <a:lnTo>
                    <a:pt x="633170" y="192"/>
                  </a:lnTo>
                  <a:lnTo>
                    <a:pt x="639667" y="777"/>
                  </a:lnTo>
                  <a:lnTo>
                    <a:pt x="647354" y="1768"/>
                  </a:lnTo>
                  <a:lnTo>
                    <a:pt x="656208" y="3174"/>
                  </a:lnTo>
                  <a:lnTo>
                    <a:pt x="665851" y="4528"/>
                  </a:lnTo>
                  <a:lnTo>
                    <a:pt x="675909" y="5524"/>
                  </a:lnTo>
                  <a:lnTo>
                    <a:pt x="686373" y="6139"/>
                  </a:lnTo>
                  <a:lnTo>
                    <a:pt x="697230" y="6349"/>
                  </a:lnTo>
                  <a:lnTo>
                    <a:pt x="707683" y="6349"/>
                  </a:lnTo>
                  <a:lnTo>
                    <a:pt x="716946" y="6349"/>
                  </a:lnTo>
                  <a:lnTo>
                    <a:pt x="782446" y="6349"/>
                  </a:lnTo>
                  <a:lnTo>
                    <a:pt x="788925" y="6540"/>
                  </a:lnTo>
                  <a:lnTo>
                    <a:pt x="795797" y="7111"/>
                  </a:lnTo>
                  <a:lnTo>
                    <a:pt x="803074" y="8064"/>
                  </a:lnTo>
                  <a:lnTo>
                    <a:pt x="810768" y="9397"/>
                  </a:lnTo>
                  <a:lnTo>
                    <a:pt x="818481" y="10804"/>
                  </a:lnTo>
                  <a:lnTo>
                    <a:pt x="825801" y="11795"/>
                  </a:lnTo>
                  <a:lnTo>
                    <a:pt x="832717" y="12380"/>
                  </a:lnTo>
                  <a:lnTo>
                    <a:pt x="839215" y="12572"/>
                  </a:lnTo>
                  <a:lnTo>
                    <a:pt x="846290" y="12572"/>
                  </a:lnTo>
                  <a:lnTo>
                    <a:pt x="854948" y="12572"/>
                  </a:lnTo>
                  <a:lnTo>
                    <a:pt x="865201" y="12572"/>
                  </a:lnTo>
                  <a:lnTo>
                    <a:pt x="877062" y="1257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68553" y="4993005"/>
              <a:ext cx="996950" cy="12700"/>
            </a:xfrm>
            <a:custGeom>
              <a:avLst/>
              <a:gdLst/>
              <a:ahLst/>
              <a:cxnLst/>
              <a:rect l="l" t="t" r="r" b="b"/>
              <a:pathLst>
                <a:path w="996950" h="12700">
                  <a:moveTo>
                    <a:pt x="-6350" y="6350"/>
                  </a:moveTo>
                  <a:lnTo>
                    <a:pt x="1003299" y="6350"/>
                  </a:lnTo>
                </a:path>
              </a:pathLst>
            </a:custGeom>
            <a:ln w="254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43406" y="4917313"/>
              <a:ext cx="2776220" cy="416559"/>
            </a:xfrm>
            <a:custGeom>
              <a:avLst/>
              <a:gdLst/>
              <a:ahLst/>
              <a:cxnLst/>
              <a:rect l="l" t="t" r="r" b="b"/>
              <a:pathLst>
                <a:path w="2776220" h="416560">
                  <a:moveTo>
                    <a:pt x="2170430" y="0"/>
                  </a:moveTo>
                  <a:lnTo>
                    <a:pt x="2170430" y="0"/>
                  </a:lnTo>
                  <a:lnTo>
                    <a:pt x="2343912" y="0"/>
                  </a:lnTo>
                  <a:lnTo>
                    <a:pt x="2367746" y="402"/>
                  </a:lnTo>
                  <a:lnTo>
                    <a:pt x="2391997" y="1603"/>
                  </a:lnTo>
                  <a:lnTo>
                    <a:pt x="2416653" y="3589"/>
                  </a:lnTo>
                  <a:lnTo>
                    <a:pt x="2441702" y="6350"/>
                  </a:lnTo>
                  <a:lnTo>
                    <a:pt x="2466347" y="9302"/>
                  </a:lnTo>
                  <a:lnTo>
                    <a:pt x="2489803" y="11874"/>
                  </a:lnTo>
                  <a:lnTo>
                    <a:pt x="2533142" y="15875"/>
                  </a:lnTo>
                  <a:lnTo>
                    <a:pt x="2573432" y="18161"/>
                  </a:lnTo>
                  <a:lnTo>
                    <a:pt x="2612009" y="18923"/>
                  </a:lnTo>
                  <a:lnTo>
                    <a:pt x="2629775" y="19133"/>
                  </a:lnTo>
                  <a:lnTo>
                    <a:pt x="2645171" y="19748"/>
                  </a:lnTo>
                  <a:lnTo>
                    <a:pt x="2658211" y="20744"/>
                  </a:lnTo>
                  <a:lnTo>
                    <a:pt x="2668905" y="22098"/>
                  </a:lnTo>
                  <a:lnTo>
                    <a:pt x="2677741" y="23504"/>
                  </a:lnTo>
                  <a:lnTo>
                    <a:pt x="2685399" y="24495"/>
                  </a:lnTo>
                  <a:lnTo>
                    <a:pt x="2691890" y="25080"/>
                  </a:lnTo>
                  <a:lnTo>
                    <a:pt x="2697226" y="25273"/>
                  </a:lnTo>
                  <a:lnTo>
                    <a:pt x="2703576" y="25273"/>
                  </a:lnTo>
                  <a:lnTo>
                    <a:pt x="2709798" y="25273"/>
                  </a:lnTo>
                  <a:lnTo>
                    <a:pt x="2767238" y="25273"/>
                  </a:lnTo>
                  <a:lnTo>
                    <a:pt x="2776093" y="25273"/>
                  </a:lnTo>
                </a:path>
                <a:path w="2776220" h="416560">
                  <a:moveTo>
                    <a:pt x="0" y="227203"/>
                  </a:moveTo>
                  <a:lnTo>
                    <a:pt x="0" y="231394"/>
                  </a:lnTo>
                  <a:lnTo>
                    <a:pt x="2031" y="234569"/>
                  </a:lnTo>
                  <a:lnTo>
                    <a:pt x="31496" y="239776"/>
                  </a:lnTo>
                  <a:lnTo>
                    <a:pt x="41138" y="239776"/>
                  </a:lnTo>
                  <a:lnTo>
                    <a:pt x="51196" y="239776"/>
                  </a:lnTo>
                  <a:lnTo>
                    <a:pt x="974725" y="239776"/>
                  </a:lnTo>
                  <a:lnTo>
                    <a:pt x="978916" y="238760"/>
                  </a:lnTo>
                  <a:lnTo>
                    <a:pt x="981075" y="236601"/>
                  </a:lnTo>
                  <a:lnTo>
                    <a:pt x="983234" y="234569"/>
                  </a:lnTo>
                  <a:lnTo>
                    <a:pt x="986282" y="233426"/>
                  </a:lnTo>
                  <a:lnTo>
                    <a:pt x="990600" y="233426"/>
                  </a:lnTo>
                  <a:lnTo>
                    <a:pt x="994791" y="233426"/>
                  </a:lnTo>
                  <a:lnTo>
                    <a:pt x="998982" y="233426"/>
                  </a:lnTo>
                  <a:lnTo>
                    <a:pt x="1003173" y="233426"/>
                  </a:lnTo>
                  <a:lnTo>
                    <a:pt x="1007363" y="233426"/>
                  </a:lnTo>
                  <a:lnTo>
                    <a:pt x="1011555" y="233426"/>
                  </a:lnTo>
                  <a:lnTo>
                    <a:pt x="1015745" y="233426"/>
                  </a:lnTo>
                </a:path>
                <a:path w="2776220" h="416560">
                  <a:moveTo>
                    <a:pt x="1779270" y="208280"/>
                  </a:moveTo>
                  <a:lnTo>
                    <a:pt x="1783461" y="212471"/>
                  </a:lnTo>
                  <a:lnTo>
                    <a:pt x="1786636" y="214503"/>
                  </a:lnTo>
                  <a:lnTo>
                    <a:pt x="1788668" y="214503"/>
                  </a:lnTo>
                  <a:lnTo>
                    <a:pt x="1790827" y="214503"/>
                  </a:lnTo>
                  <a:lnTo>
                    <a:pt x="2050542" y="214503"/>
                  </a:lnTo>
                  <a:lnTo>
                    <a:pt x="2074001" y="214312"/>
                  </a:lnTo>
                  <a:lnTo>
                    <a:pt x="2100199" y="213741"/>
                  </a:lnTo>
                  <a:lnTo>
                    <a:pt x="2129158" y="212788"/>
                  </a:lnTo>
                  <a:lnTo>
                    <a:pt x="2160905" y="211455"/>
                  </a:lnTo>
                  <a:lnTo>
                    <a:pt x="2196026" y="209837"/>
                  </a:lnTo>
                  <a:lnTo>
                    <a:pt x="2235088" y="208232"/>
                  </a:lnTo>
                  <a:lnTo>
                    <a:pt x="2278080" y="206650"/>
                  </a:lnTo>
                  <a:lnTo>
                    <a:pt x="2324989" y="205105"/>
                  </a:lnTo>
                  <a:lnTo>
                    <a:pt x="2371705" y="203505"/>
                  </a:lnTo>
                  <a:lnTo>
                    <a:pt x="2414111" y="201930"/>
                  </a:lnTo>
                  <a:lnTo>
                    <a:pt x="2452183" y="200354"/>
                  </a:lnTo>
                  <a:lnTo>
                    <a:pt x="2485897" y="198755"/>
                  </a:lnTo>
                  <a:lnTo>
                    <a:pt x="2515854" y="197401"/>
                  </a:lnTo>
                  <a:lnTo>
                    <a:pt x="2542667" y="196405"/>
                  </a:lnTo>
                  <a:lnTo>
                    <a:pt x="2566336" y="195790"/>
                  </a:lnTo>
                  <a:lnTo>
                    <a:pt x="2586863" y="195580"/>
                  </a:lnTo>
                  <a:lnTo>
                    <a:pt x="2604956" y="195580"/>
                  </a:lnTo>
                  <a:lnTo>
                    <a:pt x="2621502" y="195580"/>
                  </a:lnTo>
                  <a:lnTo>
                    <a:pt x="2677144" y="195580"/>
                  </a:lnTo>
                  <a:lnTo>
                    <a:pt x="2681478" y="195580"/>
                  </a:lnTo>
                </a:path>
                <a:path w="2776220" h="416560">
                  <a:moveTo>
                    <a:pt x="201803" y="378587"/>
                  </a:moveTo>
                  <a:lnTo>
                    <a:pt x="201803" y="382778"/>
                  </a:lnTo>
                  <a:lnTo>
                    <a:pt x="202946" y="384937"/>
                  </a:lnTo>
                  <a:lnTo>
                    <a:pt x="204978" y="384937"/>
                  </a:lnTo>
                  <a:lnTo>
                    <a:pt x="207137" y="384937"/>
                  </a:lnTo>
                  <a:lnTo>
                    <a:pt x="223901" y="384937"/>
                  </a:lnTo>
                  <a:lnTo>
                    <a:pt x="229256" y="385129"/>
                  </a:lnTo>
                  <a:lnTo>
                    <a:pt x="235791" y="385714"/>
                  </a:lnTo>
                  <a:lnTo>
                    <a:pt x="243492" y="386705"/>
                  </a:lnTo>
                  <a:lnTo>
                    <a:pt x="252349" y="388112"/>
                  </a:lnTo>
                  <a:lnTo>
                    <a:pt x="261588" y="389465"/>
                  </a:lnTo>
                  <a:lnTo>
                    <a:pt x="270446" y="390461"/>
                  </a:lnTo>
                  <a:lnTo>
                    <a:pt x="278923" y="391076"/>
                  </a:lnTo>
                  <a:lnTo>
                    <a:pt x="287020" y="391287"/>
                  </a:lnTo>
                  <a:lnTo>
                    <a:pt x="294925" y="391287"/>
                  </a:lnTo>
                  <a:lnTo>
                    <a:pt x="302831" y="391287"/>
                  </a:lnTo>
                  <a:lnTo>
                    <a:pt x="807593" y="391287"/>
                  </a:lnTo>
                  <a:lnTo>
                    <a:pt x="819785" y="391477"/>
                  </a:lnTo>
                  <a:lnTo>
                    <a:pt x="831215" y="392049"/>
                  </a:lnTo>
                  <a:lnTo>
                    <a:pt x="841883" y="393001"/>
                  </a:lnTo>
                  <a:lnTo>
                    <a:pt x="851788" y="394335"/>
                  </a:lnTo>
                  <a:lnTo>
                    <a:pt x="861621" y="395741"/>
                  </a:lnTo>
                  <a:lnTo>
                    <a:pt x="872251" y="396732"/>
                  </a:lnTo>
                  <a:lnTo>
                    <a:pt x="883667" y="397317"/>
                  </a:lnTo>
                  <a:lnTo>
                    <a:pt x="895857" y="397510"/>
                  </a:lnTo>
                  <a:lnTo>
                    <a:pt x="908506" y="397912"/>
                  </a:lnTo>
                  <a:lnTo>
                    <a:pt x="921131" y="399113"/>
                  </a:lnTo>
                  <a:lnTo>
                    <a:pt x="933755" y="401099"/>
                  </a:lnTo>
                  <a:lnTo>
                    <a:pt x="946404" y="403860"/>
                  </a:lnTo>
                  <a:lnTo>
                    <a:pt x="958000" y="406620"/>
                  </a:lnTo>
                  <a:lnTo>
                    <a:pt x="967644" y="408606"/>
                  </a:lnTo>
                  <a:lnTo>
                    <a:pt x="975336" y="409807"/>
                  </a:lnTo>
                  <a:lnTo>
                    <a:pt x="981075" y="410210"/>
                  </a:lnTo>
                  <a:lnTo>
                    <a:pt x="986813" y="410210"/>
                  </a:lnTo>
                  <a:lnTo>
                    <a:pt x="994505" y="410210"/>
                  </a:lnTo>
                  <a:lnTo>
                    <a:pt x="1158748" y="410210"/>
                  </a:lnTo>
                  <a:lnTo>
                    <a:pt x="1162939" y="411226"/>
                  </a:lnTo>
                  <a:lnTo>
                    <a:pt x="1167257" y="413258"/>
                  </a:lnTo>
                  <a:lnTo>
                    <a:pt x="1171448" y="415417"/>
                  </a:lnTo>
                  <a:lnTo>
                    <a:pt x="1175639" y="416433"/>
                  </a:lnTo>
                  <a:lnTo>
                    <a:pt x="1225385" y="416433"/>
                  </a:lnTo>
                  <a:lnTo>
                    <a:pt x="1236599" y="41643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530380" y="4071531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폴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6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하나의</a:t>
                      </a:r>
                      <a:r>
                        <a:rPr dirty="0" sz="75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스테이션을</a:t>
                      </a:r>
                      <a:r>
                        <a:rPr dirty="0" sz="75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스테이션으로</a:t>
                      </a:r>
                      <a:r>
                        <a:rPr dirty="0" sz="75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지정하고</a:t>
                      </a:r>
                      <a:r>
                        <a:rPr dirty="0" sz="75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나머지는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75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스테이션으로</a:t>
                      </a:r>
                      <a:r>
                        <a:rPr dirty="0" sz="75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6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7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선택</a:t>
                      </a:r>
                      <a:r>
                        <a:rPr dirty="0" sz="7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(select)</a:t>
                      </a:r>
                      <a:r>
                        <a:rPr dirty="0" sz="7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17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전송하고자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사용하는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모드로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스테이션이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링크에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권한을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가짐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4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7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폴</a:t>
                      </a:r>
                      <a:r>
                        <a:rPr dirty="0" sz="7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(poll)</a:t>
                      </a:r>
                      <a:r>
                        <a:rPr dirty="0" sz="7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모드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ts val="705"/>
                        </a:lnSpc>
                        <a:spcBef>
                          <a:spcPts val="16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스테이션이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다수의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스테이션에게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보낼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데이터가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있는지의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여부를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확인하여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전송을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하는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모드</a:t>
                      </a:r>
                      <a:r>
                        <a:rPr dirty="0" sz="600" spc="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600">
                        <a:latin typeface="Wingdings"/>
                        <a:cs typeface="Wingdings"/>
                      </a:endParaRPr>
                    </a:p>
                    <a:p>
                      <a:pPr marL="516890">
                        <a:lnSpc>
                          <a:spcPts val="705"/>
                        </a:lnSpc>
                      </a:pP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다중점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(multipoint)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폴링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절차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’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 lvl="1" marL="516890" marR="50800" indent="-123825">
                        <a:lnSpc>
                          <a:spcPct val="102099"/>
                        </a:lnSpc>
                        <a:spcBef>
                          <a:spcPts val="18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스테이션에서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전송하면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전송할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데이터가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없는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NAK</a:t>
                      </a:r>
                      <a:r>
                        <a:rPr dirty="0" sz="6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6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전송할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데이터가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있는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 </a:t>
                      </a:r>
                      <a:r>
                        <a:rPr dirty="0" sz="600" spc="-19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6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보냄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endParaRPr sz="6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65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7683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51202" y="5683417"/>
            <a:ext cx="1544110" cy="1216195"/>
          </a:xfrm>
          <a:prstGeom prst="rect">
            <a:avLst/>
          </a:prstGeom>
        </p:spPr>
      </p:pic>
      <p:sp>
        <p:nvSpPr>
          <p:cNvPr id="30" name="object 30"/>
          <p:cNvSpPr/>
          <p:nvPr/>
        </p:nvSpPr>
        <p:spPr>
          <a:xfrm>
            <a:off x="6244614" y="5676825"/>
            <a:ext cx="1557655" cy="1229995"/>
          </a:xfrm>
          <a:custGeom>
            <a:avLst/>
            <a:gdLst/>
            <a:ahLst/>
            <a:cxnLst/>
            <a:rect l="l" t="t" r="r" b="b"/>
            <a:pathLst>
              <a:path w="1557654" h="1229995">
                <a:moveTo>
                  <a:pt x="0" y="0"/>
                </a:moveTo>
                <a:lnTo>
                  <a:pt x="1557286" y="0"/>
                </a:lnTo>
                <a:lnTo>
                  <a:pt x="1557286" y="1229381"/>
                </a:lnTo>
                <a:lnTo>
                  <a:pt x="0" y="1229381"/>
                </a:lnTo>
                <a:lnTo>
                  <a:pt x="0" y="0"/>
                </a:lnTo>
                <a:close/>
              </a:path>
            </a:pathLst>
          </a:custGeom>
          <a:ln w="13182">
            <a:solidFill>
              <a:srgbClr val="929292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1" name="object 3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84697" y="5700168"/>
            <a:ext cx="1574991" cy="1199444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978109" y="5693576"/>
            <a:ext cx="1588770" cy="1212850"/>
          </a:xfrm>
          <a:custGeom>
            <a:avLst/>
            <a:gdLst/>
            <a:ahLst/>
            <a:cxnLst/>
            <a:rect l="l" t="t" r="r" b="b"/>
            <a:pathLst>
              <a:path w="1588770" h="1212850">
                <a:moveTo>
                  <a:pt x="0" y="0"/>
                </a:moveTo>
                <a:lnTo>
                  <a:pt x="1588168" y="0"/>
                </a:lnTo>
                <a:lnTo>
                  <a:pt x="1588168" y="1212630"/>
                </a:lnTo>
                <a:lnTo>
                  <a:pt x="0" y="1212630"/>
                </a:lnTo>
                <a:lnTo>
                  <a:pt x="0" y="0"/>
                </a:lnTo>
                <a:close/>
              </a:path>
            </a:pathLst>
          </a:custGeom>
          <a:ln w="13182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87465" y="4554220"/>
            <a:ext cx="1284605" cy="44450"/>
          </a:xfrm>
          <a:custGeom>
            <a:avLst/>
            <a:gdLst/>
            <a:ahLst/>
            <a:cxnLst/>
            <a:rect l="l" t="t" r="r" b="b"/>
            <a:pathLst>
              <a:path w="1284604" h="44450">
                <a:moveTo>
                  <a:pt x="0" y="0"/>
                </a:moveTo>
                <a:lnTo>
                  <a:pt x="0" y="0"/>
                </a:lnTo>
                <a:lnTo>
                  <a:pt x="372110" y="0"/>
                </a:lnTo>
                <a:lnTo>
                  <a:pt x="380180" y="166"/>
                </a:lnTo>
                <a:lnTo>
                  <a:pt x="390667" y="666"/>
                </a:lnTo>
                <a:lnTo>
                  <a:pt x="403560" y="1500"/>
                </a:lnTo>
                <a:lnTo>
                  <a:pt x="418846" y="2667"/>
                </a:lnTo>
                <a:lnTo>
                  <a:pt x="434038" y="3907"/>
                </a:lnTo>
                <a:lnTo>
                  <a:pt x="446468" y="4778"/>
                </a:lnTo>
                <a:lnTo>
                  <a:pt x="456136" y="5292"/>
                </a:lnTo>
                <a:lnTo>
                  <a:pt x="463042" y="5461"/>
                </a:lnTo>
                <a:lnTo>
                  <a:pt x="470281" y="5461"/>
                </a:lnTo>
                <a:lnTo>
                  <a:pt x="478663" y="6350"/>
                </a:lnTo>
                <a:lnTo>
                  <a:pt x="515366" y="10922"/>
                </a:lnTo>
                <a:lnTo>
                  <a:pt x="522225" y="10922"/>
                </a:lnTo>
                <a:lnTo>
                  <a:pt x="529097" y="10922"/>
                </a:lnTo>
                <a:lnTo>
                  <a:pt x="598043" y="10922"/>
                </a:lnTo>
                <a:lnTo>
                  <a:pt x="604902" y="11108"/>
                </a:lnTo>
                <a:lnTo>
                  <a:pt x="611774" y="11652"/>
                </a:lnTo>
                <a:lnTo>
                  <a:pt x="618670" y="12529"/>
                </a:lnTo>
                <a:lnTo>
                  <a:pt x="625602" y="13716"/>
                </a:lnTo>
                <a:lnTo>
                  <a:pt x="632646" y="14956"/>
                </a:lnTo>
                <a:lnTo>
                  <a:pt x="640048" y="15827"/>
                </a:lnTo>
                <a:lnTo>
                  <a:pt x="647783" y="16341"/>
                </a:lnTo>
                <a:lnTo>
                  <a:pt x="655828" y="16510"/>
                </a:lnTo>
                <a:lnTo>
                  <a:pt x="663777" y="16510"/>
                </a:lnTo>
                <a:lnTo>
                  <a:pt x="671036" y="16510"/>
                </a:lnTo>
                <a:lnTo>
                  <a:pt x="991108" y="16510"/>
                </a:lnTo>
                <a:lnTo>
                  <a:pt x="993902" y="17399"/>
                </a:lnTo>
                <a:lnTo>
                  <a:pt x="997585" y="19304"/>
                </a:lnTo>
                <a:lnTo>
                  <a:pt x="1001267" y="21081"/>
                </a:lnTo>
                <a:lnTo>
                  <a:pt x="1006729" y="21971"/>
                </a:lnTo>
                <a:lnTo>
                  <a:pt x="1014094" y="21971"/>
                </a:lnTo>
                <a:lnTo>
                  <a:pt x="1021461" y="21971"/>
                </a:lnTo>
                <a:lnTo>
                  <a:pt x="1052703" y="21971"/>
                </a:lnTo>
                <a:lnTo>
                  <a:pt x="1060803" y="22139"/>
                </a:lnTo>
                <a:lnTo>
                  <a:pt x="1099565" y="28448"/>
                </a:lnTo>
                <a:lnTo>
                  <a:pt x="1110488" y="32131"/>
                </a:lnTo>
                <a:lnTo>
                  <a:pt x="1116964" y="33909"/>
                </a:lnTo>
                <a:lnTo>
                  <a:pt x="1124331" y="35813"/>
                </a:lnTo>
                <a:lnTo>
                  <a:pt x="1131697" y="37592"/>
                </a:lnTo>
                <a:lnTo>
                  <a:pt x="1138047" y="38481"/>
                </a:lnTo>
                <a:lnTo>
                  <a:pt x="1143635" y="38481"/>
                </a:lnTo>
                <a:lnTo>
                  <a:pt x="1149095" y="38481"/>
                </a:lnTo>
                <a:lnTo>
                  <a:pt x="1153667" y="38481"/>
                </a:lnTo>
                <a:lnTo>
                  <a:pt x="1157351" y="38481"/>
                </a:lnTo>
                <a:lnTo>
                  <a:pt x="1161034" y="38481"/>
                </a:lnTo>
                <a:lnTo>
                  <a:pt x="1165606" y="39497"/>
                </a:lnTo>
                <a:lnTo>
                  <a:pt x="1171193" y="41275"/>
                </a:lnTo>
                <a:lnTo>
                  <a:pt x="1176655" y="43180"/>
                </a:lnTo>
                <a:lnTo>
                  <a:pt x="1182242" y="44068"/>
                </a:lnTo>
                <a:lnTo>
                  <a:pt x="1280540" y="44068"/>
                </a:lnTo>
                <a:lnTo>
                  <a:pt x="1284097" y="4406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882508" y="4576191"/>
            <a:ext cx="782955" cy="22225"/>
          </a:xfrm>
          <a:custGeom>
            <a:avLst/>
            <a:gdLst/>
            <a:ahLst/>
            <a:cxnLst/>
            <a:rect l="l" t="t" r="r" b="b"/>
            <a:pathLst>
              <a:path w="782954" h="22225">
                <a:moveTo>
                  <a:pt x="0" y="0"/>
                </a:moveTo>
                <a:lnTo>
                  <a:pt x="0" y="0"/>
                </a:lnTo>
                <a:lnTo>
                  <a:pt x="47879" y="0"/>
                </a:lnTo>
                <a:lnTo>
                  <a:pt x="54229" y="888"/>
                </a:lnTo>
                <a:lnTo>
                  <a:pt x="63373" y="2793"/>
                </a:lnTo>
                <a:lnTo>
                  <a:pt x="72644" y="4571"/>
                </a:lnTo>
                <a:lnTo>
                  <a:pt x="80899" y="5587"/>
                </a:lnTo>
                <a:lnTo>
                  <a:pt x="88265" y="5587"/>
                </a:lnTo>
                <a:lnTo>
                  <a:pt x="94124" y="5587"/>
                </a:lnTo>
                <a:lnTo>
                  <a:pt x="165354" y="5587"/>
                </a:lnTo>
                <a:lnTo>
                  <a:pt x="182598" y="5754"/>
                </a:lnTo>
                <a:lnTo>
                  <a:pt x="201199" y="6254"/>
                </a:lnTo>
                <a:lnTo>
                  <a:pt x="221182" y="7088"/>
                </a:lnTo>
                <a:lnTo>
                  <a:pt x="242570" y="8254"/>
                </a:lnTo>
                <a:lnTo>
                  <a:pt x="263044" y="9495"/>
                </a:lnTo>
                <a:lnTo>
                  <a:pt x="280447" y="10366"/>
                </a:lnTo>
                <a:lnTo>
                  <a:pt x="294755" y="10880"/>
                </a:lnTo>
                <a:lnTo>
                  <a:pt x="305943" y="11048"/>
                </a:lnTo>
                <a:lnTo>
                  <a:pt x="315227" y="11217"/>
                </a:lnTo>
                <a:lnTo>
                  <a:pt x="323834" y="11731"/>
                </a:lnTo>
                <a:lnTo>
                  <a:pt x="331749" y="12602"/>
                </a:lnTo>
                <a:lnTo>
                  <a:pt x="338963" y="13842"/>
                </a:lnTo>
                <a:lnTo>
                  <a:pt x="348234" y="15620"/>
                </a:lnTo>
                <a:lnTo>
                  <a:pt x="356489" y="16509"/>
                </a:lnTo>
                <a:lnTo>
                  <a:pt x="393192" y="16509"/>
                </a:lnTo>
                <a:lnTo>
                  <a:pt x="401447" y="17525"/>
                </a:lnTo>
                <a:lnTo>
                  <a:pt x="410591" y="19303"/>
                </a:lnTo>
                <a:lnTo>
                  <a:pt x="419862" y="21208"/>
                </a:lnTo>
                <a:lnTo>
                  <a:pt x="427227" y="22097"/>
                </a:lnTo>
                <a:lnTo>
                  <a:pt x="775335" y="22097"/>
                </a:lnTo>
                <a:lnTo>
                  <a:pt x="782701" y="2209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Stop-Wait</a:t>
                      </a:r>
                      <a:r>
                        <a:rPr dirty="0" sz="1150" spc="-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Flow</a:t>
                      </a:r>
                      <a:r>
                        <a:rPr dirty="0" sz="1150" spc="-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Control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marR="224154" indent="-148590">
                        <a:lnSpc>
                          <a:spcPct val="101099"/>
                        </a:lnSpc>
                        <a:spcBef>
                          <a:spcPts val="52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흐름제어</a:t>
                      </a:r>
                      <a:r>
                        <a:rPr dirty="0" sz="950" spc="-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스테이션으로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부터</a:t>
                      </a:r>
                      <a:r>
                        <a:rPr dirty="0" sz="950" spc="-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제한하기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위해서 </a:t>
                      </a:r>
                      <a:r>
                        <a:rPr dirty="0" sz="950" spc="-3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사용되는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절차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u="heavy" sz="950" spc="-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dirty="0" u="heavy" sz="950" spc="-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u="heavy" sz="950" spc="-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대기</a:t>
                      </a:r>
                      <a:r>
                        <a:rPr dirty="0" u="heavy" sz="950" spc="-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(stop-and-wait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marR="92075" indent="-123825">
                        <a:lnSpc>
                          <a:spcPct val="105700"/>
                        </a:lnSpc>
                        <a:spcBef>
                          <a:spcPts val="17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u="heavy" sz="900" spc="-4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전송한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각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기다려서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900" spc="-2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이에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도착하면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후에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다음</a:t>
                      </a:r>
                      <a:r>
                        <a:rPr dirty="0" u="heavy" sz="900" spc="-4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u="heavy" sz="900" spc="-4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하는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9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EOT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전송되면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전송이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종료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장점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구조가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단순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2344420" indent="-123825">
                        <a:lnSpc>
                          <a:spcPct val="103299"/>
                        </a:lnSpc>
                        <a:spcBef>
                          <a:spcPts val="254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단점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하나의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보내고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 수신되어야만 </a:t>
                      </a:r>
                      <a:r>
                        <a:rPr dirty="0" sz="90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그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다음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전송할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있기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때문에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효율성은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떨어짐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667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140"/>
            <a:ext cx="1237066" cy="2020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760912" y="1892662"/>
            <a:ext cx="2099945" cy="1389380"/>
            <a:chOff x="2760912" y="1892662"/>
            <a:chExt cx="2099945" cy="13893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0912" y="1892662"/>
              <a:ext cx="2099901" cy="138925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86760" y="1908073"/>
              <a:ext cx="2047318" cy="13374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784290" y="1905602"/>
              <a:ext cx="2052320" cy="1342390"/>
            </a:xfrm>
            <a:custGeom>
              <a:avLst/>
              <a:gdLst/>
              <a:ahLst/>
              <a:cxnLst/>
              <a:rect l="l" t="t" r="r" b="b"/>
              <a:pathLst>
                <a:path w="2052320" h="1342389">
                  <a:moveTo>
                    <a:pt x="0" y="0"/>
                  </a:moveTo>
                  <a:lnTo>
                    <a:pt x="2052259" y="0"/>
                  </a:lnTo>
                  <a:lnTo>
                    <a:pt x="2052259" y="1342353"/>
                  </a:lnTo>
                  <a:lnTo>
                    <a:pt x="0" y="1342353"/>
                  </a:lnTo>
                  <a:lnTo>
                    <a:pt x="0" y="0"/>
                  </a:lnTo>
                  <a:close/>
                </a:path>
              </a:pathLst>
            </a:custGeom>
            <a:ln w="4943">
              <a:solidFill>
                <a:srgbClr val="C3C3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30380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Q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데이터링크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계층에서의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오류제어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기법은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오류검출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(error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detection)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과정과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(retransmission)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과정을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포함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marR="42100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ARQ(Automatic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Repeat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Request)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손상되♘거나 </a:t>
                      </a:r>
                      <a:r>
                        <a:rPr dirty="0" sz="950" spc="-3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분실되♘을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재전송이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수행되는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과정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대기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흐름제어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’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dirty="0" sz="900" spc="5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대기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ARQ’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262890" indent="-123825">
                        <a:lnSpc>
                          <a:spcPct val="105700"/>
                        </a:lnSpc>
                        <a:spcBef>
                          <a:spcPts val="22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슬라이딩 윈도우 흐름제어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’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‘GBn (Go-Back-n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ARQ)’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또는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‘SR (Selective- </a:t>
                      </a:r>
                      <a:r>
                        <a:rPr dirty="0" sz="900" spc="-2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Repeat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또는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Selective-Reject)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ARQ’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형태로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2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Q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송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절차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marR="384810" indent="-123825">
                        <a:lnSpc>
                          <a:spcPct val="101600"/>
                        </a:lnSpc>
                        <a:spcBef>
                          <a:spcPts val="27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받을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때까지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복사본을 </a:t>
                      </a:r>
                      <a:r>
                        <a:rPr dirty="0" sz="900" spc="-3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유지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9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식별을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</a:t>
                      </a:r>
                      <a:r>
                        <a:rPr dirty="0" u="heavy" sz="900" spc="2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이터</a:t>
                      </a:r>
                      <a:r>
                        <a:rPr dirty="0" u="heavy" sz="900" spc="-4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각각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0,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값으로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부여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351790" indent="-123825">
                        <a:lnSpc>
                          <a:spcPct val="105700"/>
                        </a:lnSpc>
                        <a:spcBef>
                          <a:spcPts val="18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만약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제어가</a:t>
                      </a:r>
                      <a:r>
                        <a:rPr dirty="0" u="heavy" sz="900" spc="-4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발견되면</a:t>
                      </a:r>
                      <a:r>
                        <a:rPr dirty="0" u="heavy" sz="900" spc="-4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1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NAK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u="heavy" sz="900" spc="-5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반환되고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따라 </a:t>
                      </a:r>
                      <a:r>
                        <a:rPr dirty="0" sz="900" spc="-3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복사해두♘던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동일한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전송장치에는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타이머가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있어서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주어진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내에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않으면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3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  <a:spcBef>
                          <a:spcPts val="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140"/>
            <a:ext cx="1237066" cy="20205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412979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4681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99014" y="4146279"/>
            <a:ext cx="277685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Stop-Wait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ARQ(Automatic</a:t>
            </a:r>
            <a:r>
              <a:rPr dirty="0" sz="1150" spc="-4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Repeat</a:t>
            </a:r>
            <a:r>
              <a:rPr dirty="0" sz="11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reQuest)</a:t>
            </a:r>
            <a:endParaRPr sz="11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12979" y="4071531"/>
            <a:ext cx="4744085" cy="2967355"/>
            <a:chOff x="412979" y="4071531"/>
            <a:chExt cx="4744085" cy="296735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3693" y="4544651"/>
              <a:ext cx="2675734" cy="22373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00154" y="4463634"/>
              <a:ext cx="3173095" cy="2353310"/>
            </a:xfrm>
            <a:custGeom>
              <a:avLst/>
              <a:gdLst/>
              <a:ahLst/>
              <a:cxnLst/>
              <a:rect l="l" t="t" r="r" b="b"/>
              <a:pathLst>
                <a:path w="3173095" h="2353309">
                  <a:moveTo>
                    <a:pt x="0" y="0"/>
                  </a:moveTo>
                  <a:lnTo>
                    <a:pt x="3172531" y="0"/>
                  </a:lnTo>
                  <a:lnTo>
                    <a:pt x="3172531" y="2352871"/>
                  </a:lnTo>
                  <a:lnTo>
                    <a:pt x="0" y="2352871"/>
                  </a:lnTo>
                  <a:lnTo>
                    <a:pt x="0" y="0"/>
                  </a:lnTo>
                  <a:close/>
                </a:path>
              </a:pathLst>
            </a:custGeom>
            <a:ln w="13182">
              <a:solidFill>
                <a:srgbClr val="BCBCB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15882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5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2758567" y="5181854"/>
              <a:ext cx="102235" cy="674370"/>
            </a:xfrm>
            <a:custGeom>
              <a:avLst/>
              <a:gdLst/>
              <a:ahLst/>
              <a:cxnLst/>
              <a:rect l="l" t="t" r="r" b="b"/>
              <a:pathLst>
                <a:path w="102235" h="674370">
                  <a:moveTo>
                    <a:pt x="17144" y="0"/>
                  </a:moveTo>
                  <a:lnTo>
                    <a:pt x="17144" y="0"/>
                  </a:lnTo>
                  <a:lnTo>
                    <a:pt x="74294" y="0"/>
                  </a:lnTo>
                  <a:lnTo>
                    <a:pt x="85725" y="0"/>
                  </a:lnTo>
                </a:path>
                <a:path w="102235" h="674370">
                  <a:moveTo>
                    <a:pt x="0" y="85725"/>
                  </a:moveTo>
                  <a:lnTo>
                    <a:pt x="0" y="89407"/>
                  </a:lnTo>
                  <a:lnTo>
                    <a:pt x="4825" y="92328"/>
                  </a:lnTo>
                  <a:lnTo>
                    <a:pt x="14350" y="94233"/>
                  </a:lnTo>
                  <a:lnTo>
                    <a:pt x="23875" y="96138"/>
                  </a:lnTo>
                  <a:lnTo>
                    <a:pt x="31368" y="98932"/>
                  </a:lnTo>
                  <a:lnTo>
                    <a:pt x="37083" y="102743"/>
                  </a:lnTo>
                  <a:lnTo>
                    <a:pt x="42799" y="106552"/>
                  </a:lnTo>
                  <a:lnTo>
                    <a:pt x="48513" y="109474"/>
                  </a:lnTo>
                  <a:lnTo>
                    <a:pt x="54228" y="111378"/>
                  </a:lnTo>
                  <a:lnTo>
                    <a:pt x="59943" y="113283"/>
                  </a:lnTo>
                  <a:lnTo>
                    <a:pt x="64769" y="114172"/>
                  </a:lnTo>
                  <a:lnTo>
                    <a:pt x="68580" y="114172"/>
                  </a:lnTo>
                  <a:lnTo>
                    <a:pt x="72389" y="114172"/>
                  </a:lnTo>
                  <a:lnTo>
                    <a:pt x="76200" y="114172"/>
                  </a:lnTo>
                  <a:lnTo>
                    <a:pt x="80009" y="114172"/>
                  </a:lnTo>
                </a:path>
                <a:path w="102235" h="674370">
                  <a:moveTo>
                    <a:pt x="22859" y="365506"/>
                  </a:moveTo>
                  <a:lnTo>
                    <a:pt x="26669" y="367410"/>
                  </a:lnTo>
                  <a:lnTo>
                    <a:pt x="34289" y="371220"/>
                  </a:lnTo>
                  <a:lnTo>
                    <a:pt x="41909" y="375031"/>
                  </a:lnTo>
                  <a:lnTo>
                    <a:pt x="47625" y="377951"/>
                  </a:lnTo>
                  <a:lnTo>
                    <a:pt x="51434" y="379856"/>
                  </a:lnTo>
                  <a:lnTo>
                    <a:pt x="55244" y="381762"/>
                  </a:lnTo>
                  <a:lnTo>
                    <a:pt x="62864" y="383666"/>
                  </a:lnTo>
                  <a:lnTo>
                    <a:pt x="74294" y="385571"/>
                  </a:lnTo>
                  <a:lnTo>
                    <a:pt x="85725" y="387476"/>
                  </a:lnTo>
                  <a:lnTo>
                    <a:pt x="93344" y="388365"/>
                  </a:lnTo>
                  <a:lnTo>
                    <a:pt x="97155" y="388365"/>
                  </a:lnTo>
                  <a:lnTo>
                    <a:pt x="100964" y="388365"/>
                  </a:lnTo>
                  <a:lnTo>
                    <a:pt x="101853" y="388365"/>
                  </a:lnTo>
                  <a:lnTo>
                    <a:pt x="99949" y="388365"/>
                  </a:lnTo>
                  <a:lnTo>
                    <a:pt x="98043" y="388365"/>
                  </a:lnTo>
                  <a:lnTo>
                    <a:pt x="95250" y="388365"/>
                  </a:lnTo>
                  <a:lnTo>
                    <a:pt x="91439" y="388365"/>
                  </a:lnTo>
                </a:path>
                <a:path w="102235" h="674370">
                  <a:moveTo>
                    <a:pt x="11430" y="445515"/>
                  </a:moveTo>
                  <a:lnTo>
                    <a:pt x="15239" y="445515"/>
                  </a:lnTo>
                  <a:lnTo>
                    <a:pt x="20065" y="446404"/>
                  </a:lnTo>
                  <a:lnTo>
                    <a:pt x="25653" y="448309"/>
                  </a:lnTo>
                  <a:lnTo>
                    <a:pt x="31368" y="450214"/>
                  </a:lnTo>
                  <a:lnTo>
                    <a:pt x="36194" y="452119"/>
                  </a:lnTo>
                  <a:lnTo>
                    <a:pt x="40005" y="454025"/>
                  </a:lnTo>
                  <a:lnTo>
                    <a:pt x="43814" y="455929"/>
                  </a:lnTo>
                  <a:lnTo>
                    <a:pt x="47625" y="456945"/>
                  </a:lnTo>
                  <a:lnTo>
                    <a:pt x="51434" y="456945"/>
                  </a:lnTo>
                </a:path>
                <a:path w="102235" h="674370">
                  <a:moveTo>
                    <a:pt x="28575" y="673988"/>
                  </a:moveTo>
                  <a:lnTo>
                    <a:pt x="28575" y="673988"/>
                  </a:lnTo>
                  <a:lnTo>
                    <a:pt x="81914" y="673988"/>
                  </a:lnTo>
                  <a:lnTo>
                    <a:pt x="85725" y="67398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57932" y="5929503"/>
              <a:ext cx="98425" cy="868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273045" y="5787263"/>
              <a:ext cx="211454" cy="365760"/>
            </a:xfrm>
            <a:custGeom>
              <a:avLst/>
              <a:gdLst/>
              <a:ahLst/>
              <a:cxnLst/>
              <a:rect l="l" t="t" r="r" b="b"/>
              <a:pathLst>
                <a:path w="211455" h="365760">
                  <a:moveTo>
                    <a:pt x="211328" y="0"/>
                  </a:moveTo>
                  <a:lnTo>
                    <a:pt x="203708" y="0"/>
                  </a:lnTo>
                  <a:lnTo>
                    <a:pt x="197993" y="0"/>
                  </a:lnTo>
                  <a:lnTo>
                    <a:pt x="194183" y="0"/>
                  </a:lnTo>
                  <a:lnTo>
                    <a:pt x="190373" y="0"/>
                  </a:lnTo>
                  <a:lnTo>
                    <a:pt x="186562" y="1905"/>
                  </a:lnTo>
                  <a:lnTo>
                    <a:pt x="182753" y="5715"/>
                  </a:lnTo>
                  <a:lnTo>
                    <a:pt x="178943" y="9525"/>
                  </a:lnTo>
                  <a:lnTo>
                    <a:pt x="174244" y="11430"/>
                  </a:lnTo>
                  <a:lnTo>
                    <a:pt x="168529" y="11430"/>
                  </a:lnTo>
                  <a:lnTo>
                    <a:pt x="162814" y="11430"/>
                  </a:lnTo>
                  <a:lnTo>
                    <a:pt x="157099" y="13335"/>
                  </a:lnTo>
                  <a:lnTo>
                    <a:pt x="151384" y="17145"/>
                  </a:lnTo>
                  <a:lnTo>
                    <a:pt x="145669" y="20955"/>
                  </a:lnTo>
                  <a:lnTo>
                    <a:pt x="139065" y="24765"/>
                  </a:lnTo>
                  <a:lnTo>
                    <a:pt x="110490" y="43815"/>
                  </a:lnTo>
                  <a:lnTo>
                    <a:pt x="104775" y="47625"/>
                  </a:lnTo>
                  <a:lnTo>
                    <a:pt x="97155" y="51435"/>
                  </a:lnTo>
                  <a:lnTo>
                    <a:pt x="89535" y="55245"/>
                  </a:lnTo>
                  <a:lnTo>
                    <a:pt x="82804" y="59055"/>
                  </a:lnTo>
                  <a:lnTo>
                    <a:pt x="77089" y="62865"/>
                  </a:lnTo>
                  <a:lnTo>
                    <a:pt x="71374" y="66675"/>
                  </a:lnTo>
                  <a:lnTo>
                    <a:pt x="64770" y="71374"/>
                  </a:lnTo>
                  <a:lnTo>
                    <a:pt x="57150" y="77089"/>
                  </a:lnTo>
                  <a:lnTo>
                    <a:pt x="49530" y="82804"/>
                  </a:lnTo>
                  <a:lnTo>
                    <a:pt x="43815" y="87630"/>
                  </a:lnTo>
                  <a:lnTo>
                    <a:pt x="40005" y="91440"/>
                  </a:lnTo>
                  <a:lnTo>
                    <a:pt x="36195" y="95250"/>
                  </a:lnTo>
                  <a:lnTo>
                    <a:pt x="32385" y="99949"/>
                  </a:lnTo>
                  <a:lnTo>
                    <a:pt x="28575" y="105664"/>
                  </a:lnTo>
                  <a:lnTo>
                    <a:pt x="24765" y="111379"/>
                  </a:lnTo>
                  <a:lnTo>
                    <a:pt x="20955" y="116205"/>
                  </a:lnTo>
                  <a:lnTo>
                    <a:pt x="17145" y="120015"/>
                  </a:lnTo>
                  <a:lnTo>
                    <a:pt x="13335" y="123825"/>
                  </a:lnTo>
                  <a:lnTo>
                    <a:pt x="10541" y="128524"/>
                  </a:lnTo>
                  <a:lnTo>
                    <a:pt x="8636" y="134239"/>
                  </a:lnTo>
                  <a:lnTo>
                    <a:pt x="6731" y="139954"/>
                  </a:lnTo>
                  <a:lnTo>
                    <a:pt x="5715" y="143764"/>
                  </a:lnTo>
                  <a:lnTo>
                    <a:pt x="5715" y="145669"/>
                  </a:lnTo>
                  <a:lnTo>
                    <a:pt x="5715" y="147574"/>
                  </a:lnTo>
                  <a:lnTo>
                    <a:pt x="5715" y="151384"/>
                  </a:lnTo>
                  <a:lnTo>
                    <a:pt x="5715" y="157099"/>
                  </a:lnTo>
                  <a:lnTo>
                    <a:pt x="5715" y="162814"/>
                  </a:lnTo>
                  <a:lnTo>
                    <a:pt x="4826" y="168529"/>
                  </a:lnTo>
                  <a:lnTo>
                    <a:pt x="2921" y="174244"/>
                  </a:lnTo>
                  <a:lnTo>
                    <a:pt x="1016" y="179959"/>
                  </a:lnTo>
                  <a:lnTo>
                    <a:pt x="0" y="184658"/>
                  </a:lnTo>
                  <a:lnTo>
                    <a:pt x="0" y="188468"/>
                  </a:lnTo>
                  <a:lnTo>
                    <a:pt x="0" y="192278"/>
                  </a:lnTo>
                  <a:lnTo>
                    <a:pt x="0" y="215138"/>
                  </a:lnTo>
                  <a:lnTo>
                    <a:pt x="1016" y="218948"/>
                  </a:lnTo>
                  <a:lnTo>
                    <a:pt x="2921" y="222758"/>
                  </a:lnTo>
                  <a:lnTo>
                    <a:pt x="4826" y="226568"/>
                  </a:lnTo>
                  <a:lnTo>
                    <a:pt x="7620" y="231394"/>
                  </a:lnTo>
                  <a:lnTo>
                    <a:pt x="11430" y="237109"/>
                  </a:lnTo>
                  <a:lnTo>
                    <a:pt x="15240" y="242824"/>
                  </a:lnTo>
                  <a:lnTo>
                    <a:pt x="18161" y="248539"/>
                  </a:lnTo>
                  <a:lnTo>
                    <a:pt x="36195" y="287528"/>
                  </a:lnTo>
                  <a:lnTo>
                    <a:pt x="43815" y="295148"/>
                  </a:lnTo>
                  <a:lnTo>
                    <a:pt x="46736" y="298958"/>
                  </a:lnTo>
                  <a:lnTo>
                    <a:pt x="48641" y="302768"/>
                  </a:lnTo>
                  <a:lnTo>
                    <a:pt x="50546" y="306578"/>
                  </a:lnTo>
                  <a:lnTo>
                    <a:pt x="52451" y="309372"/>
                  </a:lnTo>
                  <a:lnTo>
                    <a:pt x="54356" y="311277"/>
                  </a:lnTo>
                  <a:lnTo>
                    <a:pt x="56134" y="313182"/>
                  </a:lnTo>
                  <a:lnTo>
                    <a:pt x="59055" y="316103"/>
                  </a:lnTo>
                  <a:lnTo>
                    <a:pt x="62865" y="319913"/>
                  </a:lnTo>
                  <a:lnTo>
                    <a:pt x="66675" y="323723"/>
                  </a:lnTo>
                  <a:lnTo>
                    <a:pt x="69468" y="326517"/>
                  </a:lnTo>
                  <a:lnTo>
                    <a:pt x="71374" y="328422"/>
                  </a:lnTo>
                  <a:lnTo>
                    <a:pt x="73279" y="330327"/>
                  </a:lnTo>
                  <a:lnTo>
                    <a:pt x="77089" y="333248"/>
                  </a:lnTo>
                  <a:lnTo>
                    <a:pt x="82804" y="337058"/>
                  </a:lnTo>
                  <a:lnTo>
                    <a:pt x="88518" y="340868"/>
                  </a:lnTo>
                  <a:lnTo>
                    <a:pt x="95250" y="344678"/>
                  </a:lnTo>
                  <a:lnTo>
                    <a:pt x="102870" y="348488"/>
                  </a:lnTo>
                  <a:lnTo>
                    <a:pt x="110490" y="352298"/>
                  </a:lnTo>
                  <a:lnTo>
                    <a:pt x="116205" y="354203"/>
                  </a:lnTo>
                  <a:lnTo>
                    <a:pt x="141859" y="354203"/>
                  </a:lnTo>
                  <a:lnTo>
                    <a:pt x="143764" y="355092"/>
                  </a:lnTo>
                  <a:lnTo>
                    <a:pt x="145669" y="356997"/>
                  </a:lnTo>
                  <a:lnTo>
                    <a:pt x="147574" y="358902"/>
                  </a:lnTo>
                  <a:lnTo>
                    <a:pt x="149479" y="359918"/>
                  </a:lnTo>
                  <a:lnTo>
                    <a:pt x="151384" y="359918"/>
                  </a:lnTo>
                  <a:lnTo>
                    <a:pt x="153289" y="359918"/>
                  </a:lnTo>
                  <a:lnTo>
                    <a:pt x="164719" y="359918"/>
                  </a:lnTo>
                  <a:lnTo>
                    <a:pt x="166624" y="360807"/>
                  </a:lnTo>
                  <a:lnTo>
                    <a:pt x="168529" y="362712"/>
                  </a:lnTo>
                  <a:lnTo>
                    <a:pt x="170434" y="364617"/>
                  </a:lnTo>
                  <a:lnTo>
                    <a:pt x="172339" y="365633"/>
                  </a:lnTo>
                  <a:lnTo>
                    <a:pt x="174244" y="365633"/>
                  </a:lnTo>
                  <a:lnTo>
                    <a:pt x="176149" y="365633"/>
                  </a:lnTo>
                  <a:lnTo>
                    <a:pt x="175133" y="363728"/>
                  </a:lnTo>
                  <a:lnTo>
                    <a:pt x="171323" y="35991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03855" y="6106541"/>
              <a:ext cx="85979" cy="81153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5530380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5855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716414" y="4159294"/>
            <a:ext cx="97155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Stop-</a:t>
            </a:r>
            <a:r>
              <a:rPr dirty="0" sz="1050" spc="-15" b="1">
                <a:solidFill>
                  <a:srgbClr val="003366"/>
                </a:solidFill>
                <a:latin typeface="Arial"/>
                <a:cs typeface="Arial"/>
              </a:rPr>
              <a:t>W</a:t>
            </a: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ai</a:t>
            </a:r>
            <a:r>
              <a:rPr dirty="0" sz="1050" b="1">
                <a:solidFill>
                  <a:srgbClr val="003366"/>
                </a:solidFill>
                <a:latin typeface="Arial"/>
                <a:cs typeface="Arial"/>
              </a:rPr>
              <a:t>t</a:t>
            </a:r>
            <a:r>
              <a:rPr dirty="0" sz="1050" spc="-15" b="1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03366"/>
                </a:solidFill>
                <a:latin typeface="Arial"/>
                <a:cs typeface="Arial"/>
              </a:rPr>
              <a:t>AR</a:t>
            </a:r>
            <a:r>
              <a:rPr dirty="0" sz="1050" b="1">
                <a:solidFill>
                  <a:srgbClr val="003366"/>
                </a:solidFill>
                <a:latin typeface="Arial"/>
                <a:cs typeface="Arial"/>
              </a:rPr>
              <a:t>Q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530380" y="4071531"/>
            <a:ext cx="4744085" cy="2967355"/>
            <a:chOff x="5530380" y="4071531"/>
            <a:chExt cx="4744085" cy="2967355"/>
          </a:xfrm>
        </p:grpSpPr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81680" y="4493996"/>
              <a:ext cx="2255043" cy="126718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683232" y="5449635"/>
              <a:ext cx="2538832" cy="139064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709944" y="5465066"/>
              <a:ext cx="2485951" cy="133845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707473" y="5462594"/>
              <a:ext cx="2491105" cy="1343660"/>
            </a:xfrm>
            <a:custGeom>
              <a:avLst/>
              <a:gdLst/>
              <a:ahLst/>
              <a:cxnLst/>
              <a:rect l="l" t="t" r="r" b="b"/>
              <a:pathLst>
                <a:path w="2491104" h="1343659">
                  <a:moveTo>
                    <a:pt x="0" y="0"/>
                  </a:moveTo>
                  <a:lnTo>
                    <a:pt x="2490892" y="0"/>
                  </a:lnTo>
                  <a:lnTo>
                    <a:pt x="2490892" y="1343400"/>
                  </a:lnTo>
                  <a:lnTo>
                    <a:pt x="0" y="1343400"/>
                  </a:lnTo>
                  <a:lnTo>
                    <a:pt x="0" y="0"/>
                  </a:lnTo>
                  <a:close/>
                </a:path>
              </a:pathLst>
            </a:custGeom>
            <a:ln w="4943">
              <a:solidFill>
                <a:srgbClr val="C3C3C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5533283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4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932433" y="1438021"/>
            <a:ext cx="339090" cy="155575"/>
          </a:xfrm>
          <a:custGeom>
            <a:avLst/>
            <a:gdLst/>
            <a:ahLst/>
            <a:cxnLst/>
            <a:rect l="l" t="t" r="r" b="b"/>
            <a:pathLst>
              <a:path w="339090" h="155575">
                <a:moveTo>
                  <a:pt x="338963" y="144525"/>
                </a:moveTo>
                <a:lnTo>
                  <a:pt x="332914" y="144863"/>
                </a:lnTo>
                <a:lnTo>
                  <a:pt x="325818" y="145891"/>
                </a:lnTo>
                <a:lnTo>
                  <a:pt x="317674" y="147633"/>
                </a:lnTo>
                <a:lnTo>
                  <a:pt x="308482" y="150113"/>
                </a:lnTo>
                <a:lnTo>
                  <a:pt x="298580" y="152521"/>
                </a:lnTo>
                <a:lnTo>
                  <a:pt x="288321" y="154225"/>
                </a:lnTo>
                <a:lnTo>
                  <a:pt x="277729" y="155239"/>
                </a:lnTo>
                <a:lnTo>
                  <a:pt x="266827" y="155575"/>
                </a:lnTo>
                <a:lnTo>
                  <a:pt x="255516" y="155575"/>
                </a:lnTo>
                <a:lnTo>
                  <a:pt x="243871" y="155575"/>
                </a:lnTo>
                <a:lnTo>
                  <a:pt x="172338" y="155575"/>
                </a:lnTo>
                <a:lnTo>
                  <a:pt x="161381" y="155408"/>
                </a:lnTo>
                <a:lnTo>
                  <a:pt x="120503" y="151312"/>
                </a:lnTo>
                <a:lnTo>
                  <a:pt x="74487" y="141575"/>
                </a:lnTo>
                <a:lnTo>
                  <a:pt x="37084" y="120396"/>
                </a:lnTo>
                <a:lnTo>
                  <a:pt x="33400" y="116712"/>
                </a:lnTo>
                <a:lnTo>
                  <a:pt x="30041" y="113426"/>
                </a:lnTo>
                <a:lnTo>
                  <a:pt x="0" y="82423"/>
                </a:lnTo>
                <a:lnTo>
                  <a:pt x="0" y="80645"/>
                </a:lnTo>
                <a:lnTo>
                  <a:pt x="0" y="78739"/>
                </a:lnTo>
                <a:lnTo>
                  <a:pt x="0" y="76835"/>
                </a:lnTo>
                <a:lnTo>
                  <a:pt x="0" y="75057"/>
                </a:lnTo>
                <a:lnTo>
                  <a:pt x="1045" y="72771"/>
                </a:lnTo>
                <a:lnTo>
                  <a:pt x="32654" y="41703"/>
                </a:lnTo>
                <a:lnTo>
                  <a:pt x="54365" y="30396"/>
                </a:lnTo>
                <a:lnTo>
                  <a:pt x="61833" y="27082"/>
                </a:lnTo>
                <a:lnTo>
                  <a:pt x="69657" y="23435"/>
                </a:lnTo>
                <a:lnTo>
                  <a:pt x="77850" y="19431"/>
                </a:lnTo>
                <a:lnTo>
                  <a:pt x="86326" y="15482"/>
                </a:lnTo>
                <a:lnTo>
                  <a:pt x="123112" y="3161"/>
                </a:lnTo>
                <a:lnTo>
                  <a:pt x="144525" y="0"/>
                </a:lnTo>
                <a:lnTo>
                  <a:pt x="150574" y="0"/>
                </a:lnTo>
                <a:lnTo>
                  <a:pt x="157670" y="0"/>
                </a:lnTo>
                <a:lnTo>
                  <a:pt x="208406" y="0"/>
                </a:lnTo>
                <a:lnTo>
                  <a:pt x="216050" y="879"/>
                </a:lnTo>
                <a:lnTo>
                  <a:pt x="258943" y="20681"/>
                </a:lnTo>
                <a:lnTo>
                  <a:pt x="293163" y="50022"/>
                </a:lnTo>
                <a:lnTo>
                  <a:pt x="303784" y="68580"/>
                </a:lnTo>
                <a:lnTo>
                  <a:pt x="307466" y="75946"/>
                </a:lnTo>
                <a:lnTo>
                  <a:pt x="311277" y="83438"/>
                </a:lnTo>
                <a:lnTo>
                  <a:pt x="314959" y="90805"/>
                </a:lnTo>
                <a:lnTo>
                  <a:pt x="318643" y="97282"/>
                </a:lnTo>
                <a:lnTo>
                  <a:pt x="322325" y="102870"/>
                </a:lnTo>
                <a:lnTo>
                  <a:pt x="326009" y="108331"/>
                </a:lnTo>
                <a:lnTo>
                  <a:pt x="328803" y="113030"/>
                </a:lnTo>
                <a:lnTo>
                  <a:pt x="330707" y="116712"/>
                </a:lnTo>
                <a:lnTo>
                  <a:pt x="332485" y="120396"/>
                </a:lnTo>
                <a:lnTo>
                  <a:pt x="333502" y="123189"/>
                </a:lnTo>
                <a:lnTo>
                  <a:pt x="333502" y="125095"/>
                </a:lnTo>
                <a:lnTo>
                  <a:pt x="333502" y="126873"/>
                </a:lnTo>
                <a:lnTo>
                  <a:pt x="320547" y="144525"/>
                </a:lnTo>
                <a:lnTo>
                  <a:pt x="316738" y="14452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021713" y="1565910"/>
            <a:ext cx="389255" cy="5715"/>
          </a:xfrm>
          <a:custGeom>
            <a:avLst/>
            <a:gdLst/>
            <a:ahLst/>
            <a:cxnLst/>
            <a:rect l="l" t="t" r="r" b="b"/>
            <a:pathLst>
              <a:path w="389255" h="5715">
                <a:moveTo>
                  <a:pt x="0" y="5461"/>
                </a:moveTo>
                <a:lnTo>
                  <a:pt x="0" y="5461"/>
                </a:lnTo>
                <a:lnTo>
                  <a:pt x="333501" y="5461"/>
                </a:lnTo>
                <a:lnTo>
                  <a:pt x="343711" y="5292"/>
                </a:lnTo>
                <a:lnTo>
                  <a:pt x="352218" y="4778"/>
                </a:lnTo>
                <a:lnTo>
                  <a:pt x="358987" y="3907"/>
                </a:lnTo>
                <a:lnTo>
                  <a:pt x="363981" y="2667"/>
                </a:lnTo>
                <a:lnTo>
                  <a:pt x="369569" y="888"/>
                </a:lnTo>
                <a:lnTo>
                  <a:pt x="373253" y="0"/>
                </a:lnTo>
                <a:lnTo>
                  <a:pt x="385318" y="0"/>
                </a:lnTo>
                <a:lnTo>
                  <a:pt x="38900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822446" y="1571371"/>
            <a:ext cx="628015" cy="11430"/>
          </a:xfrm>
          <a:custGeom>
            <a:avLst/>
            <a:gdLst/>
            <a:ahLst/>
            <a:cxnLst/>
            <a:rect l="l" t="t" r="r" b="b"/>
            <a:pathLst>
              <a:path w="628014" h="11430">
                <a:moveTo>
                  <a:pt x="0" y="11175"/>
                </a:moveTo>
                <a:lnTo>
                  <a:pt x="1777" y="11175"/>
                </a:lnTo>
                <a:lnTo>
                  <a:pt x="225043" y="11175"/>
                </a:lnTo>
                <a:lnTo>
                  <a:pt x="237878" y="11007"/>
                </a:lnTo>
                <a:lnTo>
                  <a:pt x="251428" y="10493"/>
                </a:lnTo>
                <a:lnTo>
                  <a:pt x="265691" y="9622"/>
                </a:lnTo>
                <a:lnTo>
                  <a:pt x="280669" y="8382"/>
                </a:lnTo>
                <a:lnTo>
                  <a:pt x="294360" y="7141"/>
                </a:lnTo>
                <a:lnTo>
                  <a:pt x="304942" y="6270"/>
                </a:lnTo>
                <a:lnTo>
                  <a:pt x="312406" y="5756"/>
                </a:lnTo>
                <a:lnTo>
                  <a:pt x="316738" y="5587"/>
                </a:lnTo>
                <a:lnTo>
                  <a:pt x="320420" y="5587"/>
                </a:lnTo>
                <a:lnTo>
                  <a:pt x="324103" y="5587"/>
                </a:lnTo>
                <a:lnTo>
                  <a:pt x="353821" y="5587"/>
                </a:lnTo>
                <a:lnTo>
                  <a:pt x="359409" y="4699"/>
                </a:lnTo>
                <a:lnTo>
                  <a:pt x="366775" y="2794"/>
                </a:lnTo>
                <a:lnTo>
                  <a:pt x="374141" y="1015"/>
                </a:lnTo>
                <a:lnTo>
                  <a:pt x="380618" y="0"/>
                </a:lnTo>
                <a:lnTo>
                  <a:pt x="386206" y="0"/>
                </a:lnTo>
                <a:lnTo>
                  <a:pt x="391794" y="0"/>
                </a:lnTo>
                <a:lnTo>
                  <a:pt x="624204" y="0"/>
                </a:lnTo>
                <a:lnTo>
                  <a:pt x="62801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27047" y="1693672"/>
            <a:ext cx="928369" cy="17145"/>
          </a:xfrm>
          <a:custGeom>
            <a:avLst/>
            <a:gdLst/>
            <a:ahLst/>
            <a:cxnLst/>
            <a:rect l="l" t="t" r="r" b="b"/>
            <a:pathLst>
              <a:path w="928369" h="17144">
                <a:moveTo>
                  <a:pt x="0" y="0"/>
                </a:moveTo>
                <a:lnTo>
                  <a:pt x="2793" y="888"/>
                </a:lnTo>
                <a:lnTo>
                  <a:pt x="8382" y="2794"/>
                </a:lnTo>
                <a:lnTo>
                  <a:pt x="13970" y="4699"/>
                </a:lnTo>
                <a:lnTo>
                  <a:pt x="19558" y="6476"/>
                </a:lnTo>
                <a:lnTo>
                  <a:pt x="25018" y="8382"/>
                </a:lnTo>
                <a:lnTo>
                  <a:pt x="70562" y="15136"/>
                </a:lnTo>
                <a:lnTo>
                  <a:pt x="102870" y="16637"/>
                </a:lnTo>
                <a:lnTo>
                  <a:pt x="113799" y="16637"/>
                </a:lnTo>
                <a:lnTo>
                  <a:pt x="127158" y="16637"/>
                </a:lnTo>
                <a:lnTo>
                  <a:pt x="924433" y="16637"/>
                </a:lnTo>
                <a:lnTo>
                  <a:pt x="928116" y="1663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593977" y="2067052"/>
            <a:ext cx="197485" cy="0"/>
          </a:xfrm>
          <a:custGeom>
            <a:avLst/>
            <a:gdLst/>
            <a:ahLst/>
            <a:cxnLst/>
            <a:rect l="l" t="t" r="r" b="b"/>
            <a:pathLst>
              <a:path w="197485" h="0">
                <a:moveTo>
                  <a:pt x="0" y="0"/>
                </a:moveTo>
                <a:lnTo>
                  <a:pt x="197484" y="0"/>
                </a:lnTo>
              </a:path>
            </a:pathLst>
          </a:custGeom>
          <a:ln w="31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893825" y="1891411"/>
            <a:ext cx="294005" cy="391160"/>
            <a:chOff x="893825" y="1891411"/>
            <a:chExt cx="294005" cy="391160"/>
          </a:xfrm>
        </p:grpSpPr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7607" y="1891411"/>
              <a:ext cx="238378" cy="21577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900175" y="2078355"/>
              <a:ext cx="281305" cy="197485"/>
            </a:xfrm>
            <a:custGeom>
              <a:avLst/>
              <a:gdLst/>
              <a:ahLst/>
              <a:cxnLst/>
              <a:rect l="l" t="t" r="r" b="b"/>
              <a:pathLst>
                <a:path w="281305" h="197485">
                  <a:moveTo>
                    <a:pt x="276352" y="146685"/>
                  </a:moveTo>
                  <a:lnTo>
                    <a:pt x="280162" y="150367"/>
                  </a:lnTo>
                  <a:lnTo>
                    <a:pt x="281051" y="155066"/>
                  </a:lnTo>
                  <a:lnTo>
                    <a:pt x="279273" y="160781"/>
                  </a:lnTo>
                  <a:lnTo>
                    <a:pt x="244975" y="183326"/>
                  </a:lnTo>
                  <a:lnTo>
                    <a:pt x="200279" y="194563"/>
                  </a:lnTo>
                  <a:lnTo>
                    <a:pt x="152273" y="197358"/>
                  </a:lnTo>
                  <a:lnTo>
                    <a:pt x="138531" y="197358"/>
                  </a:lnTo>
                  <a:lnTo>
                    <a:pt x="125491" y="197358"/>
                  </a:lnTo>
                  <a:lnTo>
                    <a:pt x="113143" y="197358"/>
                  </a:lnTo>
                  <a:lnTo>
                    <a:pt x="101473" y="197358"/>
                  </a:lnTo>
                  <a:lnTo>
                    <a:pt x="90400" y="197020"/>
                  </a:lnTo>
                  <a:lnTo>
                    <a:pt x="50061" y="188932"/>
                  </a:lnTo>
                  <a:lnTo>
                    <a:pt x="16890" y="163575"/>
                  </a:lnTo>
                  <a:lnTo>
                    <a:pt x="5587" y="126873"/>
                  </a:lnTo>
                  <a:lnTo>
                    <a:pt x="0" y="95885"/>
                  </a:lnTo>
                  <a:lnTo>
                    <a:pt x="694" y="91811"/>
                  </a:lnTo>
                  <a:lnTo>
                    <a:pt x="16754" y="53036"/>
                  </a:lnTo>
                  <a:lnTo>
                    <a:pt x="39481" y="17621"/>
                  </a:lnTo>
                  <a:lnTo>
                    <a:pt x="60198" y="0"/>
                  </a:lnTo>
                  <a:lnTo>
                    <a:pt x="67690" y="0"/>
                  </a:lnTo>
                  <a:lnTo>
                    <a:pt x="75184" y="0"/>
                  </a:lnTo>
                  <a:lnTo>
                    <a:pt x="81787" y="0"/>
                  </a:lnTo>
                  <a:lnTo>
                    <a:pt x="87376" y="0"/>
                  </a:lnTo>
                  <a:lnTo>
                    <a:pt x="93090" y="0"/>
                  </a:lnTo>
                  <a:lnTo>
                    <a:pt x="99695" y="3683"/>
                  </a:lnTo>
                  <a:lnTo>
                    <a:pt x="135382" y="33781"/>
                  </a:lnTo>
                  <a:lnTo>
                    <a:pt x="143857" y="39421"/>
                  </a:lnTo>
                  <a:lnTo>
                    <a:pt x="152320" y="45085"/>
                  </a:lnTo>
                  <a:lnTo>
                    <a:pt x="185435" y="67643"/>
                  </a:lnTo>
                  <a:lnTo>
                    <a:pt x="214376" y="92075"/>
                  </a:lnTo>
                  <a:lnTo>
                    <a:pt x="214376" y="95885"/>
                  </a:lnTo>
                  <a:lnTo>
                    <a:pt x="214376" y="99567"/>
                  </a:lnTo>
                  <a:lnTo>
                    <a:pt x="214376" y="103377"/>
                  </a:lnTo>
                  <a:lnTo>
                    <a:pt x="214376" y="10718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/>
          <p:nvPr/>
        </p:nvSpPr>
        <p:spPr>
          <a:xfrm>
            <a:off x="1633473" y="2636774"/>
            <a:ext cx="968375" cy="45085"/>
          </a:xfrm>
          <a:custGeom>
            <a:avLst/>
            <a:gdLst/>
            <a:ahLst/>
            <a:cxnLst/>
            <a:rect l="l" t="t" r="r" b="b"/>
            <a:pathLst>
              <a:path w="968375" h="45085">
                <a:moveTo>
                  <a:pt x="0" y="45085"/>
                </a:moveTo>
                <a:lnTo>
                  <a:pt x="38100" y="39497"/>
                </a:lnTo>
                <a:lnTo>
                  <a:pt x="70560" y="31408"/>
                </a:lnTo>
                <a:lnTo>
                  <a:pt x="78993" y="29622"/>
                </a:lnTo>
                <a:lnTo>
                  <a:pt x="87427" y="28551"/>
                </a:lnTo>
                <a:lnTo>
                  <a:pt x="95884" y="28194"/>
                </a:lnTo>
                <a:lnTo>
                  <a:pt x="105598" y="28025"/>
                </a:lnTo>
                <a:lnTo>
                  <a:pt x="117776" y="27511"/>
                </a:lnTo>
                <a:lnTo>
                  <a:pt x="168366" y="23802"/>
                </a:lnTo>
                <a:lnTo>
                  <a:pt x="209236" y="19559"/>
                </a:lnTo>
                <a:lnTo>
                  <a:pt x="231267" y="16891"/>
                </a:lnTo>
                <a:lnTo>
                  <a:pt x="253672" y="14295"/>
                </a:lnTo>
                <a:lnTo>
                  <a:pt x="297435" y="10104"/>
                </a:lnTo>
                <a:lnTo>
                  <a:pt x="340270" y="7268"/>
                </a:lnTo>
                <a:lnTo>
                  <a:pt x="385367" y="5883"/>
                </a:lnTo>
                <a:lnTo>
                  <a:pt x="408939" y="5715"/>
                </a:lnTo>
                <a:lnTo>
                  <a:pt x="432585" y="5715"/>
                </a:lnTo>
                <a:lnTo>
                  <a:pt x="455517" y="5715"/>
                </a:lnTo>
                <a:lnTo>
                  <a:pt x="477734" y="5715"/>
                </a:lnTo>
                <a:lnTo>
                  <a:pt x="499237" y="5715"/>
                </a:lnTo>
                <a:lnTo>
                  <a:pt x="520571" y="5526"/>
                </a:lnTo>
                <a:lnTo>
                  <a:pt x="542274" y="4968"/>
                </a:lnTo>
                <a:lnTo>
                  <a:pt x="564334" y="4054"/>
                </a:lnTo>
                <a:lnTo>
                  <a:pt x="586739" y="2794"/>
                </a:lnTo>
                <a:lnTo>
                  <a:pt x="608599" y="1607"/>
                </a:lnTo>
                <a:lnTo>
                  <a:pt x="629030" y="730"/>
                </a:lnTo>
                <a:lnTo>
                  <a:pt x="648033" y="186"/>
                </a:lnTo>
                <a:lnTo>
                  <a:pt x="665607" y="0"/>
                </a:lnTo>
                <a:lnTo>
                  <a:pt x="682561" y="0"/>
                </a:lnTo>
                <a:lnTo>
                  <a:pt x="699516" y="0"/>
                </a:lnTo>
                <a:lnTo>
                  <a:pt x="968375" y="0"/>
                </a:lnTo>
                <a:lnTo>
                  <a:pt x="96469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37046" y="1226661"/>
            <a:ext cx="321310" cy="224154"/>
          </a:xfrm>
          <a:custGeom>
            <a:avLst/>
            <a:gdLst/>
            <a:ahLst/>
            <a:cxnLst/>
            <a:rect l="l" t="t" r="r" b="b"/>
            <a:pathLst>
              <a:path w="321310" h="224155">
                <a:moveTo>
                  <a:pt x="320801" y="156241"/>
                </a:moveTo>
                <a:lnTo>
                  <a:pt x="320801" y="167417"/>
                </a:lnTo>
                <a:lnTo>
                  <a:pt x="319913" y="174910"/>
                </a:lnTo>
                <a:lnTo>
                  <a:pt x="267335" y="201199"/>
                </a:lnTo>
                <a:lnTo>
                  <a:pt x="228663" y="214614"/>
                </a:lnTo>
                <a:lnTo>
                  <a:pt x="180276" y="223510"/>
                </a:lnTo>
                <a:lnTo>
                  <a:pt x="165988" y="223678"/>
                </a:lnTo>
                <a:lnTo>
                  <a:pt x="151774" y="223678"/>
                </a:lnTo>
                <a:lnTo>
                  <a:pt x="140001" y="223678"/>
                </a:lnTo>
                <a:lnTo>
                  <a:pt x="130681" y="223678"/>
                </a:lnTo>
                <a:lnTo>
                  <a:pt x="123825" y="223678"/>
                </a:lnTo>
                <a:lnTo>
                  <a:pt x="117679" y="223154"/>
                </a:lnTo>
                <a:lnTo>
                  <a:pt x="75993" y="207581"/>
                </a:lnTo>
                <a:lnTo>
                  <a:pt x="47666" y="182030"/>
                </a:lnTo>
                <a:lnTo>
                  <a:pt x="32551" y="145694"/>
                </a:lnTo>
                <a:lnTo>
                  <a:pt x="28860" y="136540"/>
                </a:lnTo>
                <a:lnTo>
                  <a:pt x="25503" y="128791"/>
                </a:lnTo>
                <a:lnTo>
                  <a:pt x="22478" y="122459"/>
                </a:lnTo>
                <a:lnTo>
                  <a:pt x="18795" y="114966"/>
                </a:lnTo>
                <a:lnTo>
                  <a:pt x="16001" y="107473"/>
                </a:lnTo>
                <a:lnTo>
                  <a:pt x="1904" y="60483"/>
                </a:lnTo>
                <a:lnTo>
                  <a:pt x="0" y="52990"/>
                </a:lnTo>
                <a:lnTo>
                  <a:pt x="0" y="34321"/>
                </a:lnTo>
                <a:lnTo>
                  <a:pt x="2793" y="30511"/>
                </a:lnTo>
                <a:lnTo>
                  <a:pt x="39369" y="15525"/>
                </a:lnTo>
                <a:lnTo>
                  <a:pt x="87249" y="7143"/>
                </a:lnTo>
                <a:lnTo>
                  <a:pt x="125253" y="4411"/>
                </a:lnTo>
                <a:lnTo>
                  <a:pt x="150064" y="4054"/>
                </a:lnTo>
                <a:lnTo>
                  <a:pt x="161147" y="3540"/>
                </a:lnTo>
                <a:lnTo>
                  <a:pt x="171158" y="2668"/>
                </a:lnTo>
                <a:lnTo>
                  <a:pt x="180086" y="1428"/>
                </a:lnTo>
                <a:lnTo>
                  <a:pt x="188543" y="357"/>
                </a:lnTo>
                <a:lnTo>
                  <a:pt x="196976" y="0"/>
                </a:lnTo>
                <a:lnTo>
                  <a:pt x="205410" y="357"/>
                </a:lnTo>
                <a:lnTo>
                  <a:pt x="213867" y="1428"/>
                </a:lnTo>
                <a:lnTo>
                  <a:pt x="247495" y="25181"/>
                </a:lnTo>
                <a:lnTo>
                  <a:pt x="269446" y="57737"/>
                </a:lnTo>
                <a:lnTo>
                  <a:pt x="278572" y="87975"/>
                </a:lnTo>
                <a:lnTo>
                  <a:pt x="281416" y="97123"/>
                </a:lnTo>
                <a:lnTo>
                  <a:pt x="284235" y="104842"/>
                </a:lnTo>
                <a:lnTo>
                  <a:pt x="287019" y="111156"/>
                </a:lnTo>
                <a:lnTo>
                  <a:pt x="289688" y="117133"/>
                </a:lnTo>
                <a:lnTo>
                  <a:pt x="291988" y="123825"/>
                </a:lnTo>
                <a:lnTo>
                  <a:pt x="298323" y="164623"/>
                </a:lnTo>
                <a:lnTo>
                  <a:pt x="298323" y="170338"/>
                </a:lnTo>
                <a:lnTo>
                  <a:pt x="298323" y="174910"/>
                </a:lnTo>
                <a:lnTo>
                  <a:pt x="298323" y="17872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066790" y="2432812"/>
            <a:ext cx="642620" cy="11430"/>
          </a:xfrm>
          <a:custGeom>
            <a:avLst/>
            <a:gdLst/>
            <a:ahLst/>
            <a:cxnLst/>
            <a:rect l="l" t="t" r="r" b="b"/>
            <a:pathLst>
              <a:path w="642620" h="11430">
                <a:moveTo>
                  <a:pt x="0" y="11303"/>
                </a:moveTo>
                <a:lnTo>
                  <a:pt x="0" y="11303"/>
                </a:lnTo>
                <a:lnTo>
                  <a:pt x="428244" y="11303"/>
                </a:lnTo>
                <a:lnTo>
                  <a:pt x="449748" y="11134"/>
                </a:lnTo>
                <a:lnTo>
                  <a:pt x="469122" y="10620"/>
                </a:lnTo>
                <a:lnTo>
                  <a:pt x="486376" y="9749"/>
                </a:lnTo>
                <a:lnTo>
                  <a:pt x="501523" y="8509"/>
                </a:lnTo>
                <a:lnTo>
                  <a:pt x="514719" y="7268"/>
                </a:lnTo>
                <a:lnTo>
                  <a:pt x="526129" y="6397"/>
                </a:lnTo>
                <a:lnTo>
                  <a:pt x="535777" y="5883"/>
                </a:lnTo>
                <a:lnTo>
                  <a:pt x="543687" y="5715"/>
                </a:lnTo>
                <a:lnTo>
                  <a:pt x="550922" y="5715"/>
                </a:lnTo>
                <a:lnTo>
                  <a:pt x="558514" y="5715"/>
                </a:lnTo>
                <a:lnTo>
                  <a:pt x="615061" y="5715"/>
                </a:lnTo>
                <a:lnTo>
                  <a:pt x="621664" y="4699"/>
                </a:lnTo>
                <a:lnTo>
                  <a:pt x="625475" y="2921"/>
                </a:lnTo>
                <a:lnTo>
                  <a:pt x="629158" y="1016"/>
                </a:lnTo>
                <a:lnTo>
                  <a:pt x="634873" y="0"/>
                </a:lnTo>
                <a:lnTo>
                  <a:pt x="64236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19008" y="2427224"/>
            <a:ext cx="749935" cy="28575"/>
          </a:xfrm>
          <a:custGeom>
            <a:avLst/>
            <a:gdLst/>
            <a:ahLst/>
            <a:cxnLst/>
            <a:rect l="l" t="t" r="r" b="b"/>
            <a:pathLst>
              <a:path w="749934" h="28575">
                <a:moveTo>
                  <a:pt x="0" y="28194"/>
                </a:moveTo>
                <a:lnTo>
                  <a:pt x="5861" y="28025"/>
                </a:lnTo>
                <a:lnTo>
                  <a:pt x="12033" y="27511"/>
                </a:lnTo>
                <a:lnTo>
                  <a:pt x="18538" y="26640"/>
                </a:lnTo>
                <a:lnTo>
                  <a:pt x="25400" y="25400"/>
                </a:lnTo>
                <a:lnTo>
                  <a:pt x="33498" y="23971"/>
                </a:lnTo>
                <a:lnTo>
                  <a:pt x="43703" y="22542"/>
                </a:lnTo>
                <a:lnTo>
                  <a:pt x="56028" y="21113"/>
                </a:lnTo>
                <a:lnTo>
                  <a:pt x="70485" y="19685"/>
                </a:lnTo>
                <a:lnTo>
                  <a:pt x="85635" y="18329"/>
                </a:lnTo>
                <a:lnTo>
                  <a:pt x="100060" y="16938"/>
                </a:lnTo>
                <a:lnTo>
                  <a:pt x="113793" y="15523"/>
                </a:lnTo>
                <a:lnTo>
                  <a:pt x="126873" y="14097"/>
                </a:lnTo>
                <a:lnTo>
                  <a:pt x="139184" y="12856"/>
                </a:lnTo>
                <a:lnTo>
                  <a:pt x="150780" y="11985"/>
                </a:lnTo>
                <a:lnTo>
                  <a:pt x="161663" y="11471"/>
                </a:lnTo>
                <a:lnTo>
                  <a:pt x="171831" y="11303"/>
                </a:lnTo>
                <a:lnTo>
                  <a:pt x="181548" y="11303"/>
                </a:lnTo>
                <a:lnTo>
                  <a:pt x="190896" y="11303"/>
                </a:lnTo>
                <a:lnTo>
                  <a:pt x="304292" y="11303"/>
                </a:lnTo>
                <a:lnTo>
                  <a:pt x="312935" y="11116"/>
                </a:lnTo>
                <a:lnTo>
                  <a:pt x="321913" y="10572"/>
                </a:lnTo>
                <a:lnTo>
                  <a:pt x="331223" y="9695"/>
                </a:lnTo>
                <a:lnTo>
                  <a:pt x="340868" y="8509"/>
                </a:lnTo>
                <a:lnTo>
                  <a:pt x="350585" y="7248"/>
                </a:lnTo>
                <a:lnTo>
                  <a:pt x="359933" y="6334"/>
                </a:lnTo>
                <a:lnTo>
                  <a:pt x="368925" y="5776"/>
                </a:lnTo>
                <a:lnTo>
                  <a:pt x="377571" y="5587"/>
                </a:lnTo>
                <a:lnTo>
                  <a:pt x="385974" y="5587"/>
                </a:lnTo>
                <a:lnTo>
                  <a:pt x="394414" y="5587"/>
                </a:lnTo>
                <a:lnTo>
                  <a:pt x="445135" y="5587"/>
                </a:lnTo>
                <a:lnTo>
                  <a:pt x="453255" y="5419"/>
                </a:lnTo>
                <a:lnTo>
                  <a:pt x="460660" y="4905"/>
                </a:lnTo>
                <a:lnTo>
                  <a:pt x="467352" y="4034"/>
                </a:lnTo>
                <a:lnTo>
                  <a:pt x="473329" y="2794"/>
                </a:lnTo>
                <a:lnTo>
                  <a:pt x="480016" y="1607"/>
                </a:lnTo>
                <a:lnTo>
                  <a:pt x="488823" y="730"/>
                </a:lnTo>
                <a:lnTo>
                  <a:pt x="499725" y="186"/>
                </a:lnTo>
                <a:lnTo>
                  <a:pt x="512699" y="0"/>
                </a:lnTo>
                <a:lnTo>
                  <a:pt x="525746" y="0"/>
                </a:lnTo>
                <a:lnTo>
                  <a:pt x="536686" y="0"/>
                </a:lnTo>
                <a:lnTo>
                  <a:pt x="745617" y="0"/>
                </a:lnTo>
                <a:lnTo>
                  <a:pt x="74942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9019158" y="2421636"/>
            <a:ext cx="765810" cy="17145"/>
          </a:xfrm>
          <a:custGeom>
            <a:avLst/>
            <a:gdLst/>
            <a:ahLst/>
            <a:cxnLst/>
            <a:rect l="l" t="t" r="r" b="b"/>
            <a:pathLst>
              <a:path w="765809" h="17144">
                <a:moveTo>
                  <a:pt x="0" y="16891"/>
                </a:moveTo>
                <a:lnTo>
                  <a:pt x="3683" y="16891"/>
                </a:lnTo>
                <a:lnTo>
                  <a:pt x="7493" y="16891"/>
                </a:lnTo>
                <a:lnTo>
                  <a:pt x="11302" y="16891"/>
                </a:lnTo>
                <a:lnTo>
                  <a:pt x="15847" y="16704"/>
                </a:lnTo>
                <a:lnTo>
                  <a:pt x="23939" y="16160"/>
                </a:lnTo>
                <a:lnTo>
                  <a:pt x="35556" y="15283"/>
                </a:lnTo>
                <a:lnTo>
                  <a:pt x="50673" y="14097"/>
                </a:lnTo>
                <a:lnTo>
                  <a:pt x="66895" y="12836"/>
                </a:lnTo>
                <a:lnTo>
                  <a:pt x="81676" y="11922"/>
                </a:lnTo>
                <a:lnTo>
                  <a:pt x="95053" y="11364"/>
                </a:lnTo>
                <a:lnTo>
                  <a:pt x="107061" y="11175"/>
                </a:lnTo>
                <a:lnTo>
                  <a:pt x="120062" y="11007"/>
                </a:lnTo>
                <a:lnTo>
                  <a:pt x="136588" y="10493"/>
                </a:lnTo>
                <a:lnTo>
                  <a:pt x="156638" y="9622"/>
                </a:lnTo>
                <a:lnTo>
                  <a:pt x="180213" y="8382"/>
                </a:lnTo>
                <a:lnTo>
                  <a:pt x="205622" y="7195"/>
                </a:lnTo>
                <a:lnTo>
                  <a:pt x="230997" y="6318"/>
                </a:lnTo>
                <a:lnTo>
                  <a:pt x="256347" y="5774"/>
                </a:lnTo>
                <a:lnTo>
                  <a:pt x="281686" y="5587"/>
                </a:lnTo>
                <a:lnTo>
                  <a:pt x="307024" y="5587"/>
                </a:lnTo>
                <a:lnTo>
                  <a:pt x="332374" y="5587"/>
                </a:lnTo>
                <a:lnTo>
                  <a:pt x="753110" y="5587"/>
                </a:lnTo>
                <a:lnTo>
                  <a:pt x="755904" y="4699"/>
                </a:lnTo>
                <a:lnTo>
                  <a:pt x="757809" y="2794"/>
                </a:lnTo>
                <a:lnTo>
                  <a:pt x="759714" y="889"/>
                </a:lnTo>
                <a:lnTo>
                  <a:pt x="761492" y="0"/>
                </a:lnTo>
                <a:lnTo>
                  <a:pt x="763397" y="0"/>
                </a:lnTo>
                <a:lnTo>
                  <a:pt x="765301" y="0"/>
                </a:lnTo>
                <a:lnTo>
                  <a:pt x="764286" y="0"/>
                </a:lnTo>
                <a:lnTo>
                  <a:pt x="76060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649971" y="2725801"/>
            <a:ext cx="485140" cy="17145"/>
          </a:xfrm>
          <a:custGeom>
            <a:avLst/>
            <a:gdLst/>
            <a:ahLst/>
            <a:cxnLst/>
            <a:rect l="l" t="t" r="r" b="b"/>
            <a:pathLst>
              <a:path w="485140" h="17144">
                <a:moveTo>
                  <a:pt x="0" y="16890"/>
                </a:moveTo>
                <a:lnTo>
                  <a:pt x="0" y="16890"/>
                </a:lnTo>
                <a:lnTo>
                  <a:pt x="25400" y="16890"/>
                </a:lnTo>
                <a:lnTo>
                  <a:pt x="32003" y="16001"/>
                </a:lnTo>
                <a:lnTo>
                  <a:pt x="76148" y="11134"/>
                </a:lnTo>
                <a:lnTo>
                  <a:pt x="84582" y="10620"/>
                </a:lnTo>
                <a:lnTo>
                  <a:pt x="93015" y="9749"/>
                </a:lnTo>
                <a:lnTo>
                  <a:pt x="101473" y="8508"/>
                </a:lnTo>
                <a:lnTo>
                  <a:pt x="109930" y="7268"/>
                </a:lnTo>
                <a:lnTo>
                  <a:pt x="118364" y="6397"/>
                </a:lnTo>
                <a:lnTo>
                  <a:pt x="126797" y="5883"/>
                </a:lnTo>
                <a:lnTo>
                  <a:pt x="135254" y="5714"/>
                </a:lnTo>
                <a:lnTo>
                  <a:pt x="143543" y="5714"/>
                </a:lnTo>
                <a:lnTo>
                  <a:pt x="151463" y="5714"/>
                </a:lnTo>
                <a:lnTo>
                  <a:pt x="440435" y="5714"/>
                </a:lnTo>
                <a:lnTo>
                  <a:pt x="447928" y="4699"/>
                </a:lnTo>
                <a:lnTo>
                  <a:pt x="453644" y="2920"/>
                </a:lnTo>
                <a:lnTo>
                  <a:pt x="458718" y="1660"/>
                </a:lnTo>
                <a:lnTo>
                  <a:pt x="465566" y="746"/>
                </a:lnTo>
                <a:lnTo>
                  <a:pt x="474200" y="188"/>
                </a:lnTo>
                <a:lnTo>
                  <a:pt x="484631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664193" y="2731516"/>
            <a:ext cx="1003300" cy="11430"/>
          </a:xfrm>
          <a:custGeom>
            <a:avLst/>
            <a:gdLst/>
            <a:ahLst/>
            <a:cxnLst/>
            <a:rect l="l" t="t" r="r" b="b"/>
            <a:pathLst>
              <a:path w="1003300" h="11430">
                <a:moveTo>
                  <a:pt x="0" y="0"/>
                </a:moveTo>
                <a:lnTo>
                  <a:pt x="0" y="0"/>
                </a:lnTo>
                <a:lnTo>
                  <a:pt x="878966" y="0"/>
                </a:lnTo>
                <a:lnTo>
                  <a:pt x="885112" y="168"/>
                </a:lnTo>
                <a:lnTo>
                  <a:pt x="892317" y="682"/>
                </a:lnTo>
                <a:lnTo>
                  <a:pt x="900594" y="1553"/>
                </a:lnTo>
                <a:lnTo>
                  <a:pt x="909954" y="2793"/>
                </a:lnTo>
                <a:lnTo>
                  <a:pt x="919785" y="4220"/>
                </a:lnTo>
                <a:lnTo>
                  <a:pt x="929640" y="5635"/>
                </a:lnTo>
                <a:lnTo>
                  <a:pt x="967644" y="10493"/>
                </a:lnTo>
                <a:lnTo>
                  <a:pt x="983106" y="11175"/>
                </a:lnTo>
                <a:lnTo>
                  <a:pt x="992504" y="11175"/>
                </a:lnTo>
                <a:lnTo>
                  <a:pt x="999108" y="11175"/>
                </a:lnTo>
                <a:lnTo>
                  <a:pt x="1002919" y="1117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7" name="object 47"/>
          <p:cNvGrpSpPr/>
          <p:nvPr/>
        </p:nvGrpSpPr>
        <p:grpSpPr>
          <a:xfrm>
            <a:off x="6604000" y="3062732"/>
            <a:ext cx="1471930" cy="56515"/>
            <a:chOff x="6604000" y="3062732"/>
            <a:chExt cx="1471930" cy="56515"/>
          </a:xfrm>
        </p:grpSpPr>
        <p:sp>
          <p:nvSpPr>
            <p:cNvPr id="48" name="object 48"/>
            <p:cNvSpPr/>
            <p:nvPr/>
          </p:nvSpPr>
          <p:spPr>
            <a:xfrm>
              <a:off x="7849997" y="311289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610350" y="3069082"/>
              <a:ext cx="1459230" cy="11430"/>
            </a:xfrm>
            <a:custGeom>
              <a:avLst/>
              <a:gdLst/>
              <a:ahLst/>
              <a:cxnLst/>
              <a:rect l="l" t="t" r="r" b="b"/>
              <a:pathLst>
                <a:path w="1459229" h="11430">
                  <a:moveTo>
                    <a:pt x="-6350" y="5461"/>
                  </a:moveTo>
                  <a:lnTo>
                    <a:pt x="1465452" y="5461"/>
                  </a:lnTo>
                </a:path>
              </a:pathLst>
            </a:custGeom>
            <a:ln w="2362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슬라이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딩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우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흐름제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어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marR="288925" indent="-148590">
                        <a:lnSpc>
                          <a:spcPct val="101099"/>
                        </a:lnSpc>
                        <a:spcBef>
                          <a:spcPts val="52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전송한</a:t>
                      </a:r>
                      <a:r>
                        <a:rPr dirty="0" sz="950" spc="-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수신하지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않더라도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여러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 </a:t>
                      </a:r>
                      <a:r>
                        <a:rPr dirty="0" sz="950" spc="-3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연</a:t>
                      </a:r>
                      <a:r>
                        <a:rPr dirty="0" u="heavy" sz="9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속적으로</a:t>
                      </a:r>
                      <a:r>
                        <a:rPr dirty="0" u="heavy" sz="950" spc="-8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송하도록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허용하여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대기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효율성을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개선한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방법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(window)’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란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?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3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양쪽에서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만들어진</a:t>
                      </a:r>
                      <a:r>
                        <a:rPr dirty="0" u="heavy" sz="900" spc="-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1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버퍼</a:t>
                      </a:r>
                      <a:r>
                        <a:rPr dirty="0" u="heavy" sz="900" spc="1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Arial MT"/>
                          <a:cs typeface="Arial MT"/>
                        </a:rPr>
                        <a:t>(buffer)</a:t>
                      </a:r>
                      <a:r>
                        <a:rPr dirty="0" u="heavy" sz="900" spc="1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u="heavy" sz="900" spc="-5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크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6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송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marR="447040" indent="-123825">
                        <a:lnSpc>
                          <a:spcPct val="105700"/>
                        </a:lnSpc>
                        <a:spcBef>
                          <a:spcPts val="18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후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왼쪽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경계가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오른쪽을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향하여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이동하여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그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결과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크기가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줄어듬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2447290" indent="-123825">
                        <a:lnSpc>
                          <a:spcPct val="103299"/>
                        </a:lnSpc>
                        <a:spcBef>
                          <a:spcPts val="254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윈도우의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크기를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라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하고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개의 </a:t>
                      </a:r>
                      <a:r>
                        <a:rPr dirty="0" sz="900" spc="-3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 전송된다고 가정하면 </a:t>
                      </a:r>
                      <a:r>
                        <a:rPr dirty="0" sz="90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윈도우에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남아있는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수는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(W-3)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2289175" indent="-123825">
                        <a:lnSpc>
                          <a:spcPct val="104299"/>
                        </a:lnSpc>
                        <a:spcBef>
                          <a:spcPts val="24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 도착하면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윈도우는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도착된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 </a:t>
                      </a:r>
                      <a:r>
                        <a:rPr dirty="0" sz="900" spc="-3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따른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 수만큼 </a:t>
                      </a:r>
                      <a:r>
                        <a:rPr dirty="0" sz="90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오른쪽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경계가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오른쪽으로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이동하여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494665">
                        <a:lnSpc>
                          <a:spcPts val="975"/>
                        </a:lnSpc>
                        <a:spcBef>
                          <a:spcPts val="25"/>
                        </a:spcBef>
                      </a:pPr>
                      <a:r>
                        <a:rPr dirty="0" u="heavy" sz="900" spc="-5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u="heavy" sz="900" spc="2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윈도우</a:t>
                      </a:r>
                      <a:r>
                        <a:rPr dirty="0" u="heavy" sz="900" spc="-6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크기가</a:t>
                      </a:r>
                      <a:r>
                        <a:rPr dirty="0" u="heavy" sz="900" spc="-60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u="heavy" sz="900" spc="25">
                          <a:solidFill>
                            <a:srgbClr val="003366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Malgun Gothic"/>
                          <a:cs typeface="Malgun Gothic"/>
                        </a:rPr>
                        <a:t>늘어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ts val="290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66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140"/>
            <a:ext cx="1237066" cy="2020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84633" y="2183289"/>
            <a:ext cx="1726551" cy="955853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30380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신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  ACK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오른쪽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경계를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오른쪽으로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이동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endParaRPr sz="950">
                        <a:latin typeface="Wingdings"/>
                        <a:cs typeface="Wingdings"/>
                      </a:endParaRPr>
                    </a:p>
                    <a:p>
                      <a:pPr marL="34353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우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크기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커짐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우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크기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인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marR="483870" indent="-123825">
                        <a:lnSpc>
                          <a:spcPct val="105700"/>
                        </a:lnSpc>
                        <a:spcBef>
                          <a:spcPts val="17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이전에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전송하였고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 </a:t>
                      </a:r>
                      <a:r>
                        <a:rPr dirty="0" sz="900" spc="-3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것이라면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‘5-2’,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즉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크기만큼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늘어남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1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확장되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윈도우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크기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=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가장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최근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응답한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–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이전에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보낸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  <a:spcBef>
                          <a:spcPts val="520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140"/>
            <a:ext cx="1237066" cy="20205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42152" y="2161561"/>
            <a:ext cx="2328038" cy="111057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12979" y="4071531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1150" spc="-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Protocols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One-Bit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Go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Back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Selective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Repeat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530380" y="4071531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1150" spc="-4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Protocols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68262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 of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size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1,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3-bit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sequence number.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64869" indent="-182880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lphaLcParenBoth"/>
                        <a:tabLst>
                          <a:tab pos="865505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Initially.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64869" indent="-182880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lphaLcParenBoth"/>
                        <a:tabLst>
                          <a:tab pos="865505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After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first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frame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been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sent.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57250" indent="-175260">
                        <a:lnSpc>
                          <a:spcPct val="100000"/>
                        </a:lnSpc>
                        <a:spcBef>
                          <a:spcPts val="245"/>
                        </a:spcBef>
                        <a:buAutoNum type="alphaLcParenBoth"/>
                        <a:tabLst>
                          <a:tab pos="857885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After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first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frame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has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been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received.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864869" indent="-182880">
                        <a:lnSpc>
                          <a:spcPct val="100000"/>
                        </a:lnSpc>
                        <a:spcBef>
                          <a:spcPts val="275"/>
                        </a:spcBef>
                        <a:buAutoNum type="alphaLcParenBoth"/>
                        <a:tabLst>
                          <a:tab pos="865505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After the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first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acknowledgement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has been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received.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74385" y="4519993"/>
            <a:ext cx="2269483" cy="1255416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703961" y="720979"/>
            <a:ext cx="1038860" cy="56515"/>
          </a:xfrm>
          <a:custGeom>
            <a:avLst/>
            <a:gdLst/>
            <a:ahLst/>
            <a:cxnLst/>
            <a:rect l="l" t="t" r="r" b="b"/>
            <a:pathLst>
              <a:path w="1038860" h="56515">
                <a:moveTo>
                  <a:pt x="0" y="0"/>
                </a:moveTo>
                <a:lnTo>
                  <a:pt x="37397" y="9622"/>
                </a:lnTo>
                <a:lnTo>
                  <a:pt x="67437" y="11175"/>
                </a:lnTo>
                <a:lnTo>
                  <a:pt x="76531" y="11175"/>
                </a:lnTo>
                <a:lnTo>
                  <a:pt x="87042" y="11175"/>
                </a:lnTo>
                <a:lnTo>
                  <a:pt x="154432" y="11175"/>
                </a:lnTo>
                <a:lnTo>
                  <a:pt x="164268" y="11531"/>
                </a:lnTo>
                <a:lnTo>
                  <a:pt x="227329" y="16763"/>
                </a:lnTo>
                <a:lnTo>
                  <a:pt x="279288" y="22415"/>
                </a:lnTo>
                <a:lnTo>
                  <a:pt x="317245" y="28067"/>
                </a:lnTo>
                <a:lnTo>
                  <a:pt x="331440" y="30493"/>
                </a:lnTo>
                <a:lnTo>
                  <a:pt x="343169" y="32242"/>
                </a:lnTo>
                <a:lnTo>
                  <a:pt x="352446" y="33299"/>
                </a:lnTo>
                <a:lnTo>
                  <a:pt x="359283" y="33654"/>
                </a:lnTo>
                <a:lnTo>
                  <a:pt x="365257" y="33654"/>
                </a:lnTo>
                <a:lnTo>
                  <a:pt x="371935" y="33654"/>
                </a:lnTo>
                <a:lnTo>
                  <a:pt x="530479" y="33654"/>
                </a:lnTo>
                <a:lnTo>
                  <a:pt x="535382" y="33823"/>
                </a:lnTo>
                <a:lnTo>
                  <a:pt x="541702" y="34337"/>
                </a:lnTo>
                <a:lnTo>
                  <a:pt x="549427" y="35208"/>
                </a:lnTo>
                <a:lnTo>
                  <a:pt x="558546" y="36449"/>
                </a:lnTo>
                <a:lnTo>
                  <a:pt x="568356" y="37857"/>
                </a:lnTo>
                <a:lnTo>
                  <a:pt x="578167" y="39242"/>
                </a:lnTo>
                <a:lnTo>
                  <a:pt x="616743" y="44878"/>
                </a:lnTo>
                <a:lnTo>
                  <a:pt x="643104" y="49053"/>
                </a:lnTo>
                <a:lnTo>
                  <a:pt x="652557" y="50482"/>
                </a:lnTo>
                <a:lnTo>
                  <a:pt x="698182" y="55403"/>
                </a:lnTo>
                <a:lnTo>
                  <a:pt x="726948" y="56133"/>
                </a:lnTo>
                <a:lnTo>
                  <a:pt x="741499" y="56133"/>
                </a:lnTo>
                <a:lnTo>
                  <a:pt x="754300" y="56133"/>
                </a:lnTo>
                <a:lnTo>
                  <a:pt x="1034669" y="56133"/>
                </a:lnTo>
                <a:lnTo>
                  <a:pt x="1038478" y="5613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70782" y="1012825"/>
            <a:ext cx="701675" cy="28575"/>
          </a:xfrm>
          <a:custGeom>
            <a:avLst/>
            <a:gdLst/>
            <a:ahLst/>
            <a:cxnLst/>
            <a:rect l="l" t="t" r="r" b="b"/>
            <a:pathLst>
              <a:path w="701675" h="28575">
                <a:moveTo>
                  <a:pt x="0" y="22478"/>
                </a:moveTo>
                <a:lnTo>
                  <a:pt x="3682" y="26161"/>
                </a:lnTo>
                <a:lnTo>
                  <a:pt x="7365" y="28066"/>
                </a:lnTo>
                <a:lnTo>
                  <a:pt x="11175" y="28066"/>
                </a:lnTo>
                <a:lnTo>
                  <a:pt x="15718" y="28066"/>
                </a:lnTo>
                <a:lnTo>
                  <a:pt x="628522" y="28066"/>
                </a:lnTo>
                <a:lnTo>
                  <a:pt x="639069" y="27880"/>
                </a:lnTo>
                <a:lnTo>
                  <a:pt x="681863" y="16763"/>
                </a:lnTo>
                <a:lnTo>
                  <a:pt x="687577" y="13080"/>
                </a:lnTo>
                <a:lnTo>
                  <a:pt x="691260" y="10286"/>
                </a:lnTo>
                <a:lnTo>
                  <a:pt x="693165" y="8381"/>
                </a:lnTo>
                <a:lnTo>
                  <a:pt x="694943" y="6476"/>
                </a:lnTo>
                <a:lnTo>
                  <a:pt x="696848" y="5587"/>
                </a:lnTo>
                <a:lnTo>
                  <a:pt x="698753" y="5587"/>
                </a:lnTo>
                <a:lnTo>
                  <a:pt x="700658" y="5587"/>
                </a:lnTo>
                <a:lnTo>
                  <a:pt x="701547" y="3682"/>
                </a:lnTo>
                <a:lnTo>
                  <a:pt x="70154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600322" y="1175639"/>
            <a:ext cx="600710" cy="17145"/>
          </a:xfrm>
          <a:custGeom>
            <a:avLst/>
            <a:gdLst/>
            <a:ahLst/>
            <a:cxnLst/>
            <a:rect l="l" t="t" r="r" b="b"/>
            <a:pathLst>
              <a:path w="600710" h="17144">
                <a:moveTo>
                  <a:pt x="0" y="0"/>
                </a:moveTo>
                <a:lnTo>
                  <a:pt x="0" y="0"/>
                </a:lnTo>
                <a:lnTo>
                  <a:pt x="137413" y="0"/>
                </a:lnTo>
                <a:lnTo>
                  <a:pt x="161657" y="168"/>
                </a:lnTo>
                <a:lnTo>
                  <a:pt x="186578" y="682"/>
                </a:lnTo>
                <a:lnTo>
                  <a:pt x="212191" y="1553"/>
                </a:lnTo>
                <a:lnTo>
                  <a:pt x="238505" y="2793"/>
                </a:lnTo>
                <a:lnTo>
                  <a:pt x="264126" y="3980"/>
                </a:lnTo>
                <a:lnTo>
                  <a:pt x="287639" y="4857"/>
                </a:lnTo>
                <a:lnTo>
                  <a:pt x="309032" y="5401"/>
                </a:lnTo>
                <a:lnTo>
                  <a:pt x="328294" y="5587"/>
                </a:lnTo>
                <a:lnTo>
                  <a:pt x="346918" y="5756"/>
                </a:lnTo>
                <a:lnTo>
                  <a:pt x="366220" y="6270"/>
                </a:lnTo>
                <a:lnTo>
                  <a:pt x="386212" y="7141"/>
                </a:lnTo>
                <a:lnTo>
                  <a:pt x="406907" y="8381"/>
                </a:lnTo>
                <a:lnTo>
                  <a:pt x="428295" y="9790"/>
                </a:lnTo>
                <a:lnTo>
                  <a:pt x="450373" y="11175"/>
                </a:lnTo>
                <a:lnTo>
                  <a:pt x="496697" y="13969"/>
                </a:lnTo>
                <a:lnTo>
                  <a:pt x="536670" y="16081"/>
                </a:lnTo>
                <a:lnTo>
                  <a:pt x="561213" y="16763"/>
                </a:lnTo>
                <a:lnTo>
                  <a:pt x="572515" y="16763"/>
                </a:lnTo>
                <a:lnTo>
                  <a:pt x="580009" y="16763"/>
                </a:lnTo>
                <a:lnTo>
                  <a:pt x="583691" y="16763"/>
                </a:lnTo>
                <a:lnTo>
                  <a:pt x="587375" y="16763"/>
                </a:lnTo>
                <a:lnTo>
                  <a:pt x="593089" y="16763"/>
                </a:lnTo>
                <a:lnTo>
                  <a:pt x="600582" y="16763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43330" y="1271016"/>
            <a:ext cx="359410" cy="151765"/>
          </a:xfrm>
          <a:custGeom>
            <a:avLst/>
            <a:gdLst/>
            <a:ahLst/>
            <a:cxnLst/>
            <a:rect l="l" t="t" r="r" b="b"/>
            <a:pathLst>
              <a:path w="359409" h="151765">
                <a:moveTo>
                  <a:pt x="347980" y="129031"/>
                </a:moveTo>
                <a:lnTo>
                  <a:pt x="347980" y="132841"/>
                </a:lnTo>
                <a:lnTo>
                  <a:pt x="345185" y="136525"/>
                </a:lnTo>
                <a:lnTo>
                  <a:pt x="339597" y="140335"/>
                </a:lnTo>
                <a:lnTo>
                  <a:pt x="333882" y="144017"/>
                </a:lnTo>
                <a:lnTo>
                  <a:pt x="328294" y="145923"/>
                </a:lnTo>
                <a:lnTo>
                  <a:pt x="322706" y="145923"/>
                </a:lnTo>
                <a:lnTo>
                  <a:pt x="317119" y="145923"/>
                </a:lnTo>
                <a:lnTo>
                  <a:pt x="309625" y="146812"/>
                </a:lnTo>
                <a:lnTo>
                  <a:pt x="300228" y="148716"/>
                </a:lnTo>
                <a:lnTo>
                  <a:pt x="292897" y="149957"/>
                </a:lnTo>
                <a:lnTo>
                  <a:pt x="284829" y="150828"/>
                </a:lnTo>
                <a:lnTo>
                  <a:pt x="276046" y="151342"/>
                </a:lnTo>
                <a:lnTo>
                  <a:pt x="266572" y="151511"/>
                </a:lnTo>
                <a:lnTo>
                  <a:pt x="256593" y="151511"/>
                </a:lnTo>
                <a:lnTo>
                  <a:pt x="246268" y="151511"/>
                </a:lnTo>
                <a:lnTo>
                  <a:pt x="176784" y="151511"/>
                </a:lnTo>
                <a:lnTo>
                  <a:pt x="164135" y="151155"/>
                </a:lnTo>
                <a:lnTo>
                  <a:pt x="126237" y="145923"/>
                </a:lnTo>
                <a:lnTo>
                  <a:pt x="81406" y="134747"/>
                </a:lnTo>
                <a:lnTo>
                  <a:pt x="44831" y="120650"/>
                </a:lnTo>
                <a:lnTo>
                  <a:pt x="36784" y="116627"/>
                </a:lnTo>
                <a:lnTo>
                  <a:pt x="29416" y="112950"/>
                </a:lnTo>
                <a:lnTo>
                  <a:pt x="22738" y="109630"/>
                </a:lnTo>
                <a:lnTo>
                  <a:pt x="16764" y="106679"/>
                </a:lnTo>
                <a:lnTo>
                  <a:pt x="9270" y="102869"/>
                </a:lnTo>
                <a:lnTo>
                  <a:pt x="4698" y="99187"/>
                </a:lnTo>
                <a:lnTo>
                  <a:pt x="2793" y="95376"/>
                </a:lnTo>
                <a:lnTo>
                  <a:pt x="889" y="91693"/>
                </a:lnTo>
                <a:lnTo>
                  <a:pt x="0" y="86994"/>
                </a:lnTo>
                <a:lnTo>
                  <a:pt x="0" y="81406"/>
                </a:lnTo>
                <a:lnTo>
                  <a:pt x="0" y="75818"/>
                </a:lnTo>
                <a:lnTo>
                  <a:pt x="28791" y="48960"/>
                </a:lnTo>
                <a:lnTo>
                  <a:pt x="67371" y="28390"/>
                </a:lnTo>
                <a:lnTo>
                  <a:pt x="111849" y="14168"/>
                </a:lnTo>
                <a:lnTo>
                  <a:pt x="157162" y="5587"/>
                </a:lnTo>
                <a:lnTo>
                  <a:pt x="165588" y="4202"/>
                </a:lnTo>
                <a:lnTo>
                  <a:pt x="204850" y="0"/>
                </a:lnTo>
                <a:lnTo>
                  <a:pt x="212403" y="0"/>
                </a:lnTo>
                <a:lnTo>
                  <a:pt x="220980" y="0"/>
                </a:lnTo>
                <a:lnTo>
                  <a:pt x="289941" y="0"/>
                </a:lnTo>
                <a:lnTo>
                  <a:pt x="296544" y="3682"/>
                </a:lnTo>
                <a:lnTo>
                  <a:pt x="305943" y="11175"/>
                </a:lnTo>
                <a:lnTo>
                  <a:pt x="315213" y="18668"/>
                </a:lnTo>
                <a:lnTo>
                  <a:pt x="321818" y="23367"/>
                </a:lnTo>
                <a:lnTo>
                  <a:pt x="325500" y="25273"/>
                </a:lnTo>
                <a:lnTo>
                  <a:pt x="329310" y="27050"/>
                </a:lnTo>
                <a:lnTo>
                  <a:pt x="332994" y="29972"/>
                </a:lnTo>
                <a:lnTo>
                  <a:pt x="336803" y="33654"/>
                </a:lnTo>
                <a:lnTo>
                  <a:pt x="340487" y="37464"/>
                </a:lnTo>
                <a:lnTo>
                  <a:pt x="343281" y="42037"/>
                </a:lnTo>
                <a:lnTo>
                  <a:pt x="345185" y="47751"/>
                </a:lnTo>
                <a:lnTo>
                  <a:pt x="347091" y="53339"/>
                </a:lnTo>
                <a:lnTo>
                  <a:pt x="349884" y="57023"/>
                </a:lnTo>
                <a:lnTo>
                  <a:pt x="353568" y="58927"/>
                </a:lnTo>
                <a:lnTo>
                  <a:pt x="357378" y="60832"/>
                </a:lnTo>
                <a:lnTo>
                  <a:pt x="359156" y="63626"/>
                </a:lnTo>
                <a:lnTo>
                  <a:pt x="359156" y="6731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451467" y="3528568"/>
            <a:ext cx="366395" cy="28575"/>
          </a:xfrm>
          <a:custGeom>
            <a:avLst/>
            <a:gdLst/>
            <a:ahLst/>
            <a:cxnLst/>
            <a:rect l="l" t="t" r="r" b="b"/>
            <a:pathLst>
              <a:path w="366395" h="28575">
                <a:moveTo>
                  <a:pt x="366140" y="0"/>
                </a:moveTo>
                <a:lnTo>
                  <a:pt x="335152" y="11302"/>
                </a:lnTo>
                <a:lnTo>
                  <a:pt x="329564" y="11302"/>
                </a:lnTo>
                <a:lnTo>
                  <a:pt x="323850" y="11302"/>
                </a:lnTo>
                <a:lnTo>
                  <a:pt x="321055" y="12191"/>
                </a:lnTo>
                <a:lnTo>
                  <a:pt x="321055" y="14097"/>
                </a:lnTo>
                <a:lnTo>
                  <a:pt x="321055" y="16001"/>
                </a:lnTo>
                <a:lnTo>
                  <a:pt x="318261" y="16890"/>
                </a:lnTo>
                <a:lnTo>
                  <a:pt x="312674" y="16890"/>
                </a:lnTo>
                <a:lnTo>
                  <a:pt x="306958" y="16890"/>
                </a:lnTo>
                <a:lnTo>
                  <a:pt x="303275" y="17907"/>
                </a:lnTo>
                <a:lnTo>
                  <a:pt x="301371" y="19812"/>
                </a:lnTo>
                <a:lnTo>
                  <a:pt x="299465" y="21589"/>
                </a:lnTo>
                <a:lnTo>
                  <a:pt x="295782" y="23495"/>
                </a:lnTo>
                <a:lnTo>
                  <a:pt x="290067" y="25400"/>
                </a:lnTo>
                <a:lnTo>
                  <a:pt x="284479" y="27304"/>
                </a:lnTo>
                <a:lnTo>
                  <a:pt x="280669" y="28193"/>
                </a:lnTo>
                <a:lnTo>
                  <a:pt x="278891" y="28193"/>
                </a:lnTo>
                <a:lnTo>
                  <a:pt x="276986" y="28193"/>
                </a:lnTo>
                <a:lnTo>
                  <a:pt x="3809" y="28193"/>
                </a:lnTo>
                <a:lnTo>
                  <a:pt x="0" y="281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21121" y="1180465"/>
            <a:ext cx="881380" cy="282575"/>
          </a:xfrm>
          <a:custGeom>
            <a:avLst/>
            <a:gdLst/>
            <a:ahLst/>
            <a:cxnLst/>
            <a:rect l="l" t="t" r="r" b="b"/>
            <a:pathLst>
              <a:path w="881379" h="282575">
                <a:moveTo>
                  <a:pt x="0" y="282448"/>
                </a:moveTo>
                <a:lnTo>
                  <a:pt x="0" y="278764"/>
                </a:lnTo>
                <a:lnTo>
                  <a:pt x="1015" y="275970"/>
                </a:lnTo>
                <a:lnTo>
                  <a:pt x="2793" y="274065"/>
                </a:lnTo>
                <a:lnTo>
                  <a:pt x="4699" y="272161"/>
                </a:lnTo>
                <a:lnTo>
                  <a:pt x="6603" y="270255"/>
                </a:lnTo>
                <a:lnTo>
                  <a:pt x="8508" y="268350"/>
                </a:lnTo>
                <a:lnTo>
                  <a:pt x="10413" y="266445"/>
                </a:lnTo>
                <a:lnTo>
                  <a:pt x="11302" y="264667"/>
                </a:lnTo>
                <a:lnTo>
                  <a:pt x="11302" y="262763"/>
                </a:lnTo>
                <a:lnTo>
                  <a:pt x="11302" y="260857"/>
                </a:lnTo>
                <a:lnTo>
                  <a:pt x="12191" y="259968"/>
                </a:lnTo>
                <a:lnTo>
                  <a:pt x="48005" y="259968"/>
                </a:lnTo>
                <a:lnTo>
                  <a:pt x="55598" y="260137"/>
                </a:lnTo>
                <a:lnTo>
                  <a:pt x="64262" y="260651"/>
                </a:lnTo>
                <a:lnTo>
                  <a:pt x="73973" y="261522"/>
                </a:lnTo>
                <a:lnTo>
                  <a:pt x="84708" y="262763"/>
                </a:lnTo>
                <a:lnTo>
                  <a:pt x="95855" y="264003"/>
                </a:lnTo>
                <a:lnTo>
                  <a:pt x="106632" y="264874"/>
                </a:lnTo>
                <a:lnTo>
                  <a:pt x="117052" y="265388"/>
                </a:lnTo>
                <a:lnTo>
                  <a:pt x="127126" y="265556"/>
                </a:lnTo>
                <a:lnTo>
                  <a:pt x="137388" y="265556"/>
                </a:lnTo>
                <a:lnTo>
                  <a:pt x="148351" y="265556"/>
                </a:lnTo>
                <a:lnTo>
                  <a:pt x="231648" y="265556"/>
                </a:lnTo>
                <a:lnTo>
                  <a:pt x="248957" y="265725"/>
                </a:lnTo>
                <a:lnTo>
                  <a:pt x="266969" y="266239"/>
                </a:lnTo>
                <a:lnTo>
                  <a:pt x="285672" y="267110"/>
                </a:lnTo>
                <a:lnTo>
                  <a:pt x="305053" y="268350"/>
                </a:lnTo>
                <a:lnTo>
                  <a:pt x="324677" y="269591"/>
                </a:lnTo>
                <a:lnTo>
                  <a:pt x="343931" y="270462"/>
                </a:lnTo>
                <a:lnTo>
                  <a:pt x="362829" y="270976"/>
                </a:lnTo>
                <a:lnTo>
                  <a:pt x="381380" y="271144"/>
                </a:lnTo>
                <a:lnTo>
                  <a:pt x="400101" y="271144"/>
                </a:lnTo>
                <a:lnTo>
                  <a:pt x="419512" y="271144"/>
                </a:lnTo>
                <a:lnTo>
                  <a:pt x="439638" y="271144"/>
                </a:lnTo>
                <a:lnTo>
                  <a:pt x="460501" y="271144"/>
                </a:lnTo>
                <a:lnTo>
                  <a:pt x="481480" y="271333"/>
                </a:lnTo>
                <a:lnTo>
                  <a:pt x="502126" y="271891"/>
                </a:lnTo>
                <a:lnTo>
                  <a:pt x="522438" y="272805"/>
                </a:lnTo>
                <a:lnTo>
                  <a:pt x="542416" y="274065"/>
                </a:lnTo>
                <a:lnTo>
                  <a:pt x="560970" y="275306"/>
                </a:lnTo>
                <a:lnTo>
                  <a:pt x="577024" y="276177"/>
                </a:lnTo>
                <a:lnTo>
                  <a:pt x="590601" y="276691"/>
                </a:lnTo>
                <a:lnTo>
                  <a:pt x="601726" y="276860"/>
                </a:lnTo>
                <a:lnTo>
                  <a:pt x="612681" y="276860"/>
                </a:lnTo>
                <a:lnTo>
                  <a:pt x="625744" y="276860"/>
                </a:lnTo>
                <a:lnTo>
                  <a:pt x="745744" y="276860"/>
                </a:lnTo>
                <a:lnTo>
                  <a:pt x="752506" y="276502"/>
                </a:lnTo>
                <a:lnTo>
                  <a:pt x="761364" y="275431"/>
                </a:lnTo>
                <a:lnTo>
                  <a:pt x="772318" y="273645"/>
                </a:lnTo>
                <a:lnTo>
                  <a:pt x="785368" y="271144"/>
                </a:lnTo>
              </a:path>
              <a:path w="881379" h="282575">
                <a:moveTo>
                  <a:pt x="881379" y="248665"/>
                </a:moveTo>
                <a:lnTo>
                  <a:pt x="881379" y="252349"/>
                </a:lnTo>
                <a:lnTo>
                  <a:pt x="881379" y="256158"/>
                </a:lnTo>
                <a:lnTo>
                  <a:pt x="881379" y="259968"/>
                </a:lnTo>
                <a:lnTo>
                  <a:pt x="881379" y="263651"/>
                </a:lnTo>
                <a:lnTo>
                  <a:pt x="877570" y="266445"/>
                </a:lnTo>
                <a:lnTo>
                  <a:pt x="870076" y="268350"/>
                </a:lnTo>
                <a:lnTo>
                  <a:pt x="862583" y="270255"/>
                </a:lnTo>
                <a:lnTo>
                  <a:pt x="855090" y="271144"/>
                </a:lnTo>
                <a:lnTo>
                  <a:pt x="847471" y="271144"/>
                </a:lnTo>
                <a:lnTo>
                  <a:pt x="807973" y="263398"/>
                </a:lnTo>
                <a:lnTo>
                  <a:pt x="771052" y="234180"/>
                </a:lnTo>
                <a:lnTo>
                  <a:pt x="738884" y="198967"/>
                </a:lnTo>
                <a:lnTo>
                  <a:pt x="710501" y="154868"/>
                </a:lnTo>
                <a:lnTo>
                  <a:pt x="696573" y="127482"/>
                </a:lnTo>
                <a:lnTo>
                  <a:pt x="690038" y="114442"/>
                </a:lnTo>
                <a:lnTo>
                  <a:pt x="672715" y="79634"/>
                </a:lnTo>
                <a:lnTo>
                  <a:pt x="657225" y="44323"/>
                </a:lnTo>
                <a:lnTo>
                  <a:pt x="654430" y="37718"/>
                </a:lnTo>
                <a:lnTo>
                  <a:pt x="652526" y="33908"/>
                </a:lnTo>
                <a:lnTo>
                  <a:pt x="650748" y="30099"/>
                </a:lnTo>
                <a:lnTo>
                  <a:pt x="649731" y="27304"/>
                </a:lnTo>
                <a:lnTo>
                  <a:pt x="649731" y="25400"/>
                </a:lnTo>
                <a:lnTo>
                  <a:pt x="649731" y="23494"/>
                </a:lnTo>
                <a:lnTo>
                  <a:pt x="669544" y="8508"/>
                </a:lnTo>
                <a:lnTo>
                  <a:pt x="678942" y="2793"/>
                </a:lnTo>
                <a:lnTo>
                  <a:pt x="686434" y="0"/>
                </a:lnTo>
                <a:lnTo>
                  <a:pt x="692150" y="0"/>
                </a:lnTo>
                <a:lnTo>
                  <a:pt x="731647" y="5714"/>
                </a:lnTo>
                <a:lnTo>
                  <a:pt x="771955" y="17323"/>
                </a:lnTo>
                <a:lnTo>
                  <a:pt x="809005" y="39572"/>
                </a:lnTo>
                <a:lnTo>
                  <a:pt x="839088" y="65024"/>
                </a:lnTo>
                <a:lnTo>
                  <a:pt x="852439" y="105949"/>
                </a:lnTo>
                <a:lnTo>
                  <a:pt x="853185" y="118617"/>
                </a:lnTo>
                <a:lnTo>
                  <a:pt x="853185" y="126237"/>
                </a:lnTo>
                <a:lnTo>
                  <a:pt x="853185" y="133730"/>
                </a:lnTo>
                <a:lnTo>
                  <a:pt x="853185" y="160146"/>
                </a:lnTo>
                <a:lnTo>
                  <a:pt x="853185" y="16382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13804" y="1609852"/>
            <a:ext cx="712470" cy="11430"/>
          </a:xfrm>
          <a:custGeom>
            <a:avLst/>
            <a:gdLst/>
            <a:ahLst/>
            <a:cxnLst/>
            <a:rect l="l" t="t" r="r" b="b"/>
            <a:pathLst>
              <a:path w="712470" h="11430">
                <a:moveTo>
                  <a:pt x="0" y="0"/>
                </a:moveTo>
                <a:lnTo>
                  <a:pt x="0" y="0"/>
                </a:lnTo>
                <a:lnTo>
                  <a:pt x="121539" y="0"/>
                </a:lnTo>
                <a:lnTo>
                  <a:pt x="136538" y="186"/>
                </a:lnTo>
                <a:lnTo>
                  <a:pt x="150479" y="730"/>
                </a:lnTo>
                <a:lnTo>
                  <a:pt x="163347" y="1607"/>
                </a:lnTo>
                <a:lnTo>
                  <a:pt x="175132" y="2793"/>
                </a:lnTo>
                <a:lnTo>
                  <a:pt x="186634" y="4222"/>
                </a:lnTo>
                <a:lnTo>
                  <a:pt x="198469" y="5651"/>
                </a:lnTo>
                <a:lnTo>
                  <a:pt x="245808" y="10620"/>
                </a:lnTo>
                <a:lnTo>
                  <a:pt x="262763" y="11302"/>
                </a:lnTo>
                <a:lnTo>
                  <a:pt x="269811" y="11302"/>
                </a:lnTo>
                <a:lnTo>
                  <a:pt x="276859" y="11302"/>
                </a:lnTo>
                <a:lnTo>
                  <a:pt x="708151" y="11302"/>
                </a:lnTo>
                <a:lnTo>
                  <a:pt x="711962" y="11302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298954" y="2839339"/>
            <a:ext cx="230504" cy="22860"/>
          </a:xfrm>
          <a:custGeom>
            <a:avLst/>
            <a:gdLst/>
            <a:ahLst/>
            <a:cxnLst/>
            <a:rect l="l" t="t" r="r" b="b"/>
            <a:pathLst>
              <a:path w="230505" h="22860">
                <a:moveTo>
                  <a:pt x="0" y="0"/>
                </a:moveTo>
                <a:lnTo>
                  <a:pt x="0" y="0"/>
                </a:lnTo>
                <a:lnTo>
                  <a:pt x="26162" y="0"/>
                </a:lnTo>
                <a:lnTo>
                  <a:pt x="31876" y="888"/>
                </a:lnTo>
                <a:lnTo>
                  <a:pt x="39243" y="2793"/>
                </a:lnTo>
                <a:lnTo>
                  <a:pt x="46735" y="4699"/>
                </a:lnTo>
                <a:lnTo>
                  <a:pt x="54228" y="6476"/>
                </a:lnTo>
                <a:lnTo>
                  <a:pt x="61721" y="8381"/>
                </a:lnTo>
                <a:lnTo>
                  <a:pt x="102667" y="16595"/>
                </a:lnTo>
                <a:lnTo>
                  <a:pt x="109473" y="16763"/>
                </a:lnTo>
                <a:lnTo>
                  <a:pt x="116522" y="16952"/>
                </a:lnTo>
                <a:lnTo>
                  <a:pt x="123570" y="17510"/>
                </a:lnTo>
                <a:lnTo>
                  <a:pt x="130619" y="18424"/>
                </a:lnTo>
                <a:lnTo>
                  <a:pt x="137668" y="19684"/>
                </a:lnTo>
                <a:lnTo>
                  <a:pt x="146938" y="21462"/>
                </a:lnTo>
                <a:lnTo>
                  <a:pt x="154431" y="22478"/>
                </a:lnTo>
                <a:lnTo>
                  <a:pt x="222757" y="22478"/>
                </a:lnTo>
                <a:lnTo>
                  <a:pt x="230250" y="2247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56310" y="3019044"/>
            <a:ext cx="281305" cy="17145"/>
          </a:xfrm>
          <a:custGeom>
            <a:avLst/>
            <a:gdLst/>
            <a:ahLst/>
            <a:cxnLst/>
            <a:rect l="l" t="t" r="r" b="b"/>
            <a:pathLst>
              <a:path w="281305" h="17144">
                <a:moveTo>
                  <a:pt x="0" y="0"/>
                </a:moveTo>
                <a:lnTo>
                  <a:pt x="4699" y="1015"/>
                </a:lnTo>
                <a:lnTo>
                  <a:pt x="13970" y="2794"/>
                </a:lnTo>
                <a:lnTo>
                  <a:pt x="21018" y="4222"/>
                </a:lnTo>
                <a:lnTo>
                  <a:pt x="28066" y="5651"/>
                </a:lnTo>
                <a:lnTo>
                  <a:pt x="35115" y="7080"/>
                </a:lnTo>
                <a:lnTo>
                  <a:pt x="77206" y="11471"/>
                </a:lnTo>
                <a:lnTo>
                  <a:pt x="84216" y="11985"/>
                </a:lnTo>
                <a:lnTo>
                  <a:pt x="91251" y="12856"/>
                </a:lnTo>
                <a:lnTo>
                  <a:pt x="98298" y="14097"/>
                </a:lnTo>
                <a:lnTo>
                  <a:pt x="105326" y="15337"/>
                </a:lnTo>
                <a:lnTo>
                  <a:pt x="112331" y="16208"/>
                </a:lnTo>
                <a:lnTo>
                  <a:pt x="119336" y="16722"/>
                </a:lnTo>
                <a:lnTo>
                  <a:pt x="126365" y="16890"/>
                </a:lnTo>
                <a:lnTo>
                  <a:pt x="133411" y="16890"/>
                </a:lnTo>
                <a:lnTo>
                  <a:pt x="140446" y="16890"/>
                </a:lnTo>
                <a:lnTo>
                  <a:pt x="272990" y="16890"/>
                </a:lnTo>
                <a:lnTo>
                  <a:pt x="280924" y="1689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18030" y="3013456"/>
            <a:ext cx="472440" cy="11430"/>
          </a:xfrm>
          <a:custGeom>
            <a:avLst/>
            <a:gdLst/>
            <a:ahLst/>
            <a:cxnLst/>
            <a:rect l="l" t="t" r="r" b="b"/>
            <a:pathLst>
              <a:path w="472439" h="11430">
                <a:moveTo>
                  <a:pt x="0" y="5587"/>
                </a:moveTo>
                <a:lnTo>
                  <a:pt x="13551" y="3161"/>
                </a:lnTo>
                <a:lnTo>
                  <a:pt x="26019" y="1412"/>
                </a:lnTo>
                <a:lnTo>
                  <a:pt x="37415" y="355"/>
                </a:lnTo>
                <a:lnTo>
                  <a:pt x="47752" y="0"/>
                </a:lnTo>
                <a:lnTo>
                  <a:pt x="57058" y="0"/>
                </a:lnTo>
                <a:lnTo>
                  <a:pt x="65341" y="0"/>
                </a:lnTo>
                <a:lnTo>
                  <a:pt x="157352" y="0"/>
                </a:lnTo>
                <a:lnTo>
                  <a:pt x="179119" y="168"/>
                </a:lnTo>
                <a:lnTo>
                  <a:pt x="199469" y="682"/>
                </a:lnTo>
                <a:lnTo>
                  <a:pt x="218414" y="1553"/>
                </a:lnTo>
                <a:lnTo>
                  <a:pt x="235966" y="2794"/>
                </a:lnTo>
                <a:lnTo>
                  <a:pt x="253180" y="4220"/>
                </a:lnTo>
                <a:lnTo>
                  <a:pt x="271097" y="5635"/>
                </a:lnTo>
                <a:lnTo>
                  <a:pt x="329043" y="9622"/>
                </a:lnTo>
                <a:lnTo>
                  <a:pt x="371195" y="11007"/>
                </a:lnTo>
                <a:lnTo>
                  <a:pt x="393319" y="11175"/>
                </a:lnTo>
                <a:lnTo>
                  <a:pt x="413512" y="11175"/>
                </a:lnTo>
                <a:lnTo>
                  <a:pt x="429132" y="11175"/>
                </a:lnTo>
                <a:lnTo>
                  <a:pt x="440181" y="11175"/>
                </a:lnTo>
                <a:lnTo>
                  <a:pt x="446658" y="11175"/>
                </a:lnTo>
                <a:lnTo>
                  <a:pt x="452246" y="11175"/>
                </a:lnTo>
                <a:lnTo>
                  <a:pt x="460629" y="11175"/>
                </a:lnTo>
                <a:lnTo>
                  <a:pt x="471931" y="1117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45005" y="3148330"/>
            <a:ext cx="1084580" cy="28575"/>
          </a:xfrm>
          <a:custGeom>
            <a:avLst/>
            <a:gdLst/>
            <a:ahLst/>
            <a:cxnLst/>
            <a:rect l="l" t="t" r="r" b="b"/>
            <a:pathLst>
              <a:path w="1084580" h="28575">
                <a:moveTo>
                  <a:pt x="0" y="11175"/>
                </a:moveTo>
                <a:lnTo>
                  <a:pt x="0" y="11175"/>
                </a:lnTo>
                <a:lnTo>
                  <a:pt x="269620" y="11175"/>
                </a:lnTo>
                <a:lnTo>
                  <a:pt x="300557" y="11531"/>
                </a:lnTo>
                <a:lnTo>
                  <a:pt x="331469" y="12588"/>
                </a:lnTo>
                <a:lnTo>
                  <a:pt x="362382" y="14337"/>
                </a:lnTo>
                <a:lnTo>
                  <a:pt x="393319" y="16763"/>
                </a:lnTo>
                <a:lnTo>
                  <a:pt x="423132" y="19264"/>
                </a:lnTo>
                <a:lnTo>
                  <a:pt x="450850" y="21050"/>
                </a:lnTo>
                <a:lnTo>
                  <a:pt x="476472" y="22121"/>
                </a:lnTo>
                <a:lnTo>
                  <a:pt x="499999" y="22478"/>
                </a:lnTo>
                <a:lnTo>
                  <a:pt x="523714" y="22647"/>
                </a:lnTo>
                <a:lnTo>
                  <a:pt x="549894" y="23161"/>
                </a:lnTo>
                <a:lnTo>
                  <a:pt x="578526" y="24032"/>
                </a:lnTo>
                <a:lnTo>
                  <a:pt x="609600" y="25273"/>
                </a:lnTo>
                <a:lnTo>
                  <a:pt x="638724" y="26459"/>
                </a:lnTo>
                <a:lnTo>
                  <a:pt x="661527" y="27336"/>
                </a:lnTo>
                <a:lnTo>
                  <a:pt x="678019" y="27880"/>
                </a:lnTo>
                <a:lnTo>
                  <a:pt x="688213" y="28066"/>
                </a:lnTo>
                <a:lnTo>
                  <a:pt x="697611" y="28066"/>
                </a:lnTo>
                <a:lnTo>
                  <a:pt x="705993" y="28066"/>
                </a:lnTo>
                <a:lnTo>
                  <a:pt x="746251" y="28066"/>
                </a:lnTo>
                <a:lnTo>
                  <a:pt x="750951" y="26162"/>
                </a:lnTo>
                <a:lnTo>
                  <a:pt x="786511" y="11175"/>
                </a:lnTo>
                <a:lnTo>
                  <a:pt x="833252" y="5401"/>
                </a:lnTo>
                <a:lnTo>
                  <a:pt x="844121" y="4857"/>
                </a:lnTo>
                <a:lnTo>
                  <a:pt x="855680" y="3980"/>
                </a:lnTo>
                <a:lnTo>
                  <a:pt x="867918" y="2793"/>
                </a:lnTo>
                <a:lnTo>
                  <a:pt x="880941" y="1553"/>
                </a:lnTo>
                <a:lnTo>
                  <a:pt x="894667" y="682"/>
                </a:lnTo>
                <a:lnTo>
                  <a:pt x="909083" y="168"/>
                </a:lnTo>
                <a:lnTo>
                  <a:pt x="924179" y="0"/>
                </a:lnTo>
                <a:lnTo>
                  <a:pt x="940490" y="0"/>
                </a:lnTo>
                <a:lnTo>
                  <a:pt x="958564" y="0"/>
                </a:lnTo>
                <a:lnTo>
                  <a:pt x="1076152" y="0"/>
                </a:lnTo>
                <a:lnTo>
                  <a:pt x="108419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018032" y="3283077"/>
            <a:ext cx="1021715" cy="22860"/>
          </a:xfrm>
          <a:custGeom>
            <a:avLst/>
            <a:gdLst/>
            <a:ahLst/>
            <a:cxnLst/>
            <a:rect l="l" t="t" r="r" b="b"/>
            <a:pathLst>
              <a:path w="1021714" h="22860">
                <a:moveTo>
                  <a:pt x="0" y="0"/>
                </a:moveTo>
                <a:lnTo>
                  <a:pt x="0" y="0"/>
                </a:lnTo>
                <a:lnTo>
                  <a:pt x="104012" y="0"/>
                </a:lnTo>
                <a:lnTo>
                  <a:pt x="120679" y="186"/>
                </a:lnTo>
                <a:lnTo>
                  <a:pt x="139811" y="730"/>
                </a:lnTo>
                <a:lnTo>
                  <a:pt x="161395" y="1607"/>
                </a:lnTo>
                <a:lnTo>
                  <a:pt x="185420" y="2793"/>
                </a:lnTo>
                <a:lnTo>
                  <a:pt x="210903" y="4222"/>
                </a:lnTo>
                <a:lnTo>
                  <a:pt x="236696" y="5651"/>
                </a:lnTo>
                <a:lnTo>
                  <a:pt x="289306" y="8508"/>
                </a:lnTo>
                <a:lnTo>
                  <a:pt x="339915" y="10572"/>
                </a:lnTo>
                <a:lnTo>
                  <a:pt x="384809" y="11302"/>
                </a:lnTo>
                <a:lnTo>
                  <a:pt x="405578" y="11302"/>
                </a:lnTo>
                <a:lnTo>
                  <a:pt x="425608" y="11302"/>
                </a:lnTo>
                <a:lnTo>
                  <a:pt x="654557" y="11302"/>
                </a:lnTo>
                <a:lnTo>
                  <a:pt x="671536" y="11116"/>
                </a:lnTo>
                <a:lnTo>
                  <a:pt x="686085" y="10572"/>
                </a:lnTo>
                <a:lnTo>
                  <a:pt x="698206" y="9695"/>
                </a:lnTo>
                <a:lnTo>
                  <a:pt x="707898" y="8508"/>
                </a:lnTo>
                <a:lnTo>
                  <a:pt x="715944" y="7248"/>
                </a:lnTo>
                <a:lnTo>
                  <a:pt x="723312" y="6334"/>
                </a:lnTo>
                <a:lnTo>
                  <a:pt x="729990" y="5776"/>
                </a:lnTo>
                <a:lnTo>
                  <a:pt x="735965" y="5587"/>
                </a:lnTo>
                <a:lnTo>
                  <a:pt x="741939" y="5587"/>
                </a:lnTo>
                <a:lnTo>
                  <a:pt x="748617" y="5587"/>
                </a:lnTo>
                <a:lnTo>
                  <a:pt x="825881" y="5587"/>
                </a:lnTo>
                <a:lnTo>
                  <a:pt x="834451" y="5419"/>
                </a:lnTo>
                <a:lnTo>
                  <a:pt x="843391" y="4905"/>
                </a:lnTo>
                <a:lnTo>
                  <a:pt x="852687" y="4034"/>
                </a:lnTo>
                <a:lnTo>
                  <a:pt x="862330" y="2793"/>
                </a:lnTo>
                <a:lnTo>
                  <a:pt x="871690" y="1607"/>
                </a:lnTo>
                <a:lnTo>
                  <a:pt x="879967" y="730"/>
                </a:lnTo>
                <a:lnTo>
                  <a:pt x="887172" y="186"/>
                </a:lnTo>
                <a:lnTo>
                  <a:pt x="893318" y="0"/>
                </a:lnTo>
                <a:lnTo>
                  <a:pt x="899461" y="0"/>
                </a:lnTo>
                <a:lnTo>
                  <a:pt x="906653" y="0"/>
                </a:lnTo>
                <a:lnTo>
                  <a:pt x="1021588" y="0"/>
                </a:lnTo>
                <a:lnTo>
                  <a:pt x="1021588" y="1015"/>
                </a:lnTo>
                <a:lnTo>
                  <a:pt x="1019682" y="2793"/>
                </a:lnTo>
                <a:lnTo>
                  <a:pt x="1017778" y="4699"/>
                </a:lnTo>
                <a:lnTo>
                  <a:pt x="1013079" y="7492"/>
                </a:lnTo>
                <a:lnTo>
                  <a:pt x="1005586" y="11302"/>
                </a:lnTo>
                <a:lnTo>
                  <a:pt x="998918" y="14085"/>
                </a:lnTo>
                <a:lnTo>
                  <a:pt x="990155" y="16890"/>
                </a:lnTo>
                <a:lnTo>
                  <a:pt x="979297" y="19696"/>
                </a:lnTo>
                <a:lnTo>
                  <a:pt x="966343" y="2247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926709" y="1864233"/>
            <a:ext cx="976630" cy="61594"/>
          </a:xfrm>
          <a:custGeom>
            <a:avLst/>
            <a:gdLst/>
            <a:ahLst/>
            <a:cxnLst/>
            <a:rect l="l" t="t" r="r" b="b"/>
            <a:pathLst>
              <a:path w="976629" h="61594">
                <a:moveTo>
                  <a:pt x="0" y="61595"/>
                </a:moveTo>
                <a:lnTo>
                  <a:pt x="0" y="61595"/>
                </a:lnTo>
                <a:lnTo>
                  <a:pt x="308610" y="61595"/>
                </a:lnTo>
                <a:lnTo>
                  <a:pt x="331894" y="61426"/>
                </a:lnTo>
                <a:lnTo>
                  <a:pt x="383797" y="60041"/>
                </a:lnTo>
                <a:lnTo>
                  <a:pt x="440584" y="57445"/>
                </a:lnTo>
                <a:lnTo>
                  <a:pt x="489682" y="54639"/>
                </a:lnTo>
                <a:lnTo>
                  <a:pt x="510539" y="53212"/>
                </a:lnTo>
                <a:lnTo>
                  <a:pt x="528945" y="52026"/>
                </a:lnTo>
                <a:lnTo>
                  <a:pt x="544909" y="51149"/>
                </a:lnTo>
                <a:lnTo>
                  <a:pt x="558420" y="50605"/>
                </a:lnTo>
                <a:lnTo>
                  <a:pt x="569467" y="50419"/>
                </a:lnTo>
                <a:lnTo>
                  <a:pt x="579447" y="50250"/>
                </a:lnTo>
                <a:lnTo>
                  <a:pt x="589772" y="49736"/>
                </a:lnTo>
                <a:lnTo>
                  <a:pt x="600454" y="48865"/>
                </a:lnTo>
                <a:lnTo>
                  <a:pt x="611505" y="47625"/>
                </a:lnTo>
                <a:lnTo>
                  <a:pt x="622724" y="46384"/>
                </a:lnTo>
                <a:lnTo>
                  <a:pt x="633920" y="45513"/>
                </a:lnTo>
                <a:lnTo>
                  <a:pt x="645116" y="44999"/>
                </a:lnTo>
                <a:lnTo>
                  <a:pt x="656336" y="44831"/>
                </a:lnTo>
                <a:lnTo>
                  <a:pt x="666863" y="44662"/>
                </a:lnTo>
                <a:lnTo>
                  <a:pt x="675973" y="44148"/>
                </a:lnTo>
                <a:lnTo>
                  <a:pt x="683678" y="43277"/>
                </a:lnTo>
                <a:lnTo>
                  <a:pt x="689990" y="42037"/>
                </a:lnTo>
                <a:lnTo>
                  <a:pt x="695779" y="40610"/>
                </a:lnTo>
                <a:lnTo>
                  <a:pt x="701913" y="39195"/>
                </a:lnTo>
                <a:lnTo>
                  <a:pt x="708404" y="37804"/>
                </a:lnTo>
                <a:lnTo>
                  <a:pt x="715263" y="36449"/>
                </a:lnTo>
                <a:lnTo>
                  <a:pt x="722123" y="34851"/>
                </a:lnTo>
                <a:lnTo>
                  <a:pt x="728614" y="32908"/>
                </a:lnTo>
                <a:lnTo>
                  <a:pt x="734748" y="30608"/>
                </a:lnTo>
                <a:lnTo>
                  <a:pt x="740537" y="27939"/>
                </a:lnTo>
                <a:lnTo>
                  <a:pt x="748030" y="24257"/>
                </a:lnTo>
                <a:lnTo>
                  <a:pt x="755522" y="22351"/>
                </a:lnTo>
                <a:lnTo>
                  <a:pt x="762888" y="22351"/>
                </a:lnTo>
                <a:lnTo>
                  <a:pt x="770382" y="22351"/>
                </a:lnTo>
                <a:lnTo>
                  <a:pt x="778890" y="22351"/>
                </a:lnTo>
                <a:lnTo>
                  <a:pt x="788162" y="22351"/>
                </a:lnTo>
                <a:lnTo>
                  <a:pt x="795377" y="22014"/>
                </a:lnTo>
                <a:lnTo>
                  <a:pt x="802925" y="20986"/>
                </a:lnTo>
                <a:lnTo>
                  <a:pt x="810807" y="19244"/>
                </a:lnTo>
                <a:lnTo>
                  <a:pt x="819022" y="16763"/>
                </a:lnTo>
                <a:lnTo>
                  <a:pt x="828359" y="14168"/>
                </a:lnTo>
                <a:lnTo>
                  <a:pt x="839422" y="11906"/>
                </a:lnTo>
                <a:lnTo>
                  <a:pt x="852223" y="9977"/>
                </a:lnTo>
                <a:lnTo>
                  <a:pt x="866774" y="8382"/>
                </a:lnTo>
                <a:lnTo>
                  <a:pt x="881661" y="6955"/>
                </a:lnTo>
                <a:lnTo>
                  <a:pt x="895476" y="5540"/>
                </a:lnTo>
                <a:lnTo>
                  <a:pt x="908244" y="4149"/>
                </a:lnTo>
                <a:lnTo>
                  <a:pt x="919988" y="2794"/>
                </a:lnTo>
                <a:lnTo>
                  <a:pt x="930701" y="1553"/>
                </a:lnTo>
                <a:lnTo>
                  <a:pt x="940355" y="682"/>
                </a:lnTo>
                <a:lnTo>
                  <a:pt x="948938" y="168"/>
                </a:lnTo>
                <a:lnTo>
                  <a:pt x="956437" y="0"/>
                </a:lnTo>
                <a:lnTo>
                  <a:pt x="965835" y="0"/>
                </a:lnTo>
                <a:lnTo>
                  <a:pt x="972438" y="0"/>
                </a:lnTo>
                <a:lnTo>
                  <a:pt x="97612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6032627" y="2059813"/>
            <a:ext cx="3051175" cy="1225550"/>
            <a:chOff x="6032627" y="2059813"/>
            <a:chExt cx="3051175" cy="1225550"/>
          </a:xfrm>
        </p:grpSpPr>
        <p:sp>
          <p:nvSpPr>
            <p:cNvPr id="27" name="object 27"/>
            <p:cNvSpPr/>
            <p:nvPr/>
          </p:nvSpPr>
          <p:spPr>
            <a:xfrm>
              <a:off x="6735565" y="2154967"/>
              <a:ext cx="2341245" cy="1123950"/>
            </a:xfrm>
            <a:custGeom>
              <a:avLst/>
              <a:gdLst/>
              <a:ahLst/>
              <a:cxnLst/>
              <a:rect l="l" t="t" r="r" b="b"/>
              <a:pathLst>
                <a:path w="2341245" h="1123950">
                  <a:moveTo>
                    <a:pt x="0" y="0"/>
                  </a:moveTo>
                  <a:lnTo>
                    <a:pt x="2341214" y="0"/>
                  </a:lnTo>
                  <a:lnTo>
                    <a:pt x="2341214" y="1123764"/>
                  </a:lnTo>
                  <a:lnTo>
                    <a:pt x="0" y="1123764"/>
                  </a:lnTo>
                  <a:lnTo>
                    <a:pt x="0" y="0"/>
                  </a:lnTo>
                  <a:close/>
                </a:path>
              </a:pathLst>
            </a:custGeom>
            <a:ln w="13184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038977" y="2066163"/>
              <a:ext cx="2786380" cy="45085"/>
            </a:xfrm>
            <a:custGeom>
              <a:avLst/>
              <a:gdLst/>
              <a:ahLst/>
              <a:cxnLst/>
              <a:rect l="l" t="t" r="r" b="b"/>
              <a:pathLst>
                <a:path w="2786379" h="45085">
                  <a:moveTo>
                    <a:pt x="0" y="44830"/>
                  </a:moveTo>
                  <a:lnTo>
                    <a:pt x="3683" y="44830"/>
                  </a:lnTo>
                  <a:lnTo>
                    <a:pt x="47625" y="44830"/>
                  </a:lnTo>
                  <a:lnTo>
                    <a:pt x="58485" y="44662"/>
                  </a:lnTo>
                  <a:lnTo>
                    <a:pt x="103759" y="42037"/>
                  </a:lnTo>
                  <a:lnTo>
                    <a:pt x="156837" y="37857"/>
                  </a:lnTo>
                  <a:lnTo>
                    <a:pt x="209613" y="32924"/>
                  </a:lnTo>
                  <a:lnTo>
                    <a:pt x="249555" y="28066"/>
                  </a:lnTo>
                  <a:lnTo>
                    <a:pt x="270081" y="25566"/>
                  </a:lnTo>
                  <a:lnTo>
                    <a:pt x="289560" y="23780"/>
                  </a:lnTo>
                  <a:lnTo>
                    <a:pt x="307990" y="22709"/>
                  </a:lnTo>
                  <a:lnTo>
                    <a:pt x="325374" y="22351"/>
                  </a:lnTo>
                  <a:lnTo>
                    <a:pt x="341633" y="22351"/>
                  </a:lnTo>
                  <a:lnTo>
                    <a:pt x="356869" y="22351"/>
                  </a:lnTo>
                  <a:lnTo>
                    <a:pt x="423545" y="22351"/>
                  </a:lnTo>
                  <a:lnTo>
                    <a:pt x="430518" y="22183"/>
                  </a:lnTo>
                  <a:lnTo>
                    <a:pt x="472576" y="15396"/>
                  </a:lnTo>
                  <a:lnTo>
                    <a:pt x="479551" y="13969"/>
                  </a:lnTo>
                  <a:lnTo>
                    <a:pt x="488950" y="12064"/>
                  </a:lnTo>
                  <a:lnTo>
                    <a:pt x="495426" y="11175"/>
                  </a:lnTo>
                  <a:lnTo>
                    <a:pt x="499237" y="11175"/>
                  </a:lnTo>
                  <a:lnTo>
                    <a:pt x="502920" y="11175"/>
                  </a:lnTo>
                  <a:lnTo>
                    <a:pt x="508507" y="11175"/>
                  </a:lnTo>
                  <a:lnTo>
                    <a:pt x="516000" y="11175"/>
                  </a:lnTo>
                  <a:lnTo>
                    <a:pt x="521975" y="11007"/>
                  </a:lnTo>
                  <a:lnTo>
                    <a:pt x="528653" y="10493"/>
                  </a:lnTo>
                  <a:lnTo>
                    <a:pt x="536021" y="9622"/>
                  </a:lnTo>
                  <a:lnTo>
                    <a:pt x="544068" y="8381"/>
                  </a:lnTo>
                  <a:lnTo>
                    <a:pt x="552168" y="7141"/>
                  </a:lnTo>
                  <a:lnTo>
                    <a:pt x="559530" y="6270"/>
                  </a:lnTo>
                  <a:lnTo>
                    <a:pt x="566177" y="5756"/>
                  </a:lnTo>
                  <a:lnTo>
                    <a:pt x="572134" y="5587"/>
                  </a:lnTo>
                  <a:lnTo>
                    <a:pt x="578447" y="5587"/>
                  </a:lnTo>
                  <a:lnTo>
                    <a:pt x="586152" y="5587"/>
                  </a:lnTo>
                  <a:lnTo>
                    <a:pt x="595262" y="5587"/>
                  </a:lnTo>
                  <a:lnTo>
                    <a:pt x="605790" y="5587"/>
                  </a:lnTo>
                  <a:lnTo>
                    <a:pt x="617366" y="5419"/>
                  </a:lnTo>
                  <a:lnTo>
                    <a:pt x="629634" y="4905"/>
                  </a:lnTo>
                  <a:lnTo>
                    <a:pt x="642616" y="4034"/>
                  </a:lnTo>
                  <a:lnTo>
                    <a:pt x="656336" y="2793"/>
                  </a:lnTo>
                  <a:lnTo>
                    <a:pt x="671050" y="1553"/>
                  </a:lnTo>
                  <a:lnTo>
                    <a:pt x="687181" y="682"/>
                  </a:lnTo>
                  <a:lnTo>
                    <a:pt x="704717" y="168"/>
                  </a:lnTo>
                  <a:lnTo>
                    <a:pt x="723646" y="0"/>
                  </a:lnTo>
                  <a:lnTo>
                    <a:pt x="742388" y="0"/>
                  </a:lnTo>
                  <a:lnTo>
                    <a:pt x="759380" y="0"/>
                  </a:lnTo>
                  <a:lnTo>
                    <a:pt x="955421" y="0"/>
                  </a:lnTo>
                  <a:lnTo>
                    <a:pt x="959230" y="0"/>
                  </a:lnTo>
                </a:path>
                <a:path w="2786379" h="45085">
                  <a:moveTo>
                    <a:pt x="1621154" y="0"/>
                  </a:moveTo>
                  <a:lnTo>
                    <a:pt x="1621154" y="0"/>
                  </a:lnTo>
                  <a:lnTo>
                    <a:pt x="2156841" y="0"/>
                  </a:lnTo>
                  <a:lnTo>
                    <a:pt x="2167249" y="168"/>
                  </a:lnTo>
                  <a:lnTo>
                    <a:pt x="2178669" y="682"/>
                  </a:lnTo>
                  <a:lnTo>
                    <a:pt x="2191113" y="1553"/>
                  </a:lnTo>
                  <a:lnTo>
                    <a:pt x="2204593" y="2793"/>
                  </a:lnTo>
                  <a:lnTo>
                    <a:pt x="2218070" y="4034"/>
                  </a:lnTo>
                  <a:lnTo>
                    <a:pt x="2230501" y="4905"/>
                  </a:lnTo>
                  <a:lnTo>
                    <a:pt x="2241883" y="5419"/>
                  </a:lnTo>
                  <a:lnTo>
                    <a:pt x="2252218" y="5587"/>
                  </a:lnTo>
                  <a:lnTo>
                    <a:pt x="2262030" y="5587"/>
                  </a:lnTo>
                  <a:lnTo>
                    <a:pt x="2271855" y="5587"/>
                  </a:lnTo>
                  <a:lnTo>
                    <a:pt x="2403729" y="5587"/>
                  </a:lnTo>
                  <a:lnTo>
                    <a:pt x="2416153" y="5756"/>
                  </a:lnTo>
                  <a:lnTo>
                    <a:pt x="2461712" y="9790"/>
                  </a:lnTo>
                  <a:lnTo>
                    <a:pt x="2487929" y="15875"/>
                  </a:lnTo>
                  <a:lnTo>
                    <a:pt x="2495296" y="16763"/>
                  </a:lnTo>
                  <a:lnTo>
                    <a:pt x="2504694" y="16763"/>
                  </a:lnTo>
                  <a:lnTo>
                    <a:pt x="2511722" y="16950"/>
                  </a:lnTo>
                  <a:lnTo>
                    <a:pt x="2518727" y="17494"/>
                  </a:lnTo>
                  <a:lnTo>
                    <a:pt x="2525732" y="18371"/>
                  </a:lnTo>
                  <a:lnTo>
                    <a:pt x="2532761" y="19557"/>
                  </a:lnTo>
                  <a:lnTo>
                    <a:pt x="2539789" y="20798"/>
                  </a:lnTo>
                  <a:lnTo>
                    <a:pt x="2546794" y="21669"/>
                  </a:lnTo>
                  <a:lnTo>
                    <a:pt x="2553799" y="22183"/>
                  </a:lnTo>
                  <a:lnTo>
                    <a:pt x="2560828" y="22351"/>
                  </a:lnTo>
                  <a:lnTo>
                    <a:pt x="2567803" y="22351"/>
                  </a:lnTo>
                  <a:lnTo>
                    <a:pt x="2574813" y="22351"/>
                  </a:lnTo>
                  <a:lnTo>
                    <a:pt x="2692654" y="22351"/>
                  </a:lnTo>
                  <a:lnTo>
                    <a:pt x="2704397" y="22540"/>
                  </a:lnTo>
                  <a:lnTo>
                    <a:pt x="2717165" y="23098"/>
                  </a:lnTo>
                  <a:lnTo>
                    <a:pt x="2730980" y="24012"/>
                  </a:lnTo>
                  <a:lnTo>
                    <a:pt x="2745867" y="25272"/>
                  </a:lnTo>
                  <a:lnTo>
                    <a:pt x="2759725" y="26459"/>
                  </a:lnTo>
                  <a:lnTo>
                    <a:pt x="2770441" y="27336"/>
                  </a:lnTo>
                  <a:lnTo>
                    <a:pt x="2778013" y="27880"/>
                  </a:lnTo>
                  <a:lnTo>
                    <a:pt x="2782443" y="28066"/>
                  </a:lnTo>
                  <a:lnTo>
                    <a:pt x="2786126" y="28066"/>
                  </a:lnTo>
                  <a:lnTo>
                    <a:pt x="2782443" y="28066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408674" y="264871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One-Bit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1150" spc="-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1150" spc="-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 </a:t>
                      </a:r>
                      <a:r>
                        <a:rPr dirty="0" sz="11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(2)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723265" marR="304800" indent="16827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Two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scenarios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for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4.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(a)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Normal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case.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(b) Abnormal </a:t>
                      </a:r>
                      <a:r>
                        <a:rPr dirty="0" sz="950" spc="-24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case.</a:t>
                      </a:r>
                      <a:r>
                        <a:rPr dirty="0" sz="9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The notation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(seq,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ack,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packet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number).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asterisk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10293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indicates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where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network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layer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accepts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packet.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7366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140"/>
            <a:ext cx="1237066" cy="2020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8006" y="1640303"/>
            <a:ext cx="3016827" cy="1515061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530380" y="520132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Go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Back</a:t>
                      </a:r>
                      <a:r>
                        <a:rPr dirty="0" sz="1150" spc="-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75335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Pipelining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error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recovery.</a:t>
                      </a:r>
                      <a:r>
                        <a:rPr dirty="0" sz="950" spc="26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Effect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on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error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when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956944" indent="-182245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lphaLcParenBoth"/>
                        <a:tabLst>
                          <a:tab pos="957580" algn="l"/>
                        </a:tabLst>
                      </a:pP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Receiver’s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size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1.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956944" indent="-182245">
                        <a:lnSpc>
                          <a:spcPct val="100000"/>
                        </a:lnSpc>
                        <a:spcBef>
                          <a:spcPts val="235"/>
                        </a:spcBef>
                        <a:buAutoNum type="alphaLcParenBoth"/>
                        <a:tabLst>
                          <a:tab pos="957580" algn="l"/>
                        </a:tabLst>
                      </a:pP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Receiver’s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size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is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large.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  <a:spcBef>
                          <a:spcPts val="894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140"/>
            <a:ext cx="1237066" cy="202056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12979" y="4071531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1150" spc="-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 Using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Go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Back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(2)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Simulation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multiple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timers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in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software.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540"/>
            <a:ext cx="1237066" cy="20205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8365" y="4827666"/>
            <a:ext cx="3676329" cy="133027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530380" y="4370411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585538" y="6958065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540"/>
            <a:ext cx="1237066" cy="20205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716414" y="4146279"/>
            <a:ext cx="3897629" cy="2012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5">
                <a:solidFill>
                  <a:srgbClr val="003366"/>
                </a:solidFill>
                <a:latin typeface="Arial MT"/>
                <a:cs typeface="Arial MT"/>
              </a:rPr>
              <a:t>GBn</a:t>
            </a:r>
            <a:r>
              <a:rPr dirty="0" sz="1150" spc="-6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ARQ</a:t>
            </a:r>
            <a:endParaRPr sz="1150">
              <a:latin typeface="Arial MT"/>
              <a:cs typeface="Arial MT"/>
            </a:endParaRPr>
          </a:p>
          <a:p>
            <a:pPr marL="160655" indent="-14859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161290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GBn</a:t>
            </a:r>
            <a:r>
              <a:rPr dirty="0" sz="950" spc="-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ARQ</a:t>
            </a:r>
            <a:r>
              <a:rPr dirty="0" sz="9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기법의</a:t>
            </a:r>
            <a:r>
              <a:rPr dirty="0" sz="9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5">
                <a:solidFill>
                  <a:srgbClr val="003366"/>
                </a:solidFill>
                <a:latin typeface="Malgun Gothic"/>
                <a:cs typeface="Malgun Gothic"/>
              </a:rPr>
              <a:t>동작</a:t>
            </a:r>
            <a:r>
              <a:rPr dirty="0" sz="9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: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 spc="5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50" spc="5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9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손상된</a:t>
            </a:r>
            <a:r>
              <a:rPr dirty="0" sz="95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경우를</a:t>
            </a:r>
            <a:r>
              <a:rPr dirty="0" sz="950" spc="-8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50">
                <a:solidFill>
                  <a:srgbClr val="003366"/>
                </a:solidFill>
                <a:latin typeface="Malgun Gothic"/>
                <a:cs typeface="Malgun Gothic"/>
              </a:rPr>
              <a:t>가정</a:t>
            </a:r>
            <a:endParaRPr sz="950">
              <a:latin typeface="Malgun Gothic"/>
              <a:cs typeface="Malgun Gothic"/>
            </a:endParaRPr>
          </a:p>
          <a:p>
            <a:pPr lvl="1" marL="333375" indent="-123825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에서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오류가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발견되기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전에</a:t>
            </a:r>
            <a:r>
              <a:rPr dirty="0" sz="900" spc="-5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6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개의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프레임이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전송됨</a:t>
            </a:r>
            <a:endParaRPr sz="900">
              <a:latin typeface="Malgun Gothic"/>
              <a:cs typeface="Malgun Gothic"/>
            </a:endParaRPr>
          </a:p>
          <a:p>
            <a:pPr lvl="1" marL="333375" marR="455295" indent="-123825">
              <a:lnSpc>
                <a:spcPct val="106700"/>
              </a:lnSpc>
              <a:spcBef>
                <a:spcPts val="17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수신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측은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ACK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반환하여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측에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0, 1,</a:t>
            </a: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2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잘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도착했다고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알려줌</a:t>
            </a:r>
            <a:endParaRPr sz="900">
              <a:latin typeface="Malgun Gothic"/>
              <a:cs typeface="Malgun Gothic"/>
            </a:endParaRPr>
          </a:p>
          <a:p>
            <a:pPr lvl="1" marL="333375" marR="5080" indent="-123825">
              <a:lnSpc>
                <a:spcPct val="101600"/>
              </a:lnSpc>
              <a:spcBef>
                <a:spcPts val="275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은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손상되♘기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때문에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곧바로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NAK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이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전송되고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</a:t>
            </a: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Malgun Gothic"/>
                <a:cs typeface="Malgun Gothic"/>
              </a:rPr>
              <a:t>그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이후의 </a:t>
            </a:r>
            <a:r>
              <a:rPr dirty="0" sz="900" spc="-30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4,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5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는</a:t>
            </a:r>
            <a:r>
              <a:rPr dirty="0" sz="900" spc="-4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폐기</a:t>
            </a:r>
            <a:endParaRPr sz="900">
              <a:latin typeface="Malgun Gothic"/>
              <a:cs typeface="Malgun Gothic"/>
            </a:endParaRPr>
          </a:p>
          <a:p>
            <a:pPr lvl="1" marL="333375" marR="2049780" indent="-123825">
              <a:lnSpc>
                <a:spcPct val="103600"/>
              </a:lnSpc>
              <a:spcBef>
                <a:spcPts val="250"/>
              </a:spcBef>
              <a:buFont typeface="Arial MT"/>
              <a:buChar char="•"/>
              <a:tabLst>
                <a:tab pos="334010" algn="l"/>
              </a:tabLst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이때</a:t>
            </a:r>
            <a:r>
              <a:rPr dirty="0" sz="900" spc="-6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전송</a:t>
            </a:r>
            <a:r>
              <a:rPr dirty="0" sz="9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측에서는</a:t>
            </a:r>
            <a:r>
              <a:rPr dirty="0" sz="900" spc="-6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NAK</a:t>
            </a:r>
            <a:r>
              <a:rPr dirty="0" sz="900" spc="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을 </a:t>
            </a:r>
            <a:r>
              <a:rPr dirty="0" sz="900" spc="-30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수신하여</a:t>
            </a:r>
            <a:r>
              <a:rPr dirty="0" sz="900" spc="20">
                <a:solidFill>
                  <a:srgbClr val="003366"/>
                </a:solidFill>
                <a:latin typeface="Arial MT"/>
                <a:cs typeface="Arial MT"/>
              </a:rPr>
              <a:t>,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3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이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잘못되♘음을</a:t>
            </a:r>
            <a:r>
              <a:rPr dirty="0" sz="900" spc="-4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알고</a:t>
            </a:r>
            <a:endParaRPr sz="900">
              <a:latin typeface="Malgun Gothic"/>
              <a:cs typeface="Malgun Gothic"/>
            </a:endParaRPr>
          </a:p>
          <a:p>
            <a:pPr marL="333375" marR="2185670">
              <a:lnSpc>
                <a:spcPct val="101600"/>
              </a:lnSpc>
              <a:spcBef>
                <a:spcPts val="55"/>
              </a:spcBef>
            </a:pP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프레임 </a:t>
            </a:r>
            <a:r>
              <a:rPr dirty="0" sz="900" spc="10">
                <a:solidFill>
                  <a:srgbClr val="003366"/>
                </a:solidFill>
                <a:latin typeface="Arial MT"/>
                <a:cs typeface="Arial MT"/>
              </a:rPr>
              <a:t>3, 4, </a:t>
            </a:r>
            <a:r>
              <a:rPr dirty="0" sz="900" spc="15">
                <a:solidFill>
                  <a:srgbClr val="003366"/>
                </a:solidFill>
                <a:latin typeface="Arial MT"/>
                <a:cs typeface="Arial MT"/>
              </a:rPr>
              <a:t>5</a:t>
            </a:r>
            <a:r>
              <a:rPr dirty="0" sz="900" spc="15">
                <a:solidFill>
                  <a:srgbClr val="003366"/>
                </a:solidFill>
                <a:latin typeface="Malgun Gothic"/>
                <a:cs typeface="Malgun Gothic"/>
              </a:rPr>
              <a:t>와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같은 </a:t>
            </a:r>
            <a:r>
              <a:rPr dirty="0" sz="900" spc="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0">
                <a:solidFill>
                  <a:srgbClr val="003366"/>
                </a:solidFill>
                <a:latin typeface="Malgun Gothic"/>
                <a:cs typeface="Malgun Gothic"/>
              </a:rPr>
              <a:t>일련의</a:t>
            </a:r>
            <a:r>
              <a:rPr dirty="0" sz="900" spc="-7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프레임을</a:t>
            </a:r>
            <a:r>
              <a:rPr dirty="0" sz="900" spc="-7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900" spc="25">
                <a:solidFill>
                  <a:srgbClr val="003366"/>
                </a:solidFill>
                <a:latin typeface="Malgun Gothic"/>
                <a:cs typeface="Malgun Gothic"/>
              </a:rPr>
              <a:t>재전송함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530380" y="4071531"/>
            <a:ext cx="4744085" cy="2967355"/>
            <a:chOff x="5530380" y="4071531"/>
            <a:chExt cx="4744085" cy="296735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5777" y="5322025"/>
              <a:ext cx="2282195" cy="136034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533283" y="4074434"/>
              <a:ext cx="4737735" cy="2961640"/>
            </a:xfrm>
            <a:custGeom>
              <a:avLst/>
              <a:gdLst/>
              <a:ahLst/>
              <a:cxnLst/>
              <a:rect l="l" t="t" r="r" b="b"/>
              <a:pathLst>
                <a:path w="4737734" h="2961640">
                  <a:moveTo>
                    <a:pt x="0" y="0"/>
                  </a:moveTo>
                  <a:lnTo>
                    <a:pt x="4737668" y="0"/>
                  </a:lnTo>
                  <a:lnTo>
                    <a:pt x="4737668" y="2961042"/>
                  </a:lnTo>
                  <a:lnTo>
                    <a:pt x="0" y="2961042"/>
                  </a:lnTo>
                  <a:lnTo>
                    <a:pt x="0" y="0"/>
                  </a:lnTo>
                  <a:close/>
                </a:path>
              </a:pathLst>
            </a:custGeom>
            <a:ln w="58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971540" y="4750308"/>
              <a:ext cx="3795395" cy="1642110"/>
            </a:xfrm>
            <a:custGeom>
              <a:avLst/>
              <a:gdLst/>
              <a:ahLst/>
              <a:cxnLst/>
              <a:rect l="l" t="t" r="r" b="b"/>
              <a:pathLst>
                <a:path w="3795395" h="1642110">
                  <a:moveTo>
                    <a:pt x="0" y="0"/>
                  </a:moveTo>
                  <a:lnTo>
                    <a:pt x="0" y="3810"/>
                  </a:lnTo>
                  <a:lnTo>
                    <a:pt x="1015" y="6604"/>
                  </a:lnTo>
                  <a:lnTo>
                    <a:pt x="2794" y="8509"/>
                  </a:lnTo>
                  <a:lnTo>
                    <a:pt x="4699" y="10287"/>
                  </a:lnTo>
                  <a:lnTo>
                    <a:pt x="10287" y="11303"/>
                  </a:lnTo>
                  <a:lnTo>
                    <a:pt x="19685" y="11303"/>
                  </a:lnTo>
                  <a:lnTo>
                    <a:pt x="27612" y="11471"/>
                  </a:lnTo>
                  <a:lnTo>
                    <a:pt x="37290" y="11985"/>
                  </a:lnTo>
                  <a:lnTo>
                    <a:pt x="48706" y="12856"/>
                  </a:lnTo>
                  <a:lnTo>
                    <a:pt x="61849" y="14097"/>
                  </a:lnTo>
                  <a:lnTo>
                    <a:pt x="75402" y="15337"/>
                  </a:lnTo>
                  <a:lnTo>
                    <a:pt x="87884" y="16208"/>
                  </a:lnTo>
                  <a:lnTo>
                    <a:pt x="99317" y="16722"/>
                  </a:lnTo>
                  <a:lnTo>
                    <a:pt x="109727" y="16891"/>
                  </a:lnTo>
                  <a:lnTo>
                    <a:pt x="119895" y="17059"/>
                  </a:lnTo>
                  <a:lnTo>
                    <a:pt x="130778" y="17573"/>
                  </a:lnTo>
                  <a:lnTo>
                    <a:pt x="142374" y="18444"/>
                  </a:lnTo>
                  <a:lnTo>
                    <a:pt x="154686" y="19685"/>
                  </a:lnTo>
                  <a:lnTo>
                    <a:pt x="168401" y="21111"/>
                  </a:lnTo>
                  <a:lnTo>
                    <a:pt x="184213" y="22526"/>
                  </a:lnTo>
                  <a:lnTo>
                    <a:pt x="242669" y="26513"/>
                  </a:lnTo>
                  <a:lnTo>
                    <a:pt x="298069" y="28067"/>
                  </a:lnTo>
                  <a:lnTo>
                    <a:pt x="313168" y="28067"/>
                  </a:lnTo>
                  <a:lnTo>
                    <a:pt x="324754" y="28067"/>
                  </a:lnTo>
                  <a:lnTo>
                    <a:pt x="365506" y="28067"/>
                  </a:lnTo>
                  <a:lnTo>
                    <a:pt x="376745" y="27729"/>
                  </a:lnTo>
                  <a:lnTo>
                    <a:pt x="387985" y="26701"/>
                  </a:lnTo>
                  <a:lnTo>
                    <a:pt x="399224" y="24959"/>
                  </a:lnTo>
                  <a:lnTo>
                    <a:pt x="410463" y="22479"/>
                  </a:lnTo>
                  <a:lnTo>
                    <a:pt x="421179" y="20052"/>
                  </a:lnTo>
                  <a:lnTo>
                    <a:pt x="430847" y="18303"/>
                  </a:lnTo>
                  <a:lnTo>
                    <a:pt x="439467" y="17246"/>
                  </a:lnTo>
                  <a:lnTo>
                    <a:pt x="447039" y="16891"/>
                  </a:lnTo>
                  <a:lnTo>
                    <a:pt x="456438" y="16891"/>
                  </a:lnTo>
                  <a:lnTo>
                    <a:pt x="463931" y="16002"/>
                  </a:lnTo>
                  <a:lnTo>
                    <a:pt x="469519" y="14097"/>
                  </a:lnTo>
                  <a:lnTo>
                    <a:pt x="475107" y="12192"/>
                  </a:lnTo>
                  <a:lnTo>
                    <a:pt x="479806" y="11303"/>
                  </a:lnTo>
                  <a:lnTo>
                    <a:pt x="516382" y="11303"/>
                  </a:lnTo>
                  <a:lnTo>
                    <a:pt x="517271" y="13081"/>
                  </a:lnTo>
                  <a:lnTo>
                    <a:pt x="517271" y="16891"/>
                  </a:lnTo>
                </a:path>
                <a:path w="3795395" h="1642110">
                  <a:moveTo>
                    <a:pt x="3688588" y="972820"/>
                  </a:moveTo>
                  <a:lnTo>
                    <a:pt x="3692398" y="972820"/>
                  </a:lnTo>
                  <a:lnTo>
                    <a:pt x="3695191" y="972820"/>
                  </a:lnTo>
                  <a:lnTo>
                    <a:pt x="3696969" y="972820"/>
                  </a:lnTo>
                  <a:lnTo>
                    <a:pt x="3698875" y="972820"/>
                  </a:lnTo>
                  <a:lnTo>
                    <a:pt x="3700780" y="973709"/>
                  </a:lnTo>
                  <a:lnTo>
                    <a:pt x="3702685" y="975614"/>
                  </a:lnTo>
                  <a:lnTo>
                    <a:pt x="3704463" y="977392"/>
                  </a:lnTo>
                  <a:lnTo>
                    <a:pt x="3706367" y="979297"/>
                  </a:lnTo>
                  <a:lnTo>
                    <a:pt x="3708273" y="981202"/>
                  </a:lnTo>
                  <a:lnTo>
                    <a:pt x="3710178" y="983107"/>
                  </a:lnTo>
                  <a:lnTo>
                    <a:pt x="3711956" y="984885"/>
                  </a:lnTo>
                  <a:lnTo>
                    <a:pt x="3713861" y="986790"/>
                  </a:lnTo>
                  <a:lnTo>
                    <a:pt x="3715766" y="988695"/>
                  </a:lnTo>
                  <a:lnTo>
                    <a:pt x="3718560" y="991489"/>
                  </a:lnTo>
                  <a:lnTo>
                    <a:pt x="3722369" y="995299"/>
                  </a:lnTo>
                  <a:lnTo>
                    <a:pt x="3726053" y="998982"/>
                  </a:lnTo>
                  <a:lnTo>
                    <a:pt x="3729863" y="1001776"/>
                  </a:lnTo>
                  <a:lnTo>
                    <a:pt x="3733545" y="1003681"/>
                  </a:lnTo>
                  <a:lnTo>
                    <a:pt x="3737356" y="1005586"/>
                  </a:lnTo>
                  <a:lnTo>
                    <a:pt x="3739134" y="1007491"/>
                  </a:lnTo>
                  <a:lnTo>
                    <a:pt x="3739134" y="1009269"/>
                  </a:lnTo>
                  <a:lnTo>
                    <a:pt x="3739134" y="1011174"/>
                  </a:lnTo>
                  <a:lnTo>
                    <a:pt x="3740150" y="1013079"/>
                  </a:lnTo>
                  <a:lnTo>
                    <a:pt x="3742055" y="1014984"/>
                  </a:lnTo>
                  <a:lnTo>
                    <a:pt x="3743833" y="1016762"/>
                  </a:lnTo>
                  <a:lnTo>
                    <a:pt x="3745738" y="1019556"/>
                  </a:lnTo>
                  <a:lnTo>
                    <a:pt x="3747642" y="1023366"/>
                  </a:lnTo>
                  <a:lnTo>
                    <a:pt x="3749548" y="1027049"/>
                  </a:lnTo>
                  <a:lnTo>
                    <a:pt x="3752341" y="1029970"/>
                  </a:lnTo>
                  <a:lnTo>
                    <a:pt x="3756025" y="1031748"/>
                  </a:lnTo>
                  <a:lnTo>
                    <a:pt x="3759835" y="1033653"/>
                  </a:lnTo>
                  <a:lnTo>
                    <a:pt x="3761740" y="1036447"/>
                  </a:lnTo>
                  <a:lnTo>
                    <a:pt x="3761740" y="1040257"/>
                  </a:lnTo>
                  <a:lnTo>
                    <a:pt x="3761740" y="1043940"/>
                  </a:lnTo>
                  <a:lnTo>
                    <a:pt x="3762629" y="1046734"/>
                  </a:lnTo>
                  <a:lnTo>
                    <a:pt x="3764534" y="1048639"/>
                  </a:lnTo>
                  <a:lnTo>
                    <a:pt x="3766312" y="1050544"/>
                  </a:lnTo>
                  <a:lnTo>
                    <a:pt x="3768216" y="1055243"/>
                  </a:lnTo>
                  <a:lnTo>
                    <a:pt x="3770121" y="1062736"/>
                  </a:lnTo>
                  <a:lnTo>
                    <a:pt x="3772027" y="1070229"/>
                  </a:lnTo>
                  <a:lnTo>
                    <a:pt x="3773805" y="1074928"/>
                  </a:lnTo>
                  <a:lnTo>
                    <a:pt x="3775710" y="1076833"/>
                  </a:lnTo>
                  <a:lnTo>
                    <a:pt x="3777615" y="1078611"/>
                  </a:lnTo>
                  <a:lnTo>
                    <a:pt x="3779519" y="1080516"/>
                  </a:lnTo>
                  <a:lnTo>
                    <a:pt x="3781425" y="1082421"/>
                  </a:lnTo>
                  <a:lnTo>
                    <a:pt x="3783203" y="1084326"/>
                  </a:lnTo>
                  <a:lnTo>
                    <a:pt x="3785108" y="1089025"/>
                  </a:lnTo>
                  <a:lnTo>
                    <a:pt x="3787013" y="1096518"/>
                  </a:lnTo>
                  <a:lnTo>
                    <a:pt x="3788917" y="1104011"/>
                  </a:lnTo>
                  <a:lnTo>
                    <a:pt x="3789807" y="1109599"/>
                  </a:lnTo>
                  <a:lnTo>
                    <a:pt x="3789807" y="1113282"/>
                  </a:lnTo>
                  <a:lnTo>
                    <a:pt x="3789807" y="1117092"/>
                  </a:lnTo>
                  <a:lnTo>
                    <a:pt x="3790695" y="1121791"/>
                  </a:lnTo>
                  <a:lnTo>
                    <a:pt x="3792601" y="1127379"/>
                  </a:lnTo>
                  <a:lnTo>
                    <a:pt x="3794506" y="1132967"/>
                  </a:lnTo>
                  <a:lnTo>
                    <a:pt x="3795394" y="1138682"/>
                  </a:lnTo>
                  <a:lnTo>
                    <a:pt x="3795394" y="1144270"/>
                  </a:lnTo>
                  <a:lnTo>
                    <a:pt x="3795394" y="1149858"/>
                  </a:lnTo>
                  <a:lnTo>
                    <a:pt x="3795394" y="1207008"/>
                  </a:lnTo>
                  <a:lnTo>
                    <a:pt x="3794506" y="1208913"/>
                  </a:lnTo>
                  <a:lnTo>
                    <a:pt x="3785108" y="1208913"/>
                  </a:lnTo>
                  <a:lnTo>
                    <a:pt x="3782314" y="1209802"/>
                  </a:lnTo>
                  <a:lnTo>
                    <a:pt x="3778504" y="1211707"/>
                  </a:lnTo>
                  <a:lnTo>
                    <a:pt x="3774820" y="1213612"/>
                  </a:lnTo>
                  <a:lnTo>
                    <a:pt x="3770121" y="1216406"/>
                  </a:lnTo>
                  <a:lnTo>
                    <a:pt x="3764534" y="1220216"/>
                  </a:lnTo>
                  <a:lnTo>
                    <a:pt x="3758818" y="1223899"/>
                  </a:lnTo>
                  <a:lnTo>
                    <a:pt x="3753231" y="1225804"/>
                  </a:lnTo>
                  <a:lnTo>
                    <a:pt x="3747642" y="1225804"/>
                  </a:lnTo>
                  <a:lnTo>
                    <a:pt x="3742055" y="1225804"/>
                  </a:lnTo>
                  <a:lnTo>
                    <a:pt x="3735451" y="1226693"/>
                  </a:lnTo>
                  <a:lnTo>
                    <a:pt x="3727958" y="1228598"/>
                  </a:lnTo>
                  <a:lnTo>
                    <a:pt x="3720465" y="1230503"/>
                  </a:lnTo>
                  <a:lnTo>
                    <a:pt x="3714877" y="1231392"/>
                  </a:lnTo>
                  <a:lnTo>
                    <a:pt x="3711066" y="1231392"/>
                  </a:lnTo>
                  <a:lnTo>
                    <a:pt x="3707384" y="1231392"/>
                  </a:lnTo>
                  <a:lnTo>
                    <a:pt x="3695191" y="1231392"/>
                  </a:lnTo>
                  <a:lnTo>
                    <a:pt x="3694176" y="1233297"/>
                  </a:lnTo>
                  <a:lnTo>
                    <a:pt x="3694176" y="1236980"/>
                  </a:lnTo>
                </a:path>
                <a:path w="3795395" h="1642110">
                  <a:moveTo>
                    <a:pt x="3486150" y="1343914"/>
                  </a:moveTo>
                  <a:lnTo>
                    <a:pt x="3486150" y="1343914"/>
                  </a:lnTo>
                  <a:lnTo>
                    <a:pt x="3594862" y="1343914"/>
                  </a:lnTo>
                  <a:lnTo>
                    <a:pt x="3598671" y="1343914"/>
                  </a:lnTo>
                </a:path>
                <a:path w="3795395" h="1642110">
                  <a:moveTo>
                    <a:pt x="3379342" y="1287653"/>
                  </a:moveTo>
                  <a:lnTo>
                    <a:pt x="3379342" y="1295146"/>
                  </a:lnTo>
                  <a:lnTo>
                    <a:pt x="3379342" y="1302639"/>
                  </a:lnTo>
                  <a:lnTo>
                    <a:pt x="3379342" y="1310132"/>
                  </a:lnTo>
                  <a:lnTo>
                    <a:pt x="3379174" y="1316464"/>
                  </a:lnTo>
                  <a:lnTo>
                    <a:pt x="3374951" y="1354441"/>
                  </a:lnTo>
                  <a:lnTo>
                    <a:pt x="3365444" y="1383375"/>
                  </a:lnTo>
                  <a:lnTo>
                    <a:pt x="3363182" y="1389538"/>
                  </a:lnTo>
                  <a:lnTo>
                    <a:pt x="3361253" y="1396035"/>
                  </a:lnTo>
                  <a:lnTo>
                    <a:pt x="3359658" y="1402842"/>
                  </a:lnTo>
                  <a:lnTo>
                    <a:pt x="3358062" y="1410245"/>
                  </a:lnTo>
                  <a:lnTo>
                    <a:pt x="3356133" y="1418351"/>
                  </a:lnTo>
                  <a:lnTo>
                    <a:pt x="3353871" y="1427148"/>
                  </a:lnTo>
                  <a:lnTo>
                    <a:pt x="3351276" y="1436624"/>
                  </a:lnTo>
                  <a:lnTo>
                    <a:pt x="3348775" y="1446099"/>
                  </a:lnTo>
                  <a:lnTo>
                    <a:pt x="3346989" y="1454896"/>
                  </a:lnTo>
                  <a:lnTo>
                    <a:pt x="3345918" y="1463002"/>
                  </a:lnTo>
                  <a:lnTo>
                    <a:pt x="3345561" y="1470406"/>
                  </a:lnTo>
                  <a:lnTo>
                    <a:pt x="3345561" y="1477789"/>
                  </a:lnTo>
                  <a:lnTo>
                    <a:pt x="3345561" y="1485852"/>
                  </a:lnTo>
                  <a:lnTo>
                    <a:pt x="3345561" y="1542542"/>
                  </a:lnTo>
                  <a:lnTo>
                    <a:pt x="3347466" y="1549146"/>
                  </a:lnTo>
                  <a:lnTo>
                    <a:pt x="3351276" y="1554734"/>
                  </a:lnTo>
                  <a:lnTo>
                    <a:pt x="3354959" y="1560322"/>
                  </a:lnTo>
                  <a:lnTo>
                    <a:pt x="3356864" y="1565910"/>
                  </a:lnTo>
                  <a:lnTo>
                    <a:pt x="3356864" y="1571625"/>
                  </a:lnTo>
                  <a:lnTo>
                    <a:pt x="3356864" y="1577213"/>
                  </a:lnTo>
                  <a:lnTo>
                    <a:pt x="3358768" y="1581912"/>
                  </a:lnTo>
                  <a:lnTo>
                    <a:pt x="3362452" y="1585595"/>
                  </a:lnTo>
                  <a:lnTo>
                    <a:pt x="3366262" y="1589405"/>
                  </a:lnTo>
                  <a:lnTo>
                    <a:pt x="3369944" y="1594993"/>
                  </a:lnTo>
                  <a:lnTo>
                    <a:pt x="3373755" y="1602486"/>
                  </a:lnTo>
                  <a:lnTo>
                    <a:pt x="3377438" y="1609979"/>
                  </a:lnTo>
                  <a:lnTo>
                    <a:pt x="3380232" y="1613789"/>
                  </a:lnTo>
                  <a:lnTo>
                    <a:pt x="3382137" y="1613789"/>
                  </a:lnTo>
                  <a:lnTo>
                    <a:pt x="3384041" y="1613789"/>
                  </a:lnTo>
                  <a:lnTo>
                    <a:pt x="3386836" y="1615694"/>
                  </a:lnTo>
                  <a:lnTo>
                    <a:pt x="3390518" y="1619377"/>
                  </a:lnTo>
                </a:path>
                <a:path w="3795395" h="1642110">
                  <a:moveTo>
                    <a:pt x="3671696" y="1304544"/>
                  </a:moveTo>
                  <a:lnTo>
                    <a:pt x="3675507" y="1304544"/>
                  </a:lnTo>
                  <a:lnTo>
                    <a:pt x="3680206" y="1306322"/>
                  </a:lnTo>
                  <a:lnTo>
                    <a:pt x="3685793" y="1310132"/>
                  </a:lnTo>
                  <a:lnTo>
                    <a:pt x="3691382" y="1313815"/>
                  </a:lnTo>
                  <a:lnTo>
                    <a:pt x="3695191" y="1318514"/>
                  </a:lnTo>
                  <a:lnTo>
                    <a:pt x="3696969" y="1324229"/>
                  </a:lnTo>
                  <a:lnTo>
                    <a:pt x="3698753" y="1328945"/>
                  </a:lnTo>
                  <a:lnTo>
                    <a:pt x="3717401" y="1367028"/>
                  </a:lnTo>
                  <a:lnTo>
                    <a:pt x="3727958" y="1386078"/>
                  </a:lnTo>
                  <a:lnTo>
                    <a:pt x="3733053" y="1395551"/>
                  </a:lnTo>
                  <a:lnTo>
                    <a:pt x="3737102" y="1404334"/>
                  </a:lnTo>
                  <a:lnTo>
                    <a:pt x="3740102" y="1412402"/>
                  </a:lnTo>
                  <a:lnTo>
                    <a:pt x="3742055" y="1419733"/>
                  </a:lnTo>
                  <a:lnTo>
                    <a:pt x="3743596" y="1427305"/>
                  </a:lnTo>
                  <a:lnTo>
                    <a:pt x="3745531" y="1435925"/>
                  </a:lnTo>
                  <a:lnTo>
                    <a:pt x="3747823" y="1445593"/>
                  </a:lnTo>
                  <a:lnTo>
                    <a:pt x="3750437" y="1456309"/>
                  </a:lnTo>
                  <a:lnTo>
                    <a:pt x="3753103" y="1467024"/>
                  </a:lnTo>
                  <a:lnTo>
                    <a:pt x="3755389" y="1476692"/>
                  </a:lnTo>
                  <a:lnTo>
                    <a:pt x="3761551" y="1518745"/>
                  </a:lnTo>
                  <a:lnTo>
                    <a:pt x="3761740" y="1529461"/>
                  </a:lnTo>
                  <a:lnTo>
                    <a:pt x="3761740" y="1540513"/>
                  </a:lnTo>
                  <a:lnTo>
                    <a:pt x="3761740" y="1551209"/>
                  </a:lnTo>
                  <a:lnTo>
                    <a:pt x="3761740" y="1639951"/>
                  </a:lnTo>
                  <a:lnTo>
                    <a:pt x="3759835" y="1641856"/>
                  </a:lnTo>
                  <a:lnTo>
                    <a:pt x="3756025" y="1641856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/>
          <p:nvPr/>
        </p:nvSpPr>
        <p:spPr>
          <a:xfrm>
            <a:off x="7282815" y="967486"/>
            <a:ext cx="17145" cy="681990"/>
          </a:xfrm>
          <a:custGeom>
            <a:avLst/>
            <a:gdLst/>
            <a:ahLst/>
            <a:cxnLst/>
            <a:rect l="l" t="t" r="r" b="b"/>
            <a:pathLst>
              <a:path w="17145" h="681989">
                <a:moveTo>
                  <a:pt x="0" y="0"/>
                </a:moveTo>
                <a:lnTo>
                  <a:pt x="0" y="15640"/>
                </a:lnTo>
                <a:lnTo>
                  <a:pt x="0" y="28448"/>
                </a:lnTo>
                <a:lnTo>
                  <a:pt x="0" y="38397"/>
                </a:lnTo>
                <a:lnTo>
                  <a:pt x="0" y="45466"/>
                </a:lnTo>
                <a:lnTo>
                  <a:pt x="188" y="53302"/>
                </a:lnTo>
                <a:lnTo>
                  <a:pt x="746" y="65389"/>
                </a:lnTo>
                <a:lnTo>
                  <a:pt x="1660" y="81738"/>
                </a:lnTo>
                <a:lnTo>
                  <a:pt x="2920" y="102362"/>
                </a:lnTo>
                <a:lnTo>
                  <a:pt x="4329" y="125222"/>
                </a:lnTo>
                <a:lnTo>
                  <a:pt x="5715" y="148462"/>
                </a:lnTo>
                <a:lnTo>
                  <a:pt x="7100" y="172085"/>
                </a:lnTo>
                <a:lnTo>
                  <a:pt x="8508" y="196087"/>
                </a:lnTo>
                <a:lnTo>
                  <a:pt x="9937" y="220733"/>
                </a:lnTo>
                <a:lnTo>
                  <a:pt x="12795" y="273311"/>
                </a:lnTo>
                <a:lnTo>
                  <a:pt x="15484" y="329630"/>
                </a:lnTo>
                <a:lnTo>
                  <a:pt x="16956" y="386451"/>
                </a:lnTo>
                <a:lnTo>
                  <a:pt x="17144" y="414909"/>
                </a:lnTo>
                <a:lnTo>
                  <a:pt x="17144" y="442581"/>
                </a:lnTo>
                <a:lnTo>
                  <a:pt x="17144" y="468836"/>
                </a:lnTo>
                <a:lnTo>
                  <a:pt x="17144" y="678180"/>
                </a:lnTo>
                <a:lnTo>
                  <a:pt x="17144" y="68199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095488" y="1012952"/>
            <a:ext cx="28575" cy="572135"/>
          </a:xfrm>
          <a:custGeom>
            <a:avLst/>
            <a:gdLst/>
            <a:ahLst/>
            <a:cxnLst/>
            <a:rect l="l" t="t" r="r" b="b"/>
            <a:pathLst>
              <a:path w="28575" h="572135">
                <a:moveTo>
                  <a:pt x="22732" y="0"/>
                </a:moveTo>
                <a:lnTo>
                  <a:pt x="25213" y="6052"/>
                </a:lnTo>
                <a:lnTo>
                  <a:pt x="26955" y="12795"/>
                </a:lnTo>
                <a:lnTo>
                  <a:pt x="27983" y="20252"/>
                </a:lnTo>
                <a:lnTo>
                  <a:pt x="28320" y="28448"/>
                </a:lnTo>
                <a:lnTo>
                  <a:pt x="28320" y="39068"/>
                </a:lnTo>
                <a:lnTo>
                  <a:pt x="28320" y="53974"/>
                </a:lnTo>
                <a:lnTo>
                  <a:pt x="28320" y="392175"/>
                </a:lnTo>
                <a:lnTo>
                  <a:pt x="28152" y="403155"/>
                </a:lnTo>
                <a:lnTo>
                  <a:pt x="27638" y="413432"/>
                </a:lnTo>
                <a:lnTo>
                  <a:pt x="26767" y="423019"/>
                </a:lnTo>
                <a:lnTo>
                  <a:pt x="25526" y="431926"/>
                </a:lnTo>
                <a:lnTo>
                  <a:pt x="24098" y="440594"/>
                </a:lnTo>
                <a:lnTo>
                  <a:pt x="22669" y="449643"/>
                </a:lnTo>
                <a:lnTo>
                  <a:pt x="16970" y="488711"/>
                </a:lnTo>
                <a:lnTo>
                  <a:pt x="14223" y="508634"/>
                </a:lnTo>
                <a:lnTo>
                  <a:pt x="12795" y="518374"/>
                </a:lnTo>
                <a:lnTo>
                  <a:pt x="11366" y="527780"/>
                </a:lnTo>
                <a:lnTo>
                  <a:pt x="9937" y="536852"/>
                </a:lnTo>
                <a:lnTo>
                  <a:pt x="8508" y="545591"/>
                </a:lnTo>
                <a:lnTo>
                  <a:pt x="6603" y="556894"/>
                </a:lnTo>
                <a:lnTo>
                  <a:pt x="5587" y="564514"/>
                </a:lnTo>
                <a:lnTo>
                  <a:pt x="5587" y="568325"/>
                </a:lnTo>
                <a:lnTo>
                  <a:pt x="5587" y="572007"/>
                </a:lnTo>
                <a:lnTo>
                  <a:pt x="4698" y="572007"/>
                </a:lnTo>
                <a:lnTo>
                  <a:pt x="2793" y="568325"/>
                </a:lnTo>
                <a:lnTo>
                  <a:pt x="888" y="564514"/>
                </a:lnTo>
                <a:lnTo>
                  <a:pt x="0" y="560704"/>
                </a:lnTo>
                <a:lnTo>
                  <a:pt x="0" y="556894"/>
                </a:lnTo>
                <a:lnTo>
                  <a:pt x="0" y="553084"/>
                </a:lnTo>
                <a:lnTo>
                  <a:pt x="0" y="549275"/>
                </a:lnTo>
                <a:lnTo>
                  <a:pt x="0" y="54559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6779657" y="992629"/>
            <a:ext cx="2207260" cy="1789430"/>
            <a:chOff x="6779657" y="992629"/>
            <a:chExt cx="2207260" cy="1789430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79657" y="992629"/>
              <a:ext cx="2206760" cy="178903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78496" y="2437638"/>
              <a:ext cx="84327" cy="12268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076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GBn</a:t>
                      </a:r>
                      <a:r>
                        <a:rPr dirty="0" sz="1150" spc="-6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RQ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터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분실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8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분실되어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측에서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NAK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반환하고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이에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따라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51689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2~4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같이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연속적으로</a:t>
                      </a:r>
                      <a:r>
                        <a:rPr dirty="0" sz="9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1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K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분실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lvl="1" marL="516890" marR="180340" indent="-123825">
                        <a:lnSpc>
                          <a:spcPct val="105700"/>
                        </a:lnSpc>
                        <a:spcBef>
                          <a:spcPts val="18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측에서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보낸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분실되어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측에서는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0~2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같이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연속적으로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  <a:spcBef>
                          <a:spcPts val="101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083"/>
            <a:ext cx="1237066" cy="2020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842203" y="1915392"/>
            <a:ext cx="3881754" cy="1274445"/>
            <a:chOff x="842203" y="1915392"/>
            <a:chExt cx="3881754" cy="12744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2203" y="1915392"/>
              <a:ext cx="1887708" cy="127425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3588" y="1915392"/>
              <a:ext cx="1970234" cy="1274250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2747000" y="1908799"/>
            <a:ext cx="1983739" cy="1287780"/>
          </a:xfrm>
          <a:custGeom>
            <a:avLst/>
            <a:gdLst/>
            <a:ahLst/>
            <a:cxnLst/>
            <a:rect l="l" t="t" r="r" b="b"/>
            <a:pathLst>
              <a:path w="1983739" h="1287780">
                <a:moveTo>
                  <a:pt x="0" y="0"/>
                </a:moveTo>
                <a:lnTo>
                  <a:pt x="1983410" y="0"/>
                </a:lnTo>
                <a:lnTo>
                  <a:pt x="1983410" y="1287437"/>
                </a:lnTo>
                <a:lnTo>
                  <a:pt x="0" y="1287437"/>
                </a:lnTo>
                <a:lnTo>
                  <a:pt x="0" y="0"/>
                </a:lnTo>
                <a:close/>
              </a:path>
            </a:pathLst>
          </a:custGeom>
          <a:ln w="13183">
            <a:solidFill>
              <a:srgbClr val="C8C8C8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530380" y="520076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Sliding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Protocol</a:t>
                      </a:r>
                      <a:r>
                        <a:rPr dirty="0" sz="11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Using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Selective</a:t>
                      </a: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Repeat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747395" indent="-182245">
                        <a:lnSpc>
                          <a:spcPct val="100000"/>
                        </a:lnSpc>
                        <a:spcBef>
                          <a:spcPts val="550"/>
                        </a:spcBef>
                        <a:buAutoNum type="alphaLcParenBoth"/>
                        <a:tabLst>
                          <a:tab pos="74803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Initial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situation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size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seven.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747395" indent="-182245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lphaLcParenBoth"/>
                        <a:tabLst>
                          <a:tab pos="74803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After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seven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frames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sent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and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received,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acknowledged.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740410" indent="-175260">
                        <a:lnSpc>
                          <a:spcPct val="100000"/>
                        </a:lnSpc>
                        <a:spcBef>
                          <a:spcPts val="229"/>
                        </a:spcBef>
                        <a:buAutoNum type="alphaLcParenBoth"/>
                        <a:tabLst>
                          <a:tab pos="741045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Initial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situation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with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window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size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of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four.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marL="747395" indent="-182245">
                        <a:lnSpc>
                          <a:spcPct val="100000"/>
                        </a:lnSpc>
                        <a:spcBef>
                          <a:spcPts val="234"/>
                        </a:spcBef>
                        <a:buAutoNum type="alphaLcParenBoth"/>
                        <a:tabLst>
                          <a:tab pos="74803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After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four frames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sent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and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received,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but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not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acknowledged.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  <a:spcBef>
                          <a:spcPts val="75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985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083"/>
            <a:ext cx="1237066" cy="20205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96389" y="1982848"/>
            <a:ext cx="3414862" cy="907223"/>
          </a:xfrm>
          <a:prstGeom prst="rect">
            <a:avLst/>
          </a:prstGeom>
        </p:spPr>
      </p:pic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412979" y="4071474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오류제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어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특성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3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SR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r>
                        <a:rPr dirty="0" sz="9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손상되거나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잃어버린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프레임만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재전송하는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방법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marR="257810" indent="-14859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950" spc="-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어긋난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순서로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도착한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정렬하며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 </a:t>
                      </a:r>
                      <a:r>
                        <a:rPr dirty="0" sz="950" spc="-3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도착해서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정렬될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때까지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프레임들을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저장할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버퍼를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필요로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함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marR="102870" indent="-148590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50" spc="-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정렬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과정을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통해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재전송을</a:t>
                      </a:r>
                      <a:r>
                        <a:rPr dirty="0" sz="950" spc="-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해야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선택하고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950" spc="-2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선택된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프레임만을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재전송함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오류제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어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기법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특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비교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  <a:spcBef>
                          <a:spcPts val="900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483"/>
            <a:ext cx="1237066" cy="202056"/>
          </a:xfrm>
          <a:prstGeom prst="rect">
            <a:avLst/>
          </a:prstGeom>
        </p:spPr>
      </p:pic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052080" y="5762748"/>
          <a:ext cx="3465195" cy="882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51890"/>
                <a:gridCol w="1151890"/>
                <a:gridCol w="1151890"/>
              </a:tblGrid>
              <a:tr h="237860">
                <a:tc>
                  <a:txBody>
                    <a:bodyPr/>
                    <a:lstStyle/>
                    <a:p>
                      <a:pPr marL="240029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50" b="1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정지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대기</a:t>
                      </a:r>
                      <a:r>
                        <a:rPr dirty="0" sz="750" spc="-80" b="1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ARQ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marL="34988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50" spc="-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G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Bn</a:t>
                      </a:r>
                      <a:r>
                        <a:rPr dirty="0" sz="750" spc="-2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ARQ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solidFill>
                      <a:srgbClr val="C8C8C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SR</a:t>
                      </a:r>
                      <a:r>
                        <a:rPr dirty="0" sz="750" spc="-25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750" b="1">
                          <a:solidFill>
                            <a:srgbClr val="003366"/>
                          </a:solidFill>
                          <a:latin typeface="Arial"/>
                          <a:cs typeface="Arial"/>
                        </a:rPr>
                        <a:t>ARQ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B="0" marT="6350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lnT w="9525">
                      <a:solidFill>
                        <a:srgbClr val="EAEAEA"/>
                      </a:solidFill>
                      <a:prstDash val="solid"/>
                    </a:lnT>
                    <a:solidFill>
                      <a:srgbClr val="C8C8C8"/>
                    </a:solidFill>
                  </a:tcPr>
                </a:tc>
              </a:tr>
              <a:tr h="6408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just" marL="39370" marR="61594">
                        <a:lnSpc>
                          <a:spcPct val="104200"/>
                        </a:lnSpc>
                      </a:pPr>
                      <a:r>
                        <a:rPr dirty="0" sz="750">
                          <a:latin typeface="Malgun Gothic"/>
                          <a:cs typeface="Malgun Gothic"/>
                        </a:rPr>
                        <a:t>구조가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간단하여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구현이  용이하나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비효율적이어 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서</a:t>
                      </a:r>
                      <a:r>
                        <a:rPr dirty="0" sz="750" spc="-6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활용도가</a:t>
                      </a:r>
                      <a:r>
                        <a:rPr dirty="0" sz="75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낮음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B="0" marT="254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just" marL="39370" marR="34290">
                        <a:lnSpc>
                          <a:spcPct val="104200"/>
                        </a:lnSpc>
                      </a:pPr>
                      <a:r>
                        <a:rPr dirty="0" sz="750">
                          <a:latin typeface="Malgun Gothic"/>
                          <a:cs typeface="Malgun Gothic"/>
                        </a:rPr>
                        <a:t>구조가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비교적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간단하고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, 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효율성이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향상되어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가장 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널리</a:t>
                      </a:r>
                      <a:r>
                        <a:rPr dirty="0" sz="75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사용됨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B="0" marT="254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39370" marR="34290">
                        <a:lnSpc>
                          <a:spcPct val="103200"/>
                        </a:lnSpc>
                        <a:spcBef>
                          <a:spcPts val="650"/>
                        </a:spcBef>
                      </a:pPr>
                      <a:r>
                        <a:rPr dirty="0" sz="750">
                          <a:latin typeface="Malgun Gothic"/>
                          <a:cs typeface="Malgun Gothic"/>
                        </a:rPr>
                        <a:t>가장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효율적이나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75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구조가  복잡해서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유지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dirty="0" sz="750" spc="-5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>
                          <a:latin typeface="Malgun Gothic"/>
                          <a:cs typeface="Malgun Gothic"/>
                        </a:rPr>
                        <a:t>비용 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이 증가 </a:t>
                      </a:r>
                      <a:r>
                        <a:rPr dirty="0" sz="750" spc="25">
                          <a:latin typeface="Wingdings"/>
                          <a:cs typeface="Wingdings"/>
                        </a:rPr>
                        <a:t></a:t>
                      </a:r>
                      <a:r>
                        <a:rPr dirty="0" sz="7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필요한 경우 </a:t>
                      </a:r>
                      <a:r>
                        <a:rPr dirty="0" sz="750" spc="3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에만</a:t>
                      </a:r>
                      <a:r>
                        <a:rPr dirty="0" sz="750" spc="-55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750" spc="25">
                          <a:latin typeface="Malgun Gothic"/>
                          <a:cs typeface="Malgun Gothic"/>
                        </a:rPr>
                        <a:t>사용</a:t>
                      </a:r>
                      <a:endParaRPr sz="750">
                        <a:latin typeface="Malgun Gothic"/>
                        <a:cs typeface="Malgun Gothic"/>
                      </a:endParaRPr>
                    </a:p>
                  </a:txBody>
                  <a:tcPr marL="0" marR="0" marB="0" marT="82550">
                    <a:lnL w="9525">
                      <a:solidFill>
                        <a:srgbClr val="EAEAEA"/>
                      </a:solidFill>
                      <a:prstDash val="solid"/>
                    </a:lnL>
                    <a:lnR w="9525">
                      <a:solidFill>
                        <a:srgbClr val="EAEAEA"/>
                      </a:solidFill>
                      <a:prstDash val="solid"/>
                    </a:lnR>
                    <a:solidFill>
                      <a:srgbClr val="EBEB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530380" y="4071474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크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marR="274320" indent="-148590">
                        <a:lnSpc>
                          <a:spcPct val="101099"/>
                        </a:lnSpc>
                        <a:spcBef>
                          <a:spcPts val="52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데이터링크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BSC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같은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문자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프로토콜과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SDLC,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 </a:t>
                      </a:r>
                      <a:r>
                        <a:rPr dirty="0" sz="950" spc="-3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같은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950" spc="19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구분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문자</a:t>
                      </a:r>
                      <a:r>
                        <a:rPr dirty="0" sz="95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dirty="0" sz="95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(byte-oriented,</a:t>
                      </a:r>
                      <a:r>
                        <a:rPr dirty="0" sz="9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character-oriented)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</a:t>
                      </a:r>
                      <a:r>
                        <a:rPr dirty="0" sz="95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전송된</a:t>
                      </a:r>
                      <a:r>
                        <a:rPr dirty="0" sz="95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>
                        <a:lnSpc>
                          <a:spcPct val="100000"/>
                        </a:lnSpc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바이트의</a:t>
                      </a:r>
                      <a:r>
                        <a:rPr dirty="0" sz="950" spc="1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문자로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해석하며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정보는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ASCII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코드로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트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프로토콜에서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송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을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개별적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인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전송으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해석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트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식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몇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예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  <a:spcBef>
                          <a:spcPts val="900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667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483"/>
            <a:ext cx="1237066" cy="20205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26360" y="6041041"/>
            <a:ext cx="2407722" cy="576442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6577602" y="5933799"/>
            <a:ext cx="2646045" cy="731520"/>
          </a:xfrm>
          <a:custGeom>
            <a:avLst/>
            <a:gdLst/>
            <a:ahLst/>
            <a:cxnLst/>
            <a:rect l="l" t="t" r="r" b="b"/>
            <a:pathLst>
              <a:path w="2646045" h="731520">
                <a:moveTo>
                  <a:pt x="0" y="0"/>
                </a:moveTo>
                <a:lnTo>
                  <a:pt x="2645618" y="0"/>
                </a:lnTo>
                <a:lnTo>
                  <a:pt x="2645618" y="731451"/>
                </a:lnTo>
                <a:lnTo>
                  <a:pt x="0" y="731451"/>
                </a:lnTo>
                <a:lnTo>
                  <a:pt x="0" y="0"/>
                </a:lnTo>
                <a:close/>
              </a:path>
            </a:pathLst>
          </a:custGeom>
          <a:ln w="13185">
            <a:solidFill>
              <a:srgbClr val="BCBCBC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076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1150" spc="-5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프로토콜이란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marR="240665" indent="-148590">
                        <a:lnSpc>
                          <a:spcPct val="103299"/>
                        </a:lnSpc>
                        <a:spcBef>
                          <a:spcPts val="51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1979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8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ISO(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국제표준위원회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데이터링크의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표준으로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채택한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대표적인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 </a:t>
                      </a:r>
                      <a:r>
                        <a:rPr dirty="0" sz="850" spc="-2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5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dirty="0" sz="850" spc="25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1975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년에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IBM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개발한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SDLC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기초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  <a:p>
                      <a:pPr marL="343535" marR="311150" indent="-148590">
                        <a:lnSpc>
                          <a:spcPct val="103299"/>
                        </a:lnSpc>
                        <a:spcBef>
                          <a:spcPts val="50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1981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년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8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ITU-T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엑세스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(LAPs:</a:t>
                      </a:r>
                      <a:r>
                        <a:rPr dirty="0" sz="8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LAPB,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LAPD,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LAPM,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LAPX</a:t>
                      </a:r>
                      <a:r>
                        <a:rPr dirty="0" sz="8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등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이라 </a:t>
                      </a:r>
                      <a:r>
                        <a:rPr dirty="0" sz="850" spc="-28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불리는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일련의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프로토콜들이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표준으로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채택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5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dirty="0" sz="850" spc="25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기반한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2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8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외에도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릴레이와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PPP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같은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프로토콜이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ITU-T,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ANSI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등에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의해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표준으로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채택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종류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19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(primary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station)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명령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(command)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(secondary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station)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명령에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응답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(response)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혼성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(combined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station)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명령과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응답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2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성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850">
                        <a:latin typeface="Malgun Gothic"/>
                        <a:cs typeface="Malgun Gothic"/>
                      </a:endParaRPr>
                    </a:p>
                    <a:p>
                      <a:pPr lvl="1" marL="516890" marR="195580" indent="-123825">
                        <a:lnSpc>
                          <a:spcPct val="105500"/>
                        </a:lnSpc>
                        <a:spcBef>
                          <a:spcPts val="19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불균형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(unbalanced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configuration)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스테이션으로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구분하여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데이터링크를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구성하는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균형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(balanced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configuration)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두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혼성스테이션으로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구성하는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5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083"/>
            <a:ext cx="1237066" cy="20205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30380" y="520076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임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형식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플래그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(flag)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시작과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끝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6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.</a:t>
                      </a:r>
                      <a:r>
                        <a:rPr dirty="0" sz="8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고유의</a:t>
                      </a:r>
                      <a:r>
                        <a:rPr dirty="0" sz="8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패턴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(01111110)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으로</a:t>
                      </a:r>
                      <a:r>
                        <a:rPr dirty="0" sz="800" spc="-6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비트삽입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(bit</a:t>
                      </a:r>
                      <a:r>
                        <a:rPr dirty="0" sz="8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stuffing)</a:t>
                      </a:r>
                      <a:r>
                        <a:rPr dirty="0" sz="8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절차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4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소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2828925" indent="-123825">
                        <a:lnSpc>
                          <a:spcPct val="105100"/>
                        </a:lnSpc>
                        <a:spcBef>
                          <a:spcPts val="21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보통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비트길이를 갖지만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확장</a:t>
                      </a:r>
                      <a:r>
                        <a:rPr dirty="0" sz="80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형식을</a:t>
                      </a:r>
                      <a:r>
                        <a:rPr dirty="0" sz="8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사용할</a:t>
                      </a:r>
                      <a:r>
                        <a:rPr dirty="0" sz="8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수도</a:t>
                      </a:r>
                      <a:r>
                        <a:rPr dirty="0" sz="8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있음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스테이션이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부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스테이션에게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방송할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때는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‘11111111’</a:t>
                      </a:r>
                      <a:r>
                        <a:rPr dirty="0" sz="8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주소값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8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6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(I-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),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(S-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),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번호가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붙지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않은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(U-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4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dirty="0" sz="900" spc="-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(information</a:t>
                      </a:r>
                      <a:r>
                        <a:rPr dirty="0" sz="900" spc="-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field)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lvl="1" marL="516890" marR="215265" indent="-123825">
                        <a:lnSpc>
                          <a:spcPct val="105100"/>
                        </a:lnSpc>
                        <a:spcBef>
                          <a:spcPts val="20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영역은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프레임과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U-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프레임에만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있으며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8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길이는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정해져</a:t>
                      </a:r>
                      <a:r>
                        <a:rPr dirty="0" sz="8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않으나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8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일반적으로 </a:t>
                      </a:r>
                      <a:r>
                        <a:rPr dirty="0" sz="800" spc="-26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구현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방법에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따라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특정한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최댓값을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갖고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8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일반적으로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길이는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비트의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배수가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되어야</a:t>
                      </a:r>
                      <a:r>
                        <a:rPr dirty="0" sz="8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함</a:t>
                      </a:r>
                      <a:endParaRPr sz="8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45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FCS</a:t>
                      </a:r>
                      <a:r>
                        <a:rPr dirty="0" sz="90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  <a:spcBef>
                          <a:spcPts val="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7429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083"/>
            <a:ext cx="1237066" cy="20205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755573" y="1202566"/>
            <a:ext cx="2101850" cy="607060"/>
            <a:chOff x="7755573" y="1202566"/>
            <a:chExt cx="2101850" cy="60706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8753" y="1215751"/>
              <a:ext cx="2075478" cy="58032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62165" y="1209158"/>
              <a:ext cx="2089150" cy="593725"/>
            </a:xfrm>
            <a:custGeom>
              <a:avLst/>
              <a:gdLst/>
              <a:ahLst/>
              <a:cxnLst/>
              <a:rect l="l" t="t" r="r" b="b"/>
              <a:pathLst>
                <a:path w="2089150" h="593725">
                  <a:moveTo>
                    <a:pt x="0" y="0"/>
                  </a:moveTo>
                  <a:lnTo>
                    <a:pt x="2088654" y="0"/>
                  </a:lnTo>
                  <a:lnTo>
                    <a:pt x="2088654" y="593512"/>
                  </a:lnTo>
                  <a:lnTo>
                    <a:pt x="0" y="593512"/>
                  </a:lnTo>
                  <a:lnTo>
                    <a:pt x="0" y="0"/>
                  </a:lnTo>
                  <a:close/>
                </a:path>
              </a:pathLst>
            </a:custGeom>
            <a:ln w="13185">
              <a:solidFill>
                <a:srgbClr val="C8C8C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412979" y="4071474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종류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동작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48583">
                <a:tc>
                  <a:txBody>
                    <a:bodyPr/>
                    <a:lstStyle/>
                    <a:p>
                      <a:pPr marL="343535" marR="170180" indent="-148590">
                        <a:lnSpc>
                          <a:spcPct val="100600"/>
                        </a:lnSpc>
                        <a:spcBef>
                          <a:spcPts val="53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 프레임의 종류에는 사용자 정보를 전송하는 프레임을 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950" spc="-2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오류제어를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관리하고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감시하는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링크의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연결과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해제와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관련하여 </a:t>
                      </a:r>
                      <a:r>
                        <a:rPr dirty="0" sz="950" spc="-3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쓰이는</a:t>
                      </a:r>
                      <a:r>
                        <a:rPr dirty="0" sz="950" spc="-8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U-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등이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있음</a:t>
                      </a:r>
                      <a:endParaRPr sz="95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</a:t>
                      </a:r>
                      <a:r>
                        <a:rPr dirty="0" sz="950" spc="-7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(I-</a:t>
                      </a:r>
                      <a:r>
                        <a:rPr dirty="0" sz="9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95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4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기본동작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교환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9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프레임은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피기백된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(+)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순서번호를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포함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516890" marR="499745" indent="-123825">
                        <a:lnSpc>
                          <a:spcPct val="104099"/>
                        </a:lnSpc>
                        <a:spcBef>
                          <a:spcPts val="24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P/F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스테이션으로부터의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명령을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비트는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‘P(Poll)’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비트이고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스테이션으로부터의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응답을 위한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비트는 </a:t>
                      </a:r>
                      <a:r>
                        <a:rPr dirty="0" sz="90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‘F(Final)’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311150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7310">
                    <a:lnL w="635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336699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483"/>
            <a:ext cx="1237066" cy="20205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1966041" y="5681531"/>
            <a:ext cx="2743200" cy="1155700"/>
            <a:chOff x="1966041" y="5681531"/>
            <a:chExt cx="2743200" cy="115570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79221" y="5694716"/>
              <a:ext cx="2716397" cy="11287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972633" y="5688123"/>
              <a:ext cx="2729865" cy="1142365"/>
            </a:xfrm>
            <a:custGeom>
              <a:avLst/>
              <a:gdLst/>
              <a:ahLst/>
              <a:cxnLst/>
              <a:rect l="l" t="t" r="r" b="b"/>
              <a:pathLst>
                <a:path w="2729865" h="1142365">
                  <a:moveTo>
                    <a:pt x="0" y="0"/>
                  </a:moveTo>
                  <a:lnTo>
                    <a:pt x="2729573" y="0"/>
                  </a:lnTo>
                  <a:lnTo>
                    <a:pt x="2729573" y="1141952"/>
                  </a:lnTo>
                  <a:lnTo>
                    <a:pt x="0" y="1141952"/>
                  </a:lnTo>
                  <a:lnTo>
                    <a:pt x="0" y="0"/>
                  </a:lnTo>
                  <a:close/>
                </a:path>
              </a:pathLst>
            </a:custGeom>
            <a:ln w="1318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5530380" y="4071474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감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endParaRPr sz="1150">
                        <a:latin typeface="Malgun Gothic"/>
                        <a:cs typeface="Malgun Gothic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5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감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임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(S-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34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흐름제어나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오류제어를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사용되며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GBn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SR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ARQ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허용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피기백을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하는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없을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RR(Receive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Ready)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양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(+)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나타냄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RNR(Receive Not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Ready)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올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때까지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이상의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중지를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요청하기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사용됨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marR="369570" indent="-123825">
                        <a:lnSpc>
                          <a:spcPct val="105500"/>
                        </a:lnSpc>
                        <a:spcBef>
                          <a:spcPts val="18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RR,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RNR, REJ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N(R)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다음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기대되는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순서번호를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표시하며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SR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N(R)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거절된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순서번호가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됨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dirty="0" sz="65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65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내의</a:t>
                      </a:r>
                      <a:r>
                        <a:rPr dirty="0" sz="65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P/F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65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2" marL="689610" indent="-99695">
                        <a:lnSpc>
                          <a:spcPct val="100000"/>
                        </a:lnSpc>
                        <a:spcBef>
                          <a:spcPts val="140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스테이션에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폴을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하기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내의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설정</a:t>
                      </a:r>
                      <a:endParaRPr sz="600">
                        <a:latin typeface="Malgun Gothic"/>
                        <a:cs typeface="Malgun Gothic"/>
                      </a:endParaRPr>
                    </a:p>
                    <a:p>
                      <a:pPr lvl="2" marL="689610" marR="327660" indent="-99060">
                        <a:lnSpc>
                          <a:spcPct val="100000"/>
                        </a:lnSpc>
                        <a:spcBef>
                          <a:spcPts val="200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스테이션은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있으면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전송하고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그렇지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않으면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보낼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데이터가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없다는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표시로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비트를 </a:t>
                      </a:r>
                      <a:r>
                        <a:rPr dirty="0" sz="600" spc="-19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설정하여</a:t>
                      </a:r>
                      <a:r>
                        <a:rPr dirty="0" sz="6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을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보냄</a:t>
                      </a:r>
                      <a:endParaRPr sz="600">
                        <a:latin typeface="Malgun Gothic"/>
                        <a:cs typeface="Malgun Gothic"/>
                      </a:endParaRPr>
                    </a:p>
                    <a:p>
                      <a:pPr lvl="2" marL="689610" indent="-99695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혼성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종속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/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혼성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스테이션의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상태를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알기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RNR</a:t>
                      </a:r>
                      <a:r>
                        <a:rPr dirty="0" sz="6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명령의</a:t>
                      </a:r>
                      <a:endParaRPr sz="600">
                        <a:latin typeface="Malgun Gothic"/>
                        <a:cs typeface="Malgun Gothic"/>
                      </a:endParaRPr>
                    </a:p>
                    <a:p>
                      <a:pPr marL="6896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6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설정하</a:t>
                      </a:r>
                      <a:r>
                        <a:rPr dirty="0" sz="6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여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endParaRPr sz="600">
                        <a:latin typeface="Malgun Gothic"/>
                        <a:cs typeface="Malgun Gothic"/>
                      </a:endParaRPr>
                    </a:p>
                    <a:p>
                      <a:pPr lvl="2" marL="689610" indent="-99695">
                        <a:lnSpc>
                          <a:spcPct val="100000"/>
                        </a:lnSpc>
                        <a:spcBef>
                          <a:spcPts val="160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스테이션이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수신할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있으면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비트를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설정하여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응답하며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준비가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되어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있지</a:t>
                      </a:r>
                      <a:r>
                        <a:rPr dirty="0" sz="60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않을</a:t>
                      </a:r>
                      <a:r>
                        <a:rPr dirty="0" sz="6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경우는</a:t>
                      </a:r>
                      <a:endParaRPr sz="600">
                        <a:latin typeface="Malgun Gothic"/>
                        <a:cs typeface="Malgun Gothic"/>
                      </a:endParaRPr>
                    </a:p>
                    <a:p>
                      <a:pPr marL="6896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F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비트를</a:t>
                      </a:r>
                      <a:r>
                        <a:rPr dirty="0" sz="6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설정하여</a:t>
                      </a:r>
                      <a:r>
                        <a:rPr dirty="0" sz="6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RNR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로</a:t>
                      </a:r>
                      <a:r>
                        <a:rPr dirty="0" sz="6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응답하게</a:t>
                      </a:r>
                      <a:r>
                        <a:rPr dirty="0" sz="6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0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됨</a:t>
                      </a:r>
                      <a:endParaRPr sz="600">
                        <a:latin typeface="Malgun Gothic"/>
                        <a:cs typeface="Malgun Gothic"/>
                      </a:endParaRPr>
                    </a:p>
                    <a:p>
                      <a:pPr marL="343535" indent="-148590">
                        <a:lnSpc>
                          <a:spcPct val="100000"/>
                        </a:lnSpc>
                        <a:spcBef>
                          <a:spcPts val="540"/>
                        </a:spcBef>
                        <a:buFont typeface="Wingdings"/>
                        <a:buChar char=""/>
                        <a:tabLst>
                          <a:tab pos="344170" algn="l"/>
                        </a:tabLst>
                      </a:pP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번호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붙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지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</a:t>
                      </a:r>
                      <a:r>
                        <a:rPr dirty="0" sz="850" spc="-7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(U-</a:t>
                      </a:r>
                      <a:r>
                        <a:rPr dirty="0" sz="850" spc="-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8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19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링크의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연결과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해제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등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여러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가지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기능을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lvl="1" marL="516890" indent="-124460">
                        <a:lnSpc>
                          <a:spcPct val="100000"/>
                        </a:lnSpc>
                        <a:spcBef>
                          <a:spcPts val="22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순서번호가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없으며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번호를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순서나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흐름을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바꾸지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않음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  <a:spcBef>
                          <a:spcPts val="58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98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6823483"/>
            <a:ext cx="1237066" cy="202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2979" y="520076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동작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62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감시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목적으로만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Wingdings"/>
                          <a:cs typeface="Wingdings"/>
                        </a:rPr>
                        <a:t>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포함하지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않음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세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중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어느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전송되는지는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따라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결정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ID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할당된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처음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두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비트로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첫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번째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endParaRPr sz="650">
                        <a:latin typeface="Arial MT"/>
                        <a:cs typeface="Arial MT"/>
                      </a:endParaRPr>
                    </a:p>
                    <a:p>
                      <a:pPr marL="51689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나타내고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1,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번째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10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11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각각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나타냄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marR="464820" indent="-123825">
                        <a:lnSpc>
                          <a:spcPct val="105500"/>
                        </a:lnSpc>
                        <a:spcBef>
                          <a:spcPts val="18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세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번째와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네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번째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가지의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종류를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분류할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있게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하며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위치한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다섯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M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비트들은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32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가지로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세분화됨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29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모듈로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-8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순차번호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매김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방식이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표준이므로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순차번호를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위해서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비트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할당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marR="435609" indent="-123825">
                        <a:lnSpc>
                          <a:spcPct val="105500"/>
                        </a:lnSpc>
                        <a:spcBef>
                          <a:spcPts val="17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N(S)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순차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번호를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나타내며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뒤이어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보내지는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N(S)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씩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증가함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marR="195580" indent="-123825">
                        <a:lnSpc>
                          <a:spcPct val="105500"/>
                        </a:lnSpc>
                        <a:spcBef>
                          <a:spcPts val="185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모듈로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-8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유한한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값을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갖는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순차번호가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사용되므로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측에서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N(S)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최대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순차번호에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이르게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되면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전송을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중지해야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함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marR="391795" indent="-123825">
                        <a:lnSpc>
                          <a:spcPct val="105500"/>
                        </a:lnSpc>
                        <a:spcBef>
                          <a:spcPts val="190"/>
                        </a:spcBef>
                        <a:buFont typeface="Arial MT"/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측에서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측으로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정상적인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알리는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(ACK)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받은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후에야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측은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다시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시작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2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프레임과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안에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위치한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R)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정상적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알리고자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marR="259079" indent="-123825">
                        <a:lnSpc>
                          <a:spcPct val="106900"/>
                        </a:lnSpc>
                        <a:spcBef>
                          <a:spcPts val="16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N(R)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숫자는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R)-1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이하의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프레임은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정상적인</a:t>
                      </a:r>
                      <a:r>
                        <a:rPr dirty="0" sz="650" spc="-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N(R)</a:t>
                      </a:r>
                      <a:r>
                        <a:rPr dirty="0" sz="65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번호를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갖는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수신을 </a:t>
                      </a:r>
                      <a:r>
                        <a:rPr dirty="0" sz="650" spc="-2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원한다는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것을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나타냄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7874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3272083"/>
            <a:ext cx="1237066" cy="202056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30380" y="520076"/>
          <a:ext cx="4746625" cy="2967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24045"/>
                <a:gridCol w="313054"/>
              </a:tblGrid>
              <a:tr h="312459">
                <a:tc>
                  <a:txBody>
                    <a:bodyPr/>
                    <a:lstStyle/>
                    <a:p>
                      <a:pPr marL="195580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의</a:t>
                      </a:r>
                      <a:r>
                        <a:rPr dirty="0" sz="1150" spc="-114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11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동작</a:t>
                      </a:r>
                      <a:r>
                        <a:rPr dirty="0" sz="1150" spc="-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(</a:t>
                      </a:r>
                      <a:r>
                        <a:rPr dirty="0" sz="1150" spc="-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r>
                        <a:rPr dirty="0" sz="11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)</a:t>
                      </a:r>
                      <a:endParaRPr sz="1150">
                        <a:latin typeface="Arial MT"/>
                        <a:cs typeface="Arial MT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33669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648583">
                <a:tc gridSpan="2">
                  <a:txBody>
                    <a:bodyPr/>
                    <a:lstStyle/>
                    <a:p>
                      <a:pPr marL="516890" marR="220345" indent="-123825">
                        <a:lnSpc>
                          <a:spcPct val="106700"/>
                        </a:lnSpc>
                        <a:spcBef>
                          <a:spcPts val="51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오류검출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복원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S-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사용하여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이루어짐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45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U-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프레임은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데이터링크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순차의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연결과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해제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516890" marR="193675" indent="-123825">
                        <a:lnSpc>
                          <a:spcPct val="103600"/>
                        </a:lnSpc>
                        <a:spcBef>
                          <a:spcPts val="254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프레임의</a:t>
                      </a:r>
                      <a:r>
                        <a:rPr dirty="0" sz="9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N(R)</a:t>
                      </a:r>
                      <a:r>
                        <a:rPr dirty="0" sz="900" spc="5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900" spc="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N(R)</a:t>
                      </a:r>
                      <a:r>
                        <a:rPr dirty="0" sz="900" spc="5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영역은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[N(</a:t>
                      </a:r>
                      <a:r>
                        <a:rPr dirty="0" sz="900" spc="5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R)-1]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과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그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이하의</a:t>
                      </a:r>
                      <a:r>
                        <a:rPr dirty="0" sz="900" spc="-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모든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프레임에 </a:t>
                      </a:r>
                      <a:r>
                        <a:rPr dirty="0" sz="90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대해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을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전송하는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데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사용되므로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90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에서는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역방향으로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속에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기능까지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함께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실어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보내는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피기백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기능을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제공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는</a:t>
                      </a:r>
                      <a:r>
                        <a:rPr dirty="0" sz="900" spc="-5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RR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프레임이라는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개별적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를</a:t>
                      </a:r>
                      <a:r>
                        <a:rPr dirty="0" sz="900" spc="-4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689610" marR="258445" indent="-99060">
                        <a:lnSpc>
                          <a:spcPct val="111100"/>
                        </a:lnSpc>
                        <a:spcBef>
                          <a:spcPts val="135"/>
                        </a:spcBef>
                        <a:buFont typeface="Arial MT"/>
                        <a:buChar char="–"/>
                        <a:tabLst>
                          <a:tab pos="690245" algn="l"/>
                        </a:tabLst>
                      </a:pP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전송할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I-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프레임이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없는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:</a:t>
                      </a:r>
                      <a:r>
                        <a:rPr dirty="0" sz="65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정상적인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프레임을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보내거나</a:t>
                      </a:r>
                      <a:r>
                        <a:rPr dirty="0" sz="650" spc="3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,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혹은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ACK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하나를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신속히</a:t>
                      </a:r>
                      <a:r>
                        <a:rPr dirty="0" sz="650" spc="-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보내야 </a:t>
                      </a:r>
                      <a:r>
                        <a:rPr dirty="0" sz="650" spc="-21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할</a:t>
                      </a:r>
                      <a:r>
                        <a:rPr dirty="0" sz="65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경우에</a:t>
                      </a:r>
                      <a:r>
                        <a:rPr dirty="0" sz="650" spc="-3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516890" marR="339090" indent="-123825">
                        <a:lnSpc>
                          <a:spcPct val="105700"/>
                        </a:lnSpc>
                        <a:spcBef>
                          <a:spcPts val="19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1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REJ(Reject)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프레임은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비정상적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수신을</a:t>
                      </a:r>
                      <a:r>
                        <a:rPr dirty="0" sz="9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알리는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NAK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기능이</a:t>
                      </a:r>
                      <a:r>
                        <a:rPr dirty="0" sz="900" spc="-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필요할</a:t>
                      </a:r>
                      <a:r>
                        <a:rPr dirty="0" sz="900" spc="-3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때마다 </a:t>
                      </a:r>
                      <a:r>
                        <a:rPr dirty="0" sz="900" spc="-30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사용함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marL="516890" indent="-124460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•"/>
                        <a:tabLst>
                          <a:tab pos="517525" algn="l"/>
                        </a:tabLst>
                      </a:pP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HDLC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에서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ABM</a:t>
                      </a:r>
                      <a:r>
                        <a:rPr dirty="0" sz="900" spc="2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은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15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GBn</a:t>
                      </a:r>
                      <a:r>
                        <a:rPr dirty="0" sz="90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프로토콜을</a:t>
                      </a:r>
                      <a:r>
                        <a:rPr dirty="0" sz="900" spc="-5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dirty="0" sz="900" spc="25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사용</a:t>
                      </a:r>
                      <a:endParaRPr sz="900">
                        <a:latin typeface="Malgun Gothic"/>
                        <a:cs typeface="Malgun Gothic"/>
                      </a:endParaRPr>
                    </a:p>
                    <a:p>
                      <a:pPr lvl="1" marL="689610" indent="-624840">
                        <a:lnSpc>
                          <a:spcPct val="100000"/>
                        </a:lnSpc>
                        <a:spcBef>
                          <a:spcPts val="220"/>
                        </a:spcBef>
                        <a:buChar char="–"/>
                        <a:tabLst>
                          <a:tab pos="690245" algn="l"/>
                          <a:tab pos="3333750" algn="l"/>
                        </a:tabLst>
                      </a:pPr>
                      <a:r>
                        <a:rPr dirty="0" sz="650" spc="20">
                          <a:solidFill>
                            <a:srgbClr val="003366"/>
                          </a:solidFill>
                          <a:latin typeface="Arial MT"/>
                          <a:cs typeface="Arial MT"/>
                        </a:rPr>
                        <a:t>REJ	</a:t>
                      </a: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레임들이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 marL="6896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dirty="0" sz="650" spc="40">
                          <a:solidFill>
                            <a:srgbClr val="003366"/>
                          </a:solidFill>
                          <a:latin typeface="Malgun Gothic"/>
                          <a:cs typeface="Malgun Gothic"/>
                        </a:rPr>
                        <a:t>재전</a:t>
                      </a:r>
                      <a:endParaRPr sz="650">
                        <a:latin typeface="Malgun Gothic"/>
                        <a:cs typeface="Malgun Gothic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395"/>
                        </a:lnSpc>
                        <a:spcBef>
                          <a:spcPts val="675"/>
                        </a:spcBef>
                      </a:pP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©</a:t>
                      </a:r>
                      <a:r>
                        <a:rPr dirty="0" sz="350" spc="-2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201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8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C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o</a:t>
                      </a:r>
                      <a:r>
                        <a:rPr dirty="0" sz="350" spc="-2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m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pu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e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Ne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t</a:t>
                      </a:r>
                      <a:r>
                        <a:rPr dirty="0" sz="350" spc="-15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wo</a:t>
                      </a:r>
                      <a:r>
                        <a:rPr dirty="0" sz="350" spc="-1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r</a:t>
                      </a:r>
                      <a:r>
                        <a:rPr dirty="0" sz="350">
                          <a:solidFill>
                            <a:srgbClr val="B0B0B0"/>
                          </a:solidFill>
                          <a:latin typeface="Verdana"/>
                          <a:cs typeface="Verdana"/>
                        </a:rPr>
                        <a:t>k</a:t>
                      </a:r>
                      <a:endParaRPr sz="350">
                        <a:latin typeface="Verdana"/>
                        <a:cs typeface="Verdana"/>
                      </a:endParaRPr>
                    </a:p>
                  </a:txBody>
                  <a:tcPr marL="0" marR="0" marB="0" marT="654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5008" y="3272083"/>
            <a:ext cx="1237066" cy="20205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99461" y="2725776"/>
            <a:ext cx="2994025" cy="220979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indent="13970">
              <a:lnSpc>
                <a:spcPct val="105500"/>
              </a:lnSpc>
              <a:spcBef>
                <a:spcPts val="50"/>
              </a:spcBef>
            </a:pP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프레임으로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인해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25">
                <a:solidFill>
                  <a:srgbClr val="003366"/>
                </a:solidFill>
                <a:latin typeface="Arial MT"/>
                <a:cs typeface="Arial MT"/>
              </a:rPr>
              <a:t>N(R)</a:t>
            </a:r>
            <a:r>
              <a:rPr dirty="0" sz="650" spc="25">
                <a:solidFill>
                  <a:srgbClr val="003366"/>
                </a:solidFill>
                <a:latin typeface="Malgun Gothic"/>
                <a:cs typeface="Malgun Gothic"/>
              </a:rPr>
              <a:t>부터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그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이하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25">
                <a:solidFill>
                  <a:srgbClr val="003366"/>
                </a:solidFill>
                <a:latin typeface="Arial MT"/>
                <a:cs typeface="Arial MT"/>
              </a:rPr>
              <a:t>I-</a:t>
            </a:r>
            <a:r>
              <a:rPr dirty="0" sz="650" spc="25">
                <a:solidFill>
                  <a:srgbClr val="003366"/>
                </a:solidFill>
                <a:latin typeface="Malgun Gothic"/>
                <a:cs typeface="Malgun Gothic"/>
              </a:rPr>
              <a:t>프레임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전체가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거절되어</a:t>
            </a:r>
            <a:r>
              <a:rPr dirty="0" sz="650" spc="-2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그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이하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모든</a:t>
            </a:r>
            <a:r>
              <a:rPr dirty="0" sz="650" spc="-30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40">
                <a:solidFill>
                  <a:srgbClr val="003366"/>
                </a:solidFill>
                <a:latin typeface="Malgun Gothic"/>
                <a:cs typeface="Malgun Gothic"/>
              </a:rPr>
              <a:t>프 </a:t>
            </a:r>
            <a:r>
              <a:rPr dirty="0" sz="650" spc="-21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송되어야</a:t>
            </a:r>
            <a:r>
              <a:rPr dirty="0" sz="650" spc="-35">
                <a:solidFill>
                  <a:srgbClr val="003366"/>
                </a:solidFill>
                <a:latin typeface="Malgun Gothic"/>
                <a:cs typeface="Malgun Gothic"/>
              </a:rPr>
              <a:t> </a:t>
            </a:r>
            <a:r>
              <a:rPr dirty="0" sz="650" spc="35">
                <a:solidFill>
                  <a:srgbClr val="003366"/>
                </a:solidFill>
                <a:latin typeface="Malgun Gothic"/>
                <a:cs typeface="Malgun Gothic"/>
              </a:rPr>
              <a:t>함</a:t>
            </a:r>
            <a:endParaRPr sz="65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388733" y="2684075"/>
            <a:ext cx="3022600" cy="766445"/>
            <a:chOff x="6388733" y="2684075"/>
            <a:chExt cx="3022600" cy="76644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8733" y="2684075"/>
              <a:ext cx="3022353" cy="76638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5576" y="2698038"/>
              <a:ext cx="2969672" cy="7137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13105" y="2695566"/>
              <a:ext cx="2974975" cy="718820"/>
            </a:xfrm>
            <a:custGeom>
              <a:avLst/>
              <a:gdLst/>
              <a:ahLst/>
              <a:cxnLst/>
              <a:rect l="l" t="t" r="r" b="b"/>
              <a:pathLst>
                <a:path w="2974975" h="718820">
                  <a:moveTo>
                    <a:pt x="0" y="0"/>
                  </a:moveTo>
                  <a:lnTo>
                    <a:pt x="2974613" y="0"/>
                  </a:lnTo>
                  <a:lnTo>
                    <a:pt x="2974613" y="718720"/>
                  </a:lnTo>
                  <a:lnTo>
                    <a:pt x="0" y="718720"/>
                  </a:lnTo>
                  <a:lnTo>
                    <a:pt x="0" y="0"/>
                  </a:lnTo>
                  <a:close/>
                </a:path>
              </a:pathLst>
            </a:custGeom>
            <a:ln w="4944">
              <a:solidFill>
                <a:srgbClr val="C3C3C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/>
          <p:nvPr/>
        </p:nvSpPr>
        <p:spPr>
          <a:xfrm>
            <a:off x="412979" y="4370354"/>
            <a:ext cx="4427855" cy="33020"/>
          </a:xfrm>
          <a:custGeom>
            <a:avLst/>
            <a:gdLst/>
            <a:ahLst/>
            <a:cxnLst/>
            <a:rect l="l" t="t" r="r" b="b"/>
            <a:pathLst>
              <a:path w="4427855" h="33020">
                <a:moveTo>
                  <a:pt x="4427242" y="0"/>
                </a:moveTo>
                <a:lnTo>
                  <a:pt x="0" y="0"/>
                </a:lnTo>
                <a:lnTo>
                  <a:pt x="0" y="32965"/>
                </a:lnTo>
                <a:lnTo>
                  <a:pt x="4427242" y="32965"/>
                </a:lnTo>
                <a:lnTo>
                  <a:pt x="4427242" y="0"/>
                </a:lnTo>
                <a:close/>
              </a:path>
            </a:pathLst>
          </a:custGeom>
          <a:solidFill>
            <a:srgbClr val="336699">
              <a:alpha val="501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468138" y="6958009"/>
            <a:ext cx="631190" cy="812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50" spc="15">
                <a:solidFill>
                  <a:srgbClr val="B0B0B0"/>
                </a:solidFill>
                <a:latin typeface="Verdana"/>
                <a:cs typeface="Verdana"/>
              </a:rPr>
              <a:t>©</a:t>
            </a:r>
            <a:r>
              <a:rPr dirty="0" sz="350" spc="-2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201</a:t>
            </a:r>
            <a:r>
              <a:rPr dirty="0" sz="350" spc="10">
                <a:solidFill>
                  <a:srgbClr val="B0B0B0"/>
                </a:solidFill>
                <a:latin typeface="Verdana"/>
                <a:cs typeface="Verdana"/>
              </a:rPr>
              <a:t>8</a:t>
            </a:r>
            <a:r>
              <a:rPr dirty="0" sz="350" spc="-15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C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m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pu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e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-10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Ne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t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wo</a:t>
            </a:r>
            <a:r>
              <a:rPr dirty="0" sz="350" spc="-5">
                <a:solidFill>
                  <a:srgbClr val="B0B0B0"/>
                </a:solidFill>
                <a:latin typeface="Verdana"/>
                <a:cs typeface="Verdana"/>
              </a:rPr>
              <a:t>r</a:t>
            </a:r>
            <a:r>
              <a:rPr dirty="0" sz="350" spc="5">
                <a:solidFill>
                  <a:srgbClr val="B0B0B0"/>
                </a:solidFill>
                <a:latin typeface="Verdana"/>
                <a:cs typeface="Verdana"/>
              </a:rPr>
              <a:t>k</a:t>
            </a:r>
            <a:endParaRPr sz="350">
              <a:latin typeface="Verdana"/>
              <a:cs typeface="Verdan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97608" y="6823483"/>
            <a:ext cx="1237066" cy="20205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599014" y="4146223"/>
            <a:ext cx="1952625" cy="14090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20">
                <a:solidFill>
                  <a:srgbClr val="003366"/>
                </a:solidFill>
                <a:latin typeface="Arial MT"/>
                <a:cs typeface="Arial MT"/>
              </a:rPr>
              <a:t>Summary</a:t>
            </a:r>
            <a:endParaRPr sz="11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Arial MT"/>
              <a:cs typeface="Arial MT"/>
            </a:endParaRPr>
          </a:p>
          <a:p>
            <a:pPr marL="530860" indent="-149225">
              <a:lnSpc>
                <a:spcPct val="100000"/>
              </a:lnSpc>
              <a:buFont typeface="Wingdings"/>
              <a:buChar char=""/>
              <a:tabLst>
                <a:tab pos="53149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Framing</a:t>
            </a:r>
            <a:endParaRPr sz="950">
              <a:latin typeface="Arial MT"/>
              <a:cs typeface="Arial MT"/>
            </a:endParaRPr>
          </a:p>
          <a:p>
            <a:pPr marL="530860" indent="-14922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53149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Error</a:t>
            </a:r>
            <a:r>
              <a:rPr dirty="0" sz="950" spc="-1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Detection/Correction</a:t>
            </a:r>
            <a:endParaRPr sz="950">
              <a:latin typeface="Arial MT"/>
              <a:cs typeface="Arial MT"/>
            </a:endParaRPr>
          </a:p>
          <a:p>
            <a:pPr marL="530860" indent="-149225">
              <a:lnSpc>
                <a:spcPct val="100000"/>
              </a:lnSpc>
              <a:spcBef>
                <a:spcPts val="505"/>
              </a:spcBef>
              <a:buFont typeface="Wingdings"/>
              <a:buChar char=""/>
              <a:tabLst>
                <a:tab pos="53149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Flow</a:t>
            </a:r>
            <a:r>
              <a:rPr dirty="0" sz="9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Control</a:t>
            </a:r>
            <a:endParaRPr sz="950">
              <a:latin typeface="Arial MT"/>
              <a:cs typeface="Arial MT"/>
            </a:endParaRPr>
          </a:p>
          <a:p>
            <a:pPr marL="530860" indent="-149225">
              <a:lnSpc>
                <a:spcPct val="100000"/>
              </a:lnSpc>
              <a:spcBef>
                <a:spcPts val="550"/>
              </a:spcBef>
              <a:buFont typeface="Wingdings"/>
              <a:buChar char=""/>
              <a:tabLst>
                <a:tab pos="531495" algn="l"/>
              </a:tabLst>
            </a:pPr>
            <a:r>
              <a:rPr dirty="0" sz="950">
                <a:solidFill>
                  <a:srgbClr val="003366"/>
                </a:solidFill>
                <a:latin typeface="Arial MT"/>
                <a:cs typeface="Arial MT"/>
              </a:rPr>
              <a:t>HDLC</a:t>
            </a:r>
            <a:r>
              <a:rPr dirty="0" sz="950" spc="-35">
                <a:solidFill>
                  <a:srgbClr val="003366"/>
                </a:solidFill>
                <a:latin typeface="Arial MT"/>
                <a:cs typeface="Arial MT"/>
              </a:rPr>
              <a:t> </a:t>
            </a:r>
            <a:r>
              <a:rPr dirty="0" sz="950" spc="-5">
                <a:solidFill>
                  <a:srgbClr val="003366"/>
                </a:solidFill>
                <a:latin typeface="Arial MT"/>
                <a:cs typeface="Arial MT"/>
              </a:rPr>
              <a:t>Protocol</a:t>
            </a:r>
            <a:endParaRPr sz="95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83343" y="4818231"/>
            <a:ext cx="1414857" cy="177862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23357" y="6615461"/>
            <a:ext cx="1008380" cy="742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00" i="1">
                <a:solidFill>
                  <a:srgbClr val="B0B0B0"/>
                </a:solidFill>
                <a:latin typeface="Verdana"/>
                <a:cs typeface="Verdana"/>
              </a:rPr>
              <a:t>Image</a:t>
            </a:r>
            <a:r>
              <a:rPr dirty="0" sz="300" spc="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00" i="1">
                <a:solidFill>
                  <a:srgbClr val="B0B0B0"/>
                </a:solidFill>
                <a:latin typeface="Verdana"/>
                <a:cs typeface="Verdana"/>
              </a:rPr>
              <a:t>from</a:t>
            </a:r>
            <a:r>
              <a:rPr dirty="0" sz="300" spc="-5" i="1">
                <a:solidFill>
                  <a:srgbClr val="B0B0B0"/>
                </a:solidFill>
                <a:latin typeface="Verdana"/>
                <a:cs typeface="Verdana"/>
              </a:rPr>
              <a:t> </a:t>
            </a:r>
            <a:r>
              <a:rPr dirty="0" sz="300" spc="-5" i="1">
                <a:solidFill>
                  <a:srgbClr val="B0B0B0"/>
                </a:solidFill>
                <a:latin typeface="Verdana"/>
                <a:cs typeface="Verdana"/>
                <a:hlinkClick r:id="rId6"/>
              </a:rPr>
              <a:t>http://www.promotionalpro.com/blog/</a:t>
            </a:r>
            <a:endParaRPr sz="3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5882" y="4074378"/>
            <a:ext cx="4737735" cy="2961640"/>
          </a:xfrm>
          <a:custGeom>
            <a:avLst/>
            <a:gdLst/>
            <a:ahLst/>
            <a:cxnLst/>
            <a:rect l="l" t="t" r="r" b="b"/>
            <a:pathLst>
              <a:path w="4737735" h="2961640">
                <a:moveTo>
                  <a:pt x="0" y="0"/>
                </a:moveTo>
                <a:lnTo>
                  <a:pt x="4737668" y="0"/>
                </a:lnTo>
                <a:lnTo>
                  <a:pt x="4737668" y="2961042"/>
                </a:lnTo>
                <a:lnTo>
                  <a:pt x="0" y="2961042"/>
                </a:lnTo>
                <a:lnTo>
                  <a:pt x="0" y="0"/>
                </a:lnTo>
                <a:close/>
              </a:path>
            </a:pathLst>
          </a:custGeom>
          <a:ln w="58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0B0B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Jaehyun Park</dc:creator>
  <dc:title>SCN-05_Datalink</dc:title>
  <dcterms:created xsi:type="dcterms:W3CDTF">2024-10-01T12:11:04Z</dcterms:created>
  <dcterms:modified xsi:type="dcterms:W3CDTF">2024-10-01T12:11:04Z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2023-09-25T00:00:00Z</vt:filetime>
  </property>
  <property fmtid="{D5CDD505-2E9C-101B-9397-08002B2CF9AE}" pid="3" name="Creator">
    <vt:lpwstr>pdftopdf filter</vt:lpwstr>
  </property>
  <property fmtid="{D5CDD505-2E9C-101B-9397-08002B2CF9AE}" pid="4" name="LastSaved">
    <vt:filetime>2024-10-01T00:00:00Z</vt:filetime>
  </property>
</Properties>
</file>