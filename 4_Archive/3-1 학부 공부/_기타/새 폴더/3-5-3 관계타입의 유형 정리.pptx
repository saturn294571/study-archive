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7056" y="540465"/>
            <a:ext cx="8159286" cy="764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66462" y="7077404"/>
            <a:ext cx="2759709" cy="24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557008" y="7077404"/>
            <a:ext cx="273684" cy="24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898989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43" y="2308490"/>
            <a:ext cx="8368665" cy="7645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Relationship</a:t>
            </a:r>
            <a:r>
              <a:rPr dirty="0" spc="-125"/>
              <a:t> </a:t>
            </a:r>
            <a:r>
              <a:rPr dirty="0"/>
              <a:t>type</a:t>
            </a:r>
            <a:r>
              <a:rPr dirty="0" spc="-225"/>
              <a:t> </a:t>
            </a:r>
            <a:r>
              <a:rPr dirty="0"/>
              <a:t>유형의</a:t>
            </a:r>
            <a:r>
              <a:rPr dirty="0" spc="-160"/>
              <a:t> </a:t>
            </a:r>
            <a:r>
              <a:rPr dirty="0" spc="-25"/>
              <a:t>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/>
              <a:t>1:1의</a:t>
            </a:r>
            <a:r>
              <a:rPr dirty="0" spc="-30"/>
              <a:t> </a:t>
            </a:r>
            <a:r>
              <a:rPr dirty="0" spc="-10"/>
              <a:t>non-</a:t>
            </a:r>
            <a:r>
              <a:rPr dirty="0"/>
              <a:t>identifying</a:t>
            </a:r>
            <a:r>
              <a:rPr dirty="0" spc="-40"/>
              <a:t> </a:t>
            </a:r>
            <a:r>
              <a:rPr dirty="0" spc="-10"/>
              <a:t>관계(1)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405884" y="3610355"/>
            <a:ext cx="2007870" cy="794385"/>
            <a:chOff x="4405884" y="3610355"/>
            <a:chExt cx="2007870" cy="794385"/>
          </a:xfrm>
        </p:grpSpPr>
        <p:sp>
          <p:nvSpPr>
            <p:cNvPr id="4" name="object 4" descr=""/>
            <p:cNvSpPr/>
            <p:nvPr/>
          </p:nvSpPr>
          <p:spPr>
            <a:xfrm>
              <a:off x="5643372" y="4008119"/>
              <a:ext cx="765175" cy="3175"/>
            </a:xfrm>
            <a:custGeom>
              <a:avLst/>
              <a:gdLst/>
              <a:ahLst/>
              <a:cxnLst/>
              <a:rect l="l" t="t" r="r" b="b"/>
              <a:pathLst>
                <a:path w="765175" h="3175">
                  <a:moveTo>
                    <a:pt x="0" y="0"/>
                  </a:moveTo>
                  <a:lnTo>
                    <a:pt x="765048" y="304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419600" y="3624071"/>
              <a:ext cx="1224280" cy="767080"/>
            </a:xfrm>
            <a:custGeom>
              <a:avLst/>
              <a:gdLst/>
              <a:ahLst/>
              <a:cxnLst/>
              <a:rect l="l" t="t" r="r" b="b"/>
              <a:pathLst>
                <a:path w="1224279" h="767079">
                  <a:moveTo>
                    <a:pt x="611123" y="766571"/>
                  </a:moveTo>
                  <a:lnTo>
                    <a:pt x="0" y="384047"/>
                  </a:lnTo>
                  <a:lnTo>
                    <a:pt x="611123" y="0"/>
                  </a:lnTo>
                  <a:lnTo>
                    <a:pt x="1223771" y="384047"/>
                  </a:lnTo>
                  <a:lnTo>
                    <a:pt x="611123" y="766571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419600" y="3624071"/>
              <a:ext cx="1224280" cy="767080"/>
            </a:xfrm>
            <a:custGeom>
              <a:avLst/>
              <a:gdLst/>
              <a:ahLst/>
              <a:cxnLst/>
              <a:rect l="l" t="t" r="r" b="b"/>
              <a:pathLst>
                <a:path w="1224279" h="767079">
                  <a:moveTo>
                    <a:pt x="0" y="384047"/>
                  </a:moveTo>
                  <a:lnTo>
                    <a:pt x="611123" y="0"/>
                  </a:lnTo>
                  <a:lnTo>
                    <a:pt x="1223771" y="384047"/>
                  </a:lnTo>
                  <a:lnTo>
                    <a:pt x="611123" y="766571"/>
                  </a:lnTo>
                  <a:lnTo>
                    <a:pt x="0" y="384047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941822" y="3839972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08420" y="3715511"/>
            <a:ext cx="1301750" cy="589915"/>
          </a:xfrm>
          <a:prstGeom prst="rect">
            <a:avLst/>
          </a:prstGeom>
          <a:solidFill>
            <a:srgbClr val="4F80BC"/>
          </a:solidFill>
          <a:ln w="27432">
            <a:solidFill>
              <a:srgbClr val="385D89"/>
            </a:solidFill>
          </a:ln>
        </p:spPr>
        <p:txBody>
          <a:bodyPr wrap="square" lIns="0" tIns="144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35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567940" y="4613148"/>
            <a:ext cx="891540" cy="599440"/>
            <a:chOff x="2567940" y="4613148"/>
            <a:chExt cx="891540" cy="599440"/>
          </a:xfrm>
        </p:grpSpPr>
        <p:sp>
          <p:nvSpPr>
            <p:cNvPr id="10" name="object 10" descr=""/>
            <p:cNvSpPr/>
            <p:nvPr/>
          </p:nvSpPr>
          <p:spPr>
            <a:xfrm>
              <a:off x="2581656" y="4626864"/>
              <a:ext cx="864235" cy="571500"/>
            </a:xfrm>
            <a:custGeom>
              <a:avLst/>
              <a:gdLst/>
              <a:ahLst/>
              <a:cxnLst/>
              <a:rect l="l" t="t" r="r" b="b"/>
              <a:pathLst>
                <a:path w="864235" h="571500">
                  <a:moveTo>
                    <a:pt x="432815" y="571500"/>
                  </a:moveTo>
                  <a:lnTo>
                    <a:pt x="374037" y="568890"/>
                  </a:lnTo>
                  <a:lnTo>
                    <a:pt x="317676" y="561290"/>
                  </a:lnTo>
                  <a:lnTo>
                    <a:pt x="264247" y="549044"/>
                  </a:lnTo>
                  <a:lnTo>
                    <a:pt x="214263" y="532496"/>
                  </a:lnTo>
                  <a:lnTo>
                    <a:pt x="168237" y="511990"/>
                  </a:lnTo>
                  <a:lnTo>
                    <a:pt x="126682" y="487870"/>
                  </a:lnTo>
                  <a:lnTo>
                    <a:pt x="90112" y="460479"/>
                  </a:lnTo>
                  <a:lnTo>
                    <a:pt x="59040" y="430163"/>
                  </a:lnTo>
                  <a:lnTo>
                    <a:pt x="33980" y="397263"/>
                  </a:lnTo>
                  <a:lnTo>
                    <a:pt x="15444" y="362126"/>
                  </a:lnTo>
                  <a:lnTo>
                    <a:pt x="3946" y="325094"/>
                  </a:lnTo>
                  <a:lnTo>
                    <a:pt x="0" y="286512"/>
                  </a:lnTo>
                  <a:lnTo>
                    <a:pt x="3946" y="247579"/>
                  </a:lnTo>
                  <a:lnTo>
                    <a:pt x="15444" y="210255"/>
                  </a:lnTo>
                  <a:lnTo>
                    <a:pt x="33980" y="174879"/>
                  </a:lnTo>
                  <a:lnTo>
                    <a:pt x="59040" y="141788"/>
                  </a:lnTo>
                  <a:lnTo>
                    <a:pt x="90112" y="111322"/>
                  </a:lnTo>
                  <a:lnTo>
                    <a:pt x="126682" y="83820"/>
                  </a:lnTo>
                  <a:lnTo>
                    <a:pt x="168237" y="59619"/>
                  </a:lnTo>
                  <a:lnTo>
                    <a:pt x="214263" y="39059"/>
                  </a:lnTo>
                  <a:lnTo>
                    <a:pt x="264247" y="22479"/>
                  </a:lnTo>
                  <a:lnTo>
                    <a:pt x="317676" y="10216"/>
                  </a:lnTo>
                  <a:lnTo>
                    <a:pt x="374037" y="2610"/>
                  </a:lnTo>
                  <a:lnTo>
                    <a:pt x="432815" y="0"/>
                  </a:lnTo>
                  <a:lnTo>
                    <a:pt x="491244" y="2610"/>
                  </a:lnTo>
                  <a:lnTo>
                    <a:pt x="547313" y="10216"/>
                  </a:lnTo>
                  <a:lnTo>
                    <a:pt x="600503" y="22479"/>
                  </a:lnTo>
                  <a:lnTo>
                    <a:pt x="650296" y="39059"/>
                  </a:lnTo>
                  <a:lnTo>
                    <a:pt x="696173" y="59619"/>
                  </a:lnTo>
                  <a:lnTo>
                    <a:pt x="737616" y="83820"/>
                  </a:lnTo>
                  <a:lnTo>
                    <a:pt x="774105" y="111322"/>
                  </a:lnTo>
                  <a:lnTo>
                    <a:pt x="805123" y="141788"/>
                  </a:lnTo>
                  <a:lnTo>
                    <a:pt x="830151" y="174879"/>
                  </a:lnTo>
                  <a:lnTo>
                    <a:pt x="848670" y="210255"/>
                  </a:lnTo>
                  <a:lnTo>
                    <a:pt x="860162" y="247579"/>
                  </a:lnTo>
                  <a:lnTo>
                    <a:pt x="864108" y="286512"/>
                  </a:lnTo>
                  <a:lnTo>
                    <a:pt x="860162" y="325094"/>
                  </a:lnTo>
                  <a:lnTo>
                    <a:pt x="848670" y="362126"/>
                  </a:lnTo>
                  <a:lnTo>
                    <a:pt x="830151" y="397263"/>
                  </a:lnTo>
                  <a:lnTo>
                    <a:pt x="805123" y="430163"/>
                  </a:lnTo>
                  <a:lnTo>
                    <a:pt x="774105" y="460479"/>
                  </a:lnTo>
                  <a:lnTo>
                    <a:pt x="737616" y="487870"/>
                  </a:lnTo>
                  <a:lnTo>
                    <a:pt x="696173" y="511990"/>
                  </a:lnTo>
                  <a:lnTo>
                    <a:pt x="650296" y="532496"/>
                  </a:lnTo>
                  <a:lnTo>
                    <a:pt x="600503" y="549044"/>
                  </a:lnTo>
                  <a:lnTo>
                    <a:pt x="547313" y="561290"/>
                  </a:lnTo>
                  <a:lnTo>
                    <a:pt x="491244" y="568890"/>
                  </a:lnTo>
                  <a:lnTo>
                    <a:pt x="432815" y="5715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81656" y="4626864"/>
              <a:ext cx="864235" cy="571500"/>
            </a:xfrm>
            <a:custGeom>
              <a:avLst/>
              <a:gdLst/>
              <a:ahLst/>
              <a:cxnLst/>
              <a:rect l="l" t="t" r="r" b="b"/>
              <a:pathLst>
                <a:path w="864235" h="571500">
                  <a:moveTo>
                    <a:pt x="0" y="286512"/>
                  </a:moveTo>
                  <a:lnTo>
                    <a:pt x="3946" y="247579"/>
                  </a:lnTo>
                  <a:lnTo>
                    <a:pt x="15444" y="210255"/>
                  </a:lnTo>
                  <a:lnTo>
                    <a:pt x="33980" y="174879"/>
                  </a:lnTo>
                  <a:lnTo>
                    <a:pt x="59040" y="141788"/>
                  </a:lnTo>
                  <a:lnTo>
                    <a:pt x="90112" y="111322"/>
                  </a:lnTo>
                  <a:lnTo>
                    <a:pt x="126682" y="83820"/>
                  </a:lnTo>
                  <a:lnTo>
                    <a:pt x="168237" y="59619"/>
                  </a:lnTo>
                  <a:lnTo>
                    <a:pt x="214263" y="39059"/>
                  </a:lnTo>
                  <a:lnTo>
                    <a:pt x="264247" y="22479"/>
                  </a:lnTo>
                  <a:lnTo>
                    <a:pt x="317676" y="10216"/>
                  </a:lnTo>
                  <a:lnTo>
                    <a:pt x="374037" y="2610"/>
                  </a:lnTo>
                  <a:lnTo>
                    <a:pt x="432815" y="0"/>
                  </a:lnTo>
                  <a:lnTo>
                    <a:pt x="491244" y="2610"/>
                  </a:lnTo>
                  <a:lnTo>
                    <a:pt x="547313" y="10216"/>
                  </a:lnTo>
                  <a:lnTo>
                    <a:pt x="600503" y="22479"/>
                  </a:lnTo>
                  <a:lnTo>
                    <a:pt x="650296" y="39059"/>
                  </a:lnTo>
                  <a:lnTo>
                    <a:pt x="696173" y="59619"/>
                  </a:lnTo>
                  <a:lnTo>
                    <a:pt x="737616" y="83820"/>
                  </a:lnTo>
                  <a:lnTo>
                    <a:pt x="774105" y="111322"/>
                  </a:lnTo>
                  <a:lnTo>
                    <a:pt x="805123" y="141788"/>
                  </a:lnTo>
                  <a:lnTo>
                    <a:pt x="830151" y="174879"/>
                  </a:lnTo>
                  <a:lnTo>
                    <a:pt x="848670" y="210255"/>
                  </a:lnTo>
                  <a:lnTo>
                    <a:pt x="860162" y="247579"/>
                  </a:lnTo>
                  <a:lnTo>
                    <a:pt x="864108" y="286512"/>
                  </a:lnTo>
                  <a:lnTo>
                    <a:pt x="860162" y="325094"/>
                  </a:lnTo>
                  <a:lnTo>
                    <a:pt x="848670" y="362126"/>
                  </a:lnTo>
                  <a:lnTo>
                    <a:pt x="830151" y="397263"/>
                  </a:lnTo>
                  <a:lnTo>
                    <a:pt x="805123" y="430163"/>
                  </a:lnTo>
                  <a:lnTo>
                    <a:pt x="774105" y="460479"/>
                  </a:lnTo>
                  <a:lnTo>
                    <a:pt x="737616" y="487870"/>
                  </a:lnTo>
                  <a:lnTo>
                    <a:pt x="696173" y="511990"/>
                  </a:lnTo>
                  <a:lnTo>
                    <a:pt x="650296" y="532496"/>
                  </a:lnTo>
                  <a:lnTo>
                    <a:pt x="600503" y="549044"/>
                  </a:lnTo>
                  <a:lnTo>
                    <a:pt x="547313" y="561290"/>
                  </a:lnTo>
                  <a:lnTo>
                    <a:pt x="491244" y="568890"/>
                  </a:lnTo>
                  <a:lnTo>
                    <a:pt x="432815" y="571500"/>
                  </a:lnTo>
                  <a:lnTo>
                    <a:pt x="374037" y="568890"/>
                  </a:lnTo>
                  <a:lnTo>
                    <a:pt x="317676" y="561290"/>
                  </a:lnTo>
                  <a:lnTo>
                    <a:pt x="264247" y="549044"/>
                  </a:lnTo>
                  <a:lnTo>
                    <a:pt x="214263" y="532496"/>
                  </a:lnTo>
                  <a:lnTo>
                    <a:pt x="168237" y="511990"/>
                  </a:lnTo>
                  <a:lnTo>
                    <a:pt x="126682" y="487870"/>
                  </a:lnTo>
                  <a:lnTo>
                    <a:pt x="90112" y="460479"/>
                  </a:lnTo>
                  <a:lnTo>
                    <a:pt x="59040" y="430163"/>
                  </a:lnTo>
                  <a:lnTo>
                    <a:pt x="33980" y="397263"/>
                  </a:lnTo>
                  <a:lnTo>
                    <a:pt x="15444" y="362126"/>
                  </a:lnTo>
                  <a:lnTo>
                    <a:pt x="3946" y="325094"/>
                  </a:lnTo>
                  <a:lnTo>
                    <a:pt x="0" y="286512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2339339" y="3701795"/>
          <a:ext cx="2175510" cy="915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955"/>
                <a:gridCol w="645159"/>
                <a:gridCol w="770255"/>
              </a:tblGrid>
              <a:tr h="294005"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1950" spc="-25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E1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144145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1995"/>
                        </a:lnSpc>
                        <a:spcBef>
                          <a:spcPts val="220"/>
                        </a:spcBef>
                      </a:pPr>
                      <a:r>
                        <a:rPr dirty="0" sz="1950" spc="-50">
                          <a:latin typeface="Malgun Gothic"/>
                          <a:cs typeface="Malgun Gothic"/>
                        </a:rPr>
                        <a:t>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27940">
                    <a:lnL w="28575">
                      <a:solidFill>
                        <a:srgbClr val="385D89"/>
                      </a:solidFill>
                      <a:prstDash val="solid"/>
                    </a:lnL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29527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4145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385D89"/>
                      </a:solidFill>
                      <a:prstDash val="solid"/>
                    </a:lnL>
                    <a:lnT w="19050">
                      <a:solidFill>
                        <a:srgbClr val="497EBA"/>
                      </a:solidFill>
                      <a:prstDash val="solid"/>
                    </a:lnT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497E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97EBA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5778463" y="3733274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856974" y="4745247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600190" y="4612893"/>
            <a:ext cx="892175" cy="532765"/>
            <a:chOff x="6600190" y="4612893"/>
            <a:chExt cx="892175" cy="532765"/>
          </a:xfrm>
        </p:grpSpPr>
        <p:sp>
          <p:nvSpPr>
            <p:cNvPr id="16" name="object 16" descr=""/>
            <p:cNvSpPr/>
            <p:nvPr/>
          </p:nvSpPr>
          <p:spPr>
            <a:xfrm>
              <a:off x="6614160" y="4626863"/>
              <a:ext cx="864235" cy="504825"/>
            </a:xfrm>
            <a:custGeom>
              <a:avLst/>
              <a:gdLst/>
              <a:ahLst/>
              <a:cxnLst/>
              <a:rect l="l" t="t" r="r" b="b"/>
              <a:pathLst>
                <a:path w="864234" h="504825">
                  <a:moveTo>
                    <a:pt x="432815" y="504443"/>
                  </a:moveTo>
                  <a:lnTo>
                    <a:pt x="374037" y="502143"/>
                  </a:lnTo>
                  <a:lnTo>
                    <a:pt x="317676" y="495441"/>
                  </a:lnTo>
                  <a:lnTo>
                    <a:pt x="264247" y="484631"/>
                  </a:lnTo>
                  <a:lnTo>
                    <a:pt x="214263" y="470012"/>
                  </a:lnTo>
                  <a:lnTo>
                    <a:pt x="168237" y="451880"/>
                  </a:lnTo>
                  <a:lnTo>
                    <a:pt x="126682" y="430529"/>
                  </a:lnTo>
                  <a:lnTo>
                    <a:pt x="90112" y="406258"/>
                  </a:lnTo>
                  <a:lnTo>
                    <a:pt x="59040" y="379363"/>
                  </a:lnTo>
                  <a:lnTo>
                    <a:pt x="33980" y="350138"/>
                  </a:lnTo>
                  <a:lnTo>
                    <a:pt x="3946" y="285891"/>
                  </a:lnTo>
                  <a:lnTo>
                    <a:pt x="0" y="251460"/>
                  </a:lnTo>
                  <a:lnTo>
                    <a:pt x="3946" y="217379"/>
                  </a:lnTo>
                  <a:lnTo>
                    <a:pt x="33980" y="153662"/>
                  </a:lnTo>
                  <a:lnTo>
                    <a:pt x="59040" y="124629"/>
                  </a:lnTo>
                  <a:lnTo>
                    <a:pt x="90112" y="97882"/>
                  </a:lnTo>
                  <a:lnTo>
                    <a:pt x="126682" y="73723"/>
                  </a:lnTo>
                  <a:lnTo>
                    <a:pt x="168237" y="52453"/>
                  </a:lnTo>
                  <a:lnTo>
                    <a:pt x="214263" y="34374"/>
                  </a:lnTo>
                  <a:lnTo>
                    <a:pt x="264247" y="19788"/>
                  </a:lnTo>
                  <a:lnTo>
                    <a:pt x="317676" y="8995"/>
                  </a:lnTo>
                  <a:lnTo>
                    <a:pt x="374037" y="2299"/>
                  </a:lnTo>
                  <a:lnTo>
                    <a:pt x="432815" y="0"/>
                  </a:lnTo>
                  <a:lnTo>
                    <a:pt x="491244" y="2299"/>
                  </a:lnTo>
                  <a:lnTo>
                    <a:pt x="547313" y="8995"/>
                  </a:lnTo>
                  <a:lnTo>
                    <a:pt x="600503" y="19788"/>
                  </a:lnTo>
                  <a:lnTo>
                    <a:pt x="650296" y="34374"/>
                  </a:lnTo>
                  <a:lnTo>
                    <a:pt x="696173" y="52453"/>
                  </a:lnTo>
                  <a:lnTo>
                    <a:pt x="737616" y="73723"/>
                  </a:lnTo>
                  <a:lnTo>
                    <a:pt x="774105" y="97882"/>
                  </a:lnTo>
                  <a:lnTo>
                    <a:pt x="805123" y="124629"/>
                  </a:lnTo>
                  <a:lnTo>
                    <a:pt x="830151" y="153662"/>
                  </a:lnTo>
                  <a:lnTo>
                    <a:pt x="860162" y="217379"/>
                  </a:lnTo>
                  <a:lnTo>
                    <a:pt x="864108" y="251460"/>
                  </a:lnTo>
                  <a:lnTo>
                    <a:pt x="860162" y="285891"/>
                  </a:lnTo>
                  <a:lnTo>
                    <a:pt x="830151" y="350138"/>
                  </a:lnTo>
                  <a:lnTo>
                    <a:pt x="805123" y="379363"/>
                  </a:lnTo>
                  <a:lnTo>
                    <a:pt x="774105" y="406258"/>
                  </a:lnTo>
                  <a:lnTo>
                    <a:pt x="737616" y="430529"/>
                  </a:lnTo>
                  <a:lnTo>
                    <a:pt x="696173" y="451880"/>
                  </a:lnTo>
                  <a:lnTo>
                    <a:pt x="650296" y="470012"/>
                  </a:lnTo>
                  <a:lnTo>
                    <a:pt x="600503" y="484631"/>
                  </a:lnTo>
                  <a:lnTo>
                    <a:pt x="547313" y="495441"/>
                  </a:lnTo>
                  <a:lnTo>
                    <a:pt x="491244" y="502143"/>
                  </a:lnTo>
                  <a:lnTo>
                    <a:pt x="432815" y="50444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614160" y="4626863"/>
              <a:ext cx="864235" cy="504825"/>
            </a:xfrm>
            <a:custGeom>
              <a:avLst/>
              <a:gdLst/>
              <a:ahLst/>
              <a:cxnLst/>
              <a:rect l="l" t="t" r="r" b="b"/>
              <a:pathLst>
                <a:path w="864234" h="504825">
                  <a:moveTo>
                    <a:pt x="0" y="251460"/>
                  </a:moveTo>
                  <a:lnTo>
                    <a:pt x="15444" y="184679"/>
                  </a:lnTo>
                  <a:lnTo>
                    <a:pt x="59040" y="124629"/>
                  </a:lnTo>
                  <a:lnTo>
                    <a:pt x="90112" y="97882"/>
                  </a:lnTo>
                  <a:lnTo>
                    <a:pt x="126682" y="73723"/>
                  </a:lnTo>
                  <a:lnTo>
                    <a:pt x="168237" y="52453"/>
                  </a:lnTo>
                  <a:lnTo>
                    <a:pt x="214263" y="34374"/>
                  </a:lnTo>
                  <a:lnTo>
                    <a:pt x="264247" y="19788"/>
                  </a:lnTo>
                  <a:lnTo>
                    <a:pt x="317676" y="8995"/>
                  </a:lnTo>
                  <a:lnTo>
                    <a:pt x="374037" y="2299"/>
                  </a:lnTo>
                  <a:lnTo>
                    <a:pt x="432815" y="0"/>
                  </a:lnTo>
                  <a:lnTo>
                    <a:pt x="491244" y="2299"/>
                  </a:lnTo>
                  <a:lnTo>
                    <a:pt x="547313" y="8995"/>
                  </a:lnTo>
                  <a:lnTo>
                    <a:pt x="600503" y="19788"/>
                  </a:lnTo>
                  <a:lnTo>
                    <a:pt x="650296" y="34374"/>
                  </a:lnTo>
                  <a:lnTo>
                    <a:pt x="696173" y="52453"/>
                  </a:lnTo>
                  <a:lnTo>
                    <a:pt x="737616" y="73723"/>
                  </a:lnTo>
                  <a:lnTo>
                    <a:pt x="774105" y="97882"/>
                  </a:lnTo>
                  <a:lnTo>
                    <a:pt x="805123" y="124629"/>
                  </a:lnTo>
                  <a:lnTo>
                    <a:pt x="830151" y="153662"/>
                  </a:lnTo>
                  <a:lnTo>
                    <a:pt x="860162" y="217379"/>
                  </a:lnTo>
                  <a:lnTo>
                    <a:pt x="864108" y="251460"/>
                  </a:lnTo>
                  <a:lnTo>
                    <a:pt x="860162" y="285891"/>
                  </a:lnTo>
                  <a:lnTo>
                    <a:pt x="830151" y="350138"/>
                  </a:lnTo>
                  <a:lnTo>
                    <a:pt x="805123" y="379363"/>
                  </a:lnTo>
                  <a:lnTo>
                    <a:pt x="774105" y="406258"/>
                  </a:lnTo>
                  <a:lnTo>
                    <a:pt x="737616" y="430529"/>
                  </a:lnTo>
                  <a:lnTo>
                    <a:pt x="696173" y="451880"/>
                  </a:lnTo>
                  <a:lnTo>
                    <a:pt x="650296" y="470012"/>
                  </a:lnTo>
                  <a:lnTo>
                    <a:pt x="600503" y="484631"/>
                  </a:lnTo>
                  <a:lnTo>
                    <a:pt x="547313" y="495441"/>
                  </a:lnTo>
                  <a:lnTo>
                    <a:pt x="491244" y="502143"/>
                  </a:lnTo>
                  <a:lnTo>
                    <a:pt x="432815" y="504443"/>
                  </a:lnTo>
                  <a:lnTo>
                    <a:pt x="374037" y="502143"/>
                  </a:lnTo>
                  <a:lnTo>
                    <a:pt x="317676" y="495441"/>
                  </a:lnTo>
                  <a:lnTo>
                    <a:pt x="264247" y="484631"/>
                  </a:lnTo>
                  <a:lnTo>
                    <a:pt x="214263" y="470012"/>
                  </a:lnTo>
                  <a:lnTo>
                    <a:pt x="168237" y="451880"/>
                  </a:lnTo>
                  <a:lnTo>
                    <a:pt x="126682" y="430529"/>
                  </a:lnTo>
                  <a:lnTo>
                    <a:pt x="90112" y="406258"/>
                  </a:lnTo>
                  <a:lnTo>
                    <a:pt x="59040" y="379363"/>
                  </a:lnTo>
                  <a:lnTo>
                    <a:pt x="33980" y="350138"/>
                  </a:lnTo>
                  <a:lnTo>
                    <a:pt x="3946" y="285891"/>
                  </a:lnTo>
                  <a:lnTo>
                    <a:pt x="0" y="251460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889400" y="4711728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046976" y="4305300"/>
            <a:ext cx="12700" cy="321945"/>
          </a:xfrm>
          <a:custGeom>
            <a:avLst/>
            <a:gdLst/>
            <a:ahLst/>
            <a:cxnLst/>
            <a:rect l="l" t="t" r="r" b="b"/>
            <a:pathLst>
              <a:path w="12700" h="321945">
                <a:moveTo>
                  <a:pt x="12191" y="0"/>
                </a:moveTo>
                <a:lnTo>
                  <a:pt x="0" y="32156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897118" y="1627257"/>
            <a:ext cx="8739505" cy="1388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387350" marR="5080" indent="-375285">
              <a:lnSpc>
                <a:spcPct val="152800"/>
              </a:lnSpc>
              <a:spcBef>
                <a:spcPts val="9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1950">
                <a:latin typeface="Malgun Gothic"/>
                <a:cs typeface="Malgun Gothic"/>
              </a:rPr>
              <a:t>1:1</a:t>
            </a:r>
            <a:r>
              <a:rPr dirty="0" sz="1950" spc="8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관계는</a:t>
            </a:r>
            <a:r>
              <a:rPr dirty="0" sz="1950" spc="8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한</a:t>
            </a:r>
            <a:r>
              <a:rPr dirty="0" sz="1950" spc="8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개체타입의</a:t>
            </a:r>
            <a:r>
              <a:rPr dirty="0" sz="1950" spc="11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속성을</a:t>
            </a:r>
            <a:r>
              <a:rPr dirty="0" sz="1950" spc="8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2개의</a:t>
            </a:r>
            <a:r>
              <a:rPr dirty="0" sz="1950" spc="8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테이블로</a:t>
            </a:r>
            <a:r>
              <a:rPr dirty="0" sz="1950" spc="8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구분해서</a:t>
            </a:r>
            <a:r>
              <a:rPr dirty="0" sz="1950" spc="11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저장해야</a:t>
            </a:r>
            <a:r>
              <a:rPr dirty="0" sz="1950" spc="105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하는 </a:t>
            </a:r>
            <a:r>
              <a:rPr dirty="0" sz="1950" spc="-25">
                <a:latin typeface="Malgun Gothic"/>
                <a:cs typeface="Malgun Gothic"/>
              </a:rPr>
              <a:t>	</a:t>
            </a:r>
            <a:r>
              <a:rPr dirty="0" sz="1950">
                <a:latin typeface="Malgun Gothic"/>
                <a:cs typeface="Malgun Gothic"/>
              </a:rPr>
              <a:t>필요성(속성의</a:t>
            </a:r>
            <a:r>
              <a:rPr dirty="0" sz="1950" spc="12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사용</a:t>
            </a:r>
            <a:r>
              <a:rPr dirty="0" sz="1950" spc="8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목적</a:t>
            </a:r>
            <a:r>
              <a:rPr dirty="0" sz="1950" spc="7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및</a:t>
            </a:r>
            <a:r>
              <a:rPr dirty="0" sz="1950" spc="8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빈도가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다른</a:t>
            </a:r>
            <a:r>
              <a:rPr dirty="0" sz="1950" spc="6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경우)이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있는</a:t>
            </a:r>
            <a:r>
              <a:rPr dirty="0" sz="1950" spc="7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경우에만</a:t>
            </a:r>
            <a:r>
              <a:rPr dirty="0" sz="1950" spc="80">
                <a:latin typeface="Malgun Gothic"/>
                <a:cs typeface="Malgun Gothic"/>
              </a:rPr>
              <a:t> </a:t>
            </a:r>
            <a:r>
              <a:rPr dirty="0" sz="1950" spc="-10">
                <a:latin typeface="Malgun Gothic"/>
                <a:cs typeface="Malgun Gothic"/>
              </a:rPr>
              <a:t>표시하고, </a:t>
            </a:r>
            <a:r>
              <a:rPr dirty="0" sz="1950" spc="-10">
                <a:latin typeface="Malgun Gothic"/>
                <a:cs typeface="Malgun Gothic"/>
              </a:rPr>
              <a:t>	</a:t>
            </a:r>
            <a:r>
              <a:rPr dirty="0" sz="1950">
                <a:latin typeface="Malgun Gothic"/>
                <a:cs typeface="Malgun Gothic"/>
              </a:rPr>
              <a:t>그렇지</a:t>
            </a:r>
            <a:r>
              <a:rPr dirty="0" sz="1950" spc="7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않은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경우에는</a:t>
            </a:r>
            <a:r>
              <a:rPr dirty="0" sz="1950" spc="8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하나의</a:t>
            </a:r>
            <a:r>
              <a:rPr dirty="0" sz="1950" spc="7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개체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타입으로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통합할</a:t>
            </a:r>
            <a:r>
              <a:rPr dirty="0" sz="1950" spc="8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수</a:t>
            </a:r>
            <a:r>
              <a:rPr dirty="0" sz="1950" spc="75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있다.</a:t>
            </a:r>
            <a:endParaRPr sz="1950">
              <a:latin typeface="Malgun Gothic"/>
              <a:cs typeface="Malgun Gothic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708" y="5610345"/>
            <a:ext cx="8597432" cy="1070432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1362583" y="1269492"/>
            <a:ext cx="1170305" cy="27940"/>
          </a:xfrm>
          <a:custGeom>
            <a:avLst/>
            <a:gdLst/>
            <a:ahLst/>
            <a:cxnLst/>
            <a:rect l="l" t="t" r="r" b="b"/>
            <a:pathLst>
              <a:path w="1170305" h="27940">
                <a:moveTo>
                  <a:pt x="0" y="27939"/>
                </a:moveTo>
                <a:lnTo>
                  <a:pt x="0" y="27939"/>
                </a:lnTo>
                <a:lnTo>
                  <a:pt x="362330" y="27939"/>
                </a:lnTo>
                <a:lnTo>
                  <a:pt x="385786" y="27652"/>
                </a:lnTo>
                <a:lnTo>
                  <a:pt x="409860" y="26781"/>
                </a:lnTo>
                <a:lnTo>
                  <a:pt x="434554" y="25314"/>
                </a:lnTo>
                <a:lnTo>
                  <a:pt x="459866" y="23241"/>
                </a:lnTo>
                <a:lnTo>
                  <a:pt x="484820" y="21240"/>
                </a:lnTo>
                <a:lnTo>
                  <a:pt x="508619" y="19812"/>
                </a:lnTo>
                <a:lnTo>
                  <a:pt x="531250" y="18954"/>
                </a:lnTo>
                <a:lnTo>
                  <a:pt x="552704" y="18669"/>
                </a:lnTo>
                <a:lnTo>
                  <a:pt x="574157" y="18669"/>
                </a:lnTo>
                <a:lnTo>
                  <a:pt x="596788" y="18669"/>
                </a:lnTo>
                <a:lnTo>
                  <a:pt x="789559" y="18669"/>
                </a:lnTo>
                <a:lnTo>
                  <a:pt x="803771" y="18363"/>
                </a:lnTo>
                <a:lnTo>
                  <a:pt x="818578" y="17462"/>
                </a:lnTo>
                <a:lnTo>
                  <a:pt x="833957" y="15990"/>
                </a:lnTo>
                <a:lnTo>
                  <a:pt x="849884" y="13970"/>
                </a:lnTo>
                <a:lnTo>
                  <a:pt x="866457" y="11664"/>
                </a:lnTo>
                <a:lnTo>
                  <a:pt x="883602" y="9334"/>
                </a:lnTo>
                <a:lnTo>
                  <a:pt x="937589" y="2678"/>
                </a:lnTo>
                <a:lnTo>
                  <a:pt x="984630" y="0"/>
                </a:lnTo>
                <a:lnTo>
                  <a:pt x="998539" y="0"/>
                </a:lnTo>
                <a:lnTo>
                  <a:pt x="1012459" y="0"/>
                </a:lnTo>
                <a:lnTo>
                  <a:pt x="1164209" y="0"/>
                </a:lnTo>
                <a:lnTo>
                  <a:pt x="117030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474088" y="2142617"/>
            <a:ext cx="641350" cy="9525"/>
          </a:xfrm>
          <a:custGeom>
            <a:avLst/>
            <a:gdLst/>
            <a:ahLst/>
            <a:cxnLst/>
            <a:rect l="l" t="t" r="r" b="b"/>
            <a:pathLst>
              <a:path w="641350" h="9525">
                <a:moveTo>
                  <a:pt x="0" y="9271"/>
                </a:moveTo>
                <a:lnTo>
                  <a:pt x="0" y="9271"/>
                </a:lnTo>
                <a:lnTo>
                  <a:pt x="431927" y="9271"/>
                </a:lnTo>
                <a:lnTo>
                  <a:pt x="460380" y="8985"/>
                </a:lnTo>
                <a:lnTo>
                  <a:pt x="485346" y="8128"/>
                </a:lnTo>
                <a:lnTo>
                  <a:pt x="506811" y="6699"/>
                </a:lnTo>
                <a:lnTo>
                  <a:pt x="524763" y="4699"/>
                </a:lnTo>
                <a:lnTo>
                  <a:pt x="540172" y="2625"/>
                </a:lnTo>
                <a:lnTo>
                  <a:pt x="553831" y="1158"/>
                </a:lnTo>
                <a:lnTo>
                  <a:pt x="565751" y="287"/>
                </a:lnTo>
                <a:lnTo>
                  <a:pt x="575944" y="0"/>
                </a:lnTo>
                <a:lnTo>
                  <a:pt x="584900" y="0"/>
                </a:lnTo>
                <a:lnTo>
                  <a:pt x="593296" y="0"/>
                </a:lnTo>
                <a:lnTo>
                  <a:pt x="634746" y="0"/>
                </a:lnTo>
                <a:lnTo>
                  <a:pt x="64096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/>
              <a:t>1:1의</a:t>
            </a:r>
            <a:r>
              <a:rPr dirty="0" spc="-30"/>
              <a:t> </a:t>
            </a:r>
            <a:r>
              <a:rPr dirty="0" spc="-10"/>
              <a:t>non-</a:t>
            </a:r>
            <a:r>
              <a:rPr dirty="0"/>
              <a:t>identifying</a:t>
            </a:r>
            <a:r>
              <a:rPr dirty="0" spc="-40"/>
              <a:t> </a:t>
            </a:r>
            <a:r>
              <a:rPr dirty="0" spc="-10"/>
              <a:t>관계(2)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339085" y="2520441"/>
            <a:ext cx="1329690" cy="617855"/>
            <a:chOff x="2339085" y="2520441"/>
            <a:chExt cx="1329690" cy="617855"/>
          </a:xfrm>
        </p:grpSpPr>
        <p:sp>
          <p:nvSpPr>
            <p:cNvPr id="4" name="object 4" descr=""/>
            <p:cNvSpPr/>
            <p:nvPr/>
          </p:nvSpPr>
          <p:spPr>
            <a:xfrm>
              <a:off x="2353055" y="2534411"/>
              <a:ext cx="1301750" cy="589915"/>
            </a:xfrm>
            <a:custGeom>
              <a:avLst/>
              <a:gdLst/>
              <a:ahLst/>
              <a:cxnLst/>
              <a:rect l="l" t="t" r="r" b="b"/>
              <a:pathLst>
                <a:path w="1301750" h="589914">
                  <a:moveTo>
                    <a:pt x="1301496" y="589788"/>
                  </a:moveTo>
                  <a:lnTo>
                    <a:pt x="0" y="589788"/>
                  </a:lnTo>
                  <a:lnTo>
                    <a:pt x="0" y="0"/>
                  </a:lnTo>
                  <a:lnTo>
                    <a:pt x="1301496" y="0"/>
                  </a:lnTo>
                  <a:lnTo>
                    <a:pt x="1301496" y="58978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353055" y="2534411"/>
              <a:ext cx="1301750" cy="589915"/>
            </a:xfrm>
            <a:custGeom>
              <a:avLst/>
              <a:gdLst/>
              <a:ahLst/>
              <a:cxnLst/>
              <a:rect l="l" t="t" r="r" b="b"/>
              <a:pathLst>
                <a:path w="1301750" h="589914">
                  <a:moveTo>
                    <a:pt x="0" y="0"/>
                  </a:moveTo>
                  <a:lnTo>
                    <a:pt x="1301496" y="0"/>
                  </a:lnTo>
                  <a:lnTo>
                    <a:pt x="1301496" y="589788"/>
                  </a:lnTo>
                  <a:lnTo>
                    <a:pt x="0" y="589788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855501" y="2661873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649154" y="2429002"/>
            <a:ext cx="2764790" cy="795020"/>
            <a:chOff x="3649154" y="2429002"/>
            <a:chExt cx="2764790" cy="795020"/>
          </a:xfrm>
        </p:grpSpPr>
        <p:sp>
          <p:nvSpPr>
            <p:cNvPr id="8" name="object 8" descr=""/>
            <p:cNvSpPr/>
            <p:nvPr/>
          </p:nvSpPr>
          <p:spPr>
            <a:xfrm>
              <a:off x="3654551" y="2825496"/>
              <a:ext cx="2753995" cy="3175"/>
            </a:xfrm>
            <a:custGeom>
              <a:avLst/>
              <a:gdLst/>
              <a:ahLst/>
              <a:cxnLst/>
              <a:rect l="l" t="t" r="r" b="b"/>
              <a:pathLst>
                <a:path w="2753995" h="3175">
                  <a:moveTo>
                    <a:pt x="0" y="3047"/>
                  </a:moveTo>
                  <a:lnTo>
                    <a:pt x="765048" y="0"/>
                  </a:lnTo>
                </a:path>
                <a:path w="2753995" h="3175">
                  <a:moveTo>
                    <a:pt x="1988819" y="0"/>
                  </a:moveTo>
                  <a:lnTo>
                    <a:pt x="2753867" y="3047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19599" y="2442972"/>
              <a:ext cx="1224280" cy="767080"/>
            </a:xfrm>
            <a:custGeom>
              <a:avLst/>
              <a:gdLst/>
              <a:ahLst/>
              <a:cxnLst/>
              <a:rect l="l" t="t" r="r" b="b"/>
              <a:pathLst>
                <a:path w="1224279" h="767080">
                  <a:moveTo>
                    <a:pt x="611123" y="766571"/>
                  </a:moveTo>
                  <a:lnTo>
                    <a:pt x="0" y="382524"/>
                  </a:lnTo>
                  <a:lnTo>
                    <a:pt x="611123" y="0"/>
                  </a:lnTo>
                  <a:lnTo>
                    <a:pt x="1223771" y="382524"/>
                  </a:lnTo>
                  <a:lnTo>
                    <a:pt x="611123" y="766571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419599" y="2442972"/>
              <a:ext cx="1224280" cy="767080"/>
            </a:xfrm>
            <a:custGeom>
              <a:avLst/>
              <a:gdLst/>
              <a:ahLst/>
              <a:cxnLst/>
              <a:rect l="l" t="t" r="r" b="b"/>
              <a:pathLst>
                <a:path w="1224279" h="767080">
                  <a:moveTo>
                    <a:pt x="0" y="382524"/>
                  </a:moveTo>
                  <a:lnTo>
                    <a:pt x="611123" y="0"/>
                  </a:lnTo>
                  <a:lnTo>
                    <a:pt x="1223771" y="382524"/>
                  </a:lnTo>
                  <a:lnTo>
                    <a:pt x="611123" y="766571"/>
                  </a:lnTo>
                  <a:lnTo>
                    <a:pt x="0" y="382524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941822" y="2658803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08420" y="2534411"/>
            <a:ext cx="1301750" cy="589915"/>
          </a:xfrm>
          <a:prstGeom prst="rect">
            <a:avLst/>
          </a:prstGeom>
          <a:solidFill>
            <a:srgbClr val="4F80BC"/>
          </a:solidFill>
          <a:ln w="27432">
            <a:solidFill>
              <a:srgbClr val="385D89"/>
            </a:solidFill>
          </a:ln>
        </p:spPr>
        <p:txBody>
          <a:bodyPr wrap="square" lIns="0" tIns="143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23354" y="2546089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78463" y="2552228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567686" y="3431794"/>
            <a:ext cx="892175" cy="599440"/>
            <a:chOff x="2567686" y="3431794"/>
            <a:chExt cx="892175" cy="599440"/>
          </a:xfrm>
        </p:grpSpPr>
        <p:sp>
          <p:nvSpPr>
            <p:cNvPr id="16" name="object 16" descr=""/>
            <p:cNvSpPr/>
            <p:nvPr/>
          </p:nvSpPr>
          <p:spPr>
            <a:xfrm>
              <a:off x="2581656" y="3445764"/>
              <a:ext cx="864235" cy="571500"/>
            </a:xfrm>
            <a:custGeom>
              <a:avLst/>
              <a:gdLst/>
              <a:ahLst/>
              <a:cxnLst/>
              <a:rect l="l" t="t" r="r" b="b"/>
              <a:pathLst>
                <a:path w="864235" h="571500">
                  <a:moveTo>
                    <a:pt x="432815" y="571500"/>
                  </a:moveTo>
                  <a:lnTo>
                    <a:pt x="374037" y="568890"/>
                  </a:lnTo>
                  <a:lnTo>
                    <a:pt x="317676" y="561290"/>
                  </a:lnTo>
                  <a:lnTo>
                    <a:pt x="264247" y="549044"/>
                  </a:lnTo>
                  <a:lnTo>
                    <a:pt x="214263" y="532496"/>
                  </a:lnTo>
                  <a:lnTo>
                    <a:pt x="168237" y="511990"/>
                  </a:lnTo>
                  <a:lnTo>
                    <a:pt x="126682" y="487870"/>
                  </a:lnTo>
                  <a:lnTo>
                    <a:pt x="90112" y="460479"/>
                  </a:lnTo>
                  <a:lnTo>
                    <a:pt x="59040" y="430163"/>
                  </a:lnTo>
                  <a:lnTo>
                    <a:pt x="33980" y="397263"/>
                  </a:lnTo>
                  <a:lnTo>
                    <a:pt x="15444" y="362126"/>
                  </a:lnTo>
                  <a:lnTo>
                    <a:pt x="3946" y="325094"/>
                  </a:lnTo>
                  <a:lnTo>
                    <a:pt x="0" y="286512"/>
                  </a:lnTo>
                  <a:lnTo>
                    <a:pt x="3946" y="247579"/>
                  </a:lnTo>
                  <a:lnTo>
                    <a:pt x="15444" y="210255"/>
                  </a:lnTo>
                  <a:lnTo>
                    <a:pt x="33980" y="174879"/>
                  </a:lnTo>
                  <a:lnTo>
                    <a:pt x="59040" y="141788"/>
                  </a:lnTo>
                  <a:lnTo>
                    <a:pt x="90112" y="111322"/>
                  </a:lnTo>
                  <a:lnTo>
                    <a:pt x="126682" y="83820"/>
                  </a:lnTo>
                  <a:lnTo>
                    <a:pt x="168237" y="59619"/>
                  </a:lnTo>
                  <a:lnTo>
                    <a:pt x="214263" y="39059"/>
                  </a:lnTo>
                  <a:lnTo>
                    <a:pt x="264247" y="22479"/>
                  </a:lnTo>
                  <a:lnTo>
                    <a:pt x="317676" y="10216"/>
                  </a:lnTo>
                  <a:lnTo>
                    <a:pt x="374037" y="2610"/>
                  </a:lnTo>
                  <a:lnTo>
                    <a:pt x="432815" y="0"/>
                  </a:lnTo>
                  <a:lnTo>
                    <a:pt x="491244" y="2610"/>
                  </a:lnTo>
                  <a:lnTo>
                    <a:pt x="547313" y="10216"/>
                  </a:lnTo>
                  <a:lnTo>
                    <a:pt x="600503" y="22479"/>
                  </a:lnTo>
                  <a:lnTo>
                    <a:pt x="650296" y="39059"/>
                  </a:lnTo>
                  <a:lnTo>
                    <a:pt x="696173" y="59619"/>
                  </a:lnTo>
                  <a:lnTo>
                    <a:pt x="737616" y="83820"/>
                  </a:lnTo>
                  <a:lnTo>
                    <a:pt x="774105" y="111322"/>
                  </a:lnTo>
                  <a:lnTo>
                    <a:pt x="805123" y="141788"/>
                  </a:lnTo>
                  <a:lnTo>
                    <a:pt x="830151" y="174879"/>
                  </a:lnTo>
                  <a:lnTo>
                    <a:pt x="848670" y="210255"/>
                  </a:lnTo>
                  <a:lnTo>
                    <a:pt x="860162" y="247579"/>
                  </a:lnTo>
                  <a:lnTo>
                    <a:pt x="864108" y="286512"/>
                  </a:lnTo>
                  <a:lnTo>
                    <a:pt x="860162" y="325094"/>
                  </a:lnTo>
                  <a:lnTo>
                    <a:pt x="848670" y="362126"/>
                  </a:lnTo>
                  <a:lnTo>
                    <a:pt x="830151" y="397263"/>
                  </a:lnTo>
                  <a:lnTo>
                    <a:pt x="805123" y="430163"/>
                  </a:lnTo>
                  <a:lnTo>
                    <a:pt x="774105" y="460479"/>
                  </a:lnTo>
                  <a:lnTo>
                    <a:pt x="737616" y="487870"/>
                  </a:lnTo>
                  <a:lnTo>
                    <a:pt x="696173" y="511990"/>
                  </a:lnTo>
                  <a:lnTo>
                    <a:pt x="650296" y="532496"/>
                  </a:lnTo>
                  <a:lnTo>
                    <a:pt x="600503" y="549044"/>
                  </a:lnTo>
                  <a:lnTo>
                    <a:pt x="547313" y="561290"/>
                  </a:lnTo>
                  <a:lnTo>
                    <a:pt x="491244" y="568890"/>
                  </a:lnTo>
                  <a:lnTo>
                    <a:pt x="432815" y="5715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581656" y="3445764"/>
              <a:ext cx="864235" cy="571500"/>
            </a:xfrm>
            <a:custGeom>
              <a:avLst/>
              <a:gdLst/>
              <a:ahLst/>
              <a:cxnLst/>
              <a:rect l="l" t="t" r="r" b="b"/>
              <a:pathLst>
                <a:path w="864235" h="571500">
                  <a:moveTo>
                    <a:pt x="0" y="286512"/>
                  </a:moveTo>
                  <a:lnTo>
                    <a:pt x="3946" y="247579"/>
                  </a:lnTo>
                  <a:lnTo>
                    <a:pt x="15444" y="210255"/>
                  </a:lnTo>
                  <a:lnTo>
                    <a:pt x="33980" y="174879"/>
                  </a:lnTo>
                  <a:lnTo>
                    <a:pt x="59040" y="141788"/>
                  </a:lnTo>
                  <a:lnTo>
                    <a:pt x="90112" y="111322"/>
                  </a:lnTo>
                  <a:lnTo>
                    <a:pt x="126682" y="83820"/>
                  </a:lnTo>
                  <a:lnTo>
                    <a:pt x="168237" y="59619"/>
                  </a:lnTo>
                  <a:lnTo>
                    <a:pt x="214263" y="39059"/>
                  </a:lnTo>
                  <a:lnTo>
                    <a:pt x="264247" y="22479"/>
                  </a:lnTo>
                  <a:lnTo>
                    <a:pt x="317676" y="10216"/>
                  </a:lnTo>
                  <a:lnTo>
                    <a:pt x="374037" y="2610"/>
                  </a:lnTo>
                  <a:lnTo>
                    <a:pt x="432815" y="0"/>
                  </a:lnTo>
                  <a:lnTo>
                    <a:pt x="491244" y="2610"/>
                  </a:lnTo>
                  <a:lnTo>
                    <a:pt x="547313" y="10216"/>
                  </a:lnTo>
                  <a:lnTo>
                    <a:pt x="600503" y="22479"/>
                  </a:lnTo>
                  <a:lnTo>
                    <a:pt x="650296" y="39059"/>
                  </a:lnTo>
                  <a:lnTo>
                    <a:pt x="696173" y="59619"/>
                  </a:lnTo>
                  <a:lnTo>
                    <a:pt x="737616" y="83820"/>
                  </a:lnTo>
                  <a:lnTo>
                    <a:pt x="774105" y="111322"/>
                  </a:lnTo>
                  <a:lnTo>
                    <a:pt x="805123" y="141788"/>
                  </a:lnTo>
                  <a:lnTo>
                    <a:pt x="830151" y="174879"/>
                  </a:lnTo>
                  <a:lnTo>
                    <a:pt x="848670" y="210255"/>
                  </a:lnTo>
                  <a:lnTo>
                    <a:pt x="860162" y="247579"/>
                  </a:lnTo>
                  <a:lnTo>
                    <a:pt x="864108" y="286512"/>
                  </a:lnTo>
                  <a:lnTo>
                    <a:pt x="860162" y="325094"/>
                  </a:lnTo>
                  <a:lnTo>
                    <a:pt x="848670" y="362126"/>
                  </a:lnTo>
                  <a:lnTo>
                    <a:pt x="830151" y="397263"/>
                  </a:lnTo>
                  <a:lnTo>
                    <a:pt x="805123" y="430163"/>
                  </a:lnTo>
                  <a:lnTo>
                    <a:pt x="774105" y="460479"/>
                  </a:lnTo>
                  <a:lnTo>
                    <a:pt x="737616" y="487870"/>
                  </a:lnTo>
                  <a:lnTo>
                    <a:pt x="696173" y="511990"/>
                  </a:lnTo>
                  <a:lnTo>
                    <a:pt x="650296" y="532496"/>
                  </a:lnTo>
                  <a:lnTo>
                    <a:pt x="600503" y="549044"/>
                  </a:lnTo>
                  <a:lnTo>
                    <a:pt x="547313" y="561290"/>
                  </a:lnTo>
                  <a:lnTo>
                    <a:pt x="491244" y="568890"/>
                  </a:lnTo>
                  <a:lnTo>
                    <a:pt x="432815" y="571500"/>
                  </a:lnTo>
                  <a:lnTo>
                    <a:pt x="374037" y="568890"/>
                  </a:lnTo>
                  <a:lnTo>
                    <a:pt x="317676" y="561290"/>
                  </a:lnTo>
                  <a:lnTo>
                    <a:pt x="264247" y="549044"/>
                  </a:lnTo>
                  <a:lnTo>
                    <a:pt x="214263" y="532496"/>
                  </a:lnTo>
                  <a:lnTo>
                    <a:pt x="168237" y="511990"/>
                  </a:lnTo>
                  <a:lnTo>
                    <a:pt x="126682" y="487870"/>
                  </a:lnTo>
                  <a:lnTo>
                    <a:pt x="90112" y="460479"/>
                  </a:lnTo>
                  <a:lnTo>
                    <a:pt x="59040" y="430163"/>
                  </a:lnTo>
                  <a:lnTo>
                    <a:pt x="33980" y="397263"/>
                  </a:lnTo>
                  <a:lnTo>
                    <a:pt x="15444" y="362126"/>
                  </a:lnTo>
                  <a:lnTo>
                    <a:pt x="3946" y="325094"/>
                  </a:lnTo>
                  <a:lnTo>
                    <a:pt x="0" y="286512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856974" y="3564079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600190" y="3431794"/>
            <a:ext cx="892175" cy="530860"/>
            <a:chOff x="6600190" y="3431794"/>
            <a:chExt cx="892175" cy="530860"/>
          </a:xfrm>
        </p:grpSpPr>
        <p:sp>
          <p:nvSpPr>
            <p:cNvPr id="20" name="object 20" descr=""/>
            <p:cNvSpPr/>
            <p:nvPr/>
          </p:nvSpPr>
          <p:spPr>
            <a:xfrm>
              <a:off x="6614160" y="3445764"/>
              <a:ext cx="864235" cy="502920"/>
            </a:xfrm>
            <a:custGeom>
              <a:avLst/>
              <a:gdLst/>
              <a:ahLst/>
              <a:cxnLst/>
              <a:rect l="l" t="t" r="r" b="b"/>
              <a:pathLst>
                <a:path w="864234" h="502920">
                  <a:moveTo>
                    <a:pt x="432815" y="502920"/>
                  </a:moveTo>
                  <a:lnTo>
                    <a:pt x="374037" y="500620"/>
                  </a:lnTo>
                  <a:lnTo>
                    <a:pt x="317676" y="493924"/>
                  </a:lnTo>
                  <a:lnTo>
                    <a:pt x="264247" y="483131"/>
                  </a:lnTo>
                  <a:lnTo>
                    <a:pt x="214263" y="468545"/>
                  </a:lnTo>
                  <a:lnTo>
                    <a:pt x="168237" y="450466"/>
                  </a:lnTo>
                  <a:lnTo>
                    <a:pt x="126682" y="429196"/>
                  </a:lnTo>
                  <a:lnTo>
                    <a:pt x="90112" y="405037"/>
                  </a:lnTo>
                  <a:lnTo>
                    <a:pt x="59040" y="378290"/>
                  </a:lnTo>
                  <a:lnTo>
                    <a:pt x="33980" y="349257"/>
                  </a:lnTo>
                  <a:lnTo>
                    <a:pt x="3946" y="285540"/>
                  </a:lnTo>
                  <a:lnTo>
                    <a:pt x="0" y="251460"/>
                  </a:lnTo>
                  <a:lnTo>
                    <a:pt x="3946" y="217379"/>
                  </a:lnTo>
                  <a:lnTo>
                    <a:pt x="33980" y="153662"/>
                  </a:lnTo>
                  <a:lnTo>
                    <a:pt x="59040" y="124629"/>
                  </a:lnTo>
                  <a:lnTo>
                    <a:pt x="90112" y="97882"/>
                  </a:lnTo>
                  <a:lnTo>
                    <a:pt x="126682" y="73723"/>
                  </a:lnTo>
                  <a:lnTo>
                    <a:pt x="168237" y="52453"/>
                  </a:lnTo>
                  <a:lnTo>
                    <a:pt x="214263" y="34374"/>
                  </a:lnTo>
                  <a:lnTo>
                    <a:pt x="264247" y="19788"/>
                  </a:lnTo>
                  <a:lnTo>
                    <a:pt x="317676" y="8995"/>
                  </a:lnTo>
                  <a:lnTo>
                    <a:pt x="374037" y="2299"/>
                  </a:lnTo>
                  <a:lnTo>
                    <a:pt x="432815" y="0"/>
                  </a:lnTo>
                  <a:lnTo>
                    <a:pt x="491244" y="2299"/>
                  </a:lnTo>
                  <a:lnTo>
                    <a:pt x="547313" y="8995"/>
                  </a:lnTo>
                  <a:lnTo>
                    <a:pt x="600503" y="19788"/>
                  </a:lnTo>
                  <a:lnTo>
                    <a:pt x="650296" y="34374"/>
                  </a:lnTo>
                  <a:lnTo>
                    <a:pt x="696173" y="52453"/>
                  </a:lnTo>
                  <a:lnTo>
                    <a:pt x="737616" y="73723"/>
                  </a:lnTo>
                  <a:lnTo>
                    <a:pt x="774105" y="97882"/>
                  </a:lnTo>
                  <a:lnTo>
                    <a:pt x="805123" y="124629"/>
                  </a:lnTo>
                  <a:lnTo>
                    <a:pt x="830151" y="153662"/>
                  </a:lnTo>
                  <a:lnTo>
                    <a:pt x="860162" y="217379"/>
                  </a:lnTo>
                  <a:lnTo>
                    <a:pt x="864108" y="251460"/>
                  </a:lnTo>
                  <a:lnTo>
                    <a:pt x="860162" y="285540"/>
                  </a:lnTo>
                  <a:lnTo>
                    <a:pt x="830151" y="349257"/>
                  </a:lnTo>
                  <a:lnTo>
                    <a:pt x="805123" y="378290"/>
                  </a:lnTo>
                  <a:lnTo>
                    <a:pt x="774105" y="405037"/>
                  </a:lnTo>
                  <a:lnTo>
                    <a:pt x="737616" y="429196"/>
                  </a:lnTo>
                  <a:lnTo>
                    <a:pt x="696173" y="450466"/>
                  </a:lnTo>
                  <a:lnTo>
                    <a:pt x="650296" y="468545"/>
                  </a:lnTo>
                  <a:lnTo>
                    <a:pt x="600503" y="483131"/>
                  </a:lnTo>
                  <a:lnTo>
                    <a:pt x="547313" y="493924"/>
                  </a:lnTo>
                  <a:lnTo>
                    <a:pt x="491244" y="500620"/>
                  </a:lnTo>
                  <a:lnTo>
                    <a:pt x="432815" y="50292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614160" y="3445764"/>
              <a:ext cx="864235" cy="502920"/>
            </a:xfrm>
            <a:custGeom>
              <a:avLst/>
              <a:gdLst/>
              <a:ahLst/>
              <a:cxnLst/>
              <a:rect l="l" t="t" r="r" b="b"/>
              <a:pathLst>
                <a:path w="864234" h="502920">
                  <a:moveTo>
                    <a:pt x="0" y="251460"/>
                  </a:moveTo>
                  <a:lnTo>
                    <a:pt x="15444" y="184679"/>
                  </a:lnTo>
                  <a:lnTo>
                    <a:pt x="59040" y="124629"/>
                  </a:lnTo>
                  <a:lnTo>
                    <a:pt x="90112" y="97882"/>
                  </a:lnTo>
                  <a:lnTo>
                    <a:pt x="126682" y="73723"/>
                  </a:lnTo>
                  <a:lnTo>
                    <a:pt x="168237" y="52453"/>
                  </a:lnTo>
                  <a:lnTo>
                    <a:pt x="214263" y="34374"/>
                  </a:lnTo>
                  <a:lnTo>
                    <a:pt x="264247" y="19788"/>
                  </a:lnTo>
                  <a:lnTo>
                    <a:pt x="317676" y="8995"/>
                  </a:lnTo>
                  <a:lnTo>
                    <a:pt x="374037" y="2299"/>
                  </a:lnTo>
                  <a:lnTo>
                    <a:pt x="432815" y="0"/>
                  </a:lnTo>
                  <a:lnTo>
                    <a:pt x="491244" y="2299"/>
                  </a:lnTo>
                  <a:lnTo>
                    <a:pt x="547313" y="8995"/>
                  </a:lnTo>
                  <a:lnTo>
                    <a:pt x="600503" y="19788"/>
                  </a:lnTo>
                  <a:lnTo>
                    <a:pt x="650296" y="34374"/>
                  </a:lnTo>
                  <a:lnTo>
                    <a:pt x="696173" y="52453"/>
                  </a:lnTo>
                  <a:lnTo>
                    <a:pt x="737616" y="73723"/>
                  </a:lnTo>
                  <a:lnTo>
                    <a:pt x="774105" y="97882"/>
                  </a:lnTo>
                  <a:lnTo>
                    <a:pt x="805123" y="124629"/>
                  </a:lnTo>
                  <a:lnTo>
                    <a:pt x="830151" y="153662"/>
                  </a:lnTo>
                  <a:lnTo>
                    <a:pt x="860162" y="217379"/>
                  </a:lnTo>
                  <a:lnTo>
                    <a:pt x="864108" y="251460"/>
                  </a:lnTo>
                  <a:lnTo>
                    <a:pt x="860162" y="285540"/>
                  </a:lnTo>
                  <a:lnTo>
                    <a:pt x="830151" y="349257"/>
                  </a:lnTo>
                  <a:lnTo>
                    <a:pt x="805123" y="378290"/>
                  </a:lnTo>
                  <a:lnTo>
                    <a:pt x="774105" y="405037"/>
                  </a:lnTo>
                  <a:lnTo>
                    <a:pt x="737616" y="429196"/>
                  </a:lnTo>
                  <a:lnTo>
                    <a:pt x="696173" y="450466"/>
                  </a:lnTo>
                  <a:lnTo>
                    <a:pt x="650296" y="468545"/>
                  </a:lnTo>
                  <a:lnTo>
                    <a:pt x="600503" y="483131"/>
                  </a:lnTo>
                  <a:lnTo>
                    <a:pt x="547313" y="493924"/>
                  </a:lnTo>
                  <a:lnTo>
                    <a:pt x="491244" y="500620"/>
                  </a:lnTo>
                  <a:lnTo>
                    <a:pt x="432815" y="502920"/>
                  </a:lnTo>
                  <a:lnTo>
                    <a:pt x="374037" y="500620"/>
                  </a:lnTo>
                  <a:lnTo>
                    <a:pt x="317676" y="493924"/>
                  </a:lnTo>
                  <a:lnTo>
                    <a:pt x="264247" y="483131"/>
                  </a:lnTo>
                  <a:lnTo>
                    <a:pt x="214263" y="468545"/>
                  </a:lnTo>
                  <a:lnTo>
                    <a:pt x="168237" y="450466"/>
                  </a:lnTo>
                  <a:lnTo>
                    <a:pt x="126682" y="429196"/>
                  </a:lnTo>
                  <a:lnTo>
                    <a:pt x="90112" y="405037"/>
                  </a:lnTo>
                  <a:lnTo>
                    <a:pt x="59040" y="378290"/>
                  </a:lnTo>
                  <a:lnTo>
                    <a:pt x="33980" y="349257"/>
                  </a:lnTo>
                  <a:lnTo>
                    <a:pt x="3946" y="285540"/>
                  </a:lnTo>
                  <a:lnTo>
                    <a:pt x="0" y="251460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3003803" y="2854451"/>
            <a:ext cx="1477010" cy="591820"/>
          </a:xfrm>
          <a:custGeom>
            <a:avLst/>
            <a:gdLst/>
            <a:ahLst/>
            <a:cxnLst/>
            <a:rect l="l" t="t" r="r" b="b"/>
            <a:pathLst>
              <a:path w="1477010" h="591820">
                <a:moveTo>
                  <a:pt x="0" y="269748"/>
                </a:moveTo>
                <a:lnTo>
                  <a:pt x="10668" y="591312"/>
                </a:lnTo>
              </a:path>
              <a:path w="1477010" h="591820">
                <a:moveTo>
                  <a:pt x="530352" y="0"/>
                </a:moveTo>
                <a:lnTo>
                  <a:pt x="1476756" y="152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889400" y="3529086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7046976" y="3124200"/>
            <a:ext cx="12700" cy="321945"/>
          </a:xfrm>
          <a:custGeom>
            <a:avLst/>
            <a:gdLst/>
            <a:ahLst/>
            <a:cxnLst/>
            <a:rect l="l" t="t" r="r" b="b"/>
            <a:pathLst>
              <a:path w="12700" h="321945">
                <a:moveTo>
                  <a:pt x="12191" y="0"/>
                </a:moveTo>
                <a:lnTo>
                  <a:pt x="0" y="32156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4" y="4822204"/>
            <a:ext cx="8190182" cy="1158157"/>
          </a:xfrm>
          <a:prstGeom prst="rect">
            <a:avLst/>
          </a:prstGeom>
        </p:spPr>
      </p:pic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/>
              <a:t>1:1의</a:t>
            </a:r>
            <a:r>
              <a:rPr dirty="0" spc="-30"/>
              <a:t> </a:t>
            </a:r>
            <a:r>
              <a:rPr dirty="0" spc="-10"/>
              <a:t>non-</a:t>
            </a:r>
            <a:r>
              <a:rPr dirty="0"/>
              <a:t>identifying</a:t>
            </a:r>
            <a:r>
              <a:rPr dirty="0" spc="-40"/>
              <a:t> </a:t>
            </a:r>
            <a:r>
              <a:rPr dirty="0" spc="-10"/>
              <a:t>관계(3)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405629" y="2429002"/>
            <a:ext cx="2008505" cy="795020"/>
            <a:chOff x="4405629" y="2429002"/>
            <a:chExt cx="2008505" cy="795020"/>
          </a:xfrm>
        </p:grpSpPr>
        <p:sp>
          <p:nvSpPr>
            <p:cNvPr id="4" name="object 4" descr=""/>
            <p:cNvSpPr/>
            <p:nvPr/>
          </p:nvSpPr>
          <p:spPr>
            <a:xfrm>
              <a:off x="5643371" y="2825496"/>
              <a:ext cx="765175" cy="3175"/>
            </a:xfrm>
            <a:custGeom>
              <a:avLst/>
              <a:gdLst/>
              <a:ahLst/>
              <a:cxnLst/>
              <a:rect l="l" t="t" r="r" b="b"/>
              <a:pathLst>
                <a:path w="765175" h="3175">
                  <a:moveTo>
                    <a:pt x="0" y="0"/>
                  </a:moveTo>
                  <a:lnTo>
                    <a:pt x="765048" y="3047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419599" y="2442972"/>
              <a:ext cx="1224280" cy="767080"/>
            </a:xfrm>
            <a:custGeom>
              <a:avLst/>
              <a:gdLst/>
              <a:ahLst/>
              <a:cxnLst/>
              <a:rect l="l" t="t" r="r" b="b"/>
              <a:pathLst>
                <a:path w="1224279" h="767080">
                  <a:moveTo>
                    <a:pt x="611123" y="766571"/>
                  </a:moveTo>
                  <a:lnTo>
                    <a:pt x="0" y="382524"/>
                  </a:lnTo>
                  <a:lnTo>
                    <a:pt x="611123" y="0"/>
                  </a:lnTo>
                  <a:lnTo>
                    <a:pt x="1223771" y="382524"/>
                  </a:lnTo>
                  <a:lnTo>
                    <a:pt x="611123" y="766571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419599" y="2442972"/>
              <a:ext cx="1224280" cy="767080"/>
            </a:xfrm>
            <a:custGeom>
              <a:avLst/>
              <a:gdLst/>
              <a:ahLst/>
              <a:cxnLst/>
              <a:rect l="l" t="t" r="r" b="b"/>
              <a:pathLst>
                <a:path w="1224279" h="767080">
                  <a:moveTo>
                    <a:pt x="0" y="382524"/>
                  </a:moveTo>
                  <a:lnTo>
                    <a:pt x="611123" y="0"/>
                  </a:lnTo>
                  <a:lnTo>
                    <a:pt x="1223771" y="382524"/>
                  </a:lnTo>
                  <a:lnTo>
                    <a:pt x="611123" y="766571"/>
                  </a:lnTo>
                  <a:lnTo>
                    <a:pt x="0" y="382524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941822" y="2658803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394450" y="2520441"/>
            <a:ext cx="1329690" cy="617855"/>
            <a:chOff x="6394450" y="2520441"/>
            <a:chExt cx="1329690" cy="617855"/>
          </a:xfrm>
        </p:grpSpPr>
        <p:sp>
          <p:nvSpPr>
            <p:cNvPr id="9" name="object 9" descr=""/>
            <p:cNvSpPr/>
            <p:nvPr/>
          </p:nvSpPr>
          <p:spPr>
            <a:xfrm>
              <a:off x="6408420" y="2534411"/>
              <a:ext cx="1301750" cy="589915"/>
            </a:xfrm>
            <a:custGeom>
              <a:avLst/>
              <a:gdLst/>
              <a:ahLst/>
              <a:cxnLst/>
              <a:rect l="l" t="t" r="r" b="b"/>
              <a:pathLst>
                <a:path w="1301750" h="589914">
                  <a:moveTo>
                    <a:pt x="1301496" y="589788"/>
                  </a:moveTo>
                  <a:lnTo>
                    <a:pt x="0" y="589788"/>
                  </a:lnTo>
                  <a:lnTo>
                    <a:pt x="0" y="0"/>
                  </a:lnTo>
                  <a:lnTo>
                    <a:pt x="1301496" y="0"/>
                  </a:lnTo>
                  <a:lnTo>
                    <a:pt x="1301496" y="58978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08420" y="2534411"/>
              <a:ext cx="1301750" cy="589915"/>
            </a:xfrm>
            <a:custGeom>
              <a:avLst/>
              <a:gdLst/>
              <a:ahLst/>
              <a:cxnLst/>
              <a:rect l="l" t="t" r="r" b="b"/>
              <a:pathLst>
                <a:path w="1301750" h="589914">
                  <a:moveTo>
                    <a:pt x="0" y="0"/>
                  </a:moveTo>
                  <a:lnTo>
                    <a:pt x="1301496" y="0"/>
                  </a:lnTo>
                  <a:lnTo>
                    <a:pt x="1301496" y="589788"/>
                  </a:lnTo>
                  <a:lnTo>
                    <a:pt x="0" y="589788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910764" y="2661873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567940" y="3432047"/>
            <a:ext cx="891540" cy="599440"/>
            <a:chOff x="2567940" y="3432047"/>
            <a:chExt cx="891540" cy="599440"/>
          </a:xfrm>
        </p:grpSpPr>
        <p:sp>
          <p:nvSpPr>
            <p:cNvPr id="13" name="object 13" descr=""/>
            <p:cNvSpPr/>
            <p:nvPr/>
          </p:nvSpPr>
          <p:spPr>
            <a:xfrm>
              <a:off x="2581656" y="3445763"/>
              <a:ext cx="864235" cy="571500"/>
            </a:xfrm>
            <a:custGeom>
              <a:avLst/>
              <a:gdLst/>
              <a:ahLst/>
              <a:cxnLst/>
              <a:rect l="l" t="t" r="r" b="b"/>
              <a:pathLst>
                <a:path w="864235" h="571500">
                  <a:moveTo>
                    <a:pt x="432815" y="571500"/>
                  </a:moveTo>
                  <a:lnTo>
                    <a:pt x="374037" y="568890"/>
                  </a:lnTo>
                  <a:lnTo>
                    <a:pt x="317676" y="561290"/>
                  </a:lnTo>
                  <a:lnTo>
                    <a:pt x="264247" y="549044"/>
                  </a:lnTo>
                  <a:lnTo>
                    <a:pt x="214263" y="532496"/>
                  </a:lnTo>
                  <a:lnTo>
                    <a:pt x="168237" y="511990"/>
                  </a:lnTo>
                  <a:lnTo>
                    <a:pt x="126682" y="487870"/>
                  </a:lnTo>
                  <a:lnTo>
                    <a:pt x="90112" y="460479"/>
                  </a:lnTo>
                  <a:lnTo>
                    <a:pt x="59040" y="430163"/>
                  </a:lnTo>
                  <a:lnTo>
                    <a:pt x="33980" y="397263"/>
                  </a:lnTo>
                  <a:lnTo>
                    <a:pt x="15444" y="362126"/>
                  </a:lnTo>
                  <a:lnTo>
                    <a:pt x="3946" y="325094"/>
                  </a:lnTo>
                  <a:lnTo>
                    <a:pt x="0" y="286512"/>
                  </a:lnTo>
                  <a:lnTo>
                    <a:pt x="3946" y="247579"/>
                  </a:lnTo>
                  <a:lnTo>
                    <a:pt x="15444" y="210255"/>
                  </a:lnTo>
                  <a:lnTo>
                    <a:pt x="33980" y="174879"/>
                  </a:lnTo>
                  <a:lnTo>
                    <a:pt x="59040" y="141788"/>
                  </a:lnTo>
                  <a:lnTo>
                    <a:pt x="90112" y="111322"/>
                  </a:lnTo>
                  <a:lnTo>
                    <a:pt x="126682" y="83820"/>
                  </a:lnTo>
                  <a:lnTo>
                    <a:pt x="168237" y="59619"/>
                  </a:lnTo>
                  <a:lnTo>
                    <a:pt x="214263" y="39059"/>
                  </a:lnTo>
                  <a:lnTo>
                    <a:pt x="264247" y="22479"/>
                  </a:lnTo>
                  <a:lnTo>
                    <a:pt x="317676" y="10216"/>
                  </a:lnTo>
                  <a:lnTo>
                    <a:pt x="374037" y="2610"/>
                  </a:lnTo>
                  <a:lnTo>
                    <a:pt x="432815" y="0"/>
                  </a:lnTo>
                  <a:lnTo>
                    <a:pt x="491244" y="2610"/>
                  </a:lnTo>
                  <a:lnTo>
                    <a:pt x="547313" y="10216"/>
                  </a:lnTo>
                  <a:lnTo>
                    <a:pt x="600503" y="22479"/>
                  </a:lnTo>
                  <a:lnTo>
                    <a:pt x="650296" y="39059"/>
                  </a:lnTo>
                  <a:lnTo>
                    <a:pt x="696173" y="59619"/>
                  </a:lnTo>
                  <a:lnTo>
                    <a:pt x="737616" y="83820"/>
                  </a:lnTo>
                  <a:lnTo>
                    <a:pt x="774105" y="111322"/>
                  </a:lnTo>
                  <a:lnTo>
                    <a:pt x="805123" y="141788"/>
                  </a:lnTo>
                  <a:lnTo>
                    <a:pt x="830151" y="174879"/>
                  </a:lnTo>
                  <a:lnTo>
                    <a:pt x="848670" y="210255"/>
                  </a:lnTo>
                  <a:lnTo>
                    <a:pt x="860162" y="247579"/>
                  </a:lnTo>
                  <a:lnTo>
                    <a:pt x="864108" y="286512"/>
                  </a:lnTo>
                  <a:lnTo>
                    <a:pt x="860162" y="325094"/>
                  </a:lnTo>
                  <a:lnTo>
                    <a:pt x="848670" y="362126"/>
                  </a:lnTo>
                  <a:lnTo>
                    <a:pt x="830151" y="397263"/>
                  </a:lnTo>
                  <a:lnTo>
                    <a:pt x="805123" y="430163"/>
                  </a:lnTo>
                  <a:lnTo>
                    <a:pt x="774105" y="460479"/>
                  </a:lnTo>
                  <a:lnTo>
                    <a:pt x="737616" y="487870"/>
                  </a:lnTo>
                  <a:lnTo>
                    <a:pt x="696173" y="511990"/>
                  </a:lnTo>
                  <a:lnTo>
                    <a:pt x="650296" y="532496"/>
                  </a:lnTo>
                  <a:lnTo>
                    <a:pt x="600503" y="549044"/>
                  </a:lnTo>
                  <a:lnTo>
                    <a:pt x="547313" y="561290"/>
                  </a:lnTo>
                  <a:lnTo>
                    <a:pt x="491244" y="568890"/>
                  </a:lnTo>
                  <a:lnTo>
                    <a:pt x="432815" y="5715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581656" y="3445763"/>
              <a:ext cx="864235" cy="571500"/>
            </a:xfrm>
            <a:custGeom>
              <a:avLst/>
              <a:gdLst/>
              <a:ahLst/>
              <a:cxnLst/>
              <a:rect l="l" t="t" r="r" b="b"/>
              <a:pathLst>
                <a:path w="864235" h="571500">
                  <a:moveTo>
                    <a:pt x="0" y="286512"/>
                  </a:moveTo>
                  <a:lnTo>
                    <a:pt x="3946" y="247579"/>
                  </a:lnTo>
                  <a:lnTo>
                    <a:pt x="15444" y="210255"/>
                  </a:lnTo>
                  <a:lnTo>
                    <a:pt x="33980" y="174879"/>
                  </a:lnTo>
                  <a:lnTo>
                    <a:pt x="59040" y="141788"/>
                  </a:lnTo>
                  <a:lnTo>
                    <a:pt x="90112" y="111322"/>
                  </a:lnTo>
                  <a:lnTo>
                    <a:pt x="126682" y="83820"/>
                  </a:lnTo>
                  <a:lnTo>
                    <a:pt x="168237" y="59619"/>
                  </a:lnTo>
                  <a:lnTo>
                    <a:pt x="214263" y="39059"/>
                  </a:lnTo>
                  <a:lnTo>
                    <a:pt x="264247" y="22479"/>
                  </a:lnTo>
                  <a:lnTo>
                    <a:pt x="317676" y="10216"/>
                  </a:lnTo>
                  <a:lnTo>
                    <a:pt x="374037" y="2610"/>
                  </a:lnTo>
                  <a:lnTo>
                    <a:pt x="432815" y="0"/>
                  </a:lnTo>
                  <a:lnTo>
                    <a:pt x="491244" y="2610"/>
                  </a:lnTo>
                  <a:lnTo>
                    <a:pt x="547313" y="10216"/>
                  </a:lnTo>
                  <a:lnTo>
                    <a:pt x="600503" y="22479"/>
                  </a:lnTo>
                  <a:lnTo>
                    <a:pt x="650296" y="39059"/>
                  </a:lnTo>
                  <a:lnTo>
                    <a:pt x="696173" y="59619"/>
                  </a:lnTo>
                  <a:lnTo>
                    <a:pt x="737616" y="83820"/>
                  </a:lnTo>
                  <a:lnTo>
                    <a:pt x="774105" y="111322"/>
                  </a:lnTo>
                  <a:lnTo>
                    <a:pt x="805123" y="141788"/>
                  </a:lnTo>
                  <a:lnTo>
                    <a:pt x="830151" y="174879"/>
                  </a:lnTo>
                  <a:lnTo>
                    <a:pt x="848670" y="210255"/>
                  </a:lnTo>
                  <a:lnTo>
                    <a:pt x="860162" y="247579"/>
                  </a:lnTo>
                  <a:lnTo>
                    <a:pt x="864108" y="286512"/>
                  </a:lnTo>
                  <a:lnTo>
                    <a:pt x="860162" y="325094"/>
                  </a:lnTo>
                  <a:lnTo>
                    <a:pt x="848670" y="362126"/>
                  </a:lnTo>
                  <a:lnTo>
                    <a:pt x="830151" y="397263"/>
                  </a:lnTo>
                  <a:lnTo>
                    <a:pt x="805123" y="430163"/>
                  </a:lnTo>
                  <a:lnTo>
                    <a:pt x="774105" y="460479"/>
                  </a:lnTo>
                  <a:lnTo>
                    <a:pt x="737616" y="487870"/>
                  </a:lnTo>
                  <a:lnTo>
                    <a:pt x="696173" y="511990"/>
                  </a:lnTo>
                  <a:lnTo>
                    <a:pt x="650296" y="532496"/>
                  </a:lnTo>
                  <a:lnTo>
                    <a:pt x="600503" y="549044"/>
                  </a:lnTo>
                  <a:lnTo>
                    <a:pt x="547313" y="561290"/>
                  </a:lnTo>
                  <a:lnTo>
                    <a:pt x="491244" y="568890"/>
                  </a:lnTo>
                  <a:lnTo>
                    <a:pt x="432815" y="571500"/>
                  </a:lnTo>
                  <a:lnTo>
                    <a:pt x="374037" y="568890"/>
                  </a:lnTo>
                  <a:lnTo>
                    <a:pt x="317676" y="561290"/>
                  </a:lnTo>
                  <a:lnTo>
                    <a:pt x="264247" y="549044"/>
                  </a:lnTo>
                  <a:lnTo>
                    <a:pt x="214263" y="532496"/>
                  </a:lnTo>
                  <a:lnTo>
                    <a:pt x="168237" y="511990"/>
                  </a:lnTo>
                  <a:lnTo>
                    <a:pt x="126682" y="487870"/>
                  </a:lnTo>
                  <a:lnTo>
                    <a:pt x="90112" y="460479"/>
                  </a:lnTo>
                  <a:lnTo>
                    <a:pt x="59040" y="430163"/>
                  </a:lnTo>
                  <a:lnTo>
                    <a:pt x="33980" y="397263"/>
                  </a:lnTo>
                  <a:lnTo>
                    <a:pt x="15444" y="362126"/>
                  </a:lnTo>
                  <a:lnTo>
                    <a:pt x="3946" y="325094"/>
                  </a:lnTo>
                  <a:lnTo>
                    <a:pt x="0" y="286512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2339339" y="2520695"/>
          <a:ext cx="2175510" cy="915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955"/>
                <a:gridCol w="645159"/>
                <a:gridCol w="770255"/>
              </a:tblGrid>
              <a:tr h="292100"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dirty="0" sz="1950" spc="-25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E1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14351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1980"/>
                        </a:lnSpc>
                        <a:spcBef>
                          <a:spcPts val="220"/>
                        </a:spcBef>
                      </a:pPr>
                      <a:r>
                        <a:rPr dirty="0" sz="1950" spc="-50">
                          <a:latin typeface="Malgun Gothic"/>
                          <a:cs typeface="Malgun Gothic"/>
                        </a:rPr>
                        <a:t>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27940">
                    <a:lnL w="28575">
                      <a:solidFill>
                        <a:srgbClr val="385D89"/>
                      </a:solidFill>
                      <a:prstDash val="solid"/>
                    </a:lnL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29654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351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385D89"/>
                      </a:solidFill>
                      <a:prstDash val="solid"/>
                    </a:lnL>
                    <a:lnT w="19050">
                      <a:solidFill>
                        <a:srgbClr val="497EBA"/>
                      </a:solidFill>
                      <a:prstDash val="solid"/>
                    </a:lnT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497E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97EBA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5778463" y="2552228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56974" y="3564079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600190" y="3431794"/>
            <a:ext cx="892175" cy="530860"/>
            <a:chOff x="6600190" y="3431794"/>
            <a:chExt cx="892175" cy="530860"/>
          </a:xfrm>
        </p:grpSpPr>
        <p:sp>
          <p:nvSpPr>
            <p:cNvPr id="19" name="object 19" descr=""/>
            <p:cNvSpPr/>
            <p:nvPr/>
          </p:nvSpPr>
          <p:spPr>
            <a:xfrm>
              <a:off x="6614160" y="3445764"/>
              <a:ext cx="864235" cy="502920"/>
            </a:xfrm>
            <a:custGeom>
              <a:avLst/>
              <a:gdLst/>
              <a:ahLst/>
              <a:cxnLst/>
              <a:rect l="l" t="t" r="r" b="b"/>
              <a:pathLst>
                <a:path w="864234" h="502920">
                  <a:moveTo>
                    <a:pt x="432815" y="502920"/>
                  </a:moveTo>
                  <a:lnTo>
                    <a:pt x="374037" y="500620"/>
                  </a:lnTo>
                  <a:lnTo>
                    <a:pt x="317676" y="493924"/>
                  </a:lnTo>
                  <a:lnTo>
                    <a:pt x="264247" y="483131"/>
                  </a:lnTo>
                  <a:lnTo>
                    <a:pt x="214263" y="468545"/>
                  </a:lnTo>
                  <a:lnTo>
                    <a:pt x="168237" y="450466"/>
                  </a:lnTo>
                  <a:lnTo>
                    <a:pt x="126682" y="429196"/>
                  </a:lnTo>
                  <a:lnTo>
                    <a:pt x="90112" y="405037"/>
                  </a:lnTo>
                  <a:lnTo>
                    <a:pt x="59040" y="378290"/>
                  </a:lnTo>
                  <a:lnTo>
                    <a:pt x="33980" y="349257"/>
                  </a:lnTo>
                  <a:lnTo>
                    <a:pt x="3946" y="285540"/>
                  </a:lnTo>
                  <a:lnTo>
                    <a:pt x="0" y="251460"/>
                  </a:lnTo>
                  <a:lnTo>
                    <a:pt x="3946" y="217379"/>
                  </a:lnTo>
                  <a:lnTo>
                    <a:pt x="33980" y="153662"/>
                  </a:lnTo>
                  <a:lnTo>
                    <a:pt x="59040" y="124629"/>
                  </a:lnTo>
                  <a:lnTo>
                    <a:pt x="90112" y="97882"/>
                  </a:lnTo>
                  <a:lnTo>
                    <a:pt x="126682" y="73723"/>
                  </a:lnTo>
                  <a:lnTo>
                    <a:pt x="168237" y="52453"/>
                  </a:lnTo>
                  <a:lnTo>
                    <a:pt x="214263" y="34374"/>
                  </a:lnTo>
                  <a:lnTo>
                    <a:pt x="264247" y="19788"/>
                  </a:lnTo>
                  <a:lnTo>
                    <a:pt x="317676" y="8995"/>
                  </a:lnTo>
                  <a:lnTo>
                    <a:pt x="374037" y="2299"/>
                  </a:lnTo>
                  <a:lnTo>
                    <a:pt x="432815" y="0"/>
                  </a:lnTo>
                  <a:lnTo>
                    <a:pt x="491244" y="2299"/>
                  </a:lnTo>
                  <a:lnTo>
                    <a:pt x="547313" y="8995"/>
                  </a:lnTo>
                  <a:lnTo>
                    <a:pt x="600503" y="19788"/>
                  </a:lnTo>
                  <a:lnTo>
                    <a:pt x="650296" y="34374"/>
                  </a:lnTo>
                  <a:lnTo>
                    <a:pt x="696173" y="52453"/>
                  </a:lnTo>
                  <a:lnTo>
                    <a:pt x="737616" y="73723"/>
                  </a:lnTo>
                  <a:lnTo>
                    <a:pt x="774105" y="97882"/>
                  </a:lnTo>
                  <a:lnTo>
                    <a:pt x="805123" y="124629"/>
                  </a:lnTo>
                  <a:lnTo>
                    <a:pt x="830151" y="153662"/>
                  </a:lnTo>
                  <a:lnTo>
                    <a:pt x="860162" y="217379"/>
                  </a:lnTo>
                  <a:lnTo>
                    <a:pt x="864108" y="251460"/>
                  </a:lnTo>
                  <a:lnTo>
                    <a:pt x="860162" y="285540"/>
                  </a:lnTo>
                  <a:lnTo>
                    <a:pt x="830151" y="349257"/>
                  </a:lnTo>
                  <a:lnTo>
                    <a:pt x="805123" y="378290"/>
                  </a:lnTo>
                  <a:lnTo>
                    <a:pt x="774105" y="405037"/>
                  </a:lnTo>
                  <a:lnTo>
                    <a:pt x="737616" y="429196"/>
                  </a:lnTo>
                  <a:lnTo>
                    <a:pt x="696173" y="450466"/>
                  </a:lnTo>
                  <a:lnTo>
                    <a:pt x="650296" y="468545"/>
                  </a:lnTo>
                  <a:lnTo>
                    <a:pt x="600503" y="483131"/>
                  </a:lnTo>
                  <a:lnTo>
                    <a:pt x="547313" y="493924"/>
                  </a:lnTo>
                  <a:lnTo>
                    <a:pt x="491244" y="500620"/>
                  </a:lnTo>
                  <a:lnTo>
                    <a:pt x="432815" y="50292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14160" y="3445764"/>
              <a:ext cx="864235" cy="502920"/>
            </a:xfrm>
            <a:custGeom>
              <a:avLst/>
              <a:gdLst/>
              <a:ahLst/>
              <a:cxnLst/>
              <a:rect l="l" t="t" r="r" b="b"/>
              <a:pathLst>
                <a:path w="864234" h="502920">
                  <a:moveTo>
                    <a:pt x="0" y="251460"/>
                  </a:moveTo>
                  <a:lnTo>
                    <a:pt x="15444" y="184679"/>
                  </a:lnTo>
                  <a:lnTo>
                    <a:pt x="59040" y="124629"/>
                  </a:lnTo>
                  <a:lnTo>
                    <a:pt x="90112" y="97882"/>
                  </a:lnTo>
                  <a:lnTo>
                    <a:pt x="126682" y="73723"/>
                  </a:lnTo>
                  <a:lnTo>
                    <a:pt x="168237" y="52453"/>
                  </a:lnTo>
                  <a:lnTo>
                    <a:pt x="214263" y="34374"/>
                  </a:lnTo>
                  <a:lnTo>
                    <a:pt x="264247" y="19788"/>
                  </a:lnTo>
                  <a:lnTo>
                    <a:pt x="317676" y="8995"/>
                  </a:lnTo>
                  <a:lnTo>
                    <a:pt x="374037" y="2299"/>
                  </a:lnTo>
                  <a:lnTo>
                    <a:pt x="432815" y="0"/>
                  </a:lnTo>
                  <a:lnTo>
                    <a:pt x="491244" y="2299"/>
                  </a:lnTo>
                  <a:lnTo>
                    <a:pt x="547313" y="8995"/>
                  </a:lnTo>
                  <a:lnTo>
                    <a:pt x="600503" y="19788"/>
                  </a:lnTo>
                  <a:lnTo>
                    <a:pt x="650296" y="34374"/>
                  </a:lnTo>
                  <a:lnTo>
                    <a:pt x="696173" y="52453"/>
                  </a:lnTo>
                  <a:lnTo>
                    <a:pt x="737616" y="73723"/>
                  </a:lnTo>
                  <a:lnTo>
                    <a:pt x="774105" y="97882"/>
                  </a:lnTo>
                  <a:lnTo>
                    <a:pt x="805123" y="124629"/>
                  </a:lnTo>
                  <a:lnTo>
                    <a:pt x="830151" y="153662"/>
                  </a:lnTo>
                  <a:lnTo>
                    <a:pt x="860162" y="217379"/>
                  </a:lnTo>
                  <a:lnTo>
                    <a:pt x="864108" y="251460"/>
                  </a:lnTo>
                  <a:lnTo>
                    <a:pt x="860162" y="285540"/>
                  </a:lnTo>
                  <a:lnTo>
                    <a:pt x="830151" y="349257"/>
                  </a:lnTo>
                  <a:lnTo>
                    <a:pt x="805123" y="378290"/>
                  </a:lnTo>
                  <a:lnTo>
                    <a:pt x="774105" y="405037"/>
                  </a:lnTo>
                  <a:lnTo>
                    <a:pt x="737616" y="429196"/>
                  </a:lnTo>
                  <a:lnTo>
                    <a:pt x="696173" y="450466"/>
                  </a:lnTo>
                  <a:lnTo>
                    <a:pt x="650296" y="468545"/>
                  </a:lnTo>
                  <a:lnTo>
                    <a:pt x="600503" y="483131"/>
                  </a:lnTo>
                  <a:lnTo>
                    <a:pt x="547313" y="493924"/>
                  </a:lnTo>
                  <a:lnTo>
                    <a:pt x="491244" y="500620"/>
                  </a:lnTo>
                  <a:lnTo>
                    <a:pt x="432815" y="502920"/>
                  </a:lnTo>
                  <a:lnTo>
                    <a:pt x="374037" y="500620"/>
                  </a:lnTo>
                  <a:lnTo>
                    <a:pt x="317676" y="493924"/>
                  </a:lnTo>
                  <a:lnTo>
                    <a:pt x="264247" y="483131"/>
                  </a:lnTo>
                  <a:lnTo>
                    <a:pt x="214263" y="468545"/>
                  </a:lnTo>
                  <a:lnTo>
                    <a:pt x="168237" y="450466"/>
                  </a:lnTo>
                  <a:lnTo>
                    <a:pt x="126682" y="429196"/>
                  </a:lnTo>
                  <a:lnTo>
                    <a:pt x="90112" y="405037"/>
                  </a:lnTo>
                  <a:lnTo>
                    <a:pt x="59040" y="378290"/>
                  </a:lnTo>
                  <a:lnTo>
                    <a:pt x="33980" y="349257"/>
                  </a:lnTo>
                  <a:lnTo>
                    <a:pt x="3946" y="285540"/>
                  </a:lnTo>
                  <a:lnTo>
                    <a:pt x="0" y="251460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889400" y="3529086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5524500" y="2871216"/>
            <a:ext cx="1534795" cy="574675"/>
          </a:xfrm>
          <a:custGeom>
            <a:avLst/>
            <a:gdLst/>
            <a:ahLst/>
            <a:cxnLst/>
            <a:rect l="l" t="t" r="r" b="b"/>
            <a:pathLst>
              <a:path w="1534795" h="574675">
                <a:moveTo>
                  <a:pt x="1534667" y="252983"/>
                </a:moveTo>
                <a:lnTo>
                  <a:pt x="1522476" y="574548"/>
                </a:lnTo>
              </a:path>
              <a:path w="1534795" h="574675">
                <a:moveTo>
                  <a:pt x="0" y="0"/>
                </a:moveTo>
                <a:lnTo>
                  <a:pt x="944880" y="152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080" y="5138144"/>
            <a:ext cx="8628248" cy="1067794"/>
          </a:xfrm>
          <a:prstGeom prst="rect">
            <a:avLst/>
          </a:prstGeom>
        </p:spPr>
      </p:pic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/>
              <a:t>1:1의</a:t>
            </a:r>
            <a:r>
              <a:rPr dirty="0" spc="-30"/>
              <a:t> </a:t>
            </a:r>
            <a:r>
              <a:rPr dirty="0" spc="-10"/>
              <a:t>non-</a:t>
            </a:r>
            <a:r>
              <a:rPr dirty="0"/>
              <a:t>identifying</a:t>
            </a:r>
            <a:r>
              <a:rPr dirty="0" spc="-40"/>
              <a:t> </a:t>
            </a:r>
            <a:r>
              <a:rPr dirty="0" spc="-10"/>
              <a:t>관계(4)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497581" y="2459481"/>
            <a:ext cx="1386205" cy="736600"/>
            <a:chOff x="2497581" y="2459481"/>
            <a:chExt cx="1386205" cy="736600"/>
          </a:xfrm>
        </p:grpSpPr>
        <p:sp>
          <p:nvSpPr>
            <p:cNvPr id="4" name="object 4" descr=""/>
            <p:cNvSpPr/>
            <p:nvPr/>
          </p:nvSpPr>
          <p:spPr>
            <a:xfrm>
              <a:off x="2511551" y="2473451"/>
              <a:ext cx="1358265" cy="708660"/>
            </a:xfrm>
            <a:custGeom>
              <a:avLst/>
              <a:gdLst/>
              <a:ahLst/>
              <a:cxnLst/>
              <a:rect l="l" t="t" r="r" b="b"/>
              <a:pathLst>
                <a:path w="1358264" h="708660">
                  <a:moveTo>
                    <a:pt x="1357883" y="708659"/>
                  </a:moveTo>
                  <a:lnTo>
                    <a:pt x="0" y="708659"/>
                  </a:lnTo>
                  <a:lnTo>
                    <a:pt x="0" y="0"/>
                  </a:lnTo>
                  <a:lnTo>
                    <a:pt x="1357883" y="0"/>
                  </a:lnTo>
                  <a:lnTo>
                    <a:pt x="1357883" y="708659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511551" y="2473451"/>
              <a:ext cx="1358265" cy="708660"/>
            </a:xfrm>
            <a:custGeom>
              <a:avLst/>
              <a:gdLst/>
              <a:ahLst/>
              <a:cxnLst/>
              <a:rect l="l" t="t" r="r" b="b"/>
              <a:pathLst>
                <a:path w="1358264" h="708660">
                  <a:moveTo>
                    <a:pt x="0" y="0"/>
                  </a:moveTo>
                  <a:lnTo>
                    <a:pt x="1357883" y="0"/>
                  </a:lnTo>
                  <a:lnTo>
                    <a:pt x="1357883" y="708659"/>
                  </a:lnTo>
                  <a:lnTo>
                    <a:pt x="0" y="708659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525267" y="2660399"/>
            <a:ext cx="133096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864038" y="2349754"/>
            <a:ext cx="2886710" cy="948690"/>
            <a:chOff x="3864038" y="2349754"/>
            <a:chExt cx="2886710" cy="948690"/>
          </a:xfrm>
        </p:grpSpPr>
        <p:sp>
          <p:nvSpPr>
            <p:cNvPr id="8" name="object 8" descr=""/>
            <p:cNvSpPr/>
            <p:nvPr/>
          </p:nvSpPr>
          <p:spPr>
            <a:xfrm>
              <a:off x="3869436" y="2823972"/>
              <a:ext cx="2875915" cy="5080"/>
            </a:xfrm>
            <a:custGeom>
              <a:avLst/>
              <a:gdLst/>
              <a:ahLst/>
              <a:cxnLst/>
              <a:rect l="l" t="t" r="r" b="b"/>
              <a:pathLst>
                <a:path w="2875915" h="5080">
                  <a:moveTo>
                    <a:pt x="0" y="4571"/>
                  </a:moveTo>
                  <a:lnTo>
                    <a:pt x="798575" y="0"/>
                  </a:lnTo>
                </a:path>
                <a:path w="2875915" h="5080">
                  <a:moveTo>
                    <a:pt x="2077212" y="0"/>
                  </a:moveTo>
                  <a:lnTo>
                    <a:pt x="2875787" y="4571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68012" y="2363724"/>
              <a:ext cx="1278890" cy="920750"/>
            </a:xfrm>
            <a:custGeom>
              <a:avLst/>
              <a:gdLst/>
              <a:ahLst/>
              <a:cxnLst/>
              <a:rect l="l" t="t" r="r" b="b"/>
              <a:pathLst>
                <a:path w="1278889" h="920750">
                  <a:moveTo>
                    <a:pt x="638556" y="920495"/>
                  </a:moveTo>
                  <a:lnTo>
                    <a:pt x="0" y="460248"/>
                  </a:lnTo>
                  <a:lnTo>
                    <a:pt x="638556" y="0"/>
                  </a:lnTo>
                  <a:lnTo>
                    <a:pt x="1278636" y="460248"/>
                  </a:lnTo>
                  <a:lnTo>
                    <a:pt x="638556" y="920495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68012" y="2363724"/>
              <a:ext cx="1278890" cy="920750"/>
            </a:xfrm>
            <a:custGeom>
              <a:avLst/>
              <a:gdLst/>
              <a:ahLst/>
              <a:cxnLst/>
              <a:rect l="l" t="t" r="r" b="b"/>
              <a:pathLst>
                <a:path w="1278889" h="920750">
                  <a:moveTo>
                    <a:pt x="0" y="460248"/>
                  </a:moveTo>
                  <a:lnTo>
                    <a:pt x="638556" y="0"/>
                  </a:lnTo>
                  <a:lnTo>
                    <a:pt x="1278636" y="460248"/>
                  </a:lnTo>
                  <a:lnTo>
                    <a:pt x="638556" y="920495"/>
                  </a:lnTo>
                  <a:lnTo>
                    <a:pt x="0" y="460248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216118" y="2655856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731253" y="2459481"/>
            <a:ext cx="1386205" cy="736600"/>
            <a:chOff x="6731253" y="2459481"/>
            <a:chExt cx="1386205" cy="736600"/>
          </a:xfrm>
        </p:grpSpPr>
        <p:sp>
          <p:nvSpPr>
            <p:cNvPr id="13" name="object 13" descr=""/>
            <p:cNvSpPr/>
            <p:nvPr/>
          </p:nvSpPr>
          <p:spPr>
            <a:xfrm>
              <a:off x="6745223" y="2473451"/>
              <a:ext cx="1358265" cy="708660"/>
            </a:xfrm>
            <a:custGeom>
              <a:avLst/>
              <a:gdLst/>
              <a:ahLst/>
              <a:cxnLst/>
              <a:rect l="l" t="t" r="r" b="b"/>
              <a:pathLst>
                <a:path w="1358265" h="708660">
                  <a:moveTo>
                    <a:pt x="1357883" y="708659"/>
                  </a:moveTo>
                  <a:lnTo>
                    <a:pt x="0" y="708659"/>
                  </a:lnTo>
                  <a:lnTo>
                    <a:pt x="0" y="0"/>
                  </a:lnTo>
                  <a:lnTo>
                    <a:pt x="1357883" y="0"/>
                  </a:lnTo>
                  <a:lnTo>
                    <a:pt x="1357883" y="708659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745223" y="2473451"/>
              <a:ext cx="1358265" cy="708660"/>
            </a:xfrm>
            <a:custGeom>
              <a:avLst/>
              <a:gdLst/>
              <a:ahLst/>
              <a:cxnLst/>
              <a:rect l="l" t="t" r="r" b="b"/>
              <a:pathLst>
                <a:path w="1358265" h="708660">
                  <a:moveTo>
                    <a:pt x="0" y="0"/>
                  </a:moveTo>
                  <a:lnTo>
                    <a:pt x="1357883" y="0"/>
                  </a:lnTo>
                  <a:lnTo>
                    <a:pt x="1357883" y="708659"/>
                  </a:lnTo>
                  <a:lnTo>
                    <a:pt x="0" y="708659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276533" y="2660399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356640" y="2482119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083209" y="2488135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735326" y="3553714"/>
            <a:ext cx="930275" cy="713740"/>
            <a:chOff x="2735326" y="3553714"/>
            <a:chExt cx="930275" cy="713740"/>
          </a:xfrm>
        </p:grpSpPr>
        <p:sp>
          <p:nvSpPr>
            <p:cNvPr id="19" name="object 19" descr=""/>
            <p:cNvSpPr/>
            <p:nvPr/>
          </p:nvSpPr>
          <p:spPr>
            <a:xfrm>
              <a:off x="2749296" y="3567684"/>
              <a:ext cx="902335" cy="685800"/>
            </a:xfrm>
            <a:custGeom>
              <a:avLst/>
              <a:gdLst/>
              <a:ahLst/>
              <a:cxnLst/>
              <a:rect l="l" t="t" r="r" b="b"/>
              <a:pathLst>
                <a:path w="902335" h="685800">
                  <a:moveTo>
                    <a:pt x="451104" y="685800"/>
                  </a:moveTo>
                  <a:lnTo>
                    <a:pt x="398348" y="683487"/>
                  </a:lnTo>
                  <a:lnTo>
                    <a:pt x="347418" y="676722"/>
                  </a:lnTo>
                  <a:lnTo>
                    <a:pt x="298648" y="665765"/>
                  </a:lnTo>
                  <a:lnTo>
                    <a:pt x="252370" y="650876"/>
                  </a:lnTo>
                  <a:lnTo>
                    <a:pt x="208919" y="632315"/>
                  </a:lnTo>
                  <a:lnTo>
                    <a:pt x="168626" y="610342"/>
                  </a:lnTo>
                  <a:lnTo>
                    <a:pt x="131826" y="585216"/>
                  </a:lnTo>
                  <a:lnTo>
                    <a:pt x="98851" y="557197"/>
                  </a:lnTo>
                  <a:lnTo>
                    <a:pt x="70035" y="526546"/>
                  </a:lnTo>
                  <a:lnTo>
                    <a:pt x="45711" y="493522"/>
                  </a:lnTo>
                  <a:lnTo>
                    <a:pt x="26212" y="458386"/>
                  </a:lnTo>
                  <a:lnTo>
                    <a:pt x="11872" y="421397"/>
                  </a:lnTo>
                  <a:lnTo>
                    <a:pt x="3023" y="382815"/>
                  </a:lnTo>
                  <a:lnTo>
                    <a:pt x="0" y="342900"/>
                  </a:lnTo>
                  <a:lnTo>
                    <a:pt x="3023" y="302984"/>
                  </a:lnTo>
                  <a:lnTo>
                    <a:pt x="11872" y="264402"/>
                  </a:lnTo>
                  <a:lnTo>
                    <a:pt x="26212" y="227413"/>
                  </a:lnTo>
                  <a:lnTo>
                    <a:pt x="45711" y="192277"/>
                  </a:lnTo>
                  <a:lnTo>
                    <a:pt x="70035" y="159253"/>
                  </a:lnTo>
                  <a:lnTo>
                    <a:pt x="98851" y="128602"/>
                  </a:lnTo>
                  <a:lnTo>
                    <a:pt x="131826" y="100584"/>
                  </a:lnTo>
                  <a:lnTo>
                    <a:pt x="168626" y="75457"/>
                  </a:lnTo>
                  <a:lnTo>
                    <a:pt x="208919" y="53484"/>
                  </a:lnTo>
                  <a:lnTo>
                    <a:pt x="252370" y="34923"/>
                  </a:lnTo>
                  <a:lnTo>
                    <a:pt x="298648" y="20034"/>
                  </a:lnTo>
                  <a:lnTo>
                    <a:pt x="347418" y="9077"/>
                  </a:lnTo>
                  <a:lnTo>
                    <a:pt x="398348" y="2312"/>
                  </a:lnTo>
                  <a:lnTo>
                    <a:pt x="451104" y="0"/>
                  </a:lnTo>
                  <a:lnTo>
                    <a:pt x="503859" y="2312"/>
                  </a:lnTo>
                  <a:lnTo>
                    <a:pt x="554789" y="9077"/>
                  </a:lnTo>
                  <a:lnTo>
                    <a:pt x="603559" y="20034"/>
                  </a:lnTo>
                  <a:lnTo>
                    <a:pt x="649837" y="34923"/>
                  </a:lnTo>
                  <a:lnTo>
                    <a:pt x="693288" y="53484"/>
                  </a:lnTo>
                  <a:lnTo>
                    <a:pt x="733581" y="75457"/>
                  </a:lnTo>
                  <a:lnTo>
                    <a:pt x="770381" y="100584"/>
                  </a:lnTo>
                  <a:lnTo>
                    <a:pt x="803356" y="128602"/>
                  </a:lnTo>
                  <a:lnTo>
                    <a:pt x="832172" y="159253"/>
                  </a:lnTo>
                  <a:lnTo>
                    <a:pt x="856496" y="192277"/>
                  </a:lnTo>
                  <a:lnTo>
                    <a:pt x="875995" y="227413"/>
                  </a:lnTo>
                  <a:lnTo>
                    <a:pt x="890335" y="264402"/>
                  </a:lnTo>
                  <a:lnTo>
                    <a:pt x="899184" y="302984"/>
                  </a:lnTo>
                  <a:lnTo>
                    <a:pt x="902208" y="342900"/>
                  </a:lnTo>
                  <a:lnTo>
                    <a:pt x="899184" y="382815"/>
                  </a:lnTo>
                  <a:lnTo>
                    <a:pt x="890335" y="421397"/>
                  </a:lnTo>
                  <a:lnTo>
                    <a:pt x="875995" y="458386"/>
                  </a:lnTo>
                  <a:lnTo>
                    <a:pt x="856496" y="493522"/>
                  </a:lnTo>
                  <a:lnTo>
                    <a:pt x="832172" y="526546"/>
                  </a:lnTo>
                  <a:lnTo>
                    <a:pt x="803356" y="557197"/>
                  </a:lnTo>
                  <a:lnTo>
                    <a:pt x="770381" y="585216"/>
                  </a:lnTo>
                  <a:lnTo>
                    <a:pt x="733581" y="610342"/>
                  </a:lnTo>
                  <a:lnTo>
                    <a:pt x="693288" y="632315"/>
                  </a:lnTo>
                  <a:lnTo>
                    <a:pt x="649837" y="650876"/>
                  </a:lnTo>
                  <a:lnTo>
                    <a:pt x="603559" y="665765"/>
                  </a:lnTo>
                  <a:lnTo>
                    <a:pt x="554789" y="676722"/>
                  </a:lnTo>
                  <a:lnTo>
                    <a:pt x="503859" y="683487"/>
                  </a:lnTo>
                  <a:lnTo>
                    <a:pt x="451104" y="6858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749296" y="3567684"/>
              <a:ext cx="902335" cy="685800"/>
            </a:xfrm>
            <a:custGeom>
              <a:avLst/>
              <a:gdLst/>
              <a:ahLst/>
              <a:cxnLst/>
              <a:rect l="l" t="t" r="r" b="b"/>
              <a:pathLst>
                <a:path w="902335" h="685800">
                  <a:moveTo>
                    <a:pt x="0" y="342900"/>
                  </a:moveTo>
                  <a:lnTo>
                    <a:pt x="3023" y="302984"/>
                  </a:lnTo>
                  <a:lnTo>
                    <a:pt x="11872" y="264402"/>
                  </a:lnTo>
                  <a:lnTo>
                    <a:pt x="26212" y="227413"/>
                  </a:lnTo>
                  <a:lnTo>
                    <a:pt x="45711" y="192277"/>
                  </a:lnTo>
                  <a:lnTo>
                    <a:pt x="70035" y="159253"/>
                  </a:lnTo>
                  <a:lnTo>
                    <a:pt x="98851" y="128602"/>
                  </a:lnTo>
                  <a:lnTo>
                    <a:pt x="131826" y="100584"/>
                  </a:lnTo>
                  <a:lnTo>
                    <a:pt x="168626" y="75457"/>
                  </a:lnTo>
                  <a:lnTo>
                    <a:pt x="208919" y="53484"/>
                  </a:lnTo>
                  <a:lnTo>
                    <a:pt x="252370" y="34923"/>
                  </a:lnTo>
                  <a:lnTo>
                    <a:pt x="298648" y="20034"/>
                  </a:lnTo>
                  <a:lnTo>
                    <a:pt x="347418" y="9077"/>
                  </a:lnTo>
                  <a:lnTo>
                    <a:pt x="398348" y="2312"/>
                  </a:lnTo>
                  <a:lnTo>
                    <a:pt x="451104" y="0"/>
                  </a:lnTo>
                  <a:lnTo>
                    <a:pt x="503859" y="2312"/>
                  </a:lnTo>
                  <a:lnTo>
                    <a:pt x="554789" y="9077"/>
                  </a:lnTo>
                  <a:lnTo>
                    <a:pt x="603559" y="20034"/>
                  </a:lnTo>
                  <a:lnTo>
                    <a:pt x="649837" y="34923"/>
                  </a:lnTo>
                  <a:lnTo>
                    <a:pt x="693288" y="53484"/>
                  </a:lnTo>
                  <a:lnTo>
                    <a:pt x="733581" y="75457"/>
                  </a:lnTo>
                  <a:lnTo>
                    <a:pt x="770381" y="100584"/>
                  </a:lnTo>
                  <a:lnTo>
                    <a:pt x="803356" y="128602"/>
                  </a:lnTo>
                  <a:lnTo>
                    <a:pt x="832172" y="159253"/>
                  </a:lnTo>
                  <a:lnTo>
                    <a:pt x="856496" y="192277"/>
                  </a:lnTo>
                  <a:lnTo>
                    <a:pt x="875995" y="227413"/>
                  </a:lnTo>
                  <a:lnTo>
                    <a:pt x="890335" y="264402"/>
                  </a:lnTo>
                  <a:lnTo>
                    <a:pt x="899184" y="302984"/>
                  </a:lnTo>
                  <a:lnTo>
                    <a:pt x="902208" y="342900"/>
                  </a:lnTo>
                  <a:lnTo>
                    <a:pt x="899184" y="382815"/>
                  </a:lnTo>
                  <a:lnTo>
                    <a:pt x="890335" y="421397"/>
                  </a:lnTo>
                  <a:lnTo>
                    <a:pt x="875995" y="458386"/>
                  </a:lnTo>
                  <a:lnTo>
                    <a:pt x="856496" y="493522"/>
                  </a:lnTo>
                  <a:lnTo>
                    <a:pt x="832172" y="526546"/>
                  </a:lnTo>
                  <a:lnTo>
                    <a:pt x="803356" y="557197"/>
                  </a:lnTo>
                  <a:lnTo>
                    <a:pt x="770381" y="585216"/>
                  </a:lnTo>
                  <a:lnTo>
                    <a:pt x="733581" y="610342"/>
                  </a:lnTo>
                  <a:lnTo>
                    <a:pt x="693288" y="632315"/>
                  </a:lnTo>
                  <a:lnTo>
                    <a:pt x="649837" y="650876"/>
                  </a:lnTo>
                  <a:lnTo>
                    <a:pt x="603559" y="665765"/>
                  </a:lnTo>
                  <a:lnTo>
                    <a:pt x="554789" y="676722"/>
                  </a:lnTo>
                  <a:lnTo>
                    <a:pt x="503859" y="683487"/>
                  </a:lnTo>
                  <a:lnTo>
                    <a:pt x="451104" y="685800"/>
                  </a:lnTo>
                  <a:lnTo>
                    <a:pt x="398348" y="683487"/>
                  </a:lnTo>
                  <a:lnTo>
                    <a:pt x="347418" y="676722"/>
                  </a:lnTo>
                  <a:lnTo>
                    <a:pt x="298648" y="665765"/>
                  </a:lnTo>
                  <a:lnTo>
                    <a:pt x="252370" y="650876"/>
                  </a:lnTo>
                  <a:lnTo>
                    <a:pt x="208919" y="632315"/>
                  </a:lnTo>
                  <a:lnTo>
                    <a:pt x="168626" y="610342"/>
                  </a:lnTo>
                  <a:lnTo>
                    <a:pt x="131826" y="585216"/>
                  </a:lnTo>
                  <a:lnTo>
                    <a:pt x="98851" y="557197"/>
                  </a:lnTo>
                  <a:lnTo>
                    <a:pt x="70035" y="526546"/>
                  </a:lnTo>
                  <a:lnTo>
                    <a:pt x="45711" y="493522"/>
                  </a:lnTo>
                  <a:lnTo>
                    <a:pt x="26212" y="458386"/>
                  </a:lnTo>
                  <a:lnTo>
                    <a:pt x="11872" y="421397"/>
                  </a:lnTo>
                  <a:lnTo>
                    <a:pt x="3023" y="382815"/>
                  </a:lnTo>
                  <a:lnTo>
                    <a:pt x="0" y="342900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044463" y="3742359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184334" y="3176714"/>
            <a:ext cx="4692015" cy="1009015"/>
            <a:chOff x="3184334" y="3176714"/>
            <a:chExt cx="4692015" cy="1009015"/>
          </a:xfrm>
        </p:grpSpPr>
        <p:sp>
          <p:nvSpPr>
            <p:cNvPr id="23" name="object 23" descr=""/>
            <p:cNvSpPr/>
            <p:nvPr/>
          </p:nvSpPr>
          <p:spPr>
            <a:xfrm>
              <a:off x="3189732" y="3182111"/>
              <a:ext cx="10795" cy="386080"/>
            </a:xfrm>
            <a:custGeom>
              <a:avLst/>
              <a:gdLst/>
              <a:ahLst/>
              <a:cxnLst/>
              <a:rect l="l" t="t" r="r" b="b"/>
              <a:pathLst>
                <a:path w="10794" h="386079">
                  <a:moveTo>
                    <a:pt x="0" y="0"/>
                  </a:moveTo>
                  <a:lnTo>
                    <a:pt x="10667" y="385572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58583" y="3567683"/>
              <a:ext cx="904240" cy="603885"/>
            </a:xfrm>
            <a:custGeom>
              <a:avLst/>
              <a:gdLst/>
              <a:ahLst/>
              <a:cxnLst/>
              <a:rect l="l" t="t" r="r" b="b"/>
              <a:pathLst>
                <a:path w="904240" h="603885">
                  <a:moveTo>
                    <a:pt x="452628" y="603503"/>
                  </a:moveTo>
                  <a:lnTo>
                    <a:pt x="395859" y="601169"/>
                  </a:lnTo>
                  <a:lnTo>
                    <a:pt x="341193" y="594347"/>
                  </a:lnTo>
                  <a:lnTo>
                    <a:pt x="289053" y="583313"/>
                  </a:lnTo>
                  <a:lnTo>
                    <a:pt x="239864" y="568343"/>
                  </a:lnTo>
                  <a:lnTo>
                    <a:pt x="194050" y="549709"/>
                  </a:lnTo>
                  <a:lnTo>
                    <a:pt x="152037" y="527688"/>
                  </a:lnTo>
                  <a:lnTo>
                    <a:pt x="114247" y="502553"/>
                  </a:lnTo>
                  <a:lnTo>
                    <a:pt x="81107" y="474580"/>
                  </a:lnTo>
                  <a:lnTo>
                    <a:pt x="53041" y="444043"/>
                  </a:lnTo>
                  <a:lnTo>
                    <a:pt x="30472" y="411217"/>
                  </a:lnTo>
                  <a:lnTo>
                    <a:pt x="13826" y="376377"/>
                  </a:lnTo>
                  <a:lnTo>
                    <a:pt x="0" y="301751"/>
                  </a:lnTo>
                  <a:lnTo>
                    <a:pt x="3527" y="264006"/>
                  </a:lnTo>
                  <a:lnTo>
                    <a:pt x="30472" y="192910"/>
                  </a:lnTo>
                  <a:lnTo>
                    <a:pt x="53041" y="160134"/>
                  </a:lnTo>
                  <a:lnTo>
                    <a:pt x="81107" y="129589"/>
                  </a:lnTo>
                  <a:lnTo>
                    <a:pt x="114247" y="101562"/>
                  </a:lnTo>
                  <a:lnTo>
                    <a:pt x="152037" y="76340"/>
                  </a:lnTo>
                  <a:lnTo>
                    <a:pt x="194050" y="54210"/>
                  </a:lnTo>
                  <a:lnTo>
                    <a:pt x="239864" y="35460"/>
                  </a:lnTo>
                  <a:lnTo>
                    <a:pt x="289053" y="20377"/>
                  </a:lnTo>
                  <a:lnTo>
                    <a:pt x="341193" y="9248"/>
                  </a:lnTo>
                  <a:lnTo>
                    <a:pt x="395859" y="2359"/>
                  </a:lnTo>
                  <a:lnTo>
                    <a:pt x="452628" y="0"/>
                  </a:lnTo>
                  <a:lnTo>
                    <a:pt x="509070" y="2359"/>
                  </a:lnTo>
                  <a:lnTo>
                    <a:pt x="563461" y="9248"/>
                  </a:lnTo>
                  <a:lnTo>
                    <a:pt x="615372" y="20377"/>
                  </a:lnTo>
                  <a:lnTo>
                    <a:pt x="664373" y="35460"/>
                  </a:lnTo>
                  <a:lnTo>
                    <a:pt x="710036" y="54210"/>
                  </a:lnTo>
                  <a:lnTo>
                    <a:pt x="751932" y="76340"/>
                  </a:lnTo>
                  <a:lnTo>
                    <a:pt x="789633" y="101562"/>
                  </a:lnTo>
                  <a:lnTo>
                    <a:pt x="822710" y="129589"/>
                  </a:lnTo>
                  <a:lnTo>
                    <a:pt x="850735" y="160134"/>
                  </a:lnTo>
                  <a:lnTo>
                    <a:pt x="873278" y="192910"/>
                  </a:lnTo>
                  <a:lnTo>
                    <a:pt x="889911" y="227630"/>
                  </a:lnTo>
                  <a:lnTo>
                    <a:pt x="903731" y="301751"/>
                  </a:lnTo>
                  <a:lnTo>
                    <a:pt x="900205" y="339797"/>
                  </a:lnTo>
                  <a:lnTo>
                    <a:pt x="873278" y="411217"/>
                  </a:lnTo>
                  <a:lnTo>
                    <a:pt x="850735" y="444043"/>
                  </a:lnTo>
                  <a:lnTo>
                    <a:pt x="822710" y="474580"/>
                  </a:lnTo>
                  <a:lnTo>
                    <a:pt x="789633" y="502553"/>
                  </a:lnTo>
                  <a:lnTo>
                    <a:pt x="751932" y="527688"/>
                  </a:lnTo>
                  <a:lnTo>
                    <a:pt x="710036" y="549709"/>
                  </a:lnTo>
                  <a:lnTo>
                    <a:pt x="664373" y="568343"/>
                  </a:lnTo>
                  <a:lnTo>
                    <a:pt x="615372" y="583313"/>
                  </a:lnTo>
                  <a:lnTo>
                    <a:pt x="563461" y="594347"/>
                  </a:lnTo>
                  <a:lnTo>
                    <a:pt x="509070" y="601169"/>
                  </a:lnTo>
                  <a:lnTo>
                    <a:pt x="452628" y="60350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958583" y="3567683"/>
              <a:ext cx="904240" cy="603885"/>
            </a:xfrm>
            <a:custGeom>
              <a:avLst/>
              <a:gdLst/>
              <a:ahLst/>
              <a:cxnLst/>
              <a:rect l="l" t="t" r="r" b="b"/>
              <a:pathLst>
                <a:path w="904240" h="603885">
                  <a:moveTo>
                    <a:pt x="0" y="301751"/>
                  </a:moveTo>
                  <a:lnTo>
                    <a:pt x="13826" y="227630"/>
                  </a:lnTo>
                  <a:lnTo>
                    <a:pt x="30472" y="192910"/>
                  </a:lnTo>
                  <a:lnTo>
                    <a:pt x="53041" y="160134"/>
                  </a:lnTo>
                  <a:lnTo>
                    <a:pt x="81107" y="129589"/>
                  </a:lnTo>
                  <a:lnTo>
                    <a:pt x="114247" y="101562"/>
                  </a:lnTo>
                  <a:lnTo>
                    <a:pt x="152037" y="76340"/>
                  </a:lnTo>
                  <a:lnTo>
                    <a:pt x="194050" y="54210"/>
                  </a:lnTo>
                  <a:lnTo>
                    <a:pt x="239864" y="35460"/>
                  </a:lnTo>
                  <a:lnTo>
                    <a:pt x="289053" y="20377"/>
                  </a:lnTo>
                  <a:lnTo>
                    <a:pt x="341193" y="9248"/>
                  </a:lnTo>
                  <a:lnTo>
                    <a:pt x="395859" y="2359"/>
                  </a:lnTo>
                  <a:lnTo>
                    <a:pt x="452628" y="0"/>
                  </a:lnTo>
                  <a:lnTo>
                    <a:pt x="509070" y="2359"/>
                  </a:lnTo>
                  <a:lnTo>
                    <a:pt x="563461" y="9248"/>
                  </a:lnTo>
                  <a:lnTo>
                    <a:pt x="615372" y="20377"/>
                  </a:lnTo>
                  <a:lnTo>
                    <a:pt x="664373" y="35460"/>
                  </a:lnTo>
                  <a:lnTo>
                    <a:pt x="710036" y="54210"/>
                  </a:lnTo>
                  <a:lnTo>
                    <a:pt x="751932" y="76340"/>
                  </a:lnTo>
                  <a:lnTo>
                    <a:pt x="789633" y="101562"/>
                  </a:lnTo>
                  <a:lnTo>
                    <a:pt x="822710" y="129589"/>
                  </a:lnTo>
                  <a:lnTo>
                    <a:pt x="850735" y="160134"/>
                  </a:lnTo>
                  <a:lnTo>
                    <a:pt x="873278" y="192910"/>
                  </a:lnTo>
                  <a:lnTo>
                    <a:pt x="889911" y="227630"/>
                  </a:lnTo>
                  <a:lnTo>
                    <a:pt x="903731" y="301751"/>
                  </a:lnTo>
                  <a:lnTo>
                    <a:pt x="900205" y="339797"/>
                  </a:lnTo>
                  <a:lnTo>
                    <a:pt x="873278" y="411217"/>
                  </a:lnTo>
                  <a:lnTo>
                    <a:pt x="850735" y="444043"/>
                  </a:lnTo>
                  <a:lnTo>
                    <a:pt x="822710" y="474580"/>
                  </a:lnTo>
                  <a:lnTo>
                    <a:pt x="789633" y="502553"/>
                  </a:lnTo>
                  <a:lnTo>
                    <a:pt x="751932" y="527688"/>
                  </a:lnTo>
                  <a:lnTo>
                    <a:pt x="710036" y="549709"/>
                  </a:lnTo>
                  <a:lnTo>
                    <a:pt x="664373" y="568343"/>
                  </a:lnTo>
                  <a:lnTo>
                    <a:pt x="615372" y="583313"/>
                  </a:lnTo>
                  <a:lnTo>
                    <a:pt x="563461" y="594347"/>
                  </a:lnTo>
                  <a:lnTo>
                    <a:pt x="509070" y="601169"/>
                  </a:lnTo>
                  <a:lnTo>
                    <a:pt x="452628" y="603503"/>
                  </a:lnTo>
                  <a:lnTo>
                    <a:pt x="395859" y="601169"/>
                  </a:lnTo>
                  <a:lnTo>
                    <a:pt x="341193" y="594347"/>
                  </a:lnTo>
                  <a:lnTo>
                    <a:pt x="289053" y="583313"/>
                  </a:lnTo>
                  <a:lnTo>
                    <a:pt x="239864" y="568343"/>
                  </a:lnTo>
                  <a:lnTo>
                    <a:pt x="194050" y="549709"/>
                  </a:lnTo>
                  <a:lnTo>
                    <a:pt x="152037" y="527688"/>
                  </a:lnTo>
                  <a:lnTo>
                    <a:pt x="114247" y="502553"/>
                  </a:lnTo>
                  <a:lnTo>
                    <a:pt x="81107" y="474580"/>
                  </a:lnTo>
                  <a:lnTo>
                    <a:pt x="53041" y="444043"/>
                  </a:lnTo>
                  <a:lnTo>
                    <a:pt x="30472" y="411217"/>
                  </a:lnTo>
                  <a:lnTo>
                    <a:pt x="13826" y="376377"/>
                  </a:lnTo>
                  <a:lnTo>
                    <a:pt x="0" y="301751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253696" y="3701227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3834384" y="2878835"/>
            <a:ext cx="3589020" cy="688975"/>
          </a:xfrm>
          <a:custGeom>
            <a:avLst/>
            <a:gdLst/>
            <a:ahLst/>
            <a:cxnLst/>
            <a:rect l="l" t="t" r="r" b="b"/>
            <a:pathLst>
              <a:path w="3589020" h="688975">
                <a:moveTo>
                  <a:pt x="3589019" y="303275"/>
                </a:moveTo>
                <a:lnTo>
                  <a:pt x="3576828" y="688848"/>
                </a:lnTo>
              </a:path>
              <a:path w="3589020" h="688975">
                <a:moveTo>
                  <a:pt x="1987296" y="0"/>
                </a:moveTo>
                <a:lnTo>
                  <a:pt x="2974848" y="1524"/>
                </a:lnTo>
              </a:path>
              <a:path w="3589020" h="688975">
                <a:moveTo>
                  <a:pt x="0" y="3048"/>
                </a:moveTo>
                <a:lnTo>
                  <a:pt x="986027" y="4572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8" name="object 2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175" y="5137007"/>
            <a:ext cx="7708852" cy="1080298"/>
          </a:xfrm>
          <a:prstGeom prst="rect">
            <a:avLst/>
          </a:prstGeom>
        </p:spPr>
      </p:pic>
      <p:sp>
        <p:nvSpPr>
          <p:cNvPr id="29" name="object 2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dirty="0"/>
              <a:t>1:n의</a:t>
            </a:r>
            <a:r>
              <a:rPr dirty="0" spc="-15"/>
              <a:t> </a:t>
            </a:r>
            <a:r>
              <a:rPr dirty="0" spc="-10"/>
              <a:t>non-</a:t>
            </a:r>
            <a:r>
              <a:rPr dirty="0"/>
              <a:t>identifying</a:t>
            </a:r>
            <a:r>
              <a:rPr dirty="0" spc="-20"/>
              <a:t> </a:t>
            </a:r>
            <a:r>
              <a:rPr dirty="0" spc="-10"/>
              <a:t>관계(1)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204" y="5496873"/>
            <a:ext cx="8517096" cy="97348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4466589" y="3137661"/>
            <a:ext cx="2066289" cy="1052195"/>
            <a:chOff x="4466589" y="3137661"/>
            <a:chExt cx="2066289" cy="1052195"/>
          </a:xfrm>
        </p:grpSpPr>
        <p:sp>
          <p:nvSpPr>
            <p:cNvPr id="5" name="object 5" descr=""/>
            <p:cNvSpPr/>
            <p:nvPr/>
          </p:nvSpPr>
          <p:spPr>
            <a:xfrm>
              <a:off x="5740907" y="3663696"/>
              <a:ext cx="786765" cy="5080"/>
            </a:xfrm>
            <a:custGeom>
              <a:avLst/>
              <a:gdLst/>
              <a:ahLst/>
              <a:cxnLst/>
              <a:rect l="l" t="t" r="r" b="b"/>
              <a:pathLst>
                <a:path w="786765" h="5079">
                  <a:moveTo>
                    <a:pt x="0" y="0"/>
                  </a:moveTo>
                  <a:lnTo>
                    <a:pt x="786384" y="4571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480559" y="3151631"/>
              <a:ext cx="1260475" cy="1024255"/>
            </a:xfrm>
            <a:custGeom>
              <a:avLst/>
              <a:gdLst/>
              <a:ahLst/>
              <a:cxnLst/>
              <a:rect l="l" t="t" r="r" b="b"/>
              <a:pathLst>
                <a:path w="1260475" h="1024254">
                  <a:moveTo>
                    <a:pt x="629411" y="1024127"/>
                  </a:moveTo>
                  <a:lnTo>
                    <a:pt x="0" y="512064"/>
                  </a:lnTo>
                  <a:lnTo>
                    <a:pt x="629411" y="0"/>
                  </a:lnTo>
                  <a:lnTo>
                    <a:pt x="1260347" y="512064"/>
                  </a:lnTo>
                  <a:lnTo>
                    <a:pt x="629411" y="102412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80559" y="3151631"/>
              <a:ext cx="1260475" cy="1024255"/>
            </a:xfrm>
            <a:custGeom>
              <a:avLst/>
              <a:gdLst/>
              <a:ahLst/>
              <a:cxnLst/>
              <a:rect l="l" t="t" r="r" b="b"/>
              <a:pathLst>
                <a:path w="1260475" h="1024254">
                  <a:moveTo>
                    <a:pt x="0" y="512064"/>
                  </a:moveTo>
                  <a:lnTo>
                    <a:pt x="629411" y="0"/>
                  </a:lnTo>
                  <a:lnTo>
                    <a:pt x="1260347" y="512064"/>
                  </a:lnTo>
                  <a:lnTo>
                    <a:pt x="629411" y="1024127"/>
                  </a:lnTo>
                  <a:lnTo>
                    <a:pt x="0" y="512064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019544" y="3495566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27292" y="3273552"/>
            <a:ext cx="1339850" cy="788035"/>
          </a:xfrm>
          <a:prstGeom prst="rect">
            <a:avLst/>
          </a:prstGeom>
          <a:solidFill>
            <a:srgbClr val="4F80BC"/>
          </a:solidFill>
          <a:ln w="27432">
            <a:solidFill>
              <a:srgbClr val="385D89"/>
            </a:solidFill>
          </a:ln>
        </p:spPr>
        <p:txBody>
          <a:bodyPr wrap="square" lIns="0" tIns="24257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91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654808" y="4475988"/>
            <a:ext cx="736600" cy="579120"/>
            <a:chOff x="2654808" y="4475988"/>
            <a:chExt cx="736600" cy="579120"/>
          </a:xfrm>
        </p:grpSpPr>
        <p:sp>
          <p:nvSpPr>
            <p:cNvPr id="11" name="object 11" descr=""/>
            <p:cNvSpPr/>
            <p:nvPr/>
          </p:nvSpPr>
          <p:spPr>
            <a:xfrm>
              <a:off x="2668524" y="4489704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353567" y="551687"/>
                  </a:moveTo>
                  <a:lnTo>
                    <a:pt x="301364" y="548698"/>
                  </a:lnTo>
                  <a:lnTo>
                    <a:pt x="251525" y="540013"/>
                  </a:lnTo>
                  <a:lnTo>
                    <a:pt x="204598" y="526059"/>
                  </a:lnTo>
                  <a:lnTo>
                    <a:pt x="161134" y="507261"/>
                  </a:lnTo>
                  <a:lnTo>
                    <a:pt x="121681" y="484046"/>
                  </a:lnTo>
                  <a:lnTo>
                    <a:pt x="86791" y="456840"/>
                  </a:lnTo>
                  <a:lnTo>
                    <a:pt x="57012" y="426068"/>
                  </a:lnTo>
                  <a:lnTo>
                    <a:pt x="32893" y="392156"/>
                  </a:lnTo>
                  <a:lnTo>
                    <a:pt x="14985" y="355531"/>
                  </a:lnTo>
                  <a:lnTo>
                    <a:pt x="3838" y="316618"/>
                  </a:lnTo>
                  <a:lnTo>
                    <a:pt x="0" y="275843"/>
                  </a:lnTo>
                  <a:lnTo>
                    <a:pt x="3838" y="235069"/>
                  </a:lnTo>
                  <a:lnTo>
                    <a:pt x="14985" y="196156"/>
                  </a:lnTo>
                  <a:lnTo>
                    <a:pt x="32893" y="159531"/>
                  </a:lnTo>
                  <a:lnTo>
                    <a:pt x="57012" y="125619"/>
                  </a:lnTo>
                  <a:lnTo>
                    <a:pt x="86791" y="94847"/>
                  </a:lnTo>
                  <a:lnTo>
                    <a:pt x="121681" y="67641"/>
                  </a:lnTo>
                  <a:lnTo>
                    <a:pt x="161134" y="44426"/>
                  </a:lnTo>
                  <a:lnTo>
                    <a:pt x="204598" y="25628"/>
                  </a:lnTo>
                  <a:lnTo>
                    <a:pt x="251525" y="11674"/>
                  </a:lnTo>
                  <a:lnTo>
                    <a:pt x="301364" y="2989"/>
                  </a:lnTo>
                  <a:lnTo>
                    <a:pt x="353567" y="0"/>
                  </a:lnTo>
                  <a:lnTo>
                    <a:pt x="406149" y="2989"/>
                  </a:lnTo>
                  <a:lnTo>
                    <a:pt x="456300" y="11674"/>
                  </a:lnTo>
                  <a:lnTo>
                    <a:pt x="503475" y="25628"/>
                  </a:lnTo>
                  <a:lnTo>
                    <a:pt x="547133" y="44426"/>
                  </a:lnTo>
                  <a:lnTo>
                    <a:pt x="586730" y="67641"/>
                  </a:lnTo>
                  <a:lnTo>
                    <a:pt x="621725" y="94847"/>
                  </a:lnTo>
                  <a:lnTo>
                    <a:pt x="651574" y="125619"/>
                  </a:lnTo>
                  <a:lnTo>
                    <a:pt x="675735" y="159531"/>
                  </a:lnTo>
                  <a:lnTo>
                    <a:pt x="693665" y="196156"/>
                  </a:lnTo>
                  <a:lnTo>
                    <a:pt x="704820" y="235069"/>
                  </a:lnTo>
                  <a:lnTo>
                    <a:pt x="708660" y="275843"/>
                  </a:lnTo>
                  <a:lnTo>
                    <a:pt x="704820" y="316618"/>
                  </a:lnTo>
                  <a:lnTo>
                    <a:pt x="693665" y="355531"/>
                  </a:lnTo>
                  <a:lnTo>
                    <a:pt x="675735" y="392156"/>
                  </a:lnTo>
                  <a:lnTo>
                    <a:pt x="651574" y="426068"/>
                  </a:lnTo>
                  <a:lnTo>
                    <a:pt x="621725" y="456840"/>
                  </a:lnTo>
                  <a:lnTo>
                    <a:pt x="586730" y="484046"/>
                  </a:lnTo>
                  <a:lnTo>
                    <a:pt x="547133" y="507261"/>
                  </a:lnTo>
                  <a:lnTo>
                    <a:pt x="503475" y="526059"/>
                  </a:lnTo>
                  <a:lnTo>
                    <a:pt x="456300" y="540013"/>
                  </a:lnTo>
                  <a:lnTo>
                    <a:pt x="406149" y="548698"/>
                  </a:lnTo>
                  <a:lnTo>
                    <a:pt x="353567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668524" y="4489704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0" y="275843"/>
                  </a:moveTo>
                  <a:lnTo>
                    <a:pt x="3838" y="235069"/>
                  </a:lnTo>
                  <a:lnTo>
                    <a:pt x="14985" y="196156"/>
                  </a:lnTo>
                  <a:lnTo>
                    <a:pt x="32893" y="159531"/>
                  </a:lnTo>
                  <a:lnTo>
                    <a:pt x="57012" y="125619"/>
                  </a:lnTo>
                  <a:lnTo>
                    <a:pt x="86791" y="94847"/>
                  </a:lnTo>
                  <a:lnTo>
                    <a:pt x="121681" y="67641"/>
                  </a:lnTo>
                  <a:lnTo>
                    <a:pt x="161134" y="44426"/>
                  </a:lnTo>
                  <a:lnTo>
                    <a:pt x="204598" y="25628"/>
                  </a:lnTo>
                  <a:lnTo>
                    <a:pt x="251525" y="11674"/>
                  </a:lnTo>
                  <a:lnTo>
                    <a:pt x="301364" y="2989"/>
                  </a:lnTo>
                  <a:lnTo>
                    <a:pt x="353567" y="0"/>
                  </a:lnTo>
                  <a:lnTo>
                    <a:pt x="406149" y="2989"/>
                  </a:lnTo>
                  <a:lnTo>
                    <a:pt x="456300" y="11674"/>
                  </a:lnTo>
                  <a:lnTo>
                    <a:pt x="503475" y="25628"/>
                  </a:lnTo>
                  <a:lnTo>
                    <a:pt x="547133" y="44426"/>
                  </a:lnTo>
                  <a:lnTo>
                    <a:pt x="586730" y="67641"/>
                  </a:lnTo>
                  <a:lnTo>
                    <a:pt x="621725" y="94847"/>
                  </a:lnTo>
                  <a:lnTo>
                    <a:pt x="651574" y="125619"/>
                  </a:lnTo>
                  <a:lnTo>
                    <a:pt x="675735" y="159531"/>
                  </a:lnTo>
                  <a:lnTo>
                    <a:pt x="693665" y="196156"/>
                  </a:lnTo>
                  <a:lnTo>
                    <a:pt x="704820" y="235069"/>
                  </a:lnTo>
                  <a:lnTo>
                    <a:pt x="708660" y="275843"/>
                  </a:lnTo>
                  <a:lnTo>
                    <a:pt x="704820" y="316618"/>
                  </a:lnTo>
                  <a:lnTo>
                    <a:pt x="693665" y="355531"/>
                  </a:lnTo>
                  <a:lnTo>
                    <a:pt x="675735" y="392156"/>
                  </a:lnTo>
                  <a:lnTo>
                    <a:pt x="651574" y="426068"/>
                  </a:lnTo>
                  <a:lnTo>
                    <a:pt x="621725" y="456840"/>
                  </a:lnTo>
                  <a:lnTo>
                    <a:pt x="586730" y="484046"/>
                  </a:lnTo>
                  <a:lnTo>
                    <a:pt x="547133" y="507261"/>
                  </a:lnTo>
                  <a:lnTo>
                    <a:pt x="503475" y="526059"/>
                  </a:lnTo>
                  <a:lnTo>
                    <a:pt x="456300" y="540013"/>
                  </a:lnTo>
                  <a:lnTo>
                    <a:pt x="406149" y="548698"/>
                  </a:lnTo>
                  <a:lnTo>
                    <a:pt x="353567" y="551687"/>
                  </a:lnTo>
                  <a:lnTo>
                    <a:pt x="301364" y="548698"/>
                  </a:lnTo>
                  <a:lnTo>
                    <a:pt x="251525" y="540013"/>
                  </a:lnTo>
                  <a:lnTo>
                    <a:pt x="204598" y="526059"/>
                  </a:lnTo>
                  <a:lnTo>
                    <a:pt x="161134" y="507261"/>
                  </a:lnTo>
                  <a:lnTo>
                    <a:pt x="121681" y="484046"/>
                  </a:lnTo>
                  <a:lnTo>
                    <a:pt x="86791" y="456840"/>
                  </a:lnTo>
                  <a:lnTo>
                    <a:pt x="57012" y="426068"/>
                  </a:lnTo>
                  <a:lnTo>
                    <a:pt x="32893" y="392156"/>
                  </a:lnTo>
                  <a:lnTo>
                    <a:pt x="14985" y="355531"/>
                  </a:lnTo>
                  <a:lnTo>
                    <a:pt x="3838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2339339" y="3259835"/>
          <a:ext cx="2236470" cy="1222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925"/>
                <a:gridCol w="669925"/>
                <a:gridCol w="793114"/>
              </a:tblGrid>
              <a:tr h="392430"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dirty="0" sz="1950" spc="-25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E1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24257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950" spc="-50">
                          <a:latin typeface="Malgun Gothic"/>
                          <a:cs typeface="Malgun Gothic"/>
                        </a:rPr>
                        <a:t>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21590">
                    <a:lnL w="28575">
                      <a:solidFill>
                        <a:srgbClr val="385D89"/>
                      </a:solidFill>
                      <a:prstDash val="solid"/>
                    </a:lnL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394970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4257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385D89"/>
                      </a:solidFill>
                      <a:prstDash val="solid"/>
                    </a:lnL>
                    <a:lnT w="19050">
                      <a:solidFill>
                        <a:srgbClr val="497EBA"/>
                      </a:solidFill>
                      <a:prstDash val="solid"/>
                    </a:lnT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497E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97EBA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4" name="object 14" descr=""/>
          <p:cNvSpPr txBox="1"/>
          <p:nvPr/>
        </p:nvSpPr>
        <p:spPr>
          <a:xfrm>
            <a:off x="5877548" y="3285240"/>
            <a:ext cx="1708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n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866060" y="4598890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828790" y="4475734"/>
            <a:ext cx="736600" cy="579755"/>
            <a:chOff x="6828790" y="4475734"/>
            <a:chExt cx="736600" cy="579755"/>
          </a:xfrm>
        </p:grpSpPr>
        <p:sp>
          <p:nvSpPr>
            <p:cNvPr id="17" name="object 17" descr=""/>
            <p:cNvSpPr/>
            <p:nvPr/>
          </p:nvSpPr>
          <p:spPr>
            <a:xfrm>
              <a:off x="6842760" y="4489704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59" h="551814">
                  <a:moveTo>
                    <a:pt x="355091" y="551687"/>
                  </a:move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842760" y="4489704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59" h="551814">
                  <a:moveTo>
                    <a:pt x="0" y="275843"/>
                  </a:move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040299" y="4598890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196328" y="4062984"/>
            <a:ext cx="1905" cy="428625"/>
          </a:xfrm>
          <a:custGeom>
            <a:avLst/>
            <a:gdLst/>
            <a:ahLst/>
            <a:cxnLst/>
            <a:rect l="l" t="t" r="r" b="b"/>
            <a:pathLst>
              <a:path w="1904" h="428625">
                <a:moveTo>
                  <a:pt x="1523" y="0"/>
                </a:moveTo>
                <a:lnTo>
                  <a:pt x="0" y="428243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4757673" y="4506213"/>
            <a:ext cx="736600" cy="578485"/>
            <a:chOff x="4757673" y="4506213"/>
            <a:chExt cx="736600" cy="578485"/>
          </a:xfrm>
        </p:grpSpPr>
        <p:sp>
          <p:nvSpPr>
            <p:cNvPr id="22" name="object 22" descr=""/>
            <p:cNvSpPr/>
            <p:nvPr/>
          </p:nvSpPr>
          <p:spPr>
            <a:xfrm>
              <a:off x="4771643" y="4520183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353567" y="550163"/>
                  </a:moveTo>
                  <a:lnTo>
                    <a:pt x="301364" y="547174"/>
                  </a:lnTo>
                  <a:lnTo>
                    <a:pt x="251525" y="538489"/>
                  </a:lnTo>
                  <a:lnTo>
                    <a:pt x="204598" y="524535"/>
                  </a:lnTo>
                  <a:lnTo>
                    <a:pt x="161134" y="505737"/>
                  </a:lnTo>
                  <a:lnTo>
                    <a:pt x="121681" y="482522"/>
                  </a:lnTo>
                  <a:lnTo>
                    <a:pt x="86791" y="455316"/>
                  </a:lnTo>
                  <a:lnTo>
                    <a:pt x="57012" y="424544"/>
                  </a:lnTo>
                  <a:lnTo>
                    <a:pt x="32893" y="390632"/>
                  </a:lnTo>
                  <a:lnTo>
                    <a:pt x="14985" y="354007"/>
                  </a:lnTo>
                  <a:lnTo>
                    <a:pt x="3838" y="315094"/>
                  </a:lnTo>
                  <a:lnTo>
                    <a:pt x="0" y="274319"/>
                  </a:lnTo>
                  <a:lnTo>
                    <a:pt x="3838" y="233580"/>
                  </a:lnTo>
                  <a:lnTo>
                    <a:pt x="14985" y="194765"/>
                  </a:lnTo>
                  <a:lnTo>
                    <a:pt x="32893" y="158285"/>
                  </a:lnTo>
                  <a:lnTo>
                    <a:pt x="57012" y="124553"/>
                  </a:lnTo>
                  <a:lnTo>
                    <a:pt x="86791" y="93981"/>
                  </a:lnTo>
                  <a:lnTo>
                    <a:pt x="121681" y="66982"/>
                  </a:lnTo>
                  <a:lnTo>
                    <a:pt x="161134" y="43968"/>
                  </a:lnTo>
                  <a:lnTo>
                    <a:pt x="204598" y="25350"/>
                  </a:lnTo>
                  <a:lnTo>
                    <a:pt x="251525" y="11541"/>
                  </a:lnTo>
                  <a:lnTo>
                    <a:pt x="301364" y="2954"/>
                  </a:lnTo>
                  <a:lnTo>
                    <a:pt x="353567" y="0"/>
                  </a:lnTo>
                  <a:lnTo>
                    <a:pt x="406149" y="2954"/>
                  </a:lnTo>
                  <a:lnTo>
                    <a:pt x="456300" y="11541"/>
                  </a:lnTo>
                  <a:lnTo>
                    <a:pt x="503475" y="25350"/>
                  </a:lnTo>
                  <a:lnTo>
                    <a:pt x="547133" y="43968"/>
                  </a:lnTo>
                  <a:lnTo>
                    <a:pt x="586730" y="66982"/>
                  </a:lnTo>
                  <a:lnTo>
                    <a:pt x="621725" y="93981"/>
                  </a:lnTo>
                  <a:lnTo>
                    <a:pt x="651574" y="124553"/>
                  </a:lnTo>
                  <a:lnTo>
                    <a:pt x="675735" y="158285"/>
                  </a:lnTo>
                  <a:lnTo>
                    <a:pt x="693665" y="194765"/>
                  </a:lnTo>
                  <a:lnTo>
                    <a:pt x="704820" y="233580"/>
                  </a:lnTo>
                  <a:lnTo>
                    <a:pt x="708660" y="274319"/>
                  </a:lnTo>
                  <a:lnTo>
                    <a:pt x="704820" y="315094"/>
                  </a:lnTo>
                  <a:lnTo>
                    <a:pt x="693665" y="354007"/>
                  </a:lnTo>
                  <a:lnTo>
                    <a:pt x="675735" y="390632"/>
                  </a:lnTo>
                  <a:lnTo>
                    <a:pt x="651574" y="424544"/>
                  </a:lnTo>
                  <a:lnTo>
                    <a:pt x="621725" y="455316"/>
                  </a:lnTo>
                  <a:lnTo>
                    <a:pt x="586730" y="482522"/>
                  </a:lnTo>
                  <a:lnTo>
                    <a:pt x="547133" y="505737"/>
                  </a:lnTo>
                  <a:lnTo>
                    <a:pt x="503475" y="524535"/>
                  </a:lnTo>
                  <a:lnTo>
                    <a:pt x="456300" y="538489"/>
                  </a:lnTo>
                  <a:lnTo>
                    <a:pt x="406149" y="547174"/>
                  </a:lnTo>
                  <a:lnTo>
                    <a:pt x="353567" y="55016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771643" y="4520183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0" y="274319"/>
                  </a:moveTo>
                  <a:lnTo>
                    <a:pt x="3838" y="233580"/>
                  </a:lnTo>
                  <a:lnTo>
                    <a:pt x="14985" y="194765"/>
                  </a:lnTo>
                  <a:lnTo>
                    <a:pt x="32893" y="158285"/>
                  </a:lnTo>
                  <a:lnTo>
                    <a:pt x="57012" y="124553"/>
                  </a:lnTo>
                  <a:lnTo>
                    <a:pt x="86791" y="93981"/>
                  </a:lnTo>
                  <a:lnTo>
                    <a:pt x="121681" y="66982"/>
                  </a:lnTo>
                  <a:lnTo>
                    <a:pt x="161134" y="43968"/>
                  </a:lnTo>
                  <a:lnTo>
                    <a:pt x="204598" y="25350"/>
                  </a:lnTo>
                  <a:lnTo>
                    <a:pt x="251525" y="11541"/>
                  </a:lnTo>
                  <a:lnTo>
                    <a:pt x="301364" y="2954"/>
                  </a:lnTo>
                  <a:lnTo>
                    <a:pt x="353567" y="0"/>
                  </a:lnTo>
                  <a:lnTo>
                    <a:pt x="406149" y="2954"/>
                  </a:lnTo>
                  <a:lnTo>
                    <a:pt x="456300" y="11541"/>
                  </a:lnTo>
                  <a:lnTo>
                    <a:pt x="503475" y="25350"/>
                  </a:lnTo>
                  <a:lnTo>
                    <a:pt x="547133" y="43968"/>
                  </a:lnTo>
                  <a:lnTo>
                    <a:pt x="586730" y="66982"/>
                  </a:lnTo>
                  <a:lnTo>
                    <a:pt x="621725" y="93981"/>
                  </a:lnTo>
                  <a:lnTo>
                    <a:pt x="651574" y="124553"/>
                  </a:lnTo>
                  <a:lnTo>
                    <a:pt x="675735" y="158285"/>
                  </a:lnTo>
                  <a:lnTo>
                    <a:pt x="693665" y="194765"/>
                  </a:lnTo>
                  <a:lnTo>
                    <a:pt x="704820" y="233580"/>
                  </a:lnTo>
                  <a:lnTo>
                    <a:pt x="708660" y="274319"/>
                  </a:lnTo>
                  <a:lnTo>
                    <a:pt x="704820" y="315094"/>
                  </a:lnTo>
                  <a:lnTo>
                    <a:pt x="693665" y="354007"/>
                  </a:lnTo>
                  <a:lnTo>
                    <a:pt x="675735" y="390632"/>
                  </a:lnTo>
                  <a:lnTo>
                    <a:pt x="651574" y="424544"/>
                  </a:lnTo>
                  <a:lnTo>
                    <a:pt x="621725" y="455316"/>
                  </a:lnTo>
                  <a:lnTo>
                    <a:pt x="586730" y="482522"/>
                  </a:lnTo>
                  <a:lnTo>
                    <a:pt x="547133" y="505737"/>
                  </a:lnTo>
                  <a:lnTo>
                    <a:pt x="503475" y="524535"/>
                  </a:lnTo>
                  <a:lnTo>
                    <a:pt x="456300" y="538489"/>
                  </a:lnTo>
                  <a:lnTo>
                    <a:pt x="406149" y="547174"/>
                  </a:lnTo>
                  <a:lnTo>
                    <a:pt x="353567" y="550163"/>
                  </a:lnTo>
                  <a:lnTo>
                    <a:pt x="301364" y="547174"/>
                  </a:lnTo>
                  <a:lnTo>
                    <a:pt x="251525" y="538489"/>
                  </a:lnTo>
                  <a:lnTo>
                    <a:pt x="204598" y="524535"/>
                  </a:lnTo>
                  <a:lnTo>
                    <a:pt x="161134" y="505737"/>
                  </a:lnTo>
                  <a:lnTo>
                    <a:pt x="121681" y="482522"/>
                  </a:lnTo>
                  <a:lnTo>
                    <a:pt x="86791" y="455316"/>
                  </a:lnTo>
                  <a:lnTo>
                    <a:pt x="57012" y="424544"/>
                  </a:lnTo>
                  <a:lnTo>
                    <a:pt x="32893" y="390632"/>
                  </a:lnTo>
                  <a:lnTo>
                    <a:pt x="14985" y="354007"/>
                  </a:lnTo>
                  <a:lnTo>
                    <a:pt x="3838" y="315094"/>
                  </a:lnTo>
                  <a:lnTo>
                    <a:pt x="0" y="274319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030226" y="4627867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5109971" y="4175759"/>
            <a:ext cx="15240" cy="344805"/>
          </a:xfrm>
          <a:custGeom>
            <a:avLst/>
            <a:gdLst/>
            <a:ahLst/>
            <a:cxnLst/>
            <a:rect l="l" t="t" r="r" b="b"/>
            <a:pathLst>
              <a:path w="15239" h="344804">
                <a:moveTo>
                  <a:pt x="0" y="0"/>
                </a:moveTo>
                <a:lnTo>
                  <a:pt x="15240" y="34442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897196" y="1928953"/>
            <a:ext cx="8522335" cy="563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 sz="3500">
                <a:latin typeface="Malgun Gothic"/>
                <a:cs typeface="Malgun Gothic"/>
              </a:rPr>
              <a:t>1:n</a:t>
            </a:r>
            <a:r>
              <a:rPr dirty="0" sz="3500" spc="10">
                <a:latin typeface="Malgun Gothic"/>
                <a:cs typeface="Malgun Gothic"/>
              </a:rPr>
              <a:t> </a:t>
            </a:r>
            <a:r>
              <a:rPr dirty="0" sz="3500">
                <a:latin typeface="Malgun Gothic"/>
                <a:cs typeface="Malgun Gothic"/>
              </a:rPr>
              <a:t>관계는 일반적으로</a:t>
            </a:r>
            <a:r>
              <a:rPr dirty="0" sz="3500" spc="35">
                <a:latin typeface="Malgun Gothic"/>
                <a:cs typeface="Malgun Gothic"/>
              </a:rPr>
              <a:t> </a:t>
            </a:r>
            <a:r>
              <a:rPr dirty="0" sz="3500">
                <a:latin typeface="Malgun Gothic"/>
                <a:cs typeface="Malgun Gothic"/>
              </a:rPr>
              <a:t>많이 쓰이는</a:t>
            </a:r>
            <a:r>
              <a:rPr dirty="0" sz="3500" spc="35">
                <a:latin typeface="Malgun Gothic"/>
                <a:cs typeface="Malgun Gothic"/>
              </a:rPr>
              <a:t> </a:t>
            </a:r>
            <a:r>
              <a:rPr dirty="0" sz="3500" spc="-25">
                <a:latin typeface="Malgun Gothic"/>
                <a:cs typeface="Malgun Gothic"/>
              </a:rPr>
              <a:t>관계</a:t>
            </a:r>
            <a:endParaRPr sz="350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dirty="0"/>
              <a:t>1:n의</a:t>
            </a:r>
            <a:r>
              <a:rPr dirty="0" spc="-15"/>
              <a:t> </a:t>
            </a:r>
            <a:r>
              <a:rPr dirty="0" spc="-10"/>
              <a:t>non-</a:t>
            </a:r>
            <a:r>
              <a:rPr dirty="0"/>
              <a:t>identifying</a:t>
            </a:r>
            <a:r>
              <a:rPr dirty="0" spc="-20"/>
              <a:t> </a:t>
            </a:r>
            <a:r>
              <a:rPr dirty="0" spc="-10"/>
              <a:t>관계(2)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61361" y="2380233"/>
            <a:ext cx="1366520" cy="815975"/>
            <a:chOff x="2261361" y="2380233"/>
            <a:chExt cx="1366520" cy="815975"/>
          </a:xfrm>
        </p:grpSpPr>
        <p:sp>
          <p:nvSpPr>
            <p:cNvPr id="4" name="object 4" descr=""/>
            <p:cNvSpPr/>
            <p:nvPr/>
          </p:nvSpPr>
          <p:spPr>
            <a:xfrm>
              <a:off x="2275331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1338071" y="787907"/>
                  </a:moveTo>
                  <a:lnTo>
                    <a:pt x="0" y="787907"/>
                  </a:lnTo>
                  <a:lnTo>
                    <a:pt x="0" y="0"/>
                  </a:lnTo>
                  <a:lnTo>
                    <a:pt x="1338071" y="0"/>
                  </a:lnTo>
                  <a:lnTo>
                    <a:pt x="1338071" y="78790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75331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0" y="0"/>
                  </a:moveTo>
                  <a:lnTo>
                    <a:pt x="1338071" y="0"/>
                  </a:lnTo>
                  <a:lnTo>
                    <a:pt x="1338071" y="787907"/>
                  </a:lnTo>
                  <a:lnTo>
                    <a:pt x="0" y="787907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797547" y="2620740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608006" y="2258313"/>
            <a:ext cx="2847340" cy="1050925"/>
            <a:chOff x="3608006" y="2258313"/>
            <a:chExt cx="2847340" cy="1050925"/>
          </a:xfrm>
        </p:grpSpPr>
        <p:sp>
          <p:nvSpPr>
            <p:cNvPr id="8" name="object 8" descr=""/>
            <p:cNvSpPr/>
            <p:nvPr/>
          </p:nvSpPr>
          <p:spPr>
            <a:xfrm>
              <a:off x="3613404" y="2784347"/>
              <a:ext cx="2836545" cy="3175"/>
            </a:xfrm>
            <a:custGeom>
              <a:avLst/>
              <a:gdLst/>
              <a:ahLst/>
              <a:cxnLst/>
              <a:rect l="l" t="t" r="r" b="b"/>
              <a:pathLst>
                <a:path w="2836545" h="3175">
                  <a:moveTo>
                    <a:pt x="0" y="3048"/>
                  </a:moveTo>
                  <a:lnTo>
                    <a:pt x="787908" y="0"/>
                  </a:lnTo>
                </a:path>
                <a:path w="2836545" h="3175">
                  <a:moveTo>
                    <a:pt x="2048256" y="0"/>
                  </a:moveTo>
                  <a:lnTo>
                    <a:pt x="2836164" y="304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01312" y="2272283"/>
              <a:ext cx="1260475" cy="1022985"/>
            </a:xfrm>
            <a:custGeom>
              <a:avLst/>
              <a:gdLst/>
              <a:ahLst/>
              <a:cxnLst/>
              <a:rect l="l" t="t" r="r" b="b"/>
              <a:pathLst>
                <a:path w="1260475" h="1022985">
                  <a:moveTo>
                    <a:pt x="629411" y="1022604"/>
                  </a:moveTo>
                  <a:lnTo>
                    <a:pt x="0" y="512064"/>
                  </a:ln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2604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401312" y="2272283"/>
              <a:ext cx="1260475" cy="1022985"/>
            </a:xfrm>
            <a:custGeom>
              <a:avLst/>
              <a:gdLst/>
              <a:ahLst/>
              <a:cxnLst/>
              <a:rect l="l" t="t" r="r" b="b"/>
              <a:pathLst>
                <a:path w="1260475" h="1022985">
                  <a:moveTo>
                    <a:pt x="0" y="512064"/>
                  </a:move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2604"/>
                  </a:lnTo>
                  <a:lnTo>
                    <a:pt x="0" y="512064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940226" y="2616198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449567" y="2394204"/>
            <a:ext cx="1338580" cy="788035"/>
          </a:xfrm>
          <a:prstGeom prst="rect">
            <a:avLst/>
          </a:prstGeom>
          <a:solidFill>
            <a:srgbClr val="4F80BC"/>
          </a:solidFill>
          <a:ln w="27432">
            <a:solidFill>
              <a:srgbClr val="385D89"/>
            </a:solidFill>
          </a:ln>
        </p:spPr>
        <p:txBody>
          <a:bodyPr wrap="square" lIns="0" tIns="2425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91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94500" y="2398258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98231" y="2405871"/>
            <a:ext cx="1708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n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575305" y="3596385"/>
            <a:ext cx="736600" cy="579755"/>
            <a:chOff x="2575305" y="3596385"/>
            <a:chExt cx="736600" cy="579755"/>
          </a:xfrm>
        </p:grpSpPr>
        <p:sp>
          <p:nvSpPr>
            <p:cNvPr id="16" name="object 16" descr=""/>
            <p:cNvSpPr/>
            <p:nvPr/>
          </p:nvSpPr>
          <p:spPr>
            <a:xfrm>
              <a:off x="2589275" y="3610355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355091" y="551687"/>
                  </a:move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589275" y="3610355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0" y="275843"/>
                  </a:move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786865" y="3718048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749542" y="3596385"/>
            <a:ext cx="738505" cy="579755"/>
            <a:chOff x="6749542" y="3596385"/>
            <a:chExt cx="738505" cy="579755"/>
          </a:xfrm>
        </p:grpSpPr>
        <p:sp>
          <p:nvSpPr>
            <p:cNvPr id="20" name="object 20" descr=""/>
            <p:cNvSpPr/>
            <p:nvPr/>
          </p:nvSpPr>
          <p:spPr>
            <a:xfrm>
              <a:off x="6763512" y="3610355"/>
              <a:ext cx="710565" cy="551815"/>
            </a:xfrm>
            <a:custGeom>
              <a:avLst/>
              <a:gdLst/>
              <a:ahLst/>
              <a:cxnLst/>
              <a:rect l="l" t="t" r="r" b="b"/>
              <a:pathLst>
                <a:path w="710565" h="551814">
                  <a:moveTo>
                    <a:pt x="355091" y="551687"/>
                  </a:moveTo>
                  <a:lnTo>
                    <a:pt x="302853" y="548698"/>
                  </a:lnTo>
                  <a:lnTo>
                    <a:pt x="252916" y="540013"/>
                  </a:lnTo>
                  <a:lnTo>
                    <a:pt x="205844" y="526059"/>
                  </a:lnTo>
                  <a:lnTo>
                    <a:pt x="162200" y="507261"/>
                  </a:lnTo>
                  <a:lnTo>
                    <a:pt x="122547" y="484046"/>
                  </a:lnTo>
                  <a:lnTo>
                    <a:pt x="87449" y="456840"/>
                  </a:lnTo>
                  <a:lnTo>
                    <a:pt x="57470" y="426068"/>
                  </a:lnTo>
                  <a:lnTo>
                    <a:pt x="33171" y="392156"/>
                  </a:lnTo>
                  <a:lnTo>
                    <a:pt x="15118" y="355531"/>
                  </a:lnTo>
                  <a:lnTo>
                    <a:pt x="3873" y="316618"/>
                  </a:lnTo>
                  <a:lnTo>
                    <a:pt x="0" y="275843"/>
                  </a:lnTo>
                  <a:lnTo>
                    <a:pt x="3873" y="235069"/>
                  </a:lnTo>
                  <a:lnTo>
                    <a:pt x="15118" y="196156"/>
                  </a:lnTo>
                  <a:lnTo>
                    <a:pt x="33171" y="159531"/>
                  </a:lnTo>
                  <a:lnTo>
                    <a:pt x="57470" y="125619"/>
                  </a:lnTo>
                  <a:lnTo>
                    <a:pt x="87449" y="94847"/>
                  </a:lnTo>
                  <a:lnTo>
                    <a:pt x="122547" y="67641"/>
                  </a:lnTo>
                  <a:lnTo>
                    <a:pt x="162200" y="44426"/>
                  </a:lnTo>
                  <a:lnTo>
                    <a:pt x="205844" y="25628"/>
                  </a:lnTo>
                  <a:lnTo>
                    <a:pt x="252916" y="11674"/>
                  </a:lnTo>
                  <a:lnTo>
                    <a:pt x="302853" y="2989"/>
                  </a:lnTo>
                  <a:lnTo>
                    <a:pt x="355091" y="0"/>
                  </a:lnTo>
                  <a:lnTo>
                    <a:pt x="407330" y="2989"/>
                  </a:lnTo>
                  <a:lnTo>
                    <a:pt x="457267" y="11674"/>
                  </a:lnTo>
                  <a:lnTo>
                    <a:pt x="504339" y="25628"/>
                  </a:lnTo>
                  <a:lnTo>
                    <a:pt x="547983" y="44426"/>
                  </a:lnTo>
                  <a:lnTo>
                    <a:pt x="587636" y="67641"/>
                  </a:lnTo>
                  <a:lnTo>
                    <a:pt x="622734" y="94847"/>
                  </a:lnTo>
                  <a:lnTo>
                    <a:pt x="652713" y="125619"/>
                  </a:lnTo>
                  <a:lnTo>
                    <a:pt x="677012" y="159531"/>
                  </a:lnTo>
                  <a:lnTo>
                    <a:pt x="695065" y="196156"/>
                  </a:lnTo>
                  <a:lnTo>
                    <a:pt x="706310" y="235069"/>
                  </a:lnTo>
                  <a:lnTo>
                    <a:pt x="710183" y="275843"/>
                  </a:lnTo>
                  <a:lnTo>
                    <a:pt x="706310" y="316618"/>
                  </a:lnTo>
                  <a:lnTo>
                    <a:pt x="695065" y="355531"/>
                  </a:lnTo>
                  <a:lnTo>
                    <a:pt x="677012" y="392156"/>
                  </a:lnTo>
                  <a:lnTo>
                    <a:pt x="652713" y="426068"/>
                  </a:lnTo>
                  <a:lnTo>
                    <a:pt x="622734" y="456840"/>
                  </a:lnTo>
                  <a:lnTo>
                    <a:pt x="587636" y="484046"/>
                  </a:lnTo>
                  <a:lnTo>
                    <a:pt x="547983" y="507261"/>
                  </a:lnTo>
                  <a:lnTo>
                    <a:pt x="504339" y="526059"/>
                  </a:lnTo>
                  <a:lnTo>
                    <a:pt x="457267" y="540013"/>
                  </a:lnTo>
                  <a:lnTo>
                    <a:pt x="407330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763512" y="3610355"/>
              <a:ext cx="710565" cy="551815"/>
            </a:xfrm>
            <a:custGeom>
              <a:avLst/>
              <a:gdLst/>
              <a:ahLst/>
              <a:cxnLst/>
              <a:rect l="l" t="t" r="r" b="b"/>
              <a:pathLst>
                <a:path w="710565" h="551814">
                  <a:moveTo>
                    <a:pt x="0" y="275843"/>
                  </a:moveTo>
                  <a:lnTo>
                    <a:pt x="3873" y="235069"/>
                  </a:lnTo>
                  <a:lnTo>
                    <a:pt x="15118" y="196156"/>
                  </a:lnTo>
                  <a:lnTo>
                    <a:pt x="33171" y="159531"/>
                  </a:lnTo>
                  <a:lnTo>
                    <a:pt x="57470" y="125619"/>
                  </a:lnTo>
                  <a:lnTo>
                    <a:pt x="87449" y="94847"/>
                  </a:lnTo>
                  <a:lnTo>
                    <a:pt x="122547" y="67641"/>
                  </a:lnTo>
                  <a:lnTo>
                    <a:pt x="162200" y="44426"/>
                  </a:lnTo>
                  <a:lnTo>
                    <a:pt x="205844" y="25628"/>
                  </a:lnTo>
                  <a:lnTo>
                    <a:pt x="252916" y="11674"/>
                  </a:lnTo>
                  <a:lnTo>
                    <a:pt x="302853" y="2989"/>
                  </a:lnTo>
                  <a:lnTo>
                    <a:pt x="355091" y="0"/>
                  </a:lnTo>
                  <a:lnTo>
                    <a:pt x="407330" y="2989"/>
                  </a:lnTo>
                  <a:lnTo>
                    <a:pt x="457267" y="11674"/>
                  </a:lnTo>
                  <a:lnTo>
                    <a:pt x="504339" y="25628"/>
                  </a:lnTo>
                  <a:lnTo>
                    <a:pt x="547983" y="44426"/>
                  </a:lnTo>
                  <a:lnTo>
                    <a:pt x="587636" y="67641"/>
                  </a:lnTo>
                  <a:lnTo>
                    <a:pt x="622734" y="94847"/>
                  </a:lnTo>
                  <a:lnTo>
                    <a:pt x="652713" y="125619"/>
                  </a:lnTo>
                  <a:lnTo>
                    <a:pt x="677012" y="159531"/>
                  </a:lnTo>
                  <a:lnTo>
                    <a:pt x="695065" y="196156"/>
                  </a:lnTo>
                  <a:lnTo>
                    <a:pt x="706310" y="235069"/>
                  </a:lnTo>
                  <a:lnTo>
                    <a:pt x="710183" y="275843"/>
                  </a:lnTo>
                  <a:lnTo>
                    <a:pt x="706310" y="316618"/>
                  </a:lnTo>
                  <a:lnTo>
                    <a:pt x="695065" y="355531"/>
                  </a:lnTo>
                  <a:lnTo>
                    <a:pt x="677012" y="392156"/>
                  </a:lnTo>
                  <a:lnTo>
                    <a:pt x="652713" y="426068"/>
                  </a:lnTo>
                  <a:lnTo>
                    <a:pt x="622734" y="456840"/>
                  </a:lnTo>
                  <a:lnTo>
                    <a:pt x="587636" y="484046"/>
                  </a:lnTo>
                  <a:lnTo>
                    <a:pt x="547983" y="507261"/>
                  </a:lnTo>
                  <a:lnTo>
                    <a:pt x="504339" y="526059"/>
                  </a:lnTo>
                  <a:lnTo>
                    <a:pt x="457267" y="540013"/>
                  </a:lnTo>
                  <a:lnTo>
                    <a:pt x="407330" y="548698"/>
                  </a:lnTo>
                  <a:lnTo>
                    <a:pt x="355091" y="551687"/>
                  </a:lnTo>
                  <a:lnTo>
                    <a:pt x="302853" y="548698"/>
                  </a:lnTo>
                  <a:lnTo>
                    <a:pt x="252916" y="540013"/>
                  </a:lnTo>
                  <a:lnTo>
                    <a:pt x="205844" y="526059"/>
                  </a:lnTo>
                  <a:lnTo>
                    <a:pt x="162200" y="507261"/>
                  </a:lnTo>
                  <a:lnTo>
                    <a:pt x="122547" y="484046"/>
                  </a:lnTo>
                  <a:lnTo>
                    <a:pt x="87449" y="456840"/>
                  </a:lnTo>
                  <a:lnTo>
                    <a:pt x="57470" y="426068"/>
                  </a:lnTo>
                  <a:lnTo>
                    <a:pt x="33171" y="392156"/>
                  </a:lnTo>
                  <a:lnTo>
                    <a:pt x="15118" y="355531"/>
                  </a:lnTo>
                  <a:lnTo>
                    <a:pt x="3873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2937446" y="3176714"/>
            <a:ext cx="2477770" cy="1028700"/>
            <a:chOff x="2937446" y="3176714"/>
            <a:chExt cx="2477770" cy="1028700"/>
          </a:xfrm>
        </p:grpSpPr>
        <p:sp>
          <p:nvSpPr>
            <p:cNvPr id="23" name="object 23" descr=""/>
            <p:cNvSpPr/>
            <p:nvPr/>
          </p:nvSpPr>
          <p:spPr>
            <a:xfrm>
              <a:off x="2942843" y="3182111"/>
              <a:ext cx="1905" cy="429895"/>
            </a:xfrm>
            <a:custGeom>
              <a:avLst/>
              <a:gdLst/>
              <a:ahLst/>
              <a:cxnLst/>
              <a:rect l="l" t="t" r="r" b="b"/>
              <a:pathLst>
                <a:path w="1905" h="429895">
                  <a:moveTo>
                    <a:pt x="1524" y="0"/>
                  </a:moveTo>
                  <a:lnTo>
                    <a:pt x="0" y="42976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92396" y="3639312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355091" y="551687"/>
                  </a:move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92396" y="3639312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0" y="275843"/>
                  </a:move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961105" y="3718048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7117080" y="3182111"/>
            <a:ext cx="3175" cy="429895"/>
          </a:xfrm>
          <a:custGeom>
            <a:avLst/>
            <a:gdLst/>
            <a:ahLst/>
            <a:cxnLst/>
            <a:rect l="l" t="t" r="r" b="b"/>
            <a:pathLst>
              <a:path w="3175" h="429895">
                <a:moveTo>
                  <a:pt x="3048" y="0"/>
                </a:moveTo>
                <a:lnTo>
                  <a:pt x="0" y="429768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950909" y="3748499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3534155" y="2836164"/>
            <a:ext cx="1513840" cy="803275"/>
          </a:xfrm>
          <a:custGeom>
            <a:avLst/>
            <a:gdLst/>
            <a:ahLst/>
            <a:cxnLst/>
            <a:rect l="l" t="t" r="r" b="b"/>
            <a:pathLst>
              <a:path w="1513839" h="803275">
                <a:moveTo>
                  <a:pt x="1496567" y="458724"/>
                </a:moveTo>
                <a:lnTo>
                  <a:pt x="1513331" y="803147"/>
                </a:lnTo>
              </a:path>
              <a:path w="1513839" h="803275">
                <a:moveTo>
                  <a:pt x="0" y="0"/>
                </a:moveTo>
                <a:lnTo>
                  <a:pt x="1103375" y="152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1328927" y="4978302"/>
            <a:ext cx="8304530" cy="1163955"/>
            <a:chOff x="1328927" y="4978302"/>
            <a:chExt cx="8304530" cy="1163955"/>
          </a:xfrm>
        </p:grpSpPr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8927" y="4978302"/>
              <a:ext cx="8304267" cy="1163398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7874634" y="5867145"/>
              <a:ext cx="1569720" cy="9525"/>
            </a:xfrm>
            <a:custGeom>
              <a:avLst/>
              <a:gdLst/>
              <a:ahLst/>
              <a:cxnLst/>
              <a:rect l="l" t="t" r="r" b="b"/>
              <a:pathLst>
                <a:path w="1569720" h="9525">
                  <a:moveTo>
                    <a:pt x="0" y="0"/>
                  </a:moveTo>
                  <a:lnTo>
                    <a:pt x="0" y="0"/>
                  </a:lnTo>
                  <a:lnTo>
                    <a:pt x="269367" y="0"/>
                  </a:lnTo>
                  <a:lnTo>
                    <a:pt x="302494" y="287"/>
                  </a:lnTo>
                  <a:lnTo>
                    <a:pt x="336740" y="1158"/>
                  </a:lnTo>
                  <a:lnTo>
                    <a:pt x="372129" y="2625"/>
                  </a:lnTo>
                  <a:lnTo>
                    <a:pt x="408686" y="4699"/>
                  </a:lnTo>
                  <a:lnTo>
                    <a:pt x="445547" y="6699"/>
                  </a:lnTo>
                  <a:lnTo>
                    <a:pt x="481838" y="8128"/>
                  </a:lnTo>
                  <a:lnTo>
                    <a:pt x="517556" y="8985"/>
                  </a:lnTo>
                  <a:lnTo>
                    <a:pt x="552704" y="9271"/>
                  </a:lnTo>
                  <a:lnTo>
                    <a:pt x="587257" y="9271"/>
                  </a:lnTo>
                  <a:lnTo>
                    <a:pt x="621204" y="9271"/>
                  </a:lnTo>
                  <a:lnTo>
                    <a:pt x="1563497" y="9271"/>
                  </a:lnTo>
                  <a:lnTo>
                    <a:pt x="1569720" y="9271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dirty="0"/>
              <a:t>1:n의</a:t>
            </a:r>
            <a:r>
              <a:rPr dirty="0" spc="-15"/>
              <a:t> </a:t>
            </a:r>
            <a:r>
              <a:rPr dirty="0" spc="-10"/>
              <a:t>non-</a:t>
            </a:r>
            <a:r>
              <a:rPr dirty="0"/>
              <a:t>identifying</a:t>
            </a:r>
            <a:r>
              <a:rPr dirty="0" spc="-20"/>
              <a:t> </a:t>
            </a:r>
            <a:r>
              <a:rPr dirty="0" spc="-10"/>
              <a:t>관계(3)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87341" y="2258313"/>
            <a:ext cx="2068195" cy="1050925"/>
            <a:chOff x="4387341" y="2258313"/>
            <a:chExt cx="2068195" cy="1050925"/>
          </a:xfrm>
        </p:grpSpPr>
        <p:sp>
          <p:nvSpPr>
            <p:cNvPr id="4" name="object 4" descr=""/>
            <p:cNvSpPr/>
            <p:nvPr/>
          </p:nvSpPr>
          <p:spPr>
            <a:xfrm>
              <a:off x="5661660" y="2784347"/>
              <a:ext cx="788035" cy="3175"/>
            </a:xfrm>
            <a:custGeom>
              <a:avLst/>
              <a:gdLst/>
              <a:ahLst/>
              <a:cxnLst/>
              <a:rect l="l" t="t" r="r" b="b"/>
              <a:pathLst>
                <a:path w="788035" h="3175">
                  <a:moveTo>
                    <a:pt x="0" y="0"/>
                  </a:moveTo>
                  <a:lnTo>
                    <a:pt x="787907" y="304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401311" y="2272283"/>
              <a:ext cx="1260475" cy="1022985"/>
            </a:xfrm>
            <a:custGeom>
              <a:avLst/>
              <a:gdLst/>
              <a:ahLst/>
              <a:cxnLst/>
              <a:rect l="l" t="t" r="r" b="b"/>
              <a:pathLst>
                <a:path w="1260475" h="1022985">
                  <a:moveTo>
                    <a:pt x="629411" y="1022604"/>
                  </a:moveTo>
                  <a:lnTo>
                    <a:pt x="0" y="512064"/>
                  </a:ln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2604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401311" y="2272283"/>
              <a:ext cx="1260475" cy="1022985"/>
            </a:xfrm>
            <a:custGeom>
              <a:avLst/>
              <a:gdLst/>
              <a:ahLst/>
              <a:cxnLst/>
              <a:rect l="l" t="t" r="r" b="b"/>
              <a:pathLst>
                <a:path w="1260475" h="1022985">
                  <a:moveTo>
                    <a:pt x="0" y="512064"/>
                  </a:move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2604"/>
                  </a:lnTo>
                  <a:lnTo>
                    <a:pt x="0" y="512064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940226" y="2616198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435597" y="2380233"/>
            <a:ext cx="1366520" cy="815975"/>
            <a:chOff x="6435597" y="2380233"/>
            <a:chExt cx="1366520" cy="815975"/>
          </a:xfrm>
        </p:grpSpPr>
        <p:sp>
          <p:nvSpPr>
            <p:cNvPr id="9" name="object 9" descr=""/>
            <p:cNvSpPr/>
            <p:nvPr/>
          </p:nvSpPr>
          <p:spPr>
            <a:xfrm>
              <a:off x="6449567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1338071" y="787907"/>
                  </a:moveTo>
                  <a:lnTo>
                    <a:pt x="0" y="787907"/>
                  </a:lnTo>
                  <a:lnTo>
                    <a:pt x="0" y="0"/>
                  </a:lnTo>
                  <a:lnTo>
                    <a:pt x="1338071" y="0"/>
                  </a:lnTo>
                  <a:lnTo>
                    <a:pt x="1338071" y="78790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49567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0" y="0"/>
                  </a:moveTo>
                  <a:lnTo>
                    <a:pt x="1338071" y="0"/>
                  </a:lnTo>
                  <a:lnTo>
                    <a:pt x="1338071" y="787907"/>
                  </a:lnTo>
                  <a:lnTo>
                    <a:pt x="0" y="787907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971786" y="2620740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575560" y="3596640"/>
            <a:ext cx="736600" cy="579120"/>
            <a:chOff x="2575560" y="3596640"/>
            <a:chExt cx="736600" cy="579120"/>
          </a:xfrm>
        </p:grpSpPr>
        <p:sp>
          <p:nvSpPr>
            <p:cNvPr id="13" name="object 13" descr=""/>
            <p:cNvSpPr/>
            <p:nvPr/>
          </p:nvSpPr>
          <p:spPr>
            <a:xfrm>
              <a:off x="2589276" y="3610356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355091" y="551687"/>
                  </a:move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589276" y="3610356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0" y="275843"/>
                  </a:move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2261616" y="2380488"/>
          <a:ext cx="2235200" cy="122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020"/>
                <a:gridCol w="669290"/>
                <a:gridCol w="792480"/>
              </a:tblGrid>
              <a:tr h="391160">
                <a:tc gridSpan="2" rowSpan="2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dirty="0" sz="1950" spc="-25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E1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24257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950" spc="-50">
                          <a:latin typeface="Malgun Gothic"/>
                          <a:cs typeface="Malgun Gothic"/>
                        </a:rPr>
                        <a:t>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20320">
                    <a:lnL w="28575">
                      <a:solidFill>
                        <a:srgbClr val="385D89"/>
                      </a:solidFill>
                      <a:prstDash val="solid"/>
                    </a:lnL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39560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4257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385D89"/>
                      </a:solidFill>
                      <a:prstDash val="solid"/>
                    </a:lnL>
                    <a:lnT w="19050">
                      <a:solidFill>
                        <a:srgbClr val="497EBA"/>
                      </a:solidFill>
                      <a:prstDash val="solid"/>
                    </a:lnT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497E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97EBA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5798231" y="2405871"/>
            <a:ext cx="1708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n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86865" y="3718048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749542" y="3596385"/>
            <a:ext cx="738505" cy="579755"/>
            <a:chOff x="6749542" y="3596385"/>
            <a:chExt cx="738505" cy="579755"/>
          </a:xfrm>
        </p:grpSpPr>
        <p:sp>
          <p:nvSpPr>
            <p:cNvPr id="19" name="object 19" descr=""/>
            <p:cNvSpPr/>
            <p:nvPr/>
          </p:nvSpPr>
          <p:spPr>
            <a:xfrm>
              <a:off x="6763512" y="3610355"/>
              <a:ext cx="710565" cy="551815"/>
            </a:xfrm>
            <a:custGeom>
              <a:avLst/>
              <a:gdLst/>
              <a:ahLst/>
              <a:cxnLst/>
              <a:rect l="l" t="t" r="r" b="b"/>
              <a:pathLst>
                <a:path w="710565" h="551814">
                  <a:moveTo>
                    <a:pt x="355091" y="551687"/>
                  </a:moveTo>
                  <a:lnTo>
                    <a:pt x="302853" y="548698"/>
                  </a:lnTo>
                  <a:lnTo>
                    <a:pt x="252916" y="540013"/>
                  </a:lnTo>
                  <a:lnTo>
                    <a:pt x="205844" y="526059"/>
                  </a:lnTo>
                  <a:lnTo>
                    <a:pt x="162200" y="507261"/>
                  </a:lnTo>
                  <a:lnTo>
                    <a:pt x="122547" y="484046"/>
                  </a:lnTo>
                  <a:lnTo>
                    <a:pt x="87449" y="456840"/>
                  </a:lnTo>
                  <a:lnTo>
                    <a:pt x="57470" y="426068"/>
                  </a:lnTo>
                  <a:lnTo>
                    <a:pt x="33171" y="392156"/>
                  </a:lnTo>
                  <a:lnTo>
                    <a:pt x="15118" y="355531"/>
                  </a:lnTo>
                  <a:lnTo>
                    <a:pt x="3873" y="316618"/>
                  </a:lnTo>
                  <a:lnTo>
                    <a:pt x="0" y="275843"/>
                  </a:lnTo>
                  <a:lnTo>
                    <a:pt x="3873" y="235069"/>
                  </a:lnTo>
                  <a:lnTo>
                    <a:pt x="15118" y="196156"/>
                  </a:lnTo>
                  <a:lnTo>
                    <a:pt x="33171" y="159531"/>
                  </a:lnTo>
                  <a:lnTo>
                    <a:pt x="57470" y="125619"/>
                  </a:lnTo>
                  <a:lnTo>
                    <a:pt x="87449" y="94847"/>
                  </a:lnTo>
                  <a:lnTo>
                    <a:pt x="122547" y="67641"/>
                  </a:lnTo>
                  <a:lnTo>
                    <a:pt x="162200" y="44426"/>
                  </a:lnTo>
                  <a:lnTo>
                    <a:pt x="205844" y="25628"/>
                  </a:lnTo>
                  <a:lnTo>
                    <a:pt x="252916" y="11674"/>
                  </a:lnTo>
                  <a:lnTo>
                    <a:pt x="302853" y="2989"/>
                  </a:lnTo>
                  <a:lnTo>
                    <a:pt x="355091" y="0"/>
                  </a:lnTo>
                  <a:lnTo>
                    <a:pt x="407330" y="2989"/>
                  </a:lnTo>
                  <a:lnTo>
                    <a:pt x="457267" y="11674"/>
                  </a:lnTo>
                  <a:lnTo>
                    <a:pt x="504339" y="25628"/>
                  </a:lnTo>
                  <a:lnTo>
                    <a:pt x="547983" y="44426"/>
                  </a:lnTo>
                  <a:lnTo>
                    <a:pt x="587636" y="67641"/>
                  </a:lnTo>
                  <a:lnTo>
                    <a:pt x="622734" y="94847"/>
                  </a:lnTo>
                  <a:lnTo>
                    <a:pt x="652713" y="125619"/>
                  </a:lnTo>
                  <a:lnTo>
                    <a:pt x="677012" y="159531"/>
                  </a:lnTo>
                  <a:lnTo>
                    <a:pt x="695065" y="196156"/>
                  </a:lnTo>
                  <a:lnTo>
                    <a:pt x="706310" y="235069"/>
                  </a:lnTo>
                  <a:lnTo>
                    <a:pt x="710183" y="275843"/>
                  </a:lnTo>
                  <a:lnTo>
                    <a:pt x="706310" y="316618"/>
                  </a:lnTo>
                  <a:lnTo>
                    <a:pt x="695065" y="355531"/>
                  </a:lnTo>
                  <a:lnTo>
                    <a:pt x="677012" y="392156"/>
                  </a:lnTo>
                  <a:lnTo>
                    <a:pt x="652713" y="426068"/>
                  </a:lnTo>
                  <a:lnTo>
                    <a:pt x="622734" y="456840"/>
                  </a:lnTo>
                  <a:lnTo>
                    <a:pt x="587636" y="484046"/>
                  </a:lnTo>
                  <a:lnTo>
                    <a:pt x="547983" y="507261"/>
                  </a:lnTo>
                  <a:lnTo>
                    <a:pt x="504339" y="526059"/>
                  </a:lnTo>
                  <a:lnTo>
                    <a:pt x="457267" y="540013"/>
                  </a:lnTo>
                  <a:lnTo>
                    <a:pt x="407330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763512" y="3610355"/>
              <a:ext cx="710565" cy="551815"/>
            </a:xfrm>
            <a:custGeom>
              <a:avLst/>
              <a:gdLst/>
              <a:ahLst/>
              <a:cxnLst/>
              <a:rect l="l" t="t" r="r" b="b"/>
              <a:pathLst>
                <a:path w="710565" h="551814">
                  <a:moveTo>
                    <a:pt x="0" y="275843"/>
                  </a:moveTo>
                  <a:lnTo>
                    <a:pt x="3873" y="235069"/>
                  </a:lnTo>
                  <a:lnTo>
                    <a:pt x="15118" y="196156"/>
                  </a:lnTo>
                  <a:lnTo>
                    <a:pt x="33171" y="159531"/>
                  </a:lnTo>
                  <a:lnTo>
                    <a:pt x="57470" y="125619"/>
                  </a:lnTo>
                  <a:lnTo>
                    <a:pt x="87449" y="94847"/>
                  </a:lnTo>
                  <a:lnTo>
                    <a:pt x="122547" y="67641"/>
                  </a:lnTo>
                  <a:lnTo>
                    <a:pt x="162200" y="44426"/>
                  </a:lnTo>
                  <a:lnTo>
                    <a:pt x="205844" y="25628"/>
                  </a:lnTo>
                  <a:lnTo>
                    <a:pt x="252916" y="11674"/>
                  </a:lnTo>
                  <a:lnTo>
                    <a:pt x="302853" y="2989"/>
                  </a:lnTo>
                  <a:lnTo>
                    <a:pt x="355091" y="0"/>
                  </a:lnTo>
                  <a:lnTo>
                    <a:pt x="407330" y="2989"/>
                  </a:lnTo>
                  <a:lnTo>
                    <a:pt x="457267" y="11674"/>
                  </a:lnTo>
                  <a:lnTo>
                    <a:pt x="504339" y="25628"/>
                  </a:lnTo>
                  <a:lnTo>
                    <a:pt x="547983" y="44426"/>
                  </a:lnTo>
                  <a:lnTo>
                    <a:pt x="587636" y="67641"/>
                  </a:lnTo>
                  <a:lnTo>
                    <a:pt x="622734" y="94847"/>
                  </a:lnTo>
                  <a:lnTo>
                    <a:pt x="652713" y="125619"/>
                  </a:lnTo>
                  <a:lnTo>
                    <a:pt x="677012" y="159531"/>
                  </a:lnTo>
                  <a:lnTo>
                    <a:pt x="695065" y="196156"/>
                  </a:lnTo>
                  <a:lnTo>
                    <a:pt x="706310" y="235069"/>
                  </a:lnTo>
                  <a:lnTo>
                    <a:pt x="710183" y="275843"/>
                  </a:lnTo>
                  <a:lnTo>
                    <a:pt x="706310" y="316618"/>
                  </a:lnTo>
                  <a:lnTo>
                    <a:pt x="695065" y="355531"/>
                  </a:lnTo>
                  <a:lnTo>
                    <a:pt x="677012" y="392156"/>
                  </a:lnTo>
                  <a:lnTo>
                    <a:pt x="652713" y="426068"/>
                  </a:lnTo>
                  <a:lnTo>
                    <a:pt x="622734" y="456840"/>
                  </a:lnTo>
                  <a:lnTo>
                    <a:pt x="587636" y="484046"/>
                  </a:lnTo>
                  <a:lnTo>
                    <a:pt x="547983" y="507261"/>
                  </a:lnTo>
                  <a:lnTo>
                    <a:pt x="504339" y="526059"/>
                  </a:lnTo>
                  <a:lnTo>
                    <a:pt x="457267" y="540013"/>
                  </a:lnTo>
                  <a:lnTo>
                    <a:pt x="407330" y="548698"/>
                  </a:lnTo>
                  <a:lnTo>
                    <a:pt x="355091" y="551687"/>
                  </a:lnTo>
                  <a:lnTo>
                    <a:pt x="302853" y="548698"/>
                  </a:lnTo>
                  <a:lnTo>
                    <a:pt x="252916" y="540013"/>
                  </a:lnTo>
                  <a:lnTo>
                    <a:pt x="205844" y="526059"/>
                  </a:lnTo>
                  <a:lnTo>
                    <a:pt x="162200" y="507261"/>
                  </a:lnTo>
                  <a:lnTo>
                    <a:pt x="122547" y="484046"/>
                  </a:lnTo>
                  <a:lnTo>
                    <a:pt x="87449" y="456840"/>
                  </a:lnTo>
                  <a:lnTo>
                    <a:pt x="57470" y="426068"/>
                  </a:lnTo>
                  <a:lnTo>
                    <a:pt x="33171" y="392156"/>
                  </a:lnTo>
                  <a:lnTo>
                    <a:pt x="15118" y="355531"/>
                  </a:lnTo>
                  <a:lnTo>
                    <a:pt x="3873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961105" y="3718048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678426" y="3176714"/>
            <a:ext cx="2447290" cy="1028700"/>
            <a:chOff x="4678426" y="3176714"/>
            <a:chExt cx="2447290" cy="1028700"/>
          </a:xfrm>
        </p:grpSpPr>
        <p:sp>
          <p:nvSpPr>
            <p:cNvPr id="23" name="object 23" descr=""/>
            <p:cNvSpPr/>
            <p:nvPr/>
          </p:nvSpPr>
          <p:spPr>
            <a:xfrm>
              <a:off x="7117080" y="3182111"/>
              <a:ext cx="3175" cy="429895"/>
            </a:xfrm>
            <a:custGeom>
              <a:avLst/>
              <a:gdLst/>
              <a:ahLst/>
              <a:cxnLst/>
              <a:rect l="l" t="t" r="r" b="b"/>
              <a:pathLst>
                <a:path w="3175" h="429895">
                  <a:moveTo>
                    <a:pt x="3048" y="0"/>
                  </a:moveTo>
                  <a:lnTo>
                    <a:pt x="0" y="42976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92396" y="3639312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355091" y="551687"/>
                  </a:move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92396" y="3639312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0" y="275843"/>
                  </a:move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950909" y="3748499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5030723" y="2836164"/>
            <a:ext cx="1576070" cy="803275"/>
          </a:xfrm>
          <a:custGeom>
            <a:avLst/>
            <a:gdLst/>
            <a:ahLst/>
            <a:cxnLst/>
            <a:rect l="l" t="t" r="r" b="b"/>
            <a:pathLst>
              <a:path w="1576070" h="803275">
                <a:moveTo>
                  <a:pt x="0" y="458724"/>
                </a:moveTo>
                <a:lnTo>
                  <a:pt x="16764" y="803147"/>
                </a:lnTo>
              </a:path>
              <a:path w="1576070" h="803275">
                <a:moveTo>
                  <a:pt x="472440" y="0"/>
                </a:moveTo>
                <a:lnTo>
                  <a:pt x="1575816" y="152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8" name="object 2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955" y="5056342"/>
            <a:ext cx="8299608" cy="1091396"/>
          </a:xfrm>
          <a:prstGeom prst="rect">
            <a:avLst/>
          </a:prstGeom>
        </p:spPr>
      </p:pic>
      <p:sp>
        <p:nvSpPr>
          <p:cNvPr id="29" name="object 2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dirty="0"/>
              <a:t>1:n의</a:t>
            </a:r>
            <a:r>
              <a:rPr dirty="0" spc="-15"/>
              <a:t> </a:t>
            </a:r>
            <a:r>
              <a:rPr dirty="0" spc="-10"/>
              <a:t>non-</a:t>
            </a:r>
            <a:r>
              <a:rPr dirty="0"/>
              <a:t>identifying</a:t>
            </a:r>
            <a:r>
              <a:rPr dirty="0" spc="-20"/>
              <a:t> </a:t>
            </a:r>
            <a:r>
              <a:rPr dirty="0" spc="-10"/>
              <a:t>관계(4)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61361" y="2471673"/>
            <a:ext cx="1366520" cy="815975"/>
            <a:chOff x="2261361" y="2471673"/>
            <a:chExt cx="1366520" cy="815975"/>
          </a:xfrm>
        </p:grpSpPr>
        <p:sp>
          <p:nvSpPr>
            <p:cNvPr id="4" name="object 4" descr=""/>
            <p:cNvSpPr/>
            <p:nvPr/>
          </p:nvSpPr>
          <p:spPr>
            <a:xfrm>
              <a:off x="2275331" y="248564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1338071" y="787908"/>
                  </a:moveTo>
                  <a:lnTo>
                    <a:pt x="0" y="787908"/>
                  </a:lnTo>
                  <a:lnTo>
                    <a:pt x="0" y="0"/>
                  </a:lnTo>
                  <a:lnTo>
                    <a:pt x="1338071" y="0"/>
                  </a:lnTo>
                  <a:lnTo>
                    <a:pt x="1338071" y="78790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75331" y="248564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0" y="0"/>
                  </a:moveTo>
                  <a:lnTo>
                    <a:pt x="1338071" y="0"/>
                  </a:lnTo>
                  <a:lnTo>
                    <a:pt x="1338071" y="787908"/>
                  </a:lnTo>
                  <a:lnTo>
                    <a:pt x="0" y="787908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797547" y="2712213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608006" y="2349754"/>
            <a:ext cx="2847340" cy="1052195"/>
            <a:chOff x="3608006" y="2349754"/>
            <a:chExt cx="2847340" cy="1052195"/>
          </a:xfrm>
        </p:grpSpPr>
        <p:sp>
          <p:nvSpPr>
            <p:cNvPr id="8" name="object 8" descr=""/>
            <p:cNvSpPr/>
            <p:nvPr/>
          </p:nvSpPr>
          <p:spPr>
            <a:xfrm>
              <a:off x="3613404" y="2875788"/>
              <a:ext cx="2836545" cy="5080"/>
            </a:xfrm>
            <a:custGeom>
              <a:avLst/>
              <a:gdLst/>
              <a:ahLst/>
              <a:cxnLst/>
              <a:rect l="l" t="t" r="r" b="b"/>
              <a:pathLst>
                <a:path w="2836545" h="5080">
                  <a:moveTo>
                    <a:pt x="0" y="4571"/>
                  </a:moveTo>
                  <a:lnTo>
                    <a:pt x="787908" y="0"/>
                  </a:lnTo>
                </a:path>
                <a:path w="2836545" h="5080">
                  <a:moveTo>
                    <a:pt x="2048256" y="0"/>
                  </a:moveTo>
                  <a:lnTo>
                    <a:pt x="2836164" y="4571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01312" y="2363724"/>
              <a:ext cx="1260475" cy="1024255"/>
            </a:xfrm>
            <a:custGeom>
              <a:avLst/>
              <a:gdLst/>
              <a:ahLst/>
              <a:cxnLst/>
              <a:rect l="l" t="t" r="r" b="b"/>
              <a:pathLst>
                <a:path w="1260475" h="1024254">
                  <a:moveTo>
                    <a:pt x="629411" y="1024127"/>
                  </a:moveTo>
                  <a:lnTo>
                    <a:pt x="0" y="512064"/>
                  </a:ln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412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401312" y="2363724"/>
              <a:ext cx="1260475" cy="1024255"/>
            </a:xfrm>
            <a:custGeom>
              <a:avLst/>
              <a:gdLst/>
              <a:ahLst/>
              <a:cxnLst/>
              <a:rect l="l" t="t" r="r" b="b"/>
              <a:pathLst>
                <a:path w="1260475" h="1024254">
                  <a:moveTo>
                    <a:pt x="0" y="512064"/>
                  </a:move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4127"/>
                  </a:lnTo>
                  <a:lnTo>
                    <a:pt x="0" y="512064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940226" y="2707670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435597" y="2471673"/>
            <a:ext cx="1366520" cy="815975"/>
            <a:chOff x="6435597" y="2471673"/>
            <a:chExt cx="1366520" cy="815975"/>
          </a:xfrm>
        </p:grpSpPr>
        <p:sp>
          <p:nvSpPr>
            <p:cNvPr id="13" name="object 13" descr=""/>
            <p:cNvSpPr/>
            <p:nvPr/>
          </p:nvSpPr>
          <p:spPr>
            <a:xfrm>
              <a:off x="6449567" y="248564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1338071" y="787908"/>
                  </a:moveTo>
                  <a:lnTo>
                    <a:pt x="0" y="787908"/>
                  </a:lnTo>
                  <a:lnTo>
                    <a:pt x="0" y="0"/>
                  </a:lnTo>
                  <a:lnTo>
                    <a:pt x="1338071" y="0"/>
                  </a:lnTo>
                  <a:lnTo>
                    <a:pt x="1338071" y="78790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49567" y="248564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0" y="0"/>
                  </a:moveTo>
                  <a:lnTo>
                    <a:pt x="1338071" y="0"/>
                  </a:lnTo>
                  <a:lnTo>
                    <a:pt x="1338071" y="787908"/>
                  </a:lnTo>
                  <a:lnTo>
                    <a:pt x="0" y="787908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971786" y="2712213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94500" y="2491205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98231" y="2497344"/>
            <a:ext cx="1708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n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575305" y="3689350"/>
            <a:ext cx="736600" cy="578485"/>
            <a:chOff x="2575305" y="3689350"/>
            <a:chExt cx="736600" cy="578485"/>
          </a:xfrm>
        </p:grpSpPr>
        <p:sp>
          <p:nvSpPr>
            <p:cNvPr id="19" name="object 19" descr=""/>
            <p:cNvSpPr/>
            <p:nvPr/>
          </p:nvSpPr>
          <p:spPr>
            <a:xfrm>
              <a:off x="2589275" y="3703320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355091" y="550163"/>
                  </a:moveTo>
                  <a:lnTo>
                    <a:pt x="302509" y="547174"/>
                  </a:lnTo>
                  <a:lnTo>
                    <a:pt x="252359" y="538489"/>
                  </a:lnTo>
                  <a:lnTo>
                    <a:pt x="205184" y="524535"/>
                  </a:lnTo>
                  <a:lnTo>
                    <a:pt x="161526" y="505737"/>
                  </a:lnTo>
                  <a:lnTo>
                    <a:pt x="121929" y="482522"/>
                  </a:lnTo>
                  <a:lnTo>
                    <a:pt x="86934" y="455316"/>
                  </a:lnTo>
                  <a:lnTo>
                    <a:pt x="57085" y="424544"/>
                  </a:lnTo>
                  <a:lnTo>
                    <a:pt x="32924" y="390632"/>
                  </a:lnTo>
                  <a:lnTo>
                    <a:pt x="14994" y="354007"/>
                  </a:lnTo>
                  <a:lnTo>
                    <a:pt x="3839" y="315094"/>
                  </a:lnTo>
                  <a:lnTo>
                    <a:pt x="0" y="274319"/>
                  </a:lnTo>
                  <a:lnTo>
                    <a:pt x="3839" y="233924"/>
                  </a:lnTo>
                  <a:lnTo>
                    <a:pt x="14994" y="195321"/>
                  </a:lnTo>
                  <a:lnTo>
                    <a:pt x="32924" y="158944"/>
                  </a:lnTo>
                  <a:lnTo>
                    <a:pt x="57085" y="125226"/>
                  </a:lnTo>
                  <a:lnTo>
                    <a:pt x="86934" y="94600"/>
                  </a:lnTo>
                  <a:lnTo>
                    <a:pt x="121929" y="67497"/>
                  </a:lnTo>
                  <a:lnTo>
                    <a:pt x="161526" y="44352"/>
                  </a:lnTo>
                  <a:lnTo>
                    <a:pt x="205184" y="25597"/>
                  </a:lnTo>
                  <a:lnTo>
                    <a:pt x="252359" y="11665"/>
                  </a:lnTo>
                  <a:lnTo>
                    <a:pt x="302509" y="2988"/>
                  </a:lnTo>
                  <a:lnTo>
                    <a:pt x="355091" y="0"/>
                  </a:lnTo>
                  <a:lnTo>
                    <a:pt x="407295" y="2988"/>
                  </a:lnTo>
                  <a:lnTo>
                    <a:pt x="457134" y="11665"/>
                  </a:lnTo>
                  <a:lnTo>
                    <a:pt x="504061" y="25597"/>
                  </a:lnTo>
                  <a:lnTo>
                    <a:pt x="547525" y="44352"/>
                  </a:lnTo>
                  <a:lnTo>
                    <a:pt x="586978" y="67497"/>
                  </a:lnTo>
                  <a:lnTo>
                    <a:pt x="621868" y="94600"/>
                  </a:lnTo>
                  <a:lnTo>
                    <a:pt x="651647" y="125226"/>
                  </a:lnTo>
                  <a:lnTo>
                    <a:pt x="675766" y="158944"/>
                  </a:lnTo>
                  <a:lnTo>
                    <a:pt x="693674" y="195321"/>
                  </a:lnTo>
                  <a:lnTo>
                    <a:pt x="704821" y="233924"/>
                  </a:lnTo>
                  <a:lnTo>
                    <a:pt x="708660" y="274319"/>
                  </a:lnTo>
                  <a:lnTo>
                    <a:pt x="704821" y="315094"/>
                  </a:lnTo>
                  <a:lnTo>
                    <a:pt x="693674" y="354007"/>
                  </a:lnTo>
                  <a:lnTo>
                    <a:pt x="675766" y="390632"/>
                  </a:lnTo>
                  <a:lnTo>
                    <a:pt x="651647" y="424544"/>
                  </a:lnTo>
                  <a:lnTo>
                    <a:pt x="621868" y="455316"/>
                  </a:lnTo>
                  <a:lnTo>
                    <a:pt x="586978" y="482522"/>
                  </a:lnTo>
                  <a:lnTo>
                    <a:pt x="547525" y="505737"/>
                  </a:lnTo>
                  <a:lnTo>
                    <a:pt x="504061" y="524535"/>
                  </a:lnTo>
                  <a:lnTo>
                    <a:pt x="457134" y="538489"/>
                  </a:lnTo>
                  <a:lnTo>
                    <a:pt x="407295" y="547174"/>
                  </a:lnTo>
                  <a:lnTo>
                    <a:pt x="355091" y="55016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89275" y="3703320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0" y="274319"/>
                  </a:moveTo>
                  <a:lnTo>
                    <a:pt x="3839" y="233924"/>
                  </a:lnTo>
                  <a:lnTo>
                    <a:pt x="14994" y="195321"/>
                  </a:lnTo>
                  <a:lnTo>
                    <a:pt x="32924" y="158944"/>
                  </a:lnTo>
                  <a:lnTo>
                    <a:pt x="57085" y="125226"/>
                  </a:lnTo>
                  <a:lnTo>
                    <a:pt x="86934" y="94600"/>
                  </a:lnTo>
                  <a:lnTo>
                    <a:pt x="121929" y="67497"/>
                  </a:lnTo>
                  <a:lnTo>
                    <a:pt x="161526" y="44352"/>
                  </a:lnTo>
                  <a:lnTo>
                    <a:pt x="205184" y="25597"/>
                  </a:lnTo>
                  <a:lnTo>
                    <a:pt x="252359" y="11665"/>
                  </a:lnTo>
                  <a:lnTo>
                    <a:pt x="302509" y="2988"/>
                  </a:lnTo>
                  <a:lnTo>
                    <a:pt x="355091" y="0"/>
                  </a:lnTo>
                  <a:lnTo>
                    <a:pt x="407295" y="2988"/>
                  </a:lnTo>
                  <a:lnTo>
                    <a:pt x="457134" y="11665"/>
                  </a:lnTo>
                  <a:lnTo>
                    <a:pt x="504061" y="25597"/>
                  </a:lnTo>
                  <a:lnTo>
                    <a:pt x="547525" y="44352"/>
                  </a:lnTo>
                  <a:lnTo>
                    <a:pt x="586978" y="67497"/>
                  </a:lnTo>
                  <a:lnTo>
                    <a:pt x="621868" y="94600"/>
                  </a:lnTo>
                  <a:lnTo>
                    <a:pt x="651647" y="125226"/>
                  </a:lnTo>
                  <a:lnTo>
                    <a:pt x="675766" y="158944"/>
                  </a:lnTo>
                  <a:lnTo>
                    <a:pt x="693674" y="195321"/>
                  </a:lnTo>
                  <a:lnTo>
                    <a:pt x="704821" y="233924"/>
                  </a:lnTo>
                  <a:lnTo>
                    <a:pt x="708660" y="274319"/>
                  </a:lnTo>
                  <a:lnTo>
                    <a:pt x="704821" y="315094"/>
                  </a:lnTo>
                  <a:lnTo>
                    <a:pt x="693674" y="354007"/>
                  </a:lnTo>
                  <a:lnTo>
                    <a:pt x="675766" y="390632"/>
                  </a:lnTo>
                  <a:lnTo>
                    <a:pt x="651647" y="424544"/>
                  </a:lnTo>
                  <a:lnTo>
                    <a:pt x="621868" y="455316"/>
                  </a:lnTo>
                  <a:lnTo>
                    <a:pt x="586978" y="482522"/>
                  </a:lnTo>
                  <a:lnTo>
                    <a:pt x="547525" y="505737"/>
                  </a:lnTo>
                  <a:lnTo>
                    <a:pt x="504061" y="524535"/>
                  </a:lnTo>
                  <a:lnTo>
                    <a:pt x="457134" y="538489"/>
                  </a:lnTo>
                  <a:lnTo>
                    <a:pt x="407295" y="547174"/>
                  </a:lnTo>
                  <a:lnTo>
                    <a:pt x="355091" y="550163"/>
                  </a:lnTo>
                  <a:lnTo>
                    <a:pt x="302509" y="547174"/>
                  </a:lnTo>
                  <a:lnTo>
                    <a:pt x="252359" y="538489"/>
                  </a:lnTo>
                  <a:lnTo>
                    <a:pt x="205184" y="524535"/>
                  </a:lnTo>
                  <a:lnTo>
                    <a:pt x="161526" y="505737"/>
                  </a:lnTo>
                  <a:lnTo>
                    <a:pt x="121929" y="482522"/>
                  </a:lnTo>
                  <a:lnTo>
                    <a:pt x="86934" y="455316"/>
                  </a:lnTo>
                  <a:lnTo>
                    <a:pt x="57085" y="424544"/>
                  </a:lnTo>
                  <a:lnTo>
                    <a:pt x="32924" y="390632"/>
                  </a:lnTo>
                  <a:lnTo>
                    <a:pt x="14994" y="354007"/>
                  </a:lnTo>
                  <a:lnTo>
                    <a:pt x="3839" y="315094"/>
                  </a:lnTo>
                  <a:lnTo>
                    <a:pt x="0" y="274319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786865" y="3810995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937446" y="3269678"/>
            <a:ext cx="4550410" cy="998219"/>
            <a:chOff x="2937446" y="3269678"/>
            <a:chExt cx="4550410" cy="998219"/>
          </a:xfrm>
        </p:grpSpPr>
        <p:sp>
          <p:nvSpPr>
            <p:cNvPr id="23" name="object 23" descr=""/>
            <p:cNvSpPr/>
            <p:nvPr/>
          </p:nvSpPr>
          <p:spPr>
            <a:xfrm>
              <a:off x="2942843" y="3275075"/>
              <a:ext cx="1905" cy="428625"/>
            </a:xfrm>
            <a:custGeom>
              <a:avLst/>
              <a:gdLst/>
              <a:ahLst/>
              <a:cxnLst/>
              <a:rect l="l" t="t" r="r" b="b"/>
              <a:pathLst>
                <a:path w="1905" h="428625">
                  <a:moveTo>
                    <a:pt x="1524" y="0"/>
                  </a:moveTo>
                  <a:lnTo>
                    <a:pt x="0" y="428243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763512" y="3703319"/>
              <a:ext cx="710565" cy="550545"/>
            </a:xfrm>
            <a:custGeom>
              <a:avLst/>
              <a:gdLst/>
              <a:ahLst/>
              <a:cxnLst/>
              <a:rect l="l" t="t" r="r" b="b"/>
              <a:pathLst>
                <a:path w="710565" h="550545">
                  <a:moveTo>
                    <a:pt x="355091" y="550163"/>
                  </a:moveTo>
                  <a:lnTo>
                    <a:pt x="302853" y="547174"/>
                  </a:lnTo>
                  <a:lnTo>
                    <a:pt x="252916" y="538489"/>
                  </a:lnTo>
                  <a:lnTo>
                    <a:pt x="205844" y="524535"/>
                  </a:lnTo>
                  <a:lnTo>
                    <a:pt x="162200" y="505737"/>
                  </a:lnTo>
                  <a:lnTo>
                    <a:pt x="122547" y="482522"/>
                  </a:lnTo>
                  <a:lnTo>
                    <a:pt x="87449" y="455316"/>
                  </a:lnTo>
                  <a:lnTo>
                    <a:pt x="57470" y="424544"/>
                  </a:lnTo>
                  <a:lnTo>
                    <a:pt x="33171" y="390632"/>
                  </a:lnTo>
                  <a:lnTo>
                    <a:pt x="15118" y="354007"/>
                  </a:lnTo>
                  <a:lnTo>
                    <a:pt x="3873" y="315094"/>
                  </a:lnTo>
                  <a:lnTo>
                    <a:pt x="0" y="274319"/>
                  </a:lnTo>
                  <a:lnTo>
                    <a:pt x="3873" y="233924"/>
                  </a:lnTo>
                  <a:lnTo>
                    <a:pt x="15118" y="195321"/>
                  </a:lnTo>
                  <a:lnTo>
                    <a:pt x="33171" y="158944"/>
                  </a:lnTo>
                  <a:lnTo>
                    <a:pt x="57470" y="125226"/>
                  </a:lnTo>
                  <a:lnTo>
                    <a:pt x="87449" y="94600"/>
                  </a:lnTo>
                  <a:lnTo>
                    <a:pt x="122547" y="67497"/>
                  </a:lnTo>
                  <a:lnTo>
                    <a:pt x="162200" y="44352"/>
                  </a:lnTo>
                  <a:lnTo>
                    <a:pt x="205844" y="25597"/>
                  </a:lnTo>
                  <a:lnTo>
                    <a:pt x="252916" y="11665"/>
                  </a:lnTo>
                  <a:lnTo>
                    <a:pt x="302853" y="2988"/>
                  </a:lnTo>
                  <a:lnTo>
                    <a:pt x="355091" y="0"/>
                  </a:lnTo>
                  <a:lnTo>
                    <a:pt x="407330" y="2988"/>
                  </a:lnTo>
                  <a:lnTo>
                    <a:pt x="457267" y="11665"/>
                  </a:lnTo>
                  <a:lnTo>
                    <a:pt x="504339" y="25597"/>
                  </a:lnTo>
                  <a:lnTo>
                    <a:pt x="547983" y="44352"/>
                  </a:lnTo>
                  <a:lnTo>
                    <a:pt x="587636" y="67497"/>
                  </a:lnTo>
                  <a:lnTo>
                    <a:pt x="622734" y="94600"/>
                  </a:lnTo>
                  <a:lnTo>
                    <a:pt x="652713" y="125226"/>
                  </a:lnTo>
                  <a:lnTo>
                    <a:pt x="677012" y="158944"/>
                  </a:lnTo>
                  <a:lnTo>
                    <a:pt x="695065" y="195321"/>
                  </a:lnTo>
                  <a:lnTo>
                    <a:pt x="706310" y="233924"/>
                  </a:lnTo>
                  <a:lnTo>
                    <a:pt x="710183" y="274319"/>
                  </a:lnTo>
                  <a:lnTo>
                    <a:pt x="706310" y="315094"/>
                  </a:lnTo>
                  <a:lnTo>
                    <a:pt x="695065" y="354007"/>
                  </a:lnTo>
                  <a:lnTo>
                    <a:pt x="677012" y="390632"/>
                  </a:lnTo>
                  <a:lnTo>
                    <a:pt x="652713" y="424544"/>
                  </a:lnTo>
                  <a:lnTo>
                    <a:pt x="622734" y="455316"/>
                  </a:lnTo>
                  <a:lnTo>
                    <a:pt x="587636" y="482522"/>
                  </a:lnTo>
                  <a:lnTo>
                    <a:pt x="547983" y="505737"/>
                  </a:lnTo>
                  <a:lnTo>
                    <a:pt x="504339" y="524535"/>
                  </a:lnTo>
                  <a:lnTo>
                    <a:pt x="457267" y="538489"/>
                  </a:lnTo>
                  <a:lnTo>
                    <a:pt x="407330" y="547174"/>
                  </a:lnTo>
                  <a:lnTo>
                    <a:pt x="355091" y="55016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763512" y="3703319"/>
              <a:ext cx="710565" cy="550545"/>
            </a:xfrm>
            <a:custGeom>
              <a:avLst/>
              <a:gdLst/>
              <a:ahLst/>
              <a:cxnLst/>
              <a:rect l="l" t="t" r="r" b="b"/>
              <a:pathLst>
                <a:path w="710565" h="550545">
                  <a:moveTo>
                    <a:pt x="0" y="274319"/>
                  </a:moveTo>
                  <a:lnTo>
                    <a:pt x="3873" y="233924"/>
                  </a:lnTo>
                  <a:lnTo>
                    <a:pt x="15118" y="195321"/>
                  </a:lnTo>
                  <a:lnTo>
                    <a:pt x="33171" y="158944"/>
                  </a:lnTo>
                  <a:lnTo>
                    <a:pt x="57470" y="125226"/>
                  </a:lnTo>
                  <a:lnTo>
                    <a:pt x="87449" y="94600"/>
                  </a:lnTo>
                  <a:lnTo>
                    <a:pt x="122547" y="67497"/>
                  </a:lnTo>
                  <a:lnTo>
                    <a:pt x="162200" y="44352"/>
                  </a:lnTo>
                  <a:lnTo>
                    <a:pt x="205844" y="25597"/>
                  </a:lnTo>
                  <a:lnTo>
                    <a:pt x="252916" y="11665"/>
                  </a:lnTo>
                  <a:lnTo>
                    <a:pt x="302853" y="2988"/>
                  </a:lnTo>
                  <a:lnTo>
                    <a:pt x="355091" y="0"/>
                  </a:lnTo>
                  <a:lnTo>
                    <a:pt x="407330" y="2988"/>
                  </a:lnTo>
                  <a:lnTo>
                    <a:pt x="457267" y="11665"/>
                  </a:lnTo>
                  <a:lnTo>
                    <a:pt x="504339" y="25597"/>
                  </a:lnTo>
                  <a:lnTo>
                    <a:pt x="547983" y="44352"/>
                  </a:lnTo>
                  <a:lnTo>
                    <a:pt x="587636" y="67497"/>
                  </a:lnTo>
                  <a:lnTo>
                    <a:pt x="622734" y="94600"/>
                  </a:lnTo>
                  <a:lnTo>
                    <a:pt x="652713" y="125226"/>
                  </a:lnTo>
                  <a:lnTo>
                    <a:pt x="677012" y="158944"/>
                  </a:lnTo>
                  <a:lnTo>
                    <a:pt x="695065" y="195321"/>
                  </a:lnTo>
                  <a:lnTo>
                    <a:pt x="706310" y="233924"/>
                  </a:lnTo>
                  <a:lnTo>
                    <a:pt x="710183" y="274319"/>
                  </a:lnTo>
                  <a:lnTo>
                    <a:pt x="706310" y="315094"/>
                  </a:lnTo>
                  <a:lnTo>
                    <a:pt x="695065" y="354007"/>
                  </a:lnTo>
                  <a:lnTo>
                    <a:pt x="677012" y="390632"/>
                  </a:lnTo>
                  <a:lnTo>
                    <a:pt x="652713" y="424544"/>
                  </a:lnTo>
                  <a:lnTo>
                    <a:pt x="622734" y="455316"/>
                  </a:lnTo>
                  <a:lnTo>
                    <a:pt x="587636" y="482522"/>
                  </a:lnTo>
                  <a:lnTo>
                    <a:pt x="547983" y="505737"/>
                  </a:lnTo>
                  <a:lnTo>
                    <a:pt x="504339" y="524535"/>
                  </a:lnTo>
                  <a:lnTo>
                    <a:pt x="457267" y="538489"/>
                  </a:lnTo>
                  <a:lnTo>
                    <a:pt x="407330" y="547174"/>
                  </a:lnTo>
                  <a:lnTo>
                    <a:pt x="355091" y="550163"/>
                  </a:lnTo>
                  <a:lnTo>
                    <a:pt x="302853" y="547174"/>
                  </a:lnTo>
                  <a:lnTo>
                    <a:pt x="252916" y="538489"/>
                  </a:lnTo>
                  <a:lnTo>
                    <a:pt x="205844" y="524535"/>
                  </a:lnTo>
                  <a:lnTo>
                    <a:pt x="162200" y="505737"/>
                  </a:lnTo>
                  <a:lnTo>
                    <a:pt x="122547" y="482522"/>
                  </a:lnTo>
                  <a:lnTo>
                    <a:pt x="87449" y="455316"/>
                  </a:lnTo>
                  <a:lnTo>
                    <a:pt x="57470" y="424544"/>
                  </a:lnTo>
                  <a:lnTo>
                    <a:pt x="33171" y="390632"/>
                  </a:lnTo>
                  <a:lnTo>
                    <a:pt x="15118" y="354007"/>
                  </a:lnTo>
                  <a:lnTo>
                    <a:pt x="3873" y="315094"/>
                  </a:lnTo>
                  <a:lnTo>
                    <a:pt x="0" y="274319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961105" y="3810995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678426" y="3269678"/>
            <a:ext cx="2447290" cy="1026794"/>
            <a:chOff x="4678426" y="3269678"/>
            <a:chExt cx="2447290" cy="1026794"/>
          </a:xfrm>
        </p:grpSpPr>
        <p:sp>
          <p:nvSpPr>
            <p:cNvPr id="28" name="object 28" descr=""/>
            <p:cNvSpPr/>
            <p:nvPr/>
          </p:nvSpPr>
          <p:spPr>
            <a:xfrm>
              <a:off x="7117080" y="3275075"/>
              <a:ext cx="3175" cy="428625"/>
            </a:xfrm>
            <a:custGeom>
              <a:avLst/>
              <a:gdLst/>
              <a:ahLst/>
              <a:cxnLst/>
              <a:rect l="l" t="t" r="r" b="b"/>
              <a:pathLst>
                <a:path w="3175" h="428625">
                  <a:moveTo>
                    <a:pt x="3048" y="0"/>
                  </a:moveTo>
                  <a:lnTo>
                    <a:pt x="0" y="428243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692396" y="3732275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355091" y="550163"/>
                  </a:moveTo>
                  <a:lnTo>
                    <a:pt x="302509" y="547175"/>
                  </a:lnTo>
                  <a:lnTo>
                    <a:pt x="252359" y="538498"/>
                  </a:lnTo>
                  <a:lnTo>
                    <a:pt x="205184" y="524566"/>
                  </a:lnTo>
                  <a:lnTo>
                    <a:pt x="161526" y="505811"/>
                  </a:lnTo>
                  <a:lnTo>
                    <a:pt x="121929" y="482666"/>
                  </a:lnTo>
                  <a:lnTo>
                    <a:pt x="86934" y="455563"/>
                  </a:lnTo>
                  <a:lnTo>
                    <a:pt x="57085" y="424937"/>
                  </a:lnTo>
                  <a:lnTo>
                    <a:pt x="32924" y="391219"/>
                  </a:lnTo>
                  <a:lnTo>
                    <a:pt x="14994" y="354842"/>
                  </a:lnTo>
                  <a:lnTo>
                    <a:pt x="3839" y="316239"/>
                  </a:lnTo>
                  <a:lnTo>
                    <a:pt x="0" y="275843"/>
                  </a:ln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239"/>
                  </a:lnTo>
                  <a:lnTo>
                    <a:pt x="693674" y="354842"/>
                  </a:lnTo>
                  <a:lnTo>
                    <a:pt x="675766" y="391219"/>
                  </a:lnTo>
                  <a:lnTo>
                    <a:pt x="651647" y="424937"/>
                  </a:lnTo>
                  <a:lnTo>
                    <a:pt x="621868" y="455563"/>
                  </a:lnTo>
                  <a:lnTo>
                    <a:pt x="586978" y="482666"/>
                  </a:lnTo>
                  <a:lnTo>
                    <a:pt x="547525" y="505811"/>
                  </a:lnTo>
                  <a:lnTo>
                    <a:pt x="504061" y="524566"/>
                  </a:lnTo>
                  <a:lnTo>
                    <a:pt x="457134" y="538498"/>
                  </a:lnTo>
                  <a:lnTo>
                    <a:pt x="407295" y="547175"/>
                  </a:lnTo>
                  <a:lnTo>
                    <a:pt x="355091" y="55016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692396" y="3732275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0" y="275843"/>
                  </a:move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239"/>
                  </a:lnTo>
                  <a:lnTo>
                    <a:pt x="693674" y="354842"/>
                  </a:lnTo>
                  <a:lnTo>
                    <a:pt x="675766" y="391219"/>
                  </a:lnTo>
                  <a:lnTo>
                    <a:pt x="651647" y="424937"/>
                  </a:lnTo>
                  <a:lnTo>
                    <a:pt x="621868" y="455563"/>
                  </a:lnTo>
                  <a:lnTo>
                    <a:pt x="586978" y="482666"/>
                  </a:lnTo>
                  <a:lnTo>
                    <a:pt x="547525" y="505811"/>
                  </a:lnTo>
                  <a:lnTo>
                    <a:pt x="504061" y="524566"/>
                  </a:lnTo>
                  <a:lnTo>
                    <a:pt x="457134" y="538498"/>
                  </a:lnTo>
                  <a:lnTo>
                    <a:pt x="407295" y="547175"/>
                  </a:lnTo>
                  <a:lnTo>
                    <a:pt x="355091" y="550163"/>
                  </a:lnTo>
                  <a:lnTo>
                    <a:pt x="302509" y="547175"/>
                  </a:lnTo>
                  <a:lnTo>
                    <a:pt x="252359" y="538498"/>
                  </a:lnTo>
                  <a:lnTo>
                    <a:pt x="205184" y="524566"/>
                  </a:lnTo>
                  <a:lnTo>
                    <a:pt x="161526" y="505811"/>
                  </a:lnTo>
                  <a:lnTo>
                    <a:pt x="121929" y="482666"/>
                  </a:lnTo>
                  <a:lnTo>
                    <a:pt x="86934" y="455563"/>
                  </a:lnTo>
                  <a:lnTo>
                    <a:pt x="57085" y="424937"/>
                  </a:lnTo>
                  <a:lnTo>
                    <a:pt x="32924" y="391219"/>
                  </a:lnTo>
                  <a:lnTo>
                    <a:pt x="14994" y="354842"/>
                  </a:lnTo>
                  <a:lnTo>
                    <a:pt x="3839" y="316239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4950909" y="3839972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3456432" y="2836164"/>
            <a:ext cx="3150235" cy="896619"/>
          </a:xfrm>
          <a:custGeom>
            <a:avLst/>
            <a:gdLst/>
            <a:ahLst/>
            <a:cxnLst/>
            <a:rect l="l" t="t" r="r" b="b"/>
            <a:pathLst>
              <a:path w="3150234" h="896620">
                <a:moveTo>
                  <a:pt x="1574291" y="551687"/>
                </a:moveTo>
                <a:lnTo>
                  <a:pt x="1591055" y="896111"/>
                </a:lnTo>
              </a:path>
              <a:path w="3150234" h="896620">
                <a:moveTo>
                  <a:pt x="2046732" y="0"/>
                </a:moveTo>
                <a:lnTo>
                  <a:pt x="3150107" y="1524"/>
                </a:lnTo>
              </a:path>
              <a:path w="3150234" h="896620">
                <a:moveTo>
                  <a:pt x="0" y="0"/>
                </a:moveTo>
                <a:lnTo>
                  <a:pt x="1101851" y="152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1171955" y="5057345"/>
            <a:ext cx="8247380" cy="1165225"/>
            <a:chOff x="1171955" y="5057345"/>
            <a:chExt cx="8247380" cy="1165225"/>
          </a:xfrm>
        </p:grpSpPr>
        <p:pic>
          <p:nvPicPr>
            <p:cNvPr id="34" name="object 3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1955" y="5057345"/>
              <a:ext cx="8247374" cy="116462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7698232" y="5885814"/>
              <a:ext cx="1495425" cy="19050"/>
            </a:xfrm>
            <a:custGeom>
              <a:avLst/>
              <a:gdLst/>
              <a:ahLst/>
              <a:cxnLst/>
              <a:rect l="l" t="t" r="r" b="b"/>
              <a:pathLst>
                <a:path w="1495425" h="19050">
                  <a:moveTo>
                    <a:pt x="0" y="18542"/>
                  </a:moveTo>
                  <a:lnTo>
                    <a:pt x="0" y="18542"/>
                  </a:lnTo>
                  <a:lnTo>
                    <a:pt x="143891" y="18542"/>
                  </a:lnTo>
                  <a:lnTo>
                    <a:pt x="161037" y="18254"/>
                  </a:lnTo>
                  <a:lnTo>
                    <a:pt x="179911" y="17383"/>
                  </a:lnTo>
                  <a:lnTo>
                    <a:pt x="200523" y="15916"/>
                  </a:lnTo>
                  <a:lnTo>
                    <a:pt x="222885" y="13843"/>
                  </a:lnTo>
                  <a:lnTo>
                    <a:pt x="246697" y="11842"/>
                  </a:lnTo>
                  <a:lnTo>
                    <a:pt x="271653" y="10414"/>
                  </a:lnTo>
                  <a:lnTo>
                    <a:pt x="297751" y="9556"/>
                  </a:lnTo>
                  <a:lnTo>
                    <a:pt x="324993" y="9271"/>
                  </a:lnTo>
                  <a:lnTo>
                    <a:pt x="353760" y="9271"/>
                  </a:lnTo>
                  <a:lnTo>
                    <a:pt x="384254" y="9271"/>
                  </a:lnTo>
                  <a:lnTo>
                    <a:pt x="416486" y="9271"/>
                  </a:lnTo>
                  <a:lnTo>
                    <a:pt x="450469" y="9271"/>
                  </a:lnTo>
                  <a:lnTo>
                    <a:pt x="484683" y="8965"/>
                  </a:lnTo>
                  <a:lnTo>
                    <a:pt x="517778" y="8064"/>
                  </a:lnTo>
                  <a:lnTo>
                    <a:pt x="549731" y="6592"/>
                  </a:lnTo>
                  <a:lnTo>
                    <a:pt x="580517" y="4572"/>
                  </a:lnTo>
                  <a:lnTo>
                    <a:pt x="610943" y="2571"/>
                  </a:lnTo>
                  <a:lnTo>
                    <a:pt x="642000" y="1143"/>
                  </a:lnTo>
                  <a:lnTo>
                    <a:pt x="673653" y="285"/>
                  </a:lnTo>
                  <a:lnTo>
                    <a:pt x="705866" y="0"/>
                  </a:lnTo>
                  <a:lnTo>
                    <a:pt x="737774" y="0"/>
                  </a:lnTo>
                  <a:lnTo>
                    <a:pt x="768540" y="0"/>
                  </a:lnTo>
                  <a:lnTo>
                    <a:pt x="1489202" y="0"/>
                  </a:lnTo>
                  <a:lnTo>
                    <a:pt x="1495298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7" name="object 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85165">
              <a:lnSpc>
                <a:spcPct val="100000"/>
              </a:lnSpc>
              <a:spcBef>
                <a:spcPts val="95"/>
              </a:spcBef>
            </a:pPr>
            <a:r>
              <a:rPr dirty="0"/>
              <a:t>1:n의</a:t>
            </a:r>
            <a:r>
              <a:rPr dirty="0" spc="-40"/>
              <a:t> </a:t>
            </a:r>
            <a:r>
              <a:rPr dirty="0"/>
              <a:t>identifying</a:t>
            </a:r>
            <a:r>
              <a:rPr dirty="0" spc="-45"/>
              <a:t> </a:t>
            </a:r>
            <a:r>
              <a:rPr dirty="0" spc="-10"/>
              <a:t>관계(1)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6" y="5057728"/>
            <a:ext cx="8670687" cy="117623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275332" y="2394204"/>
            <a:ext cx="1338580" cy="788035"/>
          </a:xfrm>
          <a:prstGeom prst="rect">
            <a:avLst/>
          </a:prstGeom>
          <a:solidFill>
            <a:srgbClr val="4F80BC"/>
          </a:solidFill>
          <a:ln w="27431">
            <a:solidFill>
              <a:srgbClr val="385D89"/>
            </a:solidFill>
          </a:ln>
        </p:spPr>
        <p:txBody>
          <a:bodyPr wrap="square" lIns="0" tIns="2425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91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608006" y="2258313"/>
            <a:ext cx="2847340" cy="1050925"/>
            <a:chOff x="3608006" y="2258313"/>
            <a:chExt cx="2847340" cy="1050925"/>
          </a:xfrm>
        </p:grpSpPr>
        <p:sp>
          <p:nvSpPr>
            <p:cNvPr id="6" name="object 6" descr=""/>
            <p:cNvSpPr/>
            <p:nvPr/>
          </p:nvSpPr>
          <p:spPr>
            <a:xfrm>
              <a:off x="3613404" y="2784347"/>
              <a:ext cx="2836545" cy="3175"/>
            </a:xfrm>
            <a:custGeom>
              <a:avLst/>
              <a:gdLst/>
              <a:ahLst/>
              <a:cxnLst/>
              <a:rect l="l" t="t" r="r" b="b"/>
              <a:pathLst>
                <a:path w="2836545" h="3175">
                  <a:moveTo>
                    <a:pt x="0" y="3048"/>
                  </a:moveTo>
                  <a:lnTo>
                    <a:pt x="787908" y="0"/>
                  </a:lnTo>
                </a:path>
                <a:path w="2836545" h="3175">
                  <a:moveTo>
                    <a:pt x="2048256" y="0"/>
                  </a:moveTo>
                  <a:lnTo>
                    <a:pt x="2836164" y="304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01312" y="2272283"/>
              <a:ext cx="1260475" cy="1022985"/>
            </a:xfrm>
            <a:custGeom>
              <a:avLst/>
              <a:gdLst/>
              <a:ahLst/>
              <a:cxnLst/>
              <a:rect l="l" t="t" r="r" b="b"/>
              <a:pathLst>
                <a:path w="1260475" h="1022985">
                  <a:moveTo>
                    <a:pt x="629411" y="1022604"/>
                  </a:moveTo>
                  <a:lnTo>
                    <a:pt x="0" y="512064"/>
                  </a:ln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2604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401312" y="2272283"/>
              <a:ext cx="1260475" cy="1022985"/>
            </a:xfrm>
            <a:custGeom>
              <a:avLst/>
              <a:gdLst/>
              <a:ahLst/>
              <a:cxnLst/>
              <a:rect l="l" t="t" r="r" b="b"/>
              <a:pathLst>
                <a:path w="1260475" h="1022985">
                  <a:moveTo>
                    <a:pt x="0" y="512064"/>
                  </a:move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2604"/>
                  </a:lnTo>
                  <a:lnTo>
                    <a:pt x="0" y="512064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4940226" y="2616198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435597" y="2380233"/>
            <a:ext cx="1366520" cy="815975"/>
            <a:chOff x="6435597" y="2380233"/>
            <a:chExt cx="1366520" cy="815975"/>
          </a:xfrm>
        </p:grpSpPr>
        <p:sp>
          <p:nvSpPr>
            <p:cNvPr id="11" name="object 11" descr=""/>
            <p:cNvSpPr/>
            <p:nvPr/>
          </p:nvSpPr>
          <p:spPr>
            <a:xfrm>
              <a:off x="6449567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1338071" y="787907"/>
                  </a:moveTo>
                  <a:lnTo>
                    <a:pt x="0" y="787907"/>
                  </a:lnTo>
                  <a:lnTo>
                    <a:pt x="0" y="0"/>
                  </a:lnTo>
                  <a:lnTo>
                    <a:pt x="1338071" y="0"/>
                  </a:lnTo>
                  <a:lnTo>
                    <a:pt x="1338071" y="78790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49567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0" y="0"/>
                  </a:moveTo>
                  <a:lnTo>
                    <a:pt x="1338071" y="0"/>
                  </a:lnTo>
                  <a:lnTo>
                    <a:pt x="1338071" y="787907"/>
                  </a:lnTo>
                  <a:lnTo>
                    <a:pt x="0" y="787907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971786" y="2620740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94500" y="2398258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98231" y="2405871"/>
            <a:ext cx="1708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n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575305" y="3596385"/>
            <a:ext cx="736600" cy="579755"/>
            <a:chOff x="2575305" y="3596385"/>
            <a:chExt cx="736600" cy="579755"/>
          </a:xfrm>
        </p:grpSpPr>
        <p:sp>
          <p:nvSpPr>
            <p:cNvPr id="17" name="object 17" descr=""/>
            <p:cNvSpPr/>
            <p:nvPr/>
          </p:nvSpPr>
          <p:spPr>
            <a:xfrm>
              <a:off x="2589275" y="3610355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355091" y="551687"/>
                  </a:move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589275" y="3610355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0" y="275843"/>
                  </a:move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786865" y="3718048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2942843" y="3182111"/>
            <a:ext cx="1905" cy="429895"/>
          </a:xfrm>
          <a:custGeom>
            <a:avLst/>
            <a:gdLst/>
            <a:ahLst/>
            <a:cxnLst/>
            <a:rect l="l" t="t" r="r" b="b"/>
            <a:pathLst>
              <a:path w="1905" h="429895">
                <a:moveTo>
                  <a:pt x="1524" y="0"/>
                </a:moveTo>
                <a:lnTo>
                  <a:pt x="0" y="429768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6671817" y="3596385"/>
            <a:ext cx="894080" cy="579755"/>
            <a:chOff x="6671817" y="3596385"/>
            <a:chExt cx="894080" cy="579755"/>
          </a:xfrm>
        </p:grpSpPr>
        <p:sp>
          <p:nvSpPr>
            <p:cNvPr id="22" name="object 22" descr=""/>
            <p:cNvSpPr/>
            <p:nvPr/>
          </p:nvSpPr>
          <p:spPr>
            <a:xfrm>
              <a:off x="6685787" y="3610355"/>
              <a:ext cx="866140" cy="551815"/>
            </a:xfrm>
            <a:custGeom>
              <a:avLst/>
              <a:gdLst/>
              <a:ahLst/>
              <a:cxnLst/>
              <a:rect l="l" t="t" r="r" b="b"/>
              <a:pathLst>
                <a:path w="866140" h="551814">
                  <a:moveTo>
                    <a:pt x="432815" y="551687"/>
                  </a:moveTo>
                  <a:lnTo>
                    <a:pt x="374037" y="549170"/>
                  </a:lnTo>
                  <a:lnTo>
                    <a:pt x="317676" y="541838"/>
                  </a:lnTo>
                  <a:lnTo>
                    <a:pt x="264247" y="530018"/>
                  </a:lnTo>
                  <a:lnTo>
                    <a:pt x="214263" y="514039"/>
                  </a:lnTo>
                  <a:lnTo>
                    <a:pt x="168237" y="494229"/>
                  </a:lnTo>
                  <a:lnTo>
                    <a:pt x="126682" y="470915"/>
                  </a:lnTo>
                  <a:lnTo>
                    <a:pt x="90112" y="444427"/>
                  </a:lnTo>
                  <a:lnTo>
                    <a:pt x="59040" y="415092"/>
                  </a:lnTo>
                  <a:lnTo>
                    <a:pt x="33980" y="383238"/>
                  </a:lnTo>
                  <a:lnTo>
                    <a:pt x="15444" y="349193"/>
                  </a:lnTo>
                  <a:lnTo>
                    <a:pt x="0" y="275843"/>
                  </a:lnTo>
                  <a:lnTo>
                    <a:pt x="3946" y="238401"/>
                  </a:lnTo>
                  <a:lnTo>
                    <a:pt x="33980" y="168449"/>
                  </a:lnTo>
                  <a:lnTo>
                    <a:pt x="59040" y="136595"/>
                  </a:lnTo>
                  <a:lnTo>
                    <a:pt x="90112" y="107260"/>
                  </a:lnTo>
                  <a:lnTo>
                    <a:pt x="126682" y="80771"/>
                  </a:lnTo>
                  <a:lnTo>
                    <a:pt x="168237" y="57458"/>
                  </a:lnTo>
                  <a:lnTo>
                    <a:pt x="214263" y="37648"/>
                  </a:lnTo>
                  <a:lnTo>
                    <a:pt x="264247" y="21669"/>
                  </a:lnTo>
                  <a:lnTo>
                    <a:pt x="317676" y="9849"/>
                  </a:lnTo>
                  <a:lnTo>
                    <a:pt x="374037" y="2517"/>
                  </a:lnTo>
                  <a:lnTo>
                    <a:pt x="432815" y="0"/>
                  </a:lnTo>
                  <a:lnTo>
                    <a:pt x="491594" y="2517"/>
                  </a:lnTo>
                  <a:lnTo>
                    <a:pt x="547955" y="9849"/>
                  </a:lnTo>
                  <a:lnTo>
                    <a:pt x="601384" y="21669"/>
                  </a:lnTo>
                  <a:lnTo>
                    <a:pt x="651368" y="37648"/>
                  </a:lnTo>
                  <a:lnTo>
                    <a:pt x="697394" y="57458"/>
                  </a:lnTo>
                  <a:lnTo>
                    <a:pt x="738949" y="80771"/>
                  </a:lnTo>
                  <a:lnTo>
                    <a:pt x="775519" y="107260"/>
                  </a:lnTo>
                  <a:lnTo>
                    <a:pt x="806591" y="136595"/>
                  </a:lnTo>
                  <a:lnTo>
                    <a:pt x="831651" y="168449"/>
                  </a:lnTo>
                  <a:lnTo>
                    <a:pt x="850187" y="202494"/>
                  </a:lnTo>
                  <a:lnTo>
                    <a:pt x="865631" y="275843"/>
                  </a:lnTo>
                  <a:lnTo>
                    <a:pt x="861685" y="313286"/>
                  </a:lnTo>
                  <a:lnTo>
                    <a:pt x="831651" y="383238"/>
                  </a:lnTo>
                  <a:lnTo>
                    <a:pt x="806591" y="415092"/>
                  </a:lnTo>
                  <a:lnTo>
                    <a:pt x="775519" y="444427"/>
                  </a:lnTo>
                  <a:lnTo>
                    <a:pt x="738949" y="470915"/>
                  </a:lnTo>
                  <a:lnTo>
                    <a:pt x="697394" y="494229"/>
                  </a:lnTo>
                  <a:lnTo>
                    <a:pt x="651368" y="514039"/>
                  </a:lnTo>
                  <a:lnTo>
                    <a:pt x="601384" y="530018"/>
                  </a:lnTo>
                  <a:lnTo>
                    <a:pt x="547955" y="541838"/>
                  </a:lnTo>
                  <a:lnTo>
                    <a:pt x="491594" y="549170"/>
                  </a:lnTo>
                  <a:lnTo>
                    <a:pt x="432815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685787" y="3610355"/>
              <a:ext cx="866140" cy="551815"/>
            </a:xfrm>
            <a:custGeom>
              <a:avLst/>
              <a:gdLst/>
              <a:ahLst/>
              <a:cxnLst/>
              <a:rect l="l" t="t" r="r" b="b"/>
              <a:pathLst>
                <a:path w="866140" h="551814">
                  <a:moveTo>
                    <a:pt x="0" y="275843"/>
                  </a:moveTo>
                  <a:lnTo>
                    <a:pt x="15444" y="202494"/>
                  </a:lnTo>
                  <a:lnTo>
                    <a:pt x="33980" y="168449"/>
                  </a:lnTo>
                  <a:lnTo>
                    <a:pt x="59040" y="136595"/>
                  </a:lnTo>
                  <a:lnTo>
                    <a:pt x="90112" y="107260"/>
                  </a:lnTo>
                  <a:lnTo>
                    <a:pt x="126682" y="80771"/>
                  </a:lnTo>
                  <a:lnTo>
                    <a:pt x="168237" y="57458"/>
                  </a:lnTo>
                  <a:lnTo>
                    <a:pt x="214263" y="37648"/>
                  </a:lnTo>
                  <a:lnTo>
                    <a:pt x="264247" y="21669"/>
                  </a:lnTo>
                  <a:lnTo>
                    <a:pt x="317676" y="9849"/>
                  </a:lnTo>
                  <a:lnTo>
                    <a:pt x="374037" y="2517"/>
                  </a:lnTo>
                  <a:lnTo>
                    <a:pt x="432815" y="0"/>
                  </a:lnTo>
                  <a:lnTo>
                    <a:pt x="491594" y="2517"/>
                  </a:lnTo>
                  <a:lnTo>
                    <a:pt x="547955" y="9849"/>
                  </a:lnTo>
                  <a:lnTo>
                    <a:pt x="601384" y="21669"/>
                  </a:lnTo>
                  <a:lnTo>
                    <a:pt x="651368" y="37648"/>
                  </a:lnTo>
                  <a:lnTo>
                    <a:pt x="697394" y="57458"/>
                  </a:lnTo>
                  <a:lnTo>
                    <a:pt x="738949" y="80771"/>
                  </a:lnTo>
                  <a:lnTo>
                    <a:pt x="775519" y="107260"/>
                  </a:lnTo>
                  <a:lnTo>
                    <a:pt x="806591" y="136595"/>
                  </a:lnTo>
                  <a:lnTo>
                    <a:pt x="831651" y="168449"/>
                  </a:lnTo>
                  <a:lnTo>
                    <a:pt x="850187" y="202494"/>
                  </a:lnTo>
                  <a:lnTo>
                    <a:pt x="865631" y="275843"/>
                  </a:lnTo>
                  <a:lnTo>
                    <a:pt x="861685" y="313286"/>
                  </a:lnTo>
                  <a:lnTo>
                    <a:pt x="831651" y="383238"/>
                  </a:lnTo>
                  <a:lnTo>
                    <a:pt x="806591" y="415092"/>
                  </a:lnTo>
                  <a:lnTo>
                    <a:pt x="775519" y="444427"/>
                  </a:lnTo>
                  <a:lnTo>
                    <a:pt x="738949" y="470915"/>
                  </a:lnTo>
                  <a:lnTo>
                    <a:pt x="697394" y="494229"/>
                  </a:lnTo>
                  <a:lnTo>
                    <a:pt x="651368" y="514039"/>
                  </a:lnTo>
                  <a:lnTo>
                    <a:pt x="601384" y="530018"/>
                  </a:lnTo>
                  <a:lnTo>
                    <a:pt x="547955" y="541838"/>
                  </a:lnTo>
                  <a:lnTo>
                    <a:pt x="491594" y="549170"/>
                  </a:lnTo>
                  <a:lnTo>
                    <a:pt x="432815" y="551687"/>
                  </a:lnTo>
                  <a:lnTo>
                    <a:pt x="374037" y="549170"/>
                  </a:lnTo>
                  <a:lnTo>
                    <a:pt x="317676" y="541838"/>
                  </a:lnTo>
                  <a:lnTo>
                    <a:pt x="264247" y="530018"/>
                  </a:lnTo>
                  <a:lnTo>
                    <a:pt x="214263" y="514039"/>
                  </a:lnTo>
                  <a:lnTo>
                    <a:pt x="168237" y="494229"/>
                  </a:lnTo>
                  <a:lnTo>
                    <a:pt x="126682" y="470915"/>
                  </a:lnTo>
                  <a:lnTo>
                    <a:pt x="90112" y="444427"/>
                  </a:lnTo>
                  <a:lnTo>
                    <a:pt x="59040" y="415092"/>
                  </a:lnTo>
                  <a:lnTo>
                    <a:pt x="33980" y="383238"/>
                  </a:lnTo>
                  <a:lnTo>
                    <a:pt x="15444" y="349193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916903" y="3718048"/>
            <a:ext cx="40322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</a:t>
            </a:r>
            <a:r>
              <a:rPr dirty="0" sz="1950" spc="3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u="sng" sz="1950" spc="-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4269994" y="2192781"/>
            <a:ext cx="2855595" cy="2075180"/>
            <a:chOff x="4269994" y="2192781"/>
            <a:chExt cx="2855595" cy="2075180"/>
          </a:xfrm>
        </p:grpSpPr>
        <p:sp>
          <p:nvSpPr>
            <p:cNvPr id="26" name="object 26" descr=""/>
            <p:cNvSpPr/>
            <p:nvPr/>
          </p:nvSpPr>
          <p:spPr>
            <a:xfrm>
              <a:off x="5503163" y="2836163"/>
              <a:ext cx="1617345" cy="775970"/>
            </a:xfrm>
            <a:custGeom>
              <a:avLst/>
              <a:gdLst/>
              <a:ahLst/>
              <a:cxnLst/>
              <a:rect l="l" t="t" r="r" b="b"/>
              <a:pathLst>
                <a:path w="1617345" h="775970">
                  <a:moveTo>
                    <a:pt x="1616964" y="345947"/>
                  </a:moveTo>
                  <a:lnTo>
                    <a:pt x="1613916" y="775716"/>
                  </a:lnTo>
                </a:path>
                <a:path w="1617345" h="775970">
                  <a:moveTo>
                    <a:pt x="0" y="0"/>
                  </a:moveTo>
                  <a:lnTo>
                    <a:pt x="1103375" y="1524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283964" y="2206751"/>
              <a:ext cx="1496695" cy="1184275"/>
            </a:xfrm>
            <a:custGeom>
              <a:avLst/>
              <a:gdLst/>
              <a:ahLst/>
              <a:cxnLst/>
              <a:rect l="l" t="t" r="r" b="b"/>
              <a:pathLst>
                <a:path w="1496695" h="1184275">
                  <a:moveTo>
                    <a:pt x="0" y="591312"/>
                  </a:moveTo>
                  <a:lnTo>
                    <a:pt x="748283" y="0"/>
                  </a:lnTo>
                  <a:lnTo>
                    <a:pt x="1496567" y="591312"/>
                  </a:lnTo>
                  <a:lnTo>
                    <a:pt x="748283" y="1184148"/>
                  </a:lnTo>
                  <a:lnTo>
                    <a:pt x="0" y="591312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664964" y="3703319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353567" y="550163"/>
                  </a:moveTo>
                  <a:lnTo>
                    <a:pt x="301364" y="547174"/>
                  </a:lnTo>
                  <a:lnTo>
                    <a:pt x="251525" y="538489"/>
                  </a:lnTo>
                  <a:lnTo>
                    <a:pt x="204598" y="524535"/>
                  </a:lnTo>
                  <a:lnTo>
                    <a:pt x="161134" y="505737"/>
                  </a:lnTo>
                  <a:lnTo>
                    <a:pt x="121681" y="482522"/>
                  </a:lnTo>
                  <a:lnTo>
                    <a:pt x="86791" y="455316"/>
                  </a:lnTo>
                  <a:lnTo>
                    <a:pt x="57012" y="424544"/>
                  </a:lnTo>
                  <a:lnTo>
                    <a:pt x="32893" y="390632"/>
                  </a:lnTo>
                  <a:lnTo>
                    <a:pt x="14985" y="354007"/>
                  </a:lnTo>
                  <a:lnTo>
                    <a:pt x="3838" y="315094"/>
                  </a:lnTo>
                  <a:lnTo>
                    <a:pt x="0" y="274319"/>
                  </a:lnTo>
                  <a:lnTo>
                    <a:pt x="3838" y="233924"/>
                  </a:lnTo>
                  <a:lnTo>
                    <a:pt x="14985" y="195321"/>
                  </a:lnTo>
                  <a:lnTo>
                    <a:pt x="32893" y="158944"/>
                  </a:lnTo>
                  <a:lnTo>
                    <a:pt x="57012" y="125226"/>
                  </a:lnTo>
                  <a:lnTo>
                    <a:pt x="86791" y="94600"/>
                  </a:lnTo>
                  <a:lnTo>
                    <a:pt x="121681" y="67497"/>
                  </a:lnTo>
                  <a:lnTo>
                    <a:pt x="161134" y="44352"/>
                  </a:lnTo>
                  <a:lnTo>
                    <a:pt x="204598" y="25597"/>
                  </a:lnTo>
                  <a:lnTo>
                    <a:pt x="251525" y="11665"/>
                  </a:lnTo>
                  <a:lnTo>
                    <a:pt x="301364" y="2988"/>
                  </a:lnTo>
                  <a:lnTo>
                    <a:pt x="353567" y="0"/>
                  </a:lnTo>
                  <a:lnTo>
                    <a:pt x="406149" y="2988"/>
                  </a:lnTo>
                  <a:lnTo>
                    <a:pt x="456300" y="11665"/>
                  </a:lnTo>
                  <a:lnTo>
                    <a:pt x="503475" y="25597"/>
                  </a:lnTo>
                  <a:lnTo>
                    <a:pt x="547133" y="44352"/>
                  </a:lnTo>
                  <a:lnTo>
                    <a:pt x="586730" y="67497"/>
                  </a:lnTo>
                  <a:lnTo>
                    <a:pt x="621725" y="94600"/>
                  </a:lnTo>
                  <a:lnTo>
                    <a:pt x="651574" y="125226"/>
                  </a:lnTo>
                  <a:lnTo>
                    <a:pt x="675735" y="158944"/>
                  </a:lnTo>
                  <a:lnTo>
                    <a:pt x="693665" y="195321"/>
                  </a:lnTo>
                  <a:lnTo>
                    <a:pt x="704820" y="233924"/>
                  </a:lnTo>
                  <a:lnTo>
                    <a:pt x="708660" y="274319"/>
                  </a:lnTo>
                  <a:lnTo>
                    <a:pt x="704820" y="315094"/>
                  </a:lnTo>
                  <a:lnTo>
                    <a:pt x="693665" y="354007"/>
                  </a:lnTo>
                  <a:lnTo>
                    <a:pt x="675735" y="390632"/>
                  </a:lnTo>
                  <a:lnTo>
                    <a:pt x="651574" y="424544"/>
                  </a:lnTo>
                  <a:lnTo>
                    <a:pt x="621725" y="455316"/>
                  </a:lnTo>
                  <a:lnTo>
                    <a:pt x="586730" y="482522"/>
                  </a:lnTo>
                  <a:lnTo>
                    <a:pt x="547133" y="505737"/>
                  </a:lnTo>
                  <a:lnTo>
                    <a:pt x="503475" y="524535"/>
                  </a:lnTo>
                  <a:lnTo>
                    <a:pt x="456300" y="538489"/>
                  </a:lnTo>
                  <a:lnTo>
                    <a:pt x="406149" y="547174"/>
                  </a:lnTo>
                  <a:lnTo>
                    <a:pt x="353567" y="55016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664964" y="3703319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0" y="274319"/>
                  </a:moveTo>
                  <a:lnTo>
                    <a:pt x="3838" y="233924"/>
                  </a:lnTo>
                  <a:lnTo>
                    <a:pt x="14985" y="195321"/>
                  </a:lnTo>
                  <a:lnTo>
                    <a:pt x="32893" y="158944"/>
                  </a:lnTo>
                  <a:lnTo>
                    <a:pt x="57012" y="125226"/>
                  </a:lnTo>
                  <a:lnTo>
                    <a:pt x="86791" y="94600"/>
                  </a:lnTo>
                  <a:lnTo>
                    <a:pt x="121681" y="67497"/>
                  </a:lnTo>
                  <a:lnTo>
                    <a:pt x="161134" y="44352"/>
                  </a:lnTo>
                  <a:lnTo>
                    <a:pt x="204598" y="25597"/>
                  </a:lnTo>
                  <a:lnTo>
                    <a:pt x="251525" y="11665"/>
                  </a:lnTo>
                  <a:lnTo>
                    <a:pt x="301364" y="2988"/>
                  </a:lnTo>
                  <a:lnTo>
                    <a:pt x="353567" y="0"/>
                  </a:lnTo>
                  <a:lnTo>
                    <a:pt x="406149" y="2988"/>
                  </a:lnTo>
                  <a:lnTo>
                    <a:pt x="456300" y="11665"/>
                  </a:lnTo>
                  <a:lnTo>
                    <a:pt x="503475" y="25597"/>
                  </a:lnTo>
                  <a:lnTo>
                    <a:pt x="547133" y="44352"/>
                  </a:lnTo>
                  <a:lnTo>
                    <a:pt x="586730" y="67497"/>
                  </a:lnTo>
                  <a:lnTo>
                    <a:pt x="621725" y="94600"/>
                  </a:lnTo>
                  <a:lnTo>
                    <a:pt x="651574" y="125226"/>
                  </a:lnTo>
                  <a:lnTo>
                    <a:pt x="675735" y="158944"/>
                  </a:lnTo>
                  <a:lnTo>
                    <a:pt x="693665" y="195321"/>
                  </a:lnTo>
                  <a:lnTo>
                    <a:pt x="704820" y="233924"/>
                  </a:lnTo>
                  <a:lnTo>
                    <a:pt x="708660" y="274319"/>
                  </a:lnTo>
                  <a:lnTo>
                    <a:pt x="704820" y="315094"/>
                  </a:lnTo>
                  <a:lnTo>
                    <a:pt x="693665" y="354007"/>
                  </a:lnTo>
                  <a:lnTo>
                    <a:pt x="675735" y="390632"/>
                  </a:lnTo>
                  <a:lnTo>
                    <a:pt x="651574" y="424544"/>
                  </a:lnTo>
                  <a:lnTo>
                    <a:pt x="621725" y="455316"/>
                  </a:lnTo>
                  <a:lnTo>
                    <a:pt x="586730" y="482522"/>
                  </a:lnTo>
                  <a:lnTo>
                    <a:pt x="547133" y="505737"/>
                  </a:lnTo>
                  <a:lnTo>
                    <a:pt x="503475" y="524535"/>
                  </a:lnTo>
                  <a:lnTo>
                    <a:pt x="456300" y="538489"/>
                  </a:lnTo>
                  <a:lnTo>
                    <a:pt x="406149" y="547174"/>
                  </a:lnTo>
                  <a:lnTo>
                    <a:pt x="353567" y="550163"/>
                  </a:lnTo>
                  <a:lnTo>
                    <a:pt x="301364" y="547174"/>
                  </a:lnTo>
                  <a:lnTo>
                    <a:pt x="251525" y="538489"/>
                  </a:lnTo>
                  <a:lnTo>
                    <a:pt x="204598" y="524535"/>
                  </a:lnTo>
                  <a:lnTo>
                    <a:pt x="161134" y="505737"/>
                  </a:lnTo>
                  <a:lnTo>
                    <a:pt x="121681" y="482522"/>
                  </a:lnTo>
                  <a:lnTo>
                    <a:pt x="86791" y="455316"/>
                  </a:lnTo>
                  <a:lnTo>
                    <a:pt x="57012" y="424544"/>
                  </a:lnTo>
                  <a:lnTo>
                    <a:pt x="32893" y="390632"/>
                  </a:lnTo>
                  <a:lnTo>
                    <a:pt x="14985" y="354007"/>
                  </a:lnTo>
                  <a:lnTo>
                    <a:pt x="3838" y="315094"/>
                  </a:lnTo>
                  <a:lnTo>
                    <a:pt x="0" y="274319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923528" y="3810995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013197" y="2350008"/>
            <a:ext cx="2867660" cy="1358900"/>
            <a:chOff x="5013197" y="2350008"/>
            <a:chExt cx="2867660" cy="1358900"/>
          </a:xfrm>
        </p:grpSpPr>
        <p:sp>
          <p:nvSpPr>
            <p:cNvPr id="32" name="object 32" descr=""/>
            <p:cNvSpPr/>
            <p:nvPr/>
          </p:nvSpPr>
          <p:spPr>
            <a:xfrm>
              <a:off x="5018531" y="3275076"/>
              <a:ext cx="1905" cy="428625"/>
            </a:xfrm>
            <a:custGeom>
              <a:avLst/>
              <a:gdLst/>
              <a:ahLst/>
              <a:cxnLst/>
              <a:rect l="l" t="t" r="r" b="b"/>
              <a:pathLst>
                <a:path w="1904" h="428625">
                  <a:moveTo>
                    <a:pt x="1523" y="0"/>
                  </a:moveTo>
                  <a:lnTo>
                    <a:pt x="0" y="428243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370319" y="2363724"/>
              <a:ext cx="1496695" cy="866140"/>
            </a:xfrm>
            <a:custGeom>
              <a:avLst/>
              <a:gdLst/>
              <a:ahLst/>
              <a:cxnLst/>
              <a:rect l="l" t="t" r="r" b="b"/>
              <a:pathLst>
                <a:path w="1496695" h="866139">
                  <a:moveTo>
                    <a:pt x="0" y="0"/>
                  </a:moveTo>
                  <a:lnTo>
                    <a:pt x="1496567" y="0"/>
                  </a:lnTo>
                  <a:lnTo>
                    <a:pt x="1496567" y="865632"/>
                  </a:lnTo>
                  <a:lnTo>
                    <a:pt x="0" y="865632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85165">
              <a:lnSpc>
                <a:spcPct val="100000"/>
              </a:lnSpc>
              <a:spcBef>
                <a:spcPts val="95"/>
              </a:spcBef>
            </a:pPr>
            <a:r>
              <a:rPr dirty="0"/>
              <a:t>1:n의</a:t>
            </a:r>
            <a:r>
              <a:rPr dirty="0" spc="-40"/>
              <a:t> </a:t>
            </a:r>
            <a:r>
              <a:rPr dirty="0"/>
              <a:t>identifying</a:t>
            </a:r>
            <a:r>
              <a:rPr dirty="0" spc="-45"/>
              <a:t> </a:t>
            </a:r>
            <a:r>
              <a:rPr dirty="0" spc="-10"/>
              <a:t>관계(2)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5148" y="5057140"/>
            <a:ext cx="7687538" cy="1133855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2261361" y="2380233"/>
            <a:ext cx="1366520" cy="815975"/>
            <a:chOff x="2261361" y="2380233"/>
            <a:chExt cx="1366520" cy="815975"/>
          </a:xfrm>
        </p:grpSpPr>
        <p:sp>
          <p:nvSpPr>
            <p:cNvPr id="5" name="object 5" descr=""/>
            <p:cNvSpPr/>
            <p:nvPr/>
          </p:nvSpPr>
          <p:spPr>
            <a:xfrm>
              <a:off x="2275331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1338071" y="787907"/>
                  </a:moveTo>
                  <a:lnTo>
                    <a:pt x="0" y="787907"/>
                  </a:lnTo>
                  <a:lnTo>
                    <a:pt x="0" y="0"/>
                  </a:lnTo>
                  <a:lnTo>
                    <a:pt x="1338071" y="0"/>
                  </a:lnTo>
                  <a:lnTo>
                    <a:pt x="1338071" y="78790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75331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0" y="0"/>
                  </a:moveTo>
                  <a:lnTo>
                    <a:pt x="1338071" y="0"/>
                  </a:lnTo>
                  <a:lnTo>
                    <a:pt x="1338071" y="787907"/>
                  </a:lnTo>
                  <a:lnTo>
                    <a:pt x="0" y="787907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797547" y="2620740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608006" y="2258313"/>
            <a:ext cx="2847340" cy="1050925"/>
            <a:chOff x="3608006" y="2258313"/>
            <a:chExt cx="2847340" cy="1050925"/>
          </a:xfrm>
        </p:grpSpPr>
        <p:sp>
          <p:nvSpPr>
            <p:cNvPr id="9" name="object 9" descr=""/>
            <p:cNvSpPr/>
            <p:nvPr/>
          </p:nvSpPr>
          <p:spPr>
            <a:xfrm>
              <a:off x="3613404" y="2784347"/>
              <a:ext cx="2836545" cy="3175"/>
            </a:xfrm>
            <a:custGeom>
              <a:avLst/>
              <a:gdLst/>
              <a:ahLst/>
              <a:cxnLst/>
              <a:rect l="l" t="t" r="r" b="b"/>
              <a:pathLst>
                <a:path w="2836545" h="3175">
                  <a:moveTo>
                    <a:pt x="0" y="3048"/>
                  </a:moveTo>
                  <a:lnTo>
                    <a:pt x="787908" y="0"/>
                  </a:lnTo>
                </a:path>
                <a:path w="2836545" h="3175">
                  <a:moveTo>
                    <a:pt x="2048256" y="0"/>
                  </a:moveTo>
                  <a:lnTo>
                    <a:pt x="2836164" y="304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401312" y="2272283"/>
              <a:ext cx="1260475" cy="1022985"/>
            </a:xfrm>
            <a:custGeom>
              <a:avLst/>
              <a:gdLst/>
              <a:ahLst/>
              <a:cxnLst/>
              <a:rect l="l" t="t" r="r" b="b"/>
              <a:pathLst>
                <a:path w="1260475" h="1022985">
                  <a:moveTo>
                    <a:pt x="629411" y="1022604"/>
                  </a:moveTo>
                  <a:lnTo>
                    <a:pt x="0" y="512064"/>
                  </a:ln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2604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401312" y="2272283"/>
              <a:ext cx="1260475" cy="1022985"/>
            </a:xfrm>
            <a:custGeom>
              <a:avLst/>
              <a:gdLst/>
              <a:ahLst/>
              <a:cxnLst/>
              <a:rect l="l" t="t" r="r" b="b"/>
              <a:pathLst>
                <a:path w="1260475" h="1022985">
                  <a:moveTo>
                    <a:pt x="0" y="512064"/>
                  </a:moveTo>
                  <a:lnTo>
                    <a:pt x="629411" y="0"/>
                  </a:lnTo>
                  <a:lnTo>
                    <a:pt x="1260348" y="512064"/>
                  </a:lnTo>
                  <a:lnTo>
                    <a:pt x="629411" y="1022604"/>
                  </a:lnTo>
                  <a:lnTo>
                    <a:pt x="0" y="512064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940226" y="2616198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435597" y="2380233"/>
            <a:ext cx="1366520" cy="815975"/>
            <a:chOff x="6435597" y="2380233"/>
            <a:chExt cx="1366520" cy="815975"/>
          </a:xfrm>
        </p:grpSpPr>
        <p:sp>
          <p:nvSpPr>
            <p:cNvPr id="14" name="object 14" descr=""/>
            <p:cNvSpPr/>
            <p:nvPr/>
          </p:nvSpPr>
          <p:spPr>
            <a:xfrm>
              <a:off x="6449567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1338071" y="787907"/>
                  </a:moveTo>
                  <a:lnTo>
                    <a:pt x="0" y="787907"/>
                  </a:lnTo>
                  <a:lnTo>
                    <a:pt x="0" y="0"/>
                  </a:lnTo>
                  <a:lnTo>
                    <a:pt x="1338071" y="0"/>
                  </a:lnTo>
                  <a:lnTo>
                    <a:pt x="1338071" y="78790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49567" y="2394203"/>
              <a:ext cx="1338580" cy="788035"/>
            </a:xfrm>
            <a:custGeom>
              <a:avLst/>
              <a:gdLst/>
              <a:ahLst/>
              <a:cxnLst/>
              <a:rect l="l" t="t" r="r" b="b"/>
              <a:pathLst>
                <a:path w="1338579" h="788035">
                  <a:moveTo>
                    <a:pt x="0" y="0"/>
                  </a:moveTo>
                  <a:lnTo>
                    <a:pt x="1338071" y="0"/>
                  </a:lnTo>
                  <a:lnTo>
                    <a:pt x="1338071" y="787907"/>
                  </a:lnTo>
                  <a:lnTo>
                    <a:pt x="0" y="787907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971786" y="2620740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94500" y="2398258"/>
            <a:ext cx="1644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1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798231" y="2405871"/>
            <a:ext cx="1708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n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575305" y="3596385"/>
            <a:ext cx="736600" cy="579755"/>
            <a:chOff x="2575305" y="3596385"/>
            <a:chExt cx="736600" cy="579755"/>
          </a:xfrm>
        </p:grpSpPr>
        <p:sp>
          <p:nvSpPr>
            <p:cNvPr id="20" name="object 20" descr=""/>
            <p:cNvSpPr/>
            <p:nvPr/>
          </p:nvSpPr>
          <p:spPr>
            <a:xfrm>
              <a:off x="2589275" y="3610355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355091" y="551687"/>
                  </a:move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89275" y="3610355"/>
              <a:ext cx="708660" cy="551815"/>
            </a:xfrm>
            <a:custGeom>
              <a:avLst/>
              <a:gdLst/>
              <a:ahLst/>
              <a:cxnLst/>
              <a:rect l="l" t="t" r="r" b="b"/>
              <a:pathLst>
                <a:path w="708660" h="551814">
                  <a:moveTo>
                    <a:pt x="0" y="275843"/>
                  </a:moveTo>
                  <a:lnTo>
                    <a:pt x="3839" y="235069"/>
                  </a:lnTo>
                  <a:lnTo>
                    <a:pt x="14994" y="196156"/>
                  </a:lnTo>
                  <a:lnTo>
                    <a:pt x="32924" y="159531"/>
                  </a:lnTo>
                  <a:lnTo>
                    <a:pt x="57085" y="125619"/>
                  </a:lnTo>
                  <a:lnTo>
                    <a:pt x="86934" y="94847"/>
                  </a:lnTo>
                  <a:lnTo>
                    <a:pt x="121929" y="67641"/>
                  </a:lnTo>
                  <a:lnTo>
                    <a:pt x="161526" y="44426"/>
                  </a:lnTo>
                  <a:lnTo>
                    <a:pt x="205184" y="25628"/>
                  </a:lnTo>
                  <a:lnTo>
                    <a:pt x="252359" y="11674"/>
                  </a:lnTo>
                  <a:lnTo>
                    <a:pt x="302509" y="2989"/>
                  </a:lnTo>
                  <a:lnTo>
                    <a:pt x="355091" y="0"/>
                  </a:lnTo>
                  <a:lnTo>
                    <a:pt x="407295" y="2989"/>
                  </a:lnTo>
                  <a:lnTo>
                    <a:pt x="457134" y="11674"/>
                  </a:lnTo>
                  <a:lnTo>
                    <a:pt x="504061" y="25628"/>
                  </a:lnTo>
                  <a:lnTo>
                    <a:pt x="547525" y="44426"/>
                  </a:lnTo>
                  <a:lnTo>
                    <a:pt x="586978" y="67641"/>
                  </a:lnTo>
                  <a:lnTo>
                    <a:pt x="621868" y="94847"/>
                  </a:lnTo>
                  <a:lnTo>
                    <a:pt x="651647" y="125619"/>
                  </a:lnTo>
                  <a:lnTo>
                    <a:pt x="675766" y="159531"/>
                  </a:lnTo>
                  <a:lnTo>
                    <a:pt x="693674" y="196156"/>
                  </a:lnTo>
                  <a:lnTo>
                    <a:pt x="704821" y="235069"/>
                  </a:lnTo>
                  <a:lnTo>
                    <a:pt x="708660" y="275843"/>
                  </a:lnTo>
                  <a:lnTo>
                    <a:pt x="704821" y="316618"/>
                  </a:lnTo>
                  <a:lnTo>
                    <a:pt x="693674" y="355531"/>
                  </a:lnTo>
                  <a:lnTo>
                    <a:pt x="675766" y="392156"/>
                  </a:lnTo>
                  <a:lnTo>
                    <a:pt x="651647" y="426068"/>
                  </a:lnTo>
                  <a:lnTo>
                    <a:pt x="621868" y="456840"/>
                  </a:lnTo>
                  <a:lnTo>
                    <a:pt x="586978" y="484046"/>
                  </a:lnTo>
                  <a:lnTo>
                    <a:pt x="547525" y="507261"/>
                  </a:lnTo>
                  <a:lnTo>
                    <a:pt x="504061" y="526059"/>
                  </a:lnTo>
                  <a:lnTo>
                    <a:pt x="457134" y="540013"/>
                  </a:lnTo>
                  <a:lnTo>
                    <a:pt x="407295" y="548698"/>
                  </a:lnTo>
                  <a:lnTo>
                    <a:pt x="355091" y="551687"/>
                  </a:lnTo>
                  <a:lnTo>
                    <a:pt x="302509" y="548698"/>
                  </a:lnTo>
                  <a:lnTo>
                    <a:pt x="252359" y="540013"/>
                  </a:lnTo>
                  <a:lnTo>
                    <a:pt x="205184" y="526059"/>
                  </a:lnTo>
                  <a:lnTo>
                    <a:pt x="161526" y="507261"/>
                  </a:lnTo>
                  <a:lnTo>
                    <a:pt x="121929" y="484046"/>
                  </a:lnTo>
                  <a:lnTo>
                    <a:pt x="86934" y="456840"/>
                  </a:lnTo>
                  <a:lnTo>
                    <a:pt x="57085" y="426068"/>
                  </a:lnTo>
                  <a:lnTo>
                    <a:pt x="32924" y="392156"/>
                  </a:lnTo>
                  <a:lnTo>
                    <a:pt x="14994" y="355531"/>
                  </a:lnTo>
                  <a:lnTo>
                    <a:pt x="3839" y="316618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786865" y="3718048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937446" y="3176714"/>
            <a:ext cx="4628515" cy="999490"/>
            <a:chOff x="2937446" y="3176714"/>
            <a:chExt cx="4628515" cy="999490"/>
          </a:xfrm>
        </p:grpSpPr>
        <p:sp>
          <p:nvSpPr>
            <p:cNvPr id="24" name="object 24" descr=""/>
            <p:cNvSpPr/>
            <p:nvPr/>
          </p:nvSpPr>
          <p:spPr>
            <a:xfrm>
              <a:off x="2942843" y="3182111"/>
              <a:ext cx="1905" cy="429895"/>
            </a:xfrm>
            <a:custGeom>
              <a:avLst/>
              <a:gdLst/>
              <a:ahLst/>
              <a:cxnLst/>
              <a:rect l="l" t="t" r="r" b="b"/>
              <a:pathLst>
                <a:path w="1905" h="429895">
                  <a:moveTo>
                    <a:pt x="1524" y="0"/>
                  </a:moveTo>
                  <a:lnTo>
                    <a:pt x="0" y="42976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685787" y="3610356"/>
              <a:ext cx="866140" cy="551815"/>
            </a:xfrm>
            <a:custGeom>
              <a:avLst/>
              <a:gdLst/>
              <a:ahLst/>
              <a:cxnLst/>
              <a:rect l="l" t="t" r="r" b="b"/>
              <a:pathLst>
                <a:path w="866140" h="551814">
                  <a:moveTo>
                    <a:pt x="432815" y="551687"/>
                  </a:moveTo>
                  <a:lnTo>
                    <a:pt x="374037" y="549170"/>
                  </a:lnTo>
                  <a:lnTo>
                    <a:pt x="317676" y="541838"/>
                  </a:lnTo>
                  <a:lnTo>
                    <a:pt x="264247" y="530018"/>
                  </a:lnTo>
                  <a:lnTo>
                    <a:pt x="214263" y="514039"/>
                  </a:lnTo>
                  <a:lnTo>
                    <a:pt x="168237" y="494229"/>
                  </a:lnTo>
                  <a:lnTo>
                    <a:pt x="126682" y="470915"/>
                  </a:lnTo>
                  <a:lnTo>
                    <a:pt x="90112" y="444427"/>
                  </a:lnTo>
                  <a:lnTo>
                    <a:pt x="59040" y="415092"/>
                  </a:lnTo>
                  <a:lnTo>
                    <a:pt x="33980" y="383238"/>
                  </a:lnTo>
                  <a:lnTo>
                    <a:pt x="15444" y="349193"/>
                  </a:lnTo>
                  <a:lnTo>
                    <a:pt x="0" y="275843"/>
                  </a:lnTo>
                  <a:lnTo>
                    <a:pt x="3946" y="238401"/>
                  </a:lnTo>
                  <a:lnTo>
                    <a:pt x="33980" y="168449"/>
                  </a:lnTo>
                  <a:lnTo>
                    <a:pt x="59040" y="136595"/>
                  </a:lnTo>
                  <a:lnTo>
                    <a:pt x="90112" y="107260"/>
                  </a:lnTo>
                  <a:lnTo>
                    <a:pt x="126682" y="80771"/>
                  </a:lnTo>
                  <a:lnTo>
                    <a:pt x="168237" y="57458"/>
                  </a:lnTo>
                  <a:lnTo>
                    <a:pt x="214263" y="37648"/>
                  </a:lnTo>
                  <a:lnTo>
                    <a:pt x="264247" y="21669"/>
                  </a:lnTo>
                  <a:lnTo>
                    <a:pt x="317676" y="9849"/>
                  </a:lnTo>
                  <a:lnTo>
                    <a:pt x="374037" y="2517"/>
                  </a:lnTo>
                  <a:lnTo>
                    <a:pt x="432815" y="0"/>
                  </a:lnTo>
                  <a:lnTo>
                    <a:pt x="491594" y="2517"/>
                  </a:lnTo>
                  <a:lnTo>
                    <a:pt x="547955" y="9849"/>
                  </a:lnTo>
                  <a:lnTo>
                    <a:pt x="601384" y="21669"/>
                  </a:lnTo>
                  <a:lnTo>
                    <a:pt x="651368" y="37648"/>
                  </a:lnTo>
                  <a:lnTo>
                    <a:pt x="697394" y="57458"/>
                  </a:lnTo>
                  <a:lnTo>
                    <a:pt x="738949" y="80771"/>
                  </a:lnTo>
                  <a:lnTo>
                    <a:pt x="775519" y="107260"/>
                  </a:lnTo>
                  <a:lnTo>
                    <a:pt x="806591" y="136595"/>
                  </a:lnTo>
                  <a:lnTo>
                    <a:pt x="831651" y="168449"/>
                  </a:lnTo>
                  <a:lnTo>
                    <a:pt x="850187" y="202494"/>
                  </a:lnTo>
                  <a:lnTo>
                    <a:pt x="865631" y="275843"/>
                  </a:lnTo>
                  <a:lnTo>
                    <a:pt x="861685" y="313286"/>
                  </a:lnTo>
                  <a:lnTo>
                    <a:pt x="831651" y="383238"/>
                  </a:lnTo>
                  <a:lnTo>
                    <a:pt x="806591" y="415092"/>
                  </a:lnTo>
                  <a:lnTo>
                    <a:pt x="775519" y="444427"/>
                  </a:lnTo>
                  <a:lnTo>
                    <a:pt x="738949" y="470915"/>
                  </a:lnTo>
                  <a:lnTo>
                    <a:pt x="697394" y="494229"/>
                  </a:lnTo>
                  <a:lnTo>
                    <a:pt x="651368" y="514039"/>
                  </a:lnTo>
                  <a:lnTo>
                    <a:pt x="601384" y="530018"/>
                  </a:lnTo>
                  <a:lnTo>
                    <a:pt x="547955" y="541838"/>
                  </a:lnTo>
                  <a:lnTo>
                    <a:pt x="491594" y="549170"/>
                  </a:lnTo>
                  <a:lnTo>
                    <a:pt x="432815" y="5516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685787" y="3610356"/>
              <a:ext cx="866140" cy="551815"/>
            </a:xfrm>
            <a:custGeom>
              <a:avLst/>
              <a:gdLst/>
              <a:ahLst/>
              <a:cxnLst/>
              <a:rect l="l" t="t" r="r" b="b"/>
              <a:pathLst>
                <a:path w="866140" h="551814">
                  <a:moveTo>
                    <a:pt x="0" y="275843"/>
                  </a:moveTo>
                  <a:lnTo>
                    <a:pt x="15444" y="202494"/>
                  </a:lnTo>
                  <a:lnTo>
                    <a:pt x="33980" y="168449"/>
                  </a:lnTo>
                  <a:lnTo>
                    <a:pt x="59040" y="136595"/>
                  </a:lnTo>
                  <a:lnTo>
                    <a:pt x="90112" y="107260"/>
                  </a:lnTo>
                  <a:lnTo>
                    <a:pt x="126682" y="80771"/>
                  </a:lnTo>
                  <a:lnTo>
                    <a:pt x="168237" y="57458"/>
                  </a:lnTo>
                  <a:lnTo>
                    <a:pt x="214263" y="37648"/>
                  </a:lnTo>
                  <a:lnTo>
                    <a:pt x="264247" y="21669"/>
                  </a:lnTo>
                  <a:lnTo>
                    <a:pt x="317676" y="9849"/>
                  </a:lnTo>
                  <a:lnTo>
                    <a:pt x="374037" y="2517"/>
                  </a:lnTo>
                  <a:lnTo>
                    <a:pt x="432815" y="0"/>
                  </a:lnTo>
                  <a:lnTo>
                    <a:pt x="491594" y="2517"/>
                  </a:lnTo>
                  <a:lnTo>
                    <a:pt x="547955" y="9849"/>
                  </a:lnTo>
                  <a:lnTo>
                    <a:pt x="601384" y="21669"/>
                  </a:lnTo>
                  <a:lnTo>
                    <a:pt x="651368" y="37648"/>
                  </a:lnTo>
                  <a:lnTo>
                    <a:pt x="697394" y="57458"/>
                  </a:lnTo>
                  <a:lnTo>
                    <a:pt x="738949" y="80771"/>
                  </a:lnTo>
                  <a:lnTo>
                    <a:pt x="775519" y="107260"/>
                  </a:lnTo>
                  <a:lnTo>
                    <a:pt x="806591" y="136595"/>
                  </a:lnTo>
                  <a:lnTo>
                    <a:pt x="831651" y="168449"/>
                  </a:lnTo>
                  <a:lnTo>
                    <a:pt x="850187" y="202494"/>
                  </a:lnTo>
                  <a:lnTo>
                    <a:pt x="865631" y="275843"/>
                  </a:lnTo>
                  <a:lnTo>
                    <a:pt x="861685" y="313286"/>
                  </a:lnTo>
                  <a:lnTo>
                    <a:pt x="831651" y="383238"/>
                  </a:lnTo>
                  <a:lnTo>
                    <a:pt x="806591" y="415092"/>
                  </a:lnTo>
                  <a:lnTo>
                    <a:pt x="775519" y="444427"/>
                  </a:lnTo>
                  <a:lnTo>
                    <a:pt x="738949" y="470915"/>
                  </a:lnTo>
                  <a:lnTo>
                    <a:pt x="697394" y="494229"/>
                  </a:lnTo>
                  <a:lnTo>
                    <a:pt x="651368" y="514039"/>
                  </a:lnTo>
                  <a:lnTo>
                    <a:pt x="601384" y="530018"/>
                  </a:lnTo>
                  <a:lnTo>
                    <a:pt x="547955" y="541838"/>
                  </a:lnTo>
                  <a:lnTo>
                    <a:pt x="491594" y="549170"/>
                  </a:lnTo>
                  <a:lnTo>
                    <a:pt x="432815" y="551687"/>
                  </a:lnTo>
                  <a:lnTo>
                    <a:pt x="374037" y="549170"/>
                  </a:lnTo>
                  <a:lnTo>
                    <a:pt x="317676" y="541838"/>
                  </a:lnTo>
                  <a:lnTo>
                    <a:pt x="264247" y="530018"/>
                  </a:lnTo>
                  <a:lnTo>
                    <a:pt x="214263" y="514039"/>
                  </a:lnTo>
                  <a:lnTo>
                    <a:pt x="168237" y="494229"/>
                  </a:lnTo>
                  <a:lnTo>
                    <a:pt x="126682" y="470915"/>
                  </a:lnTo>
                  <a:lnTo>
                    <a:pt x="90112" y="444427"/>
                  </a:lnTo>
                  <a:lnTo>
                    <a:pt x="59040" y="415092"/>
                  </a:lnTo>
                  <a:lnTo>
                    <a:pt x="33980" y="383238"/>
                  </a:lnTo>
                  <a:lnTo>
                    <a:pt x="15444" y="349193"/>
                  </a:lnTo>
                  <a:lnTo>
                    <a:pt x="0" y="2758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916903" y="3718048"/>
            <a:ext cx="40322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</a:t>
            </a:r>
            <a:r>
              <a:rPr dirty="0" sz="1950" spc="3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u="sng" sz="1950" spc="-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269994" y="2192781"/>
            <a:ext cx="2855595" cy="2075180"/>
            <a:chOff x="4269994" y="2192781"/>
            <a:chExt cx="2855595" cy="2075180"/>
          </a:xfrm>
        </p:grpSpPr>
        <p:sp>
          <p:nvSpPr>
            <p:cNvPr id="29" name="object 29" descr=""/>
            <p:cNvSpPr/>
            <p:nvPr/>
          </p:nvSpPr>
          <p:spPr>
            <a:xfrm>
              <a:off x="5503163" y="2836163"/>
              <a:ext cx="1617345" cy="775970"/>
            </a:xfrm>
            <a:custGeom>
              <a:avLst/>
              <a:gdLst/>
              <a:ahLst/>
              <a:cxnLst/>
              <a:rect l="l" t="t" r="r" b="b"/>
              <a:pathLst>
                <a:path w="1617345" h="775970">
                  <a:moveTo>
                    <a:pt x="1616964" y="345947"/>
                  </a:moveTo>
                  <a:lnTo>
                    <a:pt x="1613916" y="775716"/>
                  </a:lnTo>
                </a:path>
                <a:path w="1617345" h="775970">
                  <a:moveTo>
                    <a:pt x="0" y="0"/>
                  </a:moveTo>
                  <a:lnTo>
                    <a:pt x="1103375" y="1524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283964" y="2206751"/>
              <a:ext cx="1496695" cy="1184275"/>
            </a:xfrm>
            <a:custGeom>
              <a:avLst/>
              <a:gdLst/>
              <a:ahLst/>
              <a:cxnLst/>
              <a:rect l="l" t="t" r="r" b="b"/>
              <a:pathLst>
                <a:path w="1496695" h="1184275">
                  <a:moveTo>
                    <a:pt x="0" y="591312"/>
                  </a:moveTo>
                  <a:lnTo>
                    <a:pt x="748283" y="0"/>
                  </a:lnTo>
                  <a:lnTo>
                    <a:pt x="1496567" y="591312"/>
                  </a:lnTo>
                  <a:lnTo>
                    <a:pt x="748283" y="1184148"/>
                  </a:lnTo>
                  <a:lnTo>
                    <a:pt x="0" y="591312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664964" y="3703319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353567" y="550163"/>
                  </a:moveTo>
                  <a:lnTo>
                    <a:pt x="301364" y="547174"/>
                  </a:lnTo>
                  <a:lnTo>
                    <a:pt x="251525" y="538489"/>
                  </a:lnTo>
                  <a:lnTo>
                    <a:pt x="204598" y="524535"/>
                  </a:lnTo>
                  <a:lnTo>
                    <a:pt x="161134" y="505737"/>
                  </a:lnTo>
                  <a:lnTo>
                    <a:pt x="121681" y="482522"/>
                  </a:lnTo>
                  <a:lnTo>
                    <a:pt x="86791" y="455316"/>
                  </a:lnTo>
                  <a:lnTo>
                    <a:pt x="57012" y="424544"/>
                  </a:lnTo>
                  <a:lnTo>
                    <a:pt x="32893" y="390632"/>
                  </a:lnTo>
                  <a:lnTo>
                    <a:pt x="14985" y="354007"/>
                  </a:lnTo>
                  <a:lnTo>
                    <a:pt x="3838" y="315094"/>
                  </a:lnTo>
                  <a:lnTo>
                    <a:pt x="0" y="274319"/>
                  </a:lnTo>
                  <a:lnTo>
                    <a:pt x="3838" y="233924"/>
                  </a:lnTo>
                  <a:lnTo>
                    <a:pt x="14985" y="195321"/>
                  </a:lnTo>
                  <a:lnTo>
                    <a:pt x="32893" y="158944"/>
                  </a:lnTo>
                  <a:lnTo>
                    <a:pt x="57012" y="125226"/>
                  </a:lnTo>
                  <a:lnTo>
                    <a:pt x="86791" y="94600"/>
                  </a:lnTo>
                  <a:lnTo>
                    <a:pt x="121681" y="67497"/>
                  </a:lnTo>
                  <a:lnTo>
                    <a:pt x="161134" y="44352"/>
                  </a:lnTo>
                  <a:lnTo>
                    <a:pt x="204598" y="25597"/>
                  </a:lnTo>
                  <a:lnTo>
                    <a:pt x="251525" y="11665"/>
                  </a:lnTo>
                  <a:lnTo>
                    <a:pt x="301364" y="2988"/>
                  </a:lnTo>
                  <a:lnTo>
                    <a:pt x="353567" y="0"/>
                  </a:lnTo>
                  <a:lnTo>
                    <a:pt x="406149" y="2988"/>
                  </a:lnTo>
                  <a:lnTo>
                    <a:pt x="456300" y="11665"/>
                  </a:lnTo>
                  <a:lnTo>
                    <a:pt x="503475" y="25597"/>
                  </a:lnTo>
                  <a:lnTo>
                    <a:pt x="547133" y="44352"/>
                  </a:lnTo>
                  <a:lnTo>
                    <a:pt x="586730" y="67497"/>
                  </a:lnTo>
                  <a:lnTo>
                    <a:pt x="621725" y="94600"/>
                  </a:lnTo>
                  <a:lnTo>
                    <a:pt x="651574" y="125226"/>
                  </a:lnTo>
                  <a:lnTo>
                    <a:pt x="675735" y="158944"/>
                  </a:lnTo>
                  <a:lnTo>
                    <a:pt x="693665" y="195321"/>
                  </a:lnTo>
                  <a:lnTo>
                    <a:pt x="704820" y="233924"/>
                  </a:lnTo>
                  <a:lnTo>
                    <a:pt x="708660" y="274319"/>
                  </a:lnTo>
                  <a:lnTo>
                    <a:pt x="704820" y="315094"/>
                  </a:lnTo>
                  <a:lnTo>
                    <a:pt x="693665" y="354007"/>
                  </a:lnTo>
                  <a:lnTo>
                    <a:pt x="675735" y="390632"/>
                  </a:lnTo>
                  <a:lnTo>
                    <a:pt x="651574" y="424544"/>
                  </a:lnTo>
                  <a:lnTo>
                    <a:pt x="621725" y="455316"/>
                  </a:lnTo>
                  <a:lnTo>
                    <a:pt x="586730" y="482522"/>
                  </a:lnTo>
                  <a:lnTo>
                    <a:pt x="547133" y="505737"/>
                  </a:lnTo>
                  <a:lnTo>
                    <a:pt x="503475" y="524535"/>
                  </a:lnTo>
                  <a:lnTo>
                    <a:pt x="456300" y="538489"/>
                  </a:lnTo>
                  <a:lnTo>
                    <a:pt x="406149" y="547174"/>
                  </a:lnTo>
                  <a:lnTo>
                    <a:pt x="353567" y="55016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664964" y="3703319"/>
              <a:ext cx="708660" cy="550545"/>
            </a:xfrm>
            <a:custGeom>
              <a:avLst/>
              <a:gdLst/>
              <a:ahLst/>
              <a:cxnLst/>
              <a:rect l="l" t="t" r="r" b="b"/>
              <a:pathLst>
                <a:path w="708660" h="550545">
                  <a:moveTo>
                    <a:pt x="0" y="274319"/>
                  </a:moveTo>
                  <a:lnTo>
                    <a:pt x="3838" y="233924"/>
                  </a:lnTo>
                  <a:lnTo>
                    <a:pt x="14985" y="195321"/>
                  </a:lnTo>
                  <a:lnTo>
                    <a:pt x="32893" y="158944"/>
                  </a:lnTo>
                  <a:lnTo>
                    <a:pt x="57012" y="125226"/>
                  </a:lnTo>
                  <a:lnTo>
                    <a:pt x="86791" y="94600"/>
                  </a:lnTo>
                  <a:lnTo>
                    <a:pt x="121681" y="67497"/>
                  </a:lnTo>
                  <a:lnTo>
                    <a:pt x="161134" y="44352"/>
                  </a:lnTo>
                  <a:lnTo>
                    <a:pt x="204598" y="25597"/>
                  </a:lnTo>
                  <a:lnTo>
                    <a:pt x="251525" y="11665"/>
                  </a:lnTo>
                  <a:lnTo>
                    <a:pt x="301364" y="2988"/>
                  </a:lnTo>
                  <a:lnTo>
                    <a:pt x="353567" y="0"/>
                  </a:lnTo>
                  <a:lnTo>
                    <a:pt x="406149" y="2988"/>
                  </a:lnTo>
                  <a:lnTo>
                    <a:pt x="456300" y="11665"/>
                  </a:lnTo>
                  <a:lnTo>
                    <a:pt x="503475" y="25597"/>
                  </a:lnTo>
                  <a:lnTo>
                    <a:pt x="547133" y="44352"/>
                  </a:lnTo>
                  <a:lnTo>
                    <a:pt x="586730" y="67497"/>
                  </a:lnTo>
                  <a:lnTo>
                    <a:pt x="621725" y="94600"/>
                  </a:lnTo>
                  <a:lnTo>
                    <a:pt x="651574" y="125226"/>
                  </a:lnTo>
                  <a:lnTo>
                    <a:pt x="675735" y="158944"/>
                  </a:lnTo>
                  <a:lnTo>
                    <a:pt x="693665" y="195321"/>
                  </a:lnTo>
                  <a:lnTo>
                    <a:pt x="704820" y="233924"/>
                  </a:lnTo>
                  <a:lnTo>
                    <a:pt x="708660" y="274319"/>
                  </a:lnTo>
                  <a:lnTo>
                    <a:pt x="704820" y="315094"/>
                  </a:lnTo>
                  <a:lnTo>
                    <a:pt x="693665" y="354007"/>
                  </a:lnTo>
                  <a:lnTo>
                    <a:pt x="675735" y="390632"/>
                  </a:lnTo>
                  <a:lnTo>
                    <a:pt x="651574" y="424544"/>
                  </a:lnTo>
                  <a:lnTo>
                    <a:pt x="621725" y="455316"/>
                  </a:lnTo>
                  <a:lnTo>
                    <a:pt x="586730" y="482522"/>
                  </a:lnTo>
                  <a:lnTo>
                    <a:pt x="547133" y="505737"/>
                  </a:lnTo>
                  <a:lnTo>
                    <a:pt x="503475" y="524535"/>
                  </a:lnTo>
                  <a:lnTo>
                    <a:pt x="456300" y="538489"/>
                  </a:lnTo>
                  <a:lnTo>
                    <a:pt x="406149" y="547174"/>
                  </a:lnTo>
                  <a:lnTo>
                    <a:pt x="353567" y="550163"/>
                  </a:lnTo>
                  <a:lnTo>
                    <a:pt x="301364" y="547174"/>
                  </a:lnTo>
                  <a:lnTo>
                    <a:pt x="251525" y="538489"/>
                  </a:lnTo>
                  <a:lnTo>
                    <a:pt x="204598" y="524535"/>
                  </a:lnTo>
                  <a:lnTo>
                    <a:pt x="161134" y="505737"/>
                  </a:lnTo>
                  <a:lnTo>
                    <a:pt x="121681" y="482522"/>
                  </a:lnTo>
                  <a:lnTo>
                    <a:pt x="86791" y="455316"/>
                  </a:lnTo>
                  <a:lnTo>
                    <a:pt x="57012" y="424544"/>
                  </a:lnTo>
                  <a:lnTo>
                    <a:pt x="32893" y="390632"/>
                  </a:lnTo>
                  <a:lnTo>
                    <a:pt x="14985" y="354007"/>
                  </a:lnTo>
                  <a:lnTo>
                    <a:pt x="3838" y="315094"/>
                  </a:lnTo>
                  <a:lnTo>
                    <a:pt x="0" y="274319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923528" y="3810995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3371850" y="2350008"/>
            <a:ext cx="4509135" cy="1358900"/>
            <a:chOff x="3371850" y="2350008"/>
            <a:chExt cx="4509135" cy="1358900"/>
          </a:xfrm>
        </p:grpSpPr>
        <p:sp>
          <p:nvSpPr>
            <p:cNvPr id="35" name="object 35" descr=""/>
            <p:cNvSpPr/>
            <p:nvPr/>
          </p:nvSpPr>
          <p:spPr>
            <a:xfrm>
              <a:off x="3377183" y="2836164"/>
              <a:ext cx="1643380" cy="867410"/>
            </a:xfrm>
            <a:custGeom>
              <a:avLst/>
              <a:gdLst/>
              <a:ahLst/>
              <a:cxnLst/>
              <a:rect l="l" t="t" r="r" b="b"/>
              <a:pathLst>
                <a:path w="1643379" h="867410">
                  <a:moveTo>
                    <a:pt x="1642871" y="438911"/>
                  </a:moveTo>
                  <a:lnTo>
                    <a:pt x="1641348" y="867155"/>
                  </a:lnTo>
                </a:path>
                <a:path w="1643379" h="867410">
                  <a:moveTo>
                    <a:pt x="0" y="0"/>
                  </a:moveTo>
                  <a:lnTo>
                    <a:pt x="1103375" y="1524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370319" y="2363724"/>
              <a:ext cx="1496695" cy="866140"/>
            </a:xfrm>
            <a:custGeom>
              <a:avLst/>
              <a:gdLst/>
              <a:ahLst/>
              <a:cxnLst/>
              <a:rect l="l" t="t" r="r" b="b"/>
              <a:pathLst>
                <a:path w="1496695" h="866139">
                  <a:moveTo>
                    <a:pt x="0" y="0"/>
                  </a:moveTo>
                  <a:lnTo>
                    <a:pt x="1496567" y="0"/>
                  </a:lnTo>
                  <a:lnTo>
                    <a:pt x="1496567" y="865632"/>
                  </a:lnTo>
                  <a:lnTo>
                    <a:pt x="0" y="865632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73605">
              <a:lnSpc>
                <a:spcPct val="100000"/>
              </a:lnSpc>
              <a:spcBef>
                <a:spcPts val="95"/>
              </a:spcBef>
            </a:pPr>
            <a:r>
              <a:rPr dirty="0"/>
              <a:t>n:m의</a:t>
            </a:r>
            <a:r>
              <a:rPr dirty="0" spc="-60"/>
              <a:t> </a:t>
            </a:r>
            <a:r>
              <a:rPr dirty="0" spc="-10"/>
              <a:t>관계(1)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265421" y="3058413"/>
            <a:ext cx="1950720" cy="910590"/>
            <a:chOff x="4265421" y="3058413"/>
            <a:chExt cx="1950720" cy="910590"/>
          </a:xfrm>
        </p:grpSpPr>
        <p:sp>
          <p:nvSpPr>
            <p:cNvPr id="4" name="object 4" descr=""/>
            <p:cNvSpPr/>
            <p:nvPr/>
          </p:nvSpPr>
          <p:spPr>
            <a:xfrm>
              <a:off x="5468111" y="3514343"/>
              <a:ext cx="742315" cy="3175"/>
            </a:xfrm>
            <a:custGeom>
              <a:avLst/>
              <a:gdLst/>
              <a:ahLst/>
              <a:cxnLst/>
              <a:rect l="l" t="t" r="r" b="b"/>
              <a:pathLst>
                <a:path w="742314" h="3175">
                  <a:moveTo>
                    <a:pt x="0" y="0"/>
                  </a:moveTo>
                  <a:lnTo>
                    <a:pt x="742187" y="304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279391" y="3072383"/>
              <a:ext cx="1188720" cy="882650"/>
            </a:xfrm>
            <a:custGeom>
              <a:avLst/>
              <a:gdLst/>
              <a:ahLst/>
              <a:cxnLst/>
              <a:rect l="l" t="t" r="r" b="b"/>
              <a:pathLst>
                <a:path w="1188720" h="882650">
                  <a:moveTo>
                    <a:pt x="594359" y="882396"/>
                  </a:moveTo>
                  <a:lnTo>
                    <a:pt x="0" y="441959"/>
                  </a:lnTo>
                  <a:lnTo>
                    <a:pt x="594359" y="0"/>
                  </a:lnTo>
                  <a:lnTo>
                    <a:pt x="1188720" y="441959"/>
                  </a:lnTo>
                  <a:lnTo>
                    <a:pt x="594359" y="882396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279391" y="3072383"/>
              <a:ext cx="1188720" cy="882650"/>
            </a:xfrm>
            <a:custGeom>
              <a:avLst/>
              <a:gdLst/>
              <a:ahLst/>
              <a:cxnLst/>
              <a:rect l="l" t="t" r="r" b="b"/>
              <a:pathLst>
                <a:path w="1188720" h="882650">
                  <a:moveTo>
                    <a:pt x="0" y="441959"/>
                  </a:moveTo>
                  <a:lnTo>
                    <a:pt x="594359" y="0"/>
                  </a:lnTo>
                  <a:lnTo>
                    <a:pt x="1188720" y="441959"/>
                  </a:lnTo>
                  <a:lnTo>
                    <a:pt x="594359" y="882396"/>
                  </a:lnTo>
                  <a:lnTo>
                    <a:pt x="0" y="441959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783310" y="3346140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10300" y="3177540"/>
            <a:ext cx="1263650" cy="680085"/>
          </a:xfrm>
          <a:prstGeom prst="rect">
            <a:avLst/>
          </a:prstGeom>
          <a:solidFill>
            <a:srgbClr val="4F80BC"/>
          </a:solidFill>
          <a:ln w="27432">
            <a:solidFill>
              <a:srgbClr val="385D89"/>
            </a:solidFill>
          </a:ln>
        </p:spPr>
        <p:txBody>
          <a:bodyPr wrap="square" lIns="0" tIns="187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8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490216" y="4212336"/>
            <a:ext cx="868680" cy="502920"/>
            <a:chOff x="2490216" y="4212336"/>
            <a:chExt cx="868680" cy="502920"/>
          </a:xfrm>
        </p:grpSpPr>
        <p:sp>
          <p:nvSpPr>
            <p:cNvPr id="10" name="object 10" descr=""/>
            <p:cNvSpPr/>
            <p:nvPr/>
          </p:nvSpPr>
          <p:spPr>
            <a:xfrm>
              <a:off x="2503932" y="4226052"/>
              <a:ext cx="841375" cy="475615"/>
            </a:xfrm>
            <a:custGeom>
              <a:avLst/>
              <a:gdLst/>
              <a:ahLst/>
              <a:cxnLst/>
              <a:rect l="l" t="t" r="r" b="b"/>
              <a:pathLst>
                <a:path w="841375" h="475614">
                  <a:moveTo>
                    <a:pt x="420623" y="475487"/>
                  </a:moveTo>
                  <a:lnTo>
                    <a:pt x="358615" y="472904"/>
                  </a:lnTo>
                  <a:lnTo>
                    <a:pt x="299381" y="465402"/>
                  </a:lnTo>
                  <a:lnTo>
                    <a:pt x="243583" y="453352"/>
                  </a:lnTo>
                  <a:lnTo>
                    <a:pt x="191879" y="437125"/>
                  </a:lnTo>
                  <a:lnTo>
                    <a:pt x="144929" y="417092"/>
                  </a:lnTo>
                  <a:lnTo>
                    <a:pt x="103393" y="393624"/>
                  </a:lnTo>
                  <a:lnTo>
                    <a:pt x="67930" y="367092"/>
                  </a:lnTo>
                  <a:lnTo>
                    <a:pt x="39200" y="337867"/>
                  </a:lnTo>
                  <a:lnTo>
                    <a:pt x="4575" y="272822"/>
                  </a:lnTo>
                  <a:lnTo>
                    <a:pt x="0" y="237743"/>
                  </a:lnTo>
                  <a:lnTo>
                    <a:pt x="4575" y="202665"/>
                  </a:lnTo>
                  <a:lnTo>
                    <a:pt x="39200" y="137620"/>
                  </a:lnTo>
                  <a:lnTo>
                    <a:pt x="67930" y="108395"/>
                  </a:lnTo>
                  <a:lnTo>
                    <a:pt x="103393" y="81863"/>
                  </a:lnTo>
                  <a:lnTo>
                    <a:pt x="144929" y="58395"/>
                  </a:lnTo>
                  <a:lnTo>
                    <a:pt x="191879" y="38362"/>
                  </a:lnTo>
                  <a:lnTo>
                    <a:pt x="243583" y="22135"/>
                  </a:lnTo>
                  <a:lnTo>
                    <a:pt x="299381" y="10085"/>
                  </a:lnTo>
                  <a:lnTo>
                    <a:pt x="358615" y="2583"/>
                  </a:lnTo>
                  <a:lnTo>
                    <a:pt x="420623" y="0"/>
                  </a:lnTo>
                  <a:lnTo>
                    <a:pt x="482632" y="2583"/>
                  </a:lnTo>
                  <a:lnTo>
                    <a:pt x="541866" y="10085"/>
                  </a:lnTo>
                  <a:lnTo>
                    <a:pt x="597664" y="22135"/>
                  </a:lnTo>
                  <a:lnTo>
                    <a:pt x="649368" y="38362"/>
                  </a:lnTo>
                  <a:lnTo>
                    <a:pt x="696318" y="58395"/>
                  </a:lnTo>
                  <a:lnTo>
                    <a:pt x="737854" y="81863"/>
                  </a:lnTo>
                  <a:lnTo>
                    <a:pt x="773317" y="108395"/>
                  </a:lnTo>
                  <a:lnTo>
                    <a:pt x="802047" y="137620"/>
                  </a:lnTo>
                  <a:lnTo>
                    <a:pt x="836672" y="202665"/>
                  </a:lnTo>
                  <a:lnTo>
                    <a:pt x="841247" y="237743"/>
                  </a:lnTo>
                  <a:lnTo>
                    <a:pt x="836672" y="272822"/>
                  </a:lnTo>
                  <a:lnTo>
                    <a:pt x="802047" y="337867"/>
                  </a:lnTo>
                  <a:lnTo>
                    <a:pt x="773317" y="367092"/>
                  </a:lnTo>
                  <a:lnTo>
                    <a:pt x="737854" y="393624"/>
                  </a:lnTo>
                  <a:lnTo>
                    <a:pt x="696318" y="417092"/>
                  </a:lnTo>
                  <a:lnTo>
                    <a:pt x="649368" y="437125"/>
                  </a:lnTo>
                  <a:lnTo>
                    <a:pt x="597664" y="453352"/>
                  </a:lnTo>
                  <a:lnTo>
                    <a:pt x="541866" y="465402"/>
                  </a:lnTo>
                  <a:lnTo>
                    <a:pt x="482632" y="472904"/>
                  </a:lnTo>
                  <a:lnTo>
                    <a:pt x="420623" y="47548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03932" y="4226052"/>
              <a:ext cx="841375" cy="475615"/>
            </a:xfrm>
            <a:custGeom>
              <a:avLst/>
              <a:gdLst/>
              <a:ahLst/>
              <a:cxnLst/>
              <a:rect l="l" t="t" r="r" b="b"/>
              <a:pathLst>
                <a:path w="841375" h="475614">
                  <a:moveTo>
                    <a:pt x="0" y="237743"/>
                  </a:moveTo>
                  <a:lnTo>
                    <a:pt x="17862" y="169167"/>
                  </a:lnTo>
                  <a:lnTo>
                    <a:pt x="67930" y="108395"/>
                  </a:lnTo>
                  <a:lnTo>
                    <a:pt x="103393" y="81863"/>
                  </a:lnTo>
                  <a:lnTo>
                    <a:pt x="144929" y="58395"/>
                  </a:lnTo>
                  <a:lnTo>
                    <a:pt x="191879" y="38362"/>
                  </a:lnTo>
                  <a:lnTo>
                    <a:pt x="243583" y="22135"/>
                  </a:lnTo>
                  <a:lnTo>
                    <a:pt x="299381" y="10085"/>
                  </a:lnTo>
                  <a:lnTo>
                    <a:pt x="358615" y="2583"/>
                  </a:lnTo>
                  <a:lnTo>
                    <a:pt x="420623" y="0"/>
                  </a:lnTo>
                  <a:lnTo>
                    <a:pt x="482632" y="2583"/>
                  </a:lnTo>
                  <a:lnTo>
                    <a:pt x="541866" y="10085"/>
                  </a:lnTo>
                  <a:lnTo>
                    <a:pt x="597664" y="22135"/>
                  </a:lnTo>
                  <a:lnTo>
                    <a:pt x="649368" y="38362"/>
                  </a:lnTo>
                  <a:lnTo>
                    <a:pt x="696318" y="58395"/>
                  </a:lnTo>
                  <a:lnTo>
                    <a:pt x="737854" y="81863"/>
                  </a:lnTo>
                  <a:lnTo>
                    <a:pt x="773317" y="108395"/>
                  </a:lnTo>
                  <a:lnTo>
                    <a:pt x="802047" y="137620"/>
                  </a:lnTo>
                  <a:lnTo>
                    <a:pt x="836672" y="202665"/>
                  </a:lnTo>
                  <a:lnTo>
                    <a:pt x="841247" y="237743"/>
                  </a:lnTo>
                  <a:lnTo>
                    <a:pt x="836672" y="272822"/>
                  </a:lnTo>
                  <a:lnTo>
                    <a:pt x="802047" y="337867"/>
                  </a:lnTo>
                  <a:lnTo>
                    <a:pt x="773317" y="367092"/>
                  </a:lnTo>
                  <a:lnTo>
                    <a:pt x="737854" y="393624"/>
                  </a:lnTo>
                  <a:lnTo>
                    <a:pt x="696318" y="417092"/>
                  </a:lnTo>
                  <a:lnTo>
                    <a:pt x="649368" y="437125"/>
                  </a:lnTo>
                  <a:lnTo>
                    <a:pt x="597664" y="453352"/>
                  </a:lnTo>
                  <a:lnTo>
                    <a:pt x="541866" y="465402"/>
                  </a:lnTo>
                  <a:lnTo>
                    <a:pt x="482632" y="472904"/>
                  </a:lnTo>
                  <a:lnTo>
                    <a:pt x="420623" y="475487"/>
                  </a:lnTo>
                  <a:lnTo>
                    <a:pt x="358615" y="472904"/>
                  </a:lnTo>
                  <a:lnTo>
                    <a:pt x="299381" y="465402"/>
                  </a:lnTo>
                  <a:lnTo>
                    <a:pt x="243583" y="453352"/>
                  </a:lnTo>
                  <a:lnTo>
                    <a:pt x="191879" y="437125"/>
                  </a:lnTo>
                  <a:lnTo>
                    <a:pt x="144929" y="417092"/>
                  </a:lnTo>
                  <a:lnTo>
                    <a:pt x="103393" y="393624"/>
                  </a:lnTo>
                  <a:lnTo>
                    <a:pt x="67930" y="367092"/>
                  </a:lnTo>
                  <a:lnTo>
                    <a:pt x="39200" y="337867"/>
                  </a:lnTo>
                  <a:lnTo>
                    <a:pt x="4575" y="272822"/>
                  </a:lnTo>
                  <a:lnTo>
                    <a:pt x="0" y="2377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2261616" y="3163824"/>
          <a:ext cx="2113280" cy="1052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/>
                <a:gridCol w="621665"/>
                <a:gridCol w="747394"/>
              </a:tblGrid>
              <a:tr h="337820">
                <a:tc gridSpan="2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dirty="0" sz="1950" spc="-25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E1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18796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0534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950" spc="-50">
                          <a:latin typeface="Malgun Gothic"/>
                          <a:cs typeface="Malgun Gothic"/>
                        </a:rPr>
                        <a:t>n</a:t>
                      </a:r>
                      <a:endParaRPr sz="195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385D89"/>
                      </a:solidFill>
                      <a:prstDash val="solid"/>
                    </a:lnL>
                    <a:lnB w="19050">
                      <a:solidFill>
                        <a:srgbClr val="497EBA"/>
                      </a:solidFill>
                      <a:prstDash val="solid"/>
                    </a:lnB>
                  </a:tcPr>
                </a:tc>
              </a:tr>
              <a:tr h="34099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8796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385D89"/>
                      </a:solidFill>
                      <a:prstDash val="solid"/>
                    </a:lnL>
                    <a:lnT w="19050">
                      <a:solidFill>
                        <a:srgbClr val="497EBA"/>
                      </a:solidFill>
                      <a:prstDash val="solid"/>
                    </a:lnT>
                  </a:tcPr>
                </a:tc>
              </a:tr>
              <a:tr h="374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497EBA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97EBA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5601656" y="3192293"/>
            <a:ext cx="2470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m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67097" y="4295618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388353" y="4186173"/>
            <a:ext cx="869315" cy="528320"/>
            <a:chOff x="6388353" y="4186173"/>
            <a:chExt cx="869315" cy="528320"/>
          </a:xfrm>
        </p:grpSpPr>
        <p:sp>
          <p:nvSpPr>
            <p:cNvPr id="16" name="object 16" descr=""/>
            <p:cNvSpPr/>
            <p:nvPr/>
          </p:nvSpPr>
          <p:spPr>
            <a:xfrm>
              <a:off x="6402323" y="4200143"/>
              <a:ext cx="841375" cy="500380"/>
            </a:xfrm>
            <a:custGeom>
              <a:avLst/>
              <a:gdLst/>
              <a:ahLst/>
              <a:cxnLst/>
              <a:rect l="l" t="t" r="r" b="b"/>
              <a:pathLst>
                <a:path w="841375" h="500379">
                  <a:moveTo>
                    <a:pt x="420623" y="499872"/>
                  </a:moveTo>
                  <a:lnTo>
                    <a:pt x="363685" y="497602"/>
                  </a:lnTo>
                  <a:lnTo>
                    <a:pt x="309033" y="490989"/>
                  </a:lnTo>
                  <a:lnTo>
                    <a:pt x="257174" y="480321"/>
                  </a:lnTo>
                  <a:lnTo>
                    <a:pt x="208618" y="465892"/>
                  </a:lnTo>
                  <a:lnTo>
                    <a:pt x="163872" y="447991"/>
                  </a:lnTo>
                  <a:lnTo>
                    <a:pt x="123443" y="426910"/>
                  </a:lnTo>
                  <a:lnTo>
                    <a:pt x="87841" y="402940"/>
                  </a:lnTo>
                  <a:lnTo>
                    <a:pt x="57573" y="376371"/>
                  </a:lnTo>
                  <a:lnTo>
                    <a:pt x="15070" y="316603"/>
                  </a:lnTo>
                  <a:lnTo>
                    <a:pt x="0" y="249936"/>
                  </a:lnTo>
                  <a:lnTo>
                    <a:pt x="3852" y="216205"/>
                  </a:lnTo>
                  <a:lnTo>
                    <a:pt x="33146" y="153019"/>
                  </a:lnTo>
                  <a:lnTo>
                    <a:pt x="87841" y="97580"/>
                  </a:lnTo>
                  <a:lnTo>
                    <a:pt x="123443" y="73533"/>
                  </a:lnTo>
                  <a:lnTo>
                    <a:pt x="163872" y="52343"/>
                  </a:lnTo>
                  <a:lnTo>
                    <a:pt x="208618" y="34318"/>
                  </a:lnTo>
                  <a:lnTo>
                    <a:pt x="257174" y="19764"/>
                  </a:lnTo>
                  <a:lnTo>
                    <a:pt x="309033" y="8988"/>
                  </a:lnTo>
                  <a:lnTo>
                    <a:pt x="363685" y="2298"/>
                  </a:lnTo>
                  <a:lnTo>
                    <a:pt x="420623" y="0"/>
                  </a:lnTo>
                  <a:lnTo>
                    <a:pt x="477882" y="2298"/>
                  </a:lnTo>
                  <a:lnTo>
                    <a:pt x="532743" y="8988"/>
                  </a:lnTo>
                  <a:lnTo>
                    <a:pt x="584715" y="19764"/>
                  </a:lnTo>
                  <a:lnTo>
                    <a:pt x="633306" y="34318"/>
                  </a:lnTo>
                  <a:lnTo>
                    <a:pt x="678023" y="52343"/>
                  </a:lnTo>
                  <a:lnTo>
                    <a:pt x="718375" y="73533"/>
                  </a:lnTo>
                  <a:lnTo>
                    <a:pt x="753869" y="97580"/>
                  </a:lnTo>
                  <a:lnTo>
                    <a:pt x="784013" y="124177"/>
                  </a:lnTo>
                  <a:lnTo>
                    <a:pt x="826283" y="183797"/>
                  </a:lnTo>
                  <a:lnTo>
                    <a:pt x="841247" y="249936"/>
                  </a:lnTo>
                  <a:lnTo>
                    <a:pt x="837424" y="283986"/>
                  </a:lnTo>
                  <a:lnTo>
                    <a:pt x="808315" y="347495"/>
                  </a:lnTo>
                  <a:lnTo>
                    <a:pt x="753869" y="402940"/>
                  </a:lnTo>
                  <a:lnTo>
                    <a:pt x="718375" y="426910"/>
                  </a:lnTo>
                  <a:lnTo>
                    <a:pt x="678023" y="447991"/>
                  </a:lnTo>
                  <a:lnTo>
                    <a:pt x="633306" y="465892"/>
                  </a:lnTo>
                  <a:lnTo>
                    <a:pt x="584715" y="480321"/>
                  </a:lnTo>
                  <a:lnTo>
                    <a:pt x="532743" y="490989"/>
                  </a:lnTo>
                  <a:lnTo>
                    <a:pt x="477882" y="497602"/>
                  </a:lnTo>
                  <a:lnTo>
                    <a:pt x="420623" y="499872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402323" y="4200143"/>
              <a:ext cx="841375" cy="500380"/>
            </a:xfrm>
            <a:custGeom>
              <a:avLst/>
              <a:gdLst/>
              <a:ahLst/>
              <a:cxnLst/>
              <a:rect l="l" t="t" r="r" b="b"/>
              <a:pathLst>
                <a:path w="841375" h="500379">
                  <a:moveTo>
                    <a:pt x="0" y="249936"/>
                  </a:moveTo>
                  <a:lnTo>
                    <a:pt x="15070" y="183797"/>
                  </a:lnTo>
                  <a:lnTo>
                    <a:pt x="57573" y="124177"/>
                  </a:lnTo>
                  <a:lnTo>
                    <a:pt x="87841" y="97580"/>
                  </a:lnTo>
                  <a:lnTo>
                    <a:pt x="123443" y="73533"/>
                  </a:lnTo>
                  <a:lnTo>
                    <a:pt x="163872" y="52343"/>
                  </a:lnTo>
                  <a:lnTo>
                    <a:pt x="208618" y="34318"/>
                  </a:lnTo>
                  <a:lnTo>
                    <a:pt x="257174" y="19764"/>
                  </a:lnTo>
                  <a:lnTo>
                    <a:pt x="309033" y="8988"/>
                  </a:lnTo>
                  <a:lnTo>
                    <a:pt x="363685" y="2298"/>
                  </a:lnTo>
                  <a:lnTo>
                    <a:pt x="420623" y="0"/>
                  </a:lnTo>
                  <a:lnTo>
                    <a:pt x="477882" y="2298"/>
                  </a:lnTo>
                  <a:lnTo>
                    <a:pt x="532743" y="8988"/>
                  </a:lnTo>
                  <a:lnTo>
                    <a:pt x="584715" y="19764"/>
                  </a:lnTo>
                  <a:lnTo>
                    <a:pt x="633306" y="34318"/>
                  </a:lnTo>
                  <a:lnTo>
                    <a:pt x="678023" y="52343"/>
                  </a:lnTo>
                  <a:lnTo>
                    <a:pt x="718375" y="73533"/>
                  </a:lnTo>
                  <a:lnTo>
                    <a:pt x="753869" y="97580"/>
                  </a:lnTo>
                  <a:lnTo>
                    <a:pt x="784013" y="124177"/>
                  </a:lnTo>
                  <a:lnTo>
                    <a:pt x="826283" y="183797"/>
                  </a:lnTo>
                  <a:lnTo>
                    <a:pt x="841247" y="249936"/>
                  </a:lnTo>
                  <a:lnTo>
                    <a:pt x="837424" y="283986"/>
                  </a:lnTo>
                  <a:lnTo>
                    <a:pt x="808315" y="347495"/>
                  </a:lnTo>
                  <a:lnTo>
                    <a:pt x="753869" y="402940"/>
                  </a:lnTo>
                  <a:lnTo>
                    <a:pt x="718375" y="426910"/>
                  </a:lnTo>
                  <a:lnTo>
                    <a:pt x="678023" y="447991"/>
                  </a:lnTo>
                  <a:lnTo>
                    <a:pt x="633306" y="465892"/>
                  </a:lnTo>
                  <a:lnTo>
                    <a:pt x="584715" y="480321"/>
                  </a:lnTo>
                  <a:lnTo>
                    <a:pt x="532743" y="490989"/>
                  </a:lnTo>
                  <a:lnTo>
                    <a:pt x="477882" y="497602"/>
                  </a:lnTo>
                  <a:lnTo>
                    <a:pt x="420623" y="499872"/>
                  </a:lnTo>
                  <a:lnTo>
                    <a:pt x="363685" y="497602"/>
                  </a:lnTo>
                  <a:lnTo>
                    <a:pt x="309033" y="490989"/>
                  </a:lnTo>
                  <a:lnTo>
                    <a:pt x="257174" y="480321"/>
                  </a:lnTo>
                  <a:lnTo>
                    <a:pt x="208618" y="465892"/>
                  </a:lnTo>
                  <a:lnTo>
                    <a:pt x="163872" y="447991"/>
                  </a:lnTo>
                  <a:lnTo>
                    <a:pt x="123443" y="426910"/>
                  </a:lnTo>
                  <a:lnTo>
                    <a:pt x="87841" y="402940"/>
                  </a:lnTo>
                  <a:lnTo>
                    <a:pt x="57573" y="376371"/>
                  </a:lnTo>
                  <a:lnTo>
                    <a:pt x="15070" y="316603"/>
                  </a:lnTo>
                  <a:lnTo>
                    <a:pt x="0" y="249936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665445" y="4283462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822947" y="3857244"/>
            <a:ext cx="18415" cy="342900"/>
          </a:xfrm>
          <a:custGeom>
            <a:avLst/>
            <a:gdLst/>
            <a:ahLst/>
            <a:cxnLst/>
            <a:rect l="l" t="t" r="r" b="b"/>
            <a:pathLst>
              <a:path w="18415" h="342900">
                <a:moveTo>
                  <a:pt x="18287" y="0"/>
                </a:moveTo>
                <a:lnTo>
                  <a:pt x="0" y="342900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4541265" y="4237989"/>
            <a:ext cx="695960" cy="502284"/>
            <a:chOff x="4541265" y="4237989"/>
            <a:chExt cx="695960" cy="502284"/>
          </a:xfrm>
        </p:grpSpPr>
        <p:sp>
          <p:nvSpPr>
            <p:cNvPr id="21" name="object 21" descr=""/>
            <p:cNvSpPr/>
            <p:nvPr/>
          </p:nvSpPr>
          <p:spPr>
            <a:xfrm>
              <a:off x="4555235" y="4251959"/>
              <a:ext cx="668020" cy="474345"/>
            </a:xfrm>
            <a:custGeom>
              <a:avLst/>
              <a:gdLst/>
              <a:ahLst/>
              <a:cxnLst/>
              <a:rect l="l" t="t" r="r" b="b"/>
              <a:pathLst>
                <a:path w="668020" h="474345">
                  <a:moveTo>
                    <a:pt x="333756" y="473963"/>
                  </a:moveTo>
                  <a:lnTo>
                    <a:pt x="279600" y="470888"/>
                  </a:lnTo>
                  <a:lnTo>
                    <a:pt x="228234" y="461979"/>
                  </a:lnTo>
                  <a:lnTo>
                    <a:pt x="180342" y="447711"/>
                  </a:lnTo>
                  <a:lnTo>
                    <a:pt x="136611" y="428560"/>
                  </a:lnTo>
                  <a:lnTo>
                    <a:pt x="97726" y="405002"/>
                  </a:lnTo>
                  <a:lnTo>
                    <a:pt x="64373" y="377513"/>
                  </a:lnTo>
                  <a:lnTo>
                    <a:pt x="37238" y="346566"/>
                  </a:lnTo>
                  <a:lnTo>
                    <a:pt x="17007" y="312639"/>
                  </a:lnTo>
                  <a:lnTo>
                    <a:pt x="4366" y="276206"/>
                  </a:lnTo>
                  <a:lnTo>
                    <a:pt x="0" y="237743"/>
                  </a:lnTo>
                  <a:lnTo>
                    <a:pt x="4366" y="198868"/>
                  </a:lnTo>
                  <a:lnTo>
                    <a:pt x="17007" y="162104"/>
                  </a:lnTo>
                  <a:lnTo>
                    <a:pt x="37238" y="127919"/>
                  </a:lnTo>
                  <a:lnTo>
                    <a:pt x="64373" y="96780"/>
                  </a:lnTo>
                  <a:lnTo>
                    <a:pt x="97726" y="69151"/>
                  </a:lnTo>
                  <a:lnTo>
                    <a:pt x="136611" y="45500"/>
                  </a:lnTo>
                  <a:lnTo>
                    <a:pt x="180342" y="26293"/>
                  </a:lnTo>
                  <a:lnTo>
                    <a:pt x="228234" y="11996"/>
                  </a:lnTo>
                  <a:lnTo>
                    <a:pt x="279600" y="3076"/>
                  </a:lnTo>
                  <a:lnTo>
                    <a:pt x="333756" y="0"/>
                  </a:lnTo>
                  <a:lnTo>
                    <a:pt x="387911" y="3076"/>
                  </a:lnTo>
                  <a:lnTo>
                    <a:pt x="439277" y="11996"/>
                  </a:lnTo>
                  <a:lnTo>
                    <a:pt x="487169" y="26293"/>
                  </a:lnTo>
                  <a:lnTo>
                    <a:pt x="530900" y="45500"/>
                  </a:lnTo>
                  <a:lnTo>
                    <a:pt x="569785" y="69151"/>
                  </a:lnTo>
                  <a:lnTo>
                    <a:pt x="603138" y="96780"/>
                  </a:lnTo>
                  <a:lnTo>
                    <a:pt x="630273" y="127919"/>
                  </a:lnTo>
                  <a:lnTo>
                    <a:pt x="650504" y="162104"/>
                  </a:lnTo>
                  <a:lnTo>
                    <a:pt x="663145" y="198868"/>
                  </a:lnTo>
                  <a:lnTo>
                    <a:pt x="667512" y="237743"/>
                  </a:lnTo>
                  <a:lnTo>
                    <a:pt x="663145" y="276206"/>
                  </a:lnTo>
                  <a:lnTo>
                    <a:pt x="650504" y="312639"/>
                  </a:lnTo>
                  <a:lnTo>
                    <a:pt x="630273" y="346566"/>
                  </a:lnTo>
                  <a:lnTo>
                    <a:pt x="603138" y="377513"/>
                  </a:lnTo>
                  <a:lnTo>
                    <a:pt x="569785" y="405002"/>
                  </a:lnTo>
                  <a:lnTo>
                    <a:pt x="530900" y="428560"/>
                  </a:lnTo>
                  <a:lnTo>
                    <a:pt x="487169" y="447711"/>
                  </a:lnTo>
                  <a:lnTo>
                    <a:pt x="439277" y="461979"/>
                  </a:lnTo>
                  <a:lnTo>
                    <a:pt x="387911" y="470888"/>
                  </a:lnTo>
                  <a:lnTo>
                    <a:pt x="333756" y="47396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555235" y="4251959"/>
              <a:ext cx="668020" cy="474345"/>
            </a:xfrm>
            <a:custGeom>
              <a:avLst/>
              <a:gdLst/>
              <a:ahLst/>
              <a:cxnLst/>
              <a:rect l="l" t="t" r="r" b="b"/>
              <a:pathLst>
                <a:path w="668020" h="474345">
                  <a:moveTo>
                    <a:pt x="0" y="237743"/>
                  </a:moveTo>
                  <a:lnTo>
                    <a:pt x="4366" y="198868"/>
                  </a:lnTo>
                  <a:lnTo>
                    <a:pt x="17007" y="162104"/>
                  </a:lnTo>
                  <a:lnTo>
                    <a:pt x="37238" y="127919"/>
                  </a:lnTo>
                  <a:lnTo>
                    <a:pt x="64373" y="96780"/>
                  </a:lnTo>
                  <a:lnTo>
                    <a:pt x="97726" y="69151"/>
                  </a:lnTo>
                  <a:lnTo>
                    <a:pt x="136611" y="45500"/>
                  </a:lnTo>
                  <a:lnTo>
                    <a:pt x="180342" y="26293"/>
                  </a:lnTo>
                  <a:lnTo>
                    <a:pt x="228234" y="11996"/>
                  </a:lnTo>
                  <a:lnTo>
                    <a:pt x="279600" y="3076"/>
                  </a:lnTo>
                  <a:lnTo>
                    <a:pt x="333756" y="0"/>
                  </a:lnTo>
                  <a:lnTo>
                    <a:pt x="387911" y="3076"/>
                  </a:lnTo>
                  <a:lnTo>
                    <a:pt x="439277" y="11996"/>
                  </a:lnTo>
                  <a:lnTo>
                    <a:pt x="487169" y="26293"/>
                  </a:lnTo>
                  <a:lnTo>
                    <a:pt x="530900" y="45500"/>
                  </a:lnTo>
                  <a:lnTo>
                    <a:pt x="569785" y="69151"/>
                  </a:lnTo>
                  <a:lnTo>
                    <a:pt x="603138" y="96780"/>
                  </a:lnTo>
                  <a:lnTo>
                    <a:pt x="630273" y="127919"/>
                  </a:lnTo>
                  <a:lnTo>
                    <a:pt x="650504" y="162104"/>
                  </a:lnTo>
                  <a:lnTo>
                    <a:pt x="663145" y="198868"/>
                  </a:lnTo>
                  <a:lnTo>
                    <a:pt x="667512" y="237743"/>
                  </a:lnTo>
                  <a:lnTo>
                    <a:pt x="663145" y="276206"/>
                  </a:lnTo>
                  <a:lnTo>
                    <a:pt x="650504" y="312639"/>
                  </a:lnTo>
                  <a:lnTo>
                    <a:pt x="630273" y="346566"/>
                  </a:lnTo>
                  <a:lnTo>
                    <a:pt x="603138" y="377513"/>
                  </a:lnTo>
                  <a:lnTo>
                    <a:pt x="569785" y="405002"/>
                  </a:lnTo>
                  <a:lnTo>
                    <a:pt x="530900" y="428560"/>
                  </a:lnTo>
                  <a:lnTo>
                    <a:pt x="487169" y="447711"/>
                  </a:lnTo>
                  <a:lnTo>
                    <a:pt x="439277" y="461979"/>
                  </a:lnTo>
                  <a:lnTo>
                    <a:pt x="387911" y="470888"/>
                  </a:lnTo>
                  <a:lnTo>
                    <a:pt x="333756" y="473963"/>
                  </a:lnTo>
                  <a:lnTo>
                    <a:pt x="279600" y="470888"/>
                  </a:lnTo>
                  <a:lnTo>
                    <a:pt x="228234" y="461979"/>
                  </a:lnTo>
                  <a:lnTo>
                    <a:pt x="180342" y="447711"/>
                  </a:lnTo>
                  <a:lnTo>
                    <a:pt x="136611" y="428560"/>
                  </a:lnTo>
                  <a:lnTo>
                    <a:pt x="97726" y="405002"/>
                  </a:lnTo>
                  <a:lnTo>
                    <a:pt x="64373" y="377513"/>
                  </a:lnTo>
                  <a:lnTo>
                    <a:pt x="37238" y="346566"/>
                  </a:lnTo>
                  <a:lnTo>
                    <a:pt x="17007" y="312639"/>
                  </a:lnTo>
                  <a:lnTo>
                    <a:pt x="4366" y="276206"/>
                  </a:lnTo>
                  <a:lnTo>
                    <a:pt x="0" y="237743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4792396" y="4321525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4873752" y="3954780"/>
            <a:ext cx="15240" cy="297180"/>
          </a:xfrm>
          <a:custGeom>
            <a:avLst/>
            <a:gdLst/>
            <a:ahLst/>
            <a:cxnLst/>
            <a:rect l="l" t="t" r="r" b="b"/>
            <a:pathLst>
              <a:path w="15239" h="297179">
                <a:moveTo>
                  <a:pt x="0" y="0"/>
                </a:moveTo>
                <a:lnTo>
                  <a:pt x="15240" y="297179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3" y="5440658"/>
            <a:ext cx="3761261" cy="1132486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5096255" y="6039612"/>
            <a:ext cx="500380" cy="342900"/>
            <a:chOff x="5096255" y="6039612"/>
            <a:chExt cx="500380" cy="342900"/>
          </a:xfrm>
        </p:grpSpPr>
        <p:sp>
          <p:nvSpPr>
            <p:cNvPr id="27" name="object 27" descr=""/>
            <p:cNvSpPr/>
            <p:nvPr/>
          </p:nvSpPr>
          <p:spPr>
            <a:xfrm>
              <a:off x="5109971" y="6053328"/>
              <a:ext cx="472440" cy="315595"/>
            </a:xfrm>
            <a:custGeom>
              <a:avLst/>
              <a:gdLst/>
              <a:ahLst/>
              <a:cxnLst/>
              <a:rect l="l" t="t" r="r" b="b"/>
              <a:pathLst>
                <a:path w="472439" h="315595">
                  <a:moveTo>
                    <a:pt x="315467" y="315467"/>
                  </a:moveTo>
                  <a:lnTo>
                    <a:pt x="315467" y="236219"/>
                  </a:lnTo>
                  <a:lnTo>
                    <a:pt x="0" y="236219"/>
                  </a:lnTo>
                  <a:lnTo>
                    <a:pt x="0" y="79248"/>
                  </a:lnTo>
                  <a:lnTo>
                    <a:pt x="315467" y="79248"/>
                  </a:lnTo>
                  <a:lnTo>
                    <a:pt x="315467" y="0"/>
                  </a:lnTo>
                  <a:lnTo>
                    <a:pt x="472440" y="156971"/>
                  </a:lnTo>
                  <a:lnTo>
                    <a:pt x="315467" y="315467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109971" y="6053328"/>
              <a:ext cx="472440" cy="315595"/>
            </a:xfrm>
            <a:custGeom>
              <a:avLst/>
              <a:gdLst/>
              <a:ahLst/>
              <a:cxnLst/>
              <a:rect l="l" t="t" r="r" b="b"/>
              <a:pathLst>
                <a:path w="472439" h="315595">
                  <a:moveTo>
                    <a:pt x="0" y="79248"/>
                  </a:moveTo>
                  <a:lnTo>
                    <a:pt x="315467" y="79248"/>
                  </a:lnTo>
                  <a:lnTo>
                    <a:pt x="315467" y="0"/>
                  </a:lnTo>
                  <a:lnTo>
                    <a:pt x="472440" y="156971"/>
                  </a:lnTo>
                  <a:lnTo>
                    <a:pt x="315467" y="315467"/>
                  </a:lnTo>
                  <a:lnTo>
                    <a:pt x="315467" y="236219"/>
                  </a:lnTo>
                  <a:lnTo>
                    <a:pt x="0" y="236219"/>
                  </a:lnTo>
                  <a:lnTo>
                    <a:pt x="0" y="79248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7920" y="4967421"/>
            <a:ext cx="3597664" cy="2183746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897118" y="1825232"/>
            <a:ext cx="8837295" cy="84264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1950">
                <a:latin typeface="Malgun Gothic"/>
                <a:cs typeface="Malgun Gothic"/>
              </a:rPr>
              <a:t>n:m</a:t>
            </a:r>
            <a:r>
              <a:rPr dirty="0" sz="1950" spc="9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관계는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다대다의</a:t>
            </a:r>
            <a:r>
              <a:rPr dirty="0" sz="1950" spc="7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관계로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표현하고</a:t>
            </a:r>
            <a:r>
              <a:rPr dirty="0" sz="1950" spc="7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이를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매핑</a:t>
            </a:r>
            <a:r>
              <a:rPr dirty="0" sz="1950" spc="5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테이블로</a:t>
            </a:r>
            <a:r>
              <a:rPr dirty="0" sz="1950" spc="9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변환한</a:t>
            </a:r>
            <a:r>
              <a:rPr dirty="0" sz="1950" spc="10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후,</a:t>
            </a:r>
            <a:r>
              <a:rPr dirty="0" sz="1950" spc="75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참여</a:t>
            </a:r>
            <a:endParaRPr sz="1950">
              <a:latin typeface="Malgun Gothic"/>
              <a:cs typeface="Malgun Gothic"/>
            </a:endParaRPr>
          </a:p>
          <a:p>
            <a:pPr marL="390525">
              <a:lnSpc>
                <a:spcPct val="100000"/>
              </a:lnSpc>
              <a:spcBef>
                <a:spcPts val="1714"/>
              </a:spcBef>
            </a:pPr>
            <a:r>
              <a:rPr dirty="0" sz="1950">
                <a:latin typeface="Malgun Gothic"/>
                <a:cs typeface="Malgun Gothic"/>
              </a:rPr>
              <a:t>제한에</a:t>
            </a:r>
            <a:r>
              <a:rPr dirty="0" sz="1950" spc="8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따라</a:t>
            </a:r>
            <a:r>
              <a:rPr dirty="0" sz="1950" spc="11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새로</a:t>
            </a:r>
            <a:r>
              <a:rPr dirty="0" sz="1950" spc="7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생성된</a:t>
            </a:r>
            <a:r>
              <a:rPr dirty="0" sz="1950" spc="11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relationship의</a:t>
            </a:r>
            <a:r>
              <a:rPr dirty="0" sz="1950" spc="6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cardinality를</a:t>
            </a:r>
            <a:r>
              <a:rPr dirty="0" sz="1950" spc="90">
                <a:latin typeface="Malgun Gothic"/>
                <a:cs typeface="Malgun Gothic"/>
              </a:rPr>
              <a:t> </a:t>
            </a:r>
            <a:r>
              <a:rPr dirty="0" sz="1950" spc="-10">
                <a:latin typeface="Malgun Gothic"/>
                <a:cs typeface="Malgun Gothic"/>
              </a:rPr>
              <a:t>수정한다.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560036" y="6727880"/>
            <a:ext cx="173355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50">
                <a:latin typeface="Malgun Gothic"/>
                <a:cs typeface="Malgun Gothic"/>
              </a:rPr>
              <a:t>A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111758" y="2105533"/>
            <a:ext cx="3734435" cy="65405"/>
          </a:xfrm>
          <a:custGeom>
            <a:avLst/>
            <a:gdLst/>
            <a:ahLst/>
            <a:cxnLst/>
            <a:rect l="l" t="t" r="r" b="b"/>
            <a:pathLst>
              <a:path w="3734435" h="65405">
                <a:moveTo>
                  <a:pt x="0" y="64896"/>
                </a:moveTo>
                <a:lnTo>
                  <a:pt x="0" y="64896"/>
                </a:lnTo>
                <a:lnTo>
                  <a:pt x="380872" y="64896"/>
                </a:lnTo>
                <a:lnTo>
                  <a:pt x="400020" y="64611"/>
                </a:lnTo>
                <a:lnTo>
                  <a:pt x="420322" y="63753"/>
                </a:lnTo>
                <a:lnTo>
                  <a:pt x="441791" y="62325"/>
                </a:lnTo>
                <a:lnTo>
                  <a:pt x="464438" y="60325"/>
                </a:lnTo>
                <a:lnTo>
                  <a:pt x="488253" y="58304"/>
                </a:lnTo>
                <a:lnTo>
                  <a:pt x="513222" y="56832"/>
                </a:lnTo>
                <a:lnTo>
                  <a:pt x="539359" y="55931"/>
                </a:lnTo>
                <a:lnTo>
                  <a:pt x="566673" y="55625"/>
                </a:lnTo>
                <a:lnTo>
                  <a:pt x="595080" y="55340"/>
                </a:lnTo>
                <a:lnTo>
                  <a:pt x="624665" y="54483"/>
                </a:lnTo>
                <a:lnTo>
                  <a:pt x="655417" y="53054"/>
                </a:lnTo>
                <a:lnTo>
                  <a:pt x="687323" y="51053"/>
                </a:lnTo>
                <a:lnTo>
                  <a:pt x="720453" y="48980"/>
                </a:lnTo>
                <a:lnTo>
                  <a:pt x="754713" y="47513"/>
                </a:lnTo>
                <a:lnTo>
                  <a:pt x="790140" y="46642"/>
                </a:lnTo>
                <a:lnTo>
                  <a:pt x="826769" y="46354"/>
                </a:lnTo>
                <a:lnTo>
                  <a:pt x="862159" y="46069"/>
                </a:lnTo>
                <a:lnTo>
                  <a:pt x="894048" y="45212"/>
                </a:lnTo>
                <a:lnTo>
                  <a:pt x="922460" y="43783"/>
                </a:lnTo>
                <a:lnTo>
                  <a:pt x="947419" y="41782"/>
                </a:lnTo>
                <a:lnTo>
                  <a:pt x="970067" y="39709"/>
                </a:lnTo>
                <a:lnTo>
                  <a:pt x="991536" y="38242"/>
                </a:lnTo>
                <a:lnTo>
                  <a:pt x="1011838" y="37371"/>
                </a:lnTo>
                <a:lnTo>
                  <a:pt x="1030985" y="37083"/>
                </a:lnTo>
                <a:lnTo>
                  <a:pt x="1049327" y="37083"/>
                </a:lnTo>
                <a:lnTo>
                  <a:pt x="1067038" y="37083"/>
                </a:lnTo>
                <a:lnTo>
                  <a:pt x="1084153" y="37083"/>
                </a:lnTo>
                <a:lnTo>
                  <a:pt x="1100709" y="37083"/>
                </a:lnTo>
                <a:lnTo>
                  <a:pt x="1116689" y="36798"/>
                </a:lnTo>
                <a:lnTo>
                  <a:pt x="1132062" y="35940"/>
                </a:lnTo>
                <a:lnTo>
                  <a:pt x="1146839" y="34512"/>
                </a:lnTo>
                <a:lnTo>
                  <a:pt x="1161034" y="32511"/>
                </a:lnTo>
                <a:lnTo>
                  <a:pt x="1174440" y="30438"/>
                </a:lnTo>
                <a:lnTo>
                  <a:pt x="1186656" y="28971"/>
                </a:lnTo>
                <a:lnTo>
                  <a:pt x="1197681" y="28100"/>
                </a:lnTo>
                <a:lnTo>
                  <a:pt x="1207516" y="27812"/>
                </a:lnTo>
                <a:lnTo>
                  <a:pt x="1217116" y="27812"/>
                </a:lnTo>
                <a:lnTo>
                  <a:pt x="1227264" y="27812"/>
                </a:lnTo>
                <a:lnTo>
                  <a:pt x="1328292" y="27812"/>
                </a:lnTo>
                <a:lnTo>
                  <a:pt x="1337839" y="27525"/>
                </a:lnTo>
                <a:lnTo>
                  <a:pt x="1347993" y="26654"/>
                </a:lnTo>
                <a:lnTo>
                  <a:pt x="1358743" y="25187"/>
                </a:lnTo>
                <a:lnTo>
                  <a:pt x="1370075" y="23113"/>
                </a:lnTo>
                <a:lnTo>
                  <a:pt x="1381982" y="21113"/>
                </a:lnTo>
                <a:lnTo>
                  <a:pt x="1394459" y="19684"/>
                </a:lnTo>
                <a:lnTo>
                  <a:pt x="1407509" y="18827"/>
                </a:lnTo>
                <a:lnTo>
                  <a:pt x="1421130" y="18541"/>
                </a:lnTo>
                <a:lnTo>
                  <a:pt x="1434768" y="18541"/>
                </a:lnTo>
                <a:lnTo>
                  <a:pt x="1447847" y="18541"/>
                </a:lnTo>
                <a:lnTo>
                  <a:pt x="1616202" y="18541"/>
                </a:lnTo>
                <a:lnTo>
                  <a:pt x="1625228" y="18254"/>
                </a:lnTo>
                <a:lnTo>
                  <a:pt x="1633648" y="17383"/>
                </a:lnTo>
                <a:lnTo>
                  <a:pt x="1641473" y="15916"/>
                </a:lnTo>
                <a:lnTo>
                  <a:pt x="1648714" y="13842"/>
                </a:lnTo>
                <a:lnTo>
                  <a:pt x="1655954" y="11842"/>
                </a:lnTo>
                <a:lnTo>
                  <a:pt x="1663779" y="10413"/>
                </a:lnTo>
                <a:lnTo>
                  <a:pt x="1672199" y="9556"/>
                </a:lnTo>
                <a:lnTo>
                  <a:pt x="1681226" y="9270"/>
                </a:lnTo>
                <a:lnTo>
                  <a:pt x="1690772" y="9270"/>
                </a:lnTo>
                <a:lnTo>
                  <a:pt x="1700926" y="9270"/>
                </a:lnTo>
                <a:lnTo>
                  <a:pt x="1922652" y="9270"/>
                </a:lnTo>
                <a:lnTo>
                  <a:pt x="1932559" y="8965"/>
                </a:lnTo>
                <a:lnTo>
                  <a:pt x="1943608" y="8064"/>
                </a:lnTo>
                <a:lnTo>
                  <a:pt x="1955800" y="6592"/>
                </a:lnTo>
                <a:lnTo>
                  <a:pt x="1969135" y="4571"/>
                </a:lnTo>
                <a:lnTo>
                  <a:pt x="1983634" y="2571"/>
                </a:lnTo>
                <a:lnTo>
                  <a:pt x="1999313" y="1142"/>
                </a:lnTo>
                <a:lnTo>
                  <a:pt x="2016158" y="285"/>
                </a:lnTo>
                <a:lnTo>
                  <a:pt x="2034159" y="0"/>
                </a:lnTo>
                <a:lnTo>
                  <a:pt x="2051871" y="0"/>
                </a:lnTo>
                <a:lnTo>
                  <a:pt x="2067845" y="0"/>
                </a:lnTo>
                <a:lnTo>
                  <a:pt x="3727704" y="0"/>
                </a:lnTo>
                <a:lnTo>
                  <a:pt x="373392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7059168" y="6399529"/>
            <a:ext cx="1758950" cy="467995"/>
            <a:chOff x="7059168" y="6399529"/>
            <a:chExt cx="1758950" cy="467995"/>
          </a:xfrm>
        </p:grpSpPr>
        <p:sp>
          <p:nvSpPr>
            <p:cNvPr id="34" name="object 34" descr=""/>
            <p:cNvSpPr/>
            <p:nvPr/>
          </p:nvSpPr>
          <p:spPr>
            <a:xfrm>
              <a:off x="7065518" y="6405879"/>
              <a:ext cx="1746250" cy="455295"/>
            </a:xfrm>
            <a:custGeom>
              <a:avLst/>
              <a:gdLst/>
              <a:ahLst/>
              <a:cxnLst/>
              <a:rect l="l" t="t" r="r" b="b"/>
              <a:pathLst>
                <a:path w="1746250" h="455295">
                  <a:moveTo>
                    <a:pt x="204342" y="455168"/>
                  </a:moveTo>
                  <a:lnTo>
                    <a:pt x="204342" y="455168"/>
                  </a:lnTo>
                  <a:lnTo>
                    <a:pt x="140842" y="455168"/>
                  </a:lnTo>
                  <a:lnTo>
                    <a:pt x="137795" y="453644"/>
                  </a:lnTo>
                  <a:lnTo>
                    <a:pt x="134747" y="450469"/>
                  </a:lnTo>
                  <a:lnTo>
                    <a:pt x="131572" y="447421"/>
                  </a:lnTo>
                  <a:lnTo>
                    <a:pt x="127000" y="444246"/>
                  </a:lnTo>
                  <a:lnTo>
                    <a:pt x="120776" y="441198"/>
                  </a:lnTo>
                  <a:lnTo>
                    <a:pt x="114553" y="438150"/>
                  </a:lnTo>
                  <a:lnTo>
                    <a:pt x="109981" y="434975"/>
                  </a:lnTo>
                  <a:lnTo>
                    <a:pt x="106806" y="431927"/>
                  </a:lnTo>
                  <a:lnTo>
                    <a:pt x="103758" y="428879"/>
                  </a:lnTo>
                  <a:lnTo>
                    <a:pt x="99059" y="425704"/>
                  </a:lnTo>
                  <a:lnTo>
                    <a:pt x="71247" y="405638"/>
                  </a:lnTo>
                  <a:lnTo>
                    <a:pt x="65024" y="399415"/>
                  </a:lnTo>
                  <a:lnTo>
                    <a:pt x="48005" y="366903"/>
                  </a:lnTo>
                  <a:lnTo>
                    <a:pt x="43306" y="360680"/>
                  </a:lnTo>
                  <a:lnTo>
                    <a:pt x="37210" y="357632"/>
                  </a:lnTo>
                  <a:lnTo>
                    <a:pt x="30987" y="354457"/>
                  </a:lnTo>
                  <a:lnTo>
                    <a:pt x="27939" y="349885"/>
                  </a:lnTo>
                  <a:lnTo>
                    <a:pt x="27939" y="343662"/>
                  </a:lnTo>
                  <a:lnTo>
                    <a:pt x="27939" y="337439"/>
                  </a:lnTo>
                  <a:lnTo>
                    <a:pt x="26288" y="331343"/>
                  </a:lnTo>
                  <a:lnTo>
                    <a:pt x="23240" y="325120"/>
                  </a:lnTo>
                  <a:lnTo>
                    <a:pt x="20192" y="318897"/>
                  </a:lnTo>
                  <a:lnTo>
                    <a:pt x="17017" y="312674"/>
                  </a:lnTo>
                  <a:lnTo>
                    <a:pt x="13970" y="306578"/>
                  </a:lnTo>
                  <a:lnTo>
                    <a:pt x="10795" y="300355"/>
                  </a:lnTo>
                  <a:lnTo>
                    <a:pt x="7747" y="292608"/>
                  </a:lnTo>
                  <a:lnTo>
                    <a:pt x="4699" y="283337"/>
                  </a:lnTo>
                  <a:lnTo>
                    <a:pt x="1524" y="274066"/>
                  </a:lnTo>
                  <a:lnTo>
                    <a:pt x="0" y="267843"/>
                  </a:lnTo>
                  <a:lnTo>
                    <a:pt x="0" y="264668"/>
                  </a:lnTo>
                  <a:lnTo>
                    <a:pt x="0" y="261620"/>
                  </a:lnTo>
                  <a:lnTo>
                    <a:pt x="0" y="207391"/>
                  </a:lnTo>
                  <a:lnTo>
                    <a:pt x="1524" y="202819"/>
                  </a:lnTo>
                  <a:lnTo>
                    <a:pt x="4699" y="199771"/>
                  </a:lnTo>
                  <a:lnTo>
                    <a:pt x="7747" y="196596"/>
                  </a:lnTo>
                  <a:lnTo>
                    <a:pt x="9271" y="193548"/>
                  </a:lnTo>
                  <a:lnTo>
                    <a:pt x="9271" y="190373"/>
                  </a:lnTo>
                  <a:lnTo>
                    <a:pt x="9271" y="187325"/>
                  </a:lnTo>
                  <a:lnTo>
                    <a:pt x="10795" y="184277"/>
                  </a:lnTo>
                  <a:lnTo>
                    <a:pt x="13970" y="181102"/>
                  </a:lnTo>
                  <a:lnTo>
                    <a:pt x="17017" y="178054"/>
                  </a:lnTo>
                  <a:lnTo>
                    <a:pt x="18541" y="174879"/>
                  </a:lnTo>
                  <a:lnTo>
                    <a:pt x="18541" y="171831"/>
                  </a:lnTo>
                  <a:lnTo>
                    <a:pt x="18541" y="168783"/>
                  </a:lnTo>
                  <a:lnTo>
                    <a:pt x="21716" y="165608"/>
                  </a:lnTo>
                  <a:lnTo>
                    <a:pt x="27939" y="162560"/>
                  </a:lnTo>
                  <a:lnTo>
                    <a:pt x="34035" y="159512"/>
                  </a:lnTo>
                  <a:lnTo>
                    <a:pt x="38734" y="156337"/>
                  </a:lnTo>
                  <a:lnTo>
                    <a:pt x="41782" y="153289"/>
                  </a:lnTo>
                  <a:lnTo>
                    <a:pt x="44957" y="150114"/>
                  </a:lnTo>
                  <a:lnTo>
                    <a:pt x="49529" y="148590"/>
                  </a:lnTo>
                  <a:lnTo>
                    <a:pt x="55752" y="148590"/>
                  </a:lnTo>
                  <a:lnTo>
                    <a:pt x="61975" y="148590"/>
                  </a:lnTo>
                  <a:lnTo>
                    <a:pt x="66548" y="147066"/>
                  </a:lnTo>
                  <a:lnTo>
                    <a:pt x="69723" y="144018"/>
                  </a:lnTo>
                  <a:lnTo>
                    <a:pt x="72771" y="140843"/>
                  </a:lnTo>
                  <a:lnTo>
                    <a:pt x="75818" y="139319"/>
                  </a:lnTo>
                  <a:lnTo>
                    <a:pt x="78993" y="139319"/>
                  </a:lnTo>
                  <a:lnTo>
                    <a:pt x="82041" y="139319"/>
                  </a:lnTo>
                  <a:lnTo>
                    <a:pt x="86740" y="137795"/>
                  </a:lnTo>
                  <a:lnTo>
                    <a:pt x="92836" y="134747"/>
                  </a:lnTo>
                  <a:lnTo>
                    <a:pt x="99059" y="131572"/>
                  </a:lnTo>
                  <a:lnTo>
                    <a:pt x="105282" y="128524"/>
                  </a:lnTo>
                  <a:lnTo>
                    <a:pt x="111505" y="125349"/>
                  </a:lnTo>
                  <a:lnTo>
                    <a:pt x="117601" y="122301"/>
                  </a:lnTo>
                  <a:lnTo>
                    <a:pt x="125349" y="120777"/>
                  </a:lnTo>
                  <a:lnTo>
                    <a:pt x="134747" y="120777"/>
                  </a:lnTo>
                  <a:lnTo>
                    <a:pt x="141700" y="120489"/>
                  </a:lnTo>
                  <a:lnTo>
                    <a:pt x="148653" y="119618"/>
                  </a:lnTo>
                  <a:lnTo>
                    <a:pt x="155606" y="118151"/>
                  </a:lnTo>
                  <a:lnTo>
                    <a:pt x="162559" y="116078"/>
                  </a:lnTo>
                  <a:lnTo>
                    <a:pt x="171830" y="113030"/>
                  </a:lnTo>
                  <a:lnTo>
                    <a:pt x="178053" y="111506"/>
                  </a:lnTo>
                  <a:lnTo>
                    <a:pt x="181101" y="111506"/>
                  </a:lnTo>
                  <a:lnTo>
                    <a:pt x="184276" y="111506"/>
                  </a:lnTo>
                  <a:lnTo>
                    <a:pt x="188849" y="109982"/>
                  </a:lnTo>
                  <a:lnTo>
                    <a:pt x="195072" y="106807"/>
                  </a:lnTo>
                  <a:lnTo>
                    <a:pt x="201295" y="103759"/>
                  </a:lnTo>
                  <a:lnTo>
                    <a:pt x="207390" y="102235"/>
                  </a:lnTo>
                  <a:lnTo>
                    <a:pt x="213613" y="102235"/>
                  </a:lnTo>
                  <a:lnTo>
                    <a:pt x="219836" y="102235"/>
                  </a:lnTo>
                  <a:lnTo>
                    <a:pt x="323596" y="102235"/>
                  </a:lnTo>
                  <a:lnTo>
                    <a:pt x="328167" y="103759"/>
                  </a:lnTo>
                  <a:lnTo>
                    <a:pt x="334390" y="106807"/>
                  </a:lnTo>
                  <a:lnTo>
                    <a:pt x="340613" y="109982"/>
                  </a:lnTo>
                  <a:lnTo>
                    <a:pt x="345185" y="111506"/>
                  </a:lnTo>
                  <a:lnTo>
                    <a:pt x="348360" y="111506"/>
                  </a:lnTo>
                  <a:lnTo>
                    <a:pt x="351408" y="111506"/>
                  </a:lnTo>
                  <a:lnTo>
                    <a:pt x="354456" y="113030"/>
                  </a:lnTo>
                  <a:lnTo>
                    <a:pt x="357631" y="116078"/>
                  </a:lnTo>
                  <a:lnTo>
                    <a:pt x="360679" y="119253"/>
                  </a:lnTo>
                  <a:lnTo>
                    <a:pt x="363854" y="120777"/>
                  </a:lnTo>
                  <a:lnTo>
                    <a:pt x="366902" y="120777"/>
                  </a:lnTo>
                  <a:lnTo>
                    <a:pt x="369950" y="120777"/>
                  </a:lnTo>
                  <a:lnTo>
                    <a:pt x="373125" y="122301"/>
                  </a:lnTo>
                  <a:lnTo>
                    <a:pt x="376174" y="125349"/>
                  </a:lnTo>
                  <a:lnTo>
                    <a:pt x="379222" y="128524"/>
                  </a:lnTo>
                  <a:lnTo>
                    <a:pt x="382397" y="131572"/>
                  </a:lnTo>
                  <a:lnTo>
                    <a:pt x="385445" y="134747"/>
                  </a:lnTo>
                  <a:lnTo>
                    <a:pt x="388620" y="137795"/>
                  </a:lnTo>
                  <a:lnTo>
                    <a:pt x="391667" y="140843"/>
                  </a:lnTo>
                  <a:lnTo>
                    <a:pt x="414908" y="156337"/>
                  </a:lnTo>
                  <a:lnTo>
                    <a:pt x="421131" y="161036"/>
                  </a:lnTo>
                  <a:lnTo>
                    <a:pt x="427227" y="167259"/>
                  </a:lnTo>
                </a:path>
                <a:path w="1746250" h="455295">
                  <a:moveTo>
                    <a:pt x="1746250" y="380873"/>
                  </a:moveTo>
                  <a:lnTo>
                    <a:pt x="1740027" y="386969"/>
                  </a:lnTo>
                  <a:lnTo>
                    <a:pt x="1735327" y="390144"/>
                  </a:lnTo>
                  <a:lnTo>
                    <a:pt x="1732279" y="390144"/>
                  </a:lnTo>
                  <a:lnTo>
                    <a:pt x="1729104" y="390144"/>
                  </a:lnTo>
                  <a:lnTo>
                    <a:pt x="1724532" y="391668"/>
                  </a:lnTo>
                  <a:lnTo>
                    <a:pt x="1718309" y="394716"/>
                  </a:lnTo>
                  <a:lnTo>
                    <a:pt x="1712086" y="397891"/>
                  </a:lnTo>
                  <a:lnTo>
                    <a:pt x="1705990" y="399415"/>
                  </a:lnTo>
                  <a:lnTo>
                    <a:pt x="1699767" y="399415"/>
                  </a:lnTo>
                  <a:lnTo>
                    <a:pt x="1693545" y="399415"/>
                  </a:lnTo>
                  <a:lnTo>
                    <a:pt x="1688973" y="400939"/>
                  </a:lnTo>
                  <a:lnTo>
                    <a:pt x="1685798" y="403987"/>
                  </a:lnTo>
                  <a:lnTo>
                    <a:pt x="1682750" y="407162"/>
                  </a:lnTo>
                  <a:lnTo>
                    <a:pt x="1676527" y="408686"/>
                  </a:lnTo>
                  <a:lnTo>
                    <a:pt x="1639315" y="408686"/>
                  </a:lnTo>
                  <a:lnTo>
                    <a:pt x="1630910" y="407233"/>
                  </a:lnTo>
                  <a:lnTo>
                    <a:pt x="1588261" y="385445"/>
                  </a:lnTo>
                  <a:lnTo>
                    <a:pt x="1555765" y="363410"/>
                  </a:lnTo>
                  <a:lnTo>
                    <a:pt x="1523249" y="334115"/>
                  </a:lnTo>
                  <a:lnTo>
                    <a:pt x="1495425" y="301879"/>
                  </a:lnTo>
                  <a:lnTo>
                    <a:pt x="1486398" y="290849"/>
                  </a:lnTo>
                  <a:lnTo>
                    <a:pt x="1477978" y="280987"/>
                  </a:lnTo>
                  <a:lnTo>
                    <a:pt x="1470153" y="272268"/>
                  </a:lnTo>
                  <a:lnTo>
                    <a:pt x="1462912" y="264668"/>
                  </a:lnTo>
                  <a:lnTo>
                    <a:pt x="1455957" y="257141"/>
                  </a:lnTo>
                  <a:lnTo>
                    <a:pt x="1448990" y="248459"/>
                  </a:lnTo>
                  <a:lnTo>
                    <a:pt x="1441999" y="238611"/>
                  </a:lnTo>
                  <a:lnTo>
                    <a:pt x="1434973" y="227584"/>
                  </a:lnTo>
                  <a:lnTo>
                    <a:pt x="1428307" y="216554"/>
                  </a:lnTo>
                  <a:lnTo>
                    <a:pt x="1422225" y="206692"/>
                  </a:lnTo>
                  <a:lnTo>
                    <a:pt x="1416738" y="197973"/>
                  </a:lnTo>
                  <a:lnTo>
                    <a:pt x="1411858" y="190373"/>
                  </a:lnTo>
                  <a:lnTo>
                    <a:pt x="1407785" y="183132"/>
                  </a:lnTo>
                  <a:lnTo>
                    <a:pt x="1404889" y="175307"/>
                  </a:lnTo>
                  <a:lnTo>
                    <a:pt x="1403161" y="166887"/>
                  </a:lnTo>
                  <a:lnTo>
                    <a:pt x="1402587" y="157861"/>
                  </a:lnTo>
                  <a:lnTo>
                    <a:pt x="1402587" y="148905"/>
                  </a:lnTo>
                  <a:lnTo>
                    <a:pt x="1402587" y="140509"/>
                  </a:lnTo>
                  <a:lnTo>
                    <a:pt x="1402587" y="30988"/>
                  </a:lnTo>
                  <a:lnTo>
                    <a:pt x="1404111" y="24765"/>
                  </a:lnTo>
                  <a:lnTo>
                    <a:pt x="1407159" y="18542"/>
                  </a:lnTo>
                  <a:lnTo>
                    <a:pt x="1410207" y="12446"/>
                  </a:lnTo>
                  <a:lnTo>
                    <a:pt x="1414906" y="9271"/>
                  </a:lnTo>
                  <a:lnTo>
                    <a:pt x="1421129" y="9271"/>
                  </a:lnTo>
                  <a:lnTo>
                    <a:pt x="1427352" y="9271"/>
                  </a:lnTo>
                  <a:lnTo>
                    <a:pt x="1433449" y="7747"/>
                  </a:lnTo>
                  <a:lnTo>
                    <a:pt x="1439672" y="4699"/>
                  </a:lnTo>
                  <a:lnTo>
                    <a:pt x="1445895" y="1524"/>
                  </a:lnTo>
                  <a:lnTo>
                    <a:pt x="1450466" y="0"/>
                  </a:lnTo>
                  <a:lnTo>
                    <a:pt x="1453641" y="0"/>
                  </a:lnTo>
                  <a:lnTo>
                    <a:pt x="1456689" y="0"/>
                  </a:lnTo>
                  <a:lnTo>
                    <a:pt x="1464436" y="0"/>
                  </a:lnTo>
                  <a:lnTo>
                    <a:pt x="1476882" y="0"/>
                  </a:lnTo>
                  <a:lnTo>
                    <a:pt x="1485838" y="287"/>
                  </a:lnTo>
                  <a:lnTo>
                    <a:pt x="1525603" y="10477"/>
                  </a:lnTo>
                  <a:lnTo>
                    <a:pt x="1568561" y="29019"/>
                  </a:lnTo>
                  <a:lnTo>
                    <a:pt x="1605708" y="55705"/>
                  </a:lnTo>
                  <a:lnTo>
                    <a:pt x="1627729" y="76676"/>
                  </a:lnTo>
                  <a:lnTo>
                    <a:pt x="1634696" y="83629"/>
                  </a:lnTo>
                  <a:lnTo>
                    <a:pt x="1641687" y="90582"/>
                  </a:lnTo>
                  <a:lnTo>
                    <a:pt x="1648713" y="97536"/>
                  </a:lnTo>
                  <a:lnTo>
                    <a:pt x="1655379" y="104203"/>
                  </a:lnTo>
                  <a:lnTo>
                    <a:pt x="1661461" y="110299"/>
                  </a:lnTo>
                  <a:lnTo>
                    <a:pt x="1666948" y="115824"/>
                  </a:lnTo>
                  <a:lnTo>
                    <a:pt x="1671827" y="120777"/>
                  </a:lnTo>
                  <a:lnTo>
                    <a:pt x="1677068" y="126015"/>
                  </a:lnTo>
                  <a:lnTo>
                    <a:pt x="1683464" y="132397"/>
                  </a:lnTo>
                  <a:lnTo>
                    <a:pt x="1691026" y="139922"/>
                  </a:lnTo>
                  <a:lnTo>
                    <a:pt x="1699767" y="148590"/>
                  </a:lnTo>
                  <a:lnTo>
                    <a:pt x="1708149" y="157331"/>
                  </a:lnTo>
                  <a:lnTo>
                    <a:pt x="1727580" y="187325"/>
                  </a:lnTo>
                  <a:lnTo>
                    <a:pt x="1727580" y="190373"/>
                  </a:lnTo>
                  <a:lnTo>
                    <a:pt x="1727580" y="193548"/>
                  </a:lnTo>
                  <a:lnTo>
                    <a:pt x="1729104" y="196596"/>
                  </a:lnTo>
                  <a:lnTo>
                    <a:pt x="1732279" y="199771"/>
                  </a:lnTo>
                  <a:lnTo>
                    <a:pt x="1735327" y="202819"/>
                  </a:lnTo>
                  <a:lnTo>
                    <a:pt x="1736852" y="205867"/>
                  </a:lnTo>
                  <a:lnTo>
                    <a:pt x="1736852" y="226060"/>
                  </a:lnTo>
                  <a:lnTo>
                    <a:pt x="1736852" y="232156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796020" y="6659625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7" name="object 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73605">
              <a:lnSpc>
                <a:spcPct val="100000"/>
              </a:lnSpc>
              <a:spcBef>
                <a:spcPts val="95"/>
              </a:spcBef>
            </a:pPr>
            <a:r>
              <a:rPr dirty="0"/>
              <a:t>n:m의</a:t>
            </a:r>
            <a:r>
              <a:rPr dirty="0" spc="-60"/>
              <a:t> </a:t>
            </a:r>
            <a:r>
              <a:rPr dirty="0" spc="-10"/>
              <a:t>관계(2)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61361" y="2066289"/>
            <a:ext cx="1328420" cy="739775"/>
            <a:chOff x="2261361" y="2066289"/>
            <a:chExt cx="1328420" cy="739775"/>
          </a:xfrm>
        </p:grpSpPr>
        <p:sp>
          <p:nvSpPr>
            <p:cNvPr id="4" name="object 4" descr=""/>
            <p:cNvSpPr/>
            <p:nvPr/>
          </p:nvSpPr>
          <p:spPr>
            <a:xfrm>
              <a:off x="2275331" y="2080259"/>
              <a:ext cx="1300480" cy="711835"/>
            </a:xfrm>
            <a:custGeom>
              <a:avLst/>
              <a:gdLst/>
              <a:ahLst/>
              <a:cxnLst/>
              <a:rect l="l" t="t" r="r" b="b"/>
              <a:pathLst>
                <a:path w="1300479" h="711835">
                  <a:moveTo>
                    <a:pt x="1299971" y="711708"/>
                  </a:moveTo>
                  <a:lnTo>
                    <a:pt x="0" y="711708"/>
                  </a:lnTo>
                  <a:lnTo>
                    <a:pt x="0" y="0"/>
                  </a:lnTo>
                  <a:lnTo>
                    <a:pt x="1299971" y="0"/>
                  </a:lnTo>
                  <a:lnTo>
                    <a:pt x="1299971" y="71170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75331" y="2080259"/>
              <a:ext cx="1300480" cy="711835"/>
            </a:xfrm>
            <a:custGeom>
              <a:avLst/>
              <a:gdLst/>
              <a:ahLst/>
              <a:cxnLst/>
              <a:rect l="l" t="t" r="r" b="b"/>
              <a:pathLst>
                <a:path w="1300479" h="711835">
                  <a:moveTo>
                    <a:pt x="0" y="0"/>
                  </a:moveTo>
                  <a:lnTo>
                    <a:pt x="1299971" y="0"/>
                  </a:lnTo>
                  <a:lnTo>
                    <a:pt x="1299971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ln w="2743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777779" y="2268723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569906" y="1956561"/>
            <a:ext cx="2764790" cy="951865"/>
            <a:chOff x="3569906" y="1956561"/>
            <a:chExt cx="2764790" cy="951865"/>
          </a:xfrm>
        </p:grpSpPr>
        <p:sp>
          <p:nvSpPr>
            <p:cNvPr id="8" name="object 8" descr=""/>
            <p:cNvSpPr/>
            <p:nvPr/>
          </p:nvSpPr>
          <p:spPr>
            <a:xfrm>
              <a:off x="3575304" y="2432303"/>
              <a:ext cx="2753995" cy="3175"/>
            </a:xfrm>
            <a:custGeom>
              <a:avLst/>
              <a:gdLst/>
              <a:ahLst/>
              <a:cxnLst/>
              <a:rect l="l" t="t" r="r" b="b"/>
              <a:pathLst>
                <a:path w="2753995" h="3175">
                  <a:moveTo>
                    <a:pt x="0" y="3047"/>
                  </a:moveTo>
                  <a:lnTo>
                    <a:pt x="765048" y="0"/>
                  </a:lnTo>
                </a:path>
                <a:path w="2753995" h="3175">
                  <a:moveTo>
                    <a:pt x="1988819" y="0"/>
                  </a:moveTo>
                  <a:lnTo>
                    <a:pt x="2753867" y="3047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340352" y="1970531"/>
              <a:ext cx="1224280" cy="923925"/>
            </a:xfrm>
            <a:custGeom>
              <a:avLst/>
              <a:gdLst/>
              <a:ahLst/>
              <a:cxnLst/>
              <a:rect l="l" t="t" r="r" b="b"/>
              <a:pathLst>
                <a:path w="1224279" h="923925">
                  <a:moveTo>
                    <a:pt x="612648" y="923543"/>
                  </a:moveTo>
                  <a:lnTo>
                    <a:pt x="0" y="461771"/>
                  </a:lnTo>
                  <a:lnTo>
                    <a:pt x="612648" y="0"/>
                  </a:lnTo>
                  <a:lnTo>
                    <a:pt x="1223771" y="461771"/>
                  </a:lnTo>
                  <a:lnTo>
                    <a:pt x="612648" y="92354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40352" y="1970531"/>
              <a:ext cx="1224280" cy="923925"/>
            </a:xfrm>
            <a:custGeom>
              <a:avLst/>
              <a:gdLst/>
              <a:ahLst/>
              <a:cxnLst/>
              <a:rect l="l" t="t" r="r" b="b"/>
              <a:pathLst>
                <a:path w="1224279" h="923925">
                  <a:moveTo>
                    <a:pt x="0" y="461771"/>
                  </a:moveTo>
                  <a:lnTo>
                    <a:pt x="612648" y="0"/>
                  </a:lnTo>
                  <a:lnTo>
                    <a:pt x="1223771" y="461771"/>
                  </a:lnTo>
                  <a:lnTo>
                    <a:pt x="612648" y="923543"/>
                  </a:lnTo>
                  <a:lnTo>
                    <a:pt x="0" y="461771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862505" y="2264180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29171" y="2080260"/>
            <a:ext cx="1301750" cy="711835"/>
          </a:xfrm>
          <a:prstGeom prst="rect">
            <a:avLst/>
          </a:prstGeom>
          <a:solidFill>
            <a:srgbClr val="4F80BC"/>
          </a:solidFill>
          <a:ln w="27432">
            <a:solidFill>
              <a:srgbClr val="385D89"/>
            </a:solidFill>
          </a:ln>
        </p:spPr>
        <p:txBody>
          <a:bodyPr wrap="square" lIns="0" tIns="2044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61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45632" y="2087373"/>
            <a:ext cx="1708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n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00741" y="2094985"/>
            <a:ext cx="2470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m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497581" y="3165094"/>
            <a:ext cx="894080" cy="525145"/>
            <a:chOff x="2497581" y="3165094"/>
            <a:chExt cx="894080" cy="525145"/>
          </a:xfrm>
        </p:grpSpPr>
        <p:sp>
          <p:nvSpPr>
            <p:cNvPr id="16" name="object 16" descr=""/>
            <p:cNvSpPr/>
            <p:nvPr/>
          </p:nvSpPr>
          <p:spPr>
            <a:xfrm>
              <a:off x="2511551" y="3179064"/>
              <a:ext cx="866140" cy="497205"/>
            </a:xfrm>
            <a:custGeom>
              <a:avLst/>
              <a:gdLst/>
              <a:ahLst/>
              <a:cxnLst/>
              <a:rect l="l" t="t" r="r" b="b"/>
              <a:pathLst>
                <a:path w="866139" h="497204">
                  <a:moveTo>
                    <a:pt x="432815" y="496824"/>
                  </a:moveTo>
                  <a:lnTo>
                    <a:pt x="374037" y="494555"/>
                  </a:lnTo>
                  <a:lnTo>
                    <a:pt x="317676" y="487948"/>
                  </a:lnTo>
                  <a:lnTo>
                    <a:pt x="264247" y="477297"/>
                  </a:lnTo>
                  <a:lnTo>
                    <a:pt x="214263" y="462900"/>
                  </a:lnTo>
                  <a:lnTo>
                    <a:pt x="168237" y="445053"/>
                  </a:lnTo>
                  <a:lnTo>
                    <a:pt x="126682" y="424053"/>
                  </a:lnTo>
                  <a:lnTo>
                    <a:pt x="90112" y="400194"/>
                  </a:lnTo>
                  <a:lnTo>
                    <a:pt x="59040" y="373775"/>
                  </a:lnTo>
                  <a:lnTo>
                    <a:pt x="15444" y="314437"/>
                  </a:lnTo>
                  <a:lnTo>
                    <a:pt x="0" y="248412"/>
                  </a:lnTo>
                  <a:lnTo>
                    <a:pt x="3946" y="214711"/>
                  </a:lnTo>
                  <a:lnTo>
                    <a:pt x="33980" y="151733"/>
                  </a:lnTo>
                  <a:lnTo>
                    <a:pt x="90112" y="96629"/>
                  </a:lnTo>
                  <a:lnTo>
                    <a:pt x="126682" y="72771"/>
                  </a:lnTo>
                  <a:lnTo>
                    <a:pt x="168237" y="51770"/>
                  </a:lnTo>
                  <a:lnTo>
                    <a:pt x="214263" y="33923"/>
                  </a:lnTo>
                  <a:lnTo>
                    <a:pt x="264247" y="19526"/>
                  </a:lnTo>
                  <a:lnTo>
                    <a:pt x="317676" y="8875"/>
                  </a:lnTo>
                  <a:lnTo>
                    <a:pt x="374037" y="2268"/>
                  </a:lnTo>
                  <a:lnTo>
                    <a:pt x="432815" y="0"/>
                  </a:lnTo>
                  <a:lnTo>
                    <a:pt x="491594" y="2268"/>
                  </a:lnTo>
                  <a:lnTo>
                    <a:pt x="547955" y="8875"/>
                  </a:lnTo>
                  <a:lnTo>
                    <a:pt x="601384" y="19526"/>
                  </a:lnTo>
                  <a:lnTo>
                    <a:pt x="651368" y="33923"/>
                  </a:lnTo>
                  <a:lnTo>
                    <a:pt x="697394" y="51770"/>
                  </a:lnTo>
                  <a:lnTo>
                    <a:pt x="738949" y="72771"/>
                  </a:lnTo>
                  <a:lnTo>
                    <a:pt x="775519" y="96629"/>
                  </a:lnTo>
                  <a:lnTo>
                    <a:pt x="806591" y="123048"/>
                  </a:lnTo>
                  <a:lnTo>
                    <a:pt x="850187" y="182386"/>
                  </a:lnTo>
                  <a:lnTo>
                    <a:pt x="865631" y="248412"/>
                  </a:lnTo>
                  <a:lnTo>
                    <a:pt x="861685" y="282112"/>
                  </a:lnTo>
                  <a:lnTo>
                    <a:pt x="831651" y="345090"/>
                  </a:lnTo>
                  <a:lnTo>
                    <a:pt x="775519" y="400194"/>
                  </a:lnTo>
                  <a:lnTo>
                    <a:pt x="738949" y="424053"/>
                  </a:lnTo>
                  <a:lnTo>
                    <a:pt x="697394" y="445053"/>
                  </a:lnTo>
                  <a:lnTo>
                    <a:pt x="651368" y="462900"/>
                  </a:lnTo>
                  <a:lnTo>
                    <a:pt x="601384" y="477297"/>
                  </a:lnTo>
                  <a:lnTo>
                    <a:pt x="547955" y="487948"/>
                  </a:lnTo>
                  <a:lnTo>
                    <a:pt x="491594" y="494555"/>
                  </a:lnTo>
                  <a:lnTo>
                    <a:pt x="432815" y="496824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511551" y="3179064"/>
              <a:ext cx="866140" cy="497205"/>
            </a:xfrm>
            <a:custGeom>
              <a:avLst/>
              <a:gdLst/>
              <a:ahLst/>
              <a:cxnLst/>
              <a:rect l="l" t="t" r="r" b="b"/>
              <a:pathLst>
                <a:path w="866139" h="497204">
                  <a:moveTo>
                    <a:pt x="0" y="248412"/>
                  </a:moveTo>
                  <a:lnTo>
                    <a:pt x="15444" y="182386"/>
                  </a:lnTo>
                  <a:lnTo>
                    <a:pt x="59040" y="123048"/>
                  </a:lnTo>
                  <a:lnTo>
                    <a:pt x="90112" y="96629"/>
                  </a:lnTo>
                  <a:lnTo>
                    <a:pt x="126682" y="72771"/>
                  </a:lnTo>
                  <a:lnTo>
                    <a:pt x="168237" y="51770"/>
                  </a:lnTo>
                  <a:lnTo>
                    <a:pt x="214263" y="33923"/>
                  </a:lnTo>
                  <a:lnTo>
                    <a:pt x="264247" y="19526"/>
                  </a:lnTo>
                  <a:lnTo>
                    <a:pt x="317676" y="8875"/>
                  </a:lnTo>
                  <a:lnTo>
                    <a:pt x="374037" y="2268"/>
                  </a:lnTo>
                  <a:lnTo>
                    <a:pt x="432815" y="0"/>
                  </a:lnTo>
                  <a:lnTo>
                    <a:pt x="491594" y="2268"/>
                  </a:lnTo>
                  <a:lnTo>
                    <a:pt x="547955" y="8875"/>
                  </a:lnTo>
                  <a:lnTo>
                    <a:pt x="601384" y="19526"/>
                  </a:lnTo>
                  <a:lnTo>
                    <a:pt x="651368" y="33923"/>
                  </a:lnTo>
                  <a:lnTo>
                    <a:pt x="697394" y="51770"/>
                  </a:lnTo>
                  <a:lnTo>
                    <a:pt x="738949" y="72771"/>
                  </a:lnTo>
                  <a:lnTo>
                    <a:pt x="775519" y="96629"/>
                  </a:lnTo>
                  <a:lnTo>
                    <a:pt x="806591" y="123048"/>
                  </a:lnTo>
                  <a:lnTo>
                    <a:pt x="850187" y="182386"/>
                  </a:lnTo>
                  <a:lnTo>
                    <a:pt x="865631" y="248412"/>
                  </a:lnTo>
                  <a:lnTo>
                    <a:pt x="861685" y="282112"/>
                  </a:lnTo>
                  <a:lnTo>
                    <a:pt x="831651" y="345090"/>
                  </a:lnTo>
                  <a:lnTo>
                    <a:pt x="775519" y="400194"/>
                  </a:lnTo>
                  <a:lnTo>
                    <a:pt x="738949" y="424053"/>
                  </a:lnTo>
                  <a:lnTo>
                    <a:pt x="697394" y="445053"/>
                  </a:lnTo>
                  <a:lnTo>
                    <a:pt x="651368" y="462900"/>
                  </a:lnTo>
                  <a:lnTo>
                    <a:pt x="601384" y="477297"/>
                  </a:lnTo>
                  <a:lnTo>
                    <a:pt x="547955" y="487948"/>
                  </a:lnTo>
                  <a:lnTo>
                    <a:pt x="491594" y="494555"/>
                  </a:lnTo>
                  <a:lnTo>
                    <a:pt x="432815" y="496824"/>
                  </a:lnTo>
                  <a:lnTo>
                    <a:pt x="374037" y="494555"/>
                  </a:lnTo>
                  <a:lnTo>
                    <a:pt x="317676" y="487948"/>
                  </a:lnTo>
                  <a:lnTo>
                    <a:pt x="264247" y="477297"/>
                  </a:lnTo>
                  <a:lnTo>
                    <a:pt x="214263" y="462900"/>
                  </a:lnTo>
                  <a:lnTo>
                    <a:pt x="168237" y="445053"/>
                  </a:lnTo>
                  <a:lnTo>
                    <a:pt x="126682" y="424053"/>
                  </a:lnTo>
                  <a:lnTo>
                    <a:pt x="90112" y="400194"/>
                  </a:lnTo>
                  <a:lnTo>
                    <a:pt x="59040" y="373775"/>
                  </a:lnTo>
                  <a:lnTo>
                    <a:pt x="15444" y="314437"/>
                  </a:lnTo>
                  <a:lnTo>
                    <a:pt x="0" y="248412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786865" y="3259333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513322" y="3137661"/>
            <a:ext cx="895350" cy="552450"/>
            <a:chOff x="6513322" y="3137661"/>
            <a:chExt cx="895350" cy="552450"/>
          </a:xfrm>
        </p:grpSpPr>
        <p:sp>
          <p:nvSpPr>
            <p:cNvPr id="20" name="object 20" descr=""/>
            <p:cNvSpPr/>
            <p:nvPr/>
          </p:nvSpPr>
          <p:spPr>
            <a:xfrm>
              <a:off x="6527292" y="3151631"/>
              <a:ext cx="867410" cy="524510"/>
            </a:xfrm>
            <a:custGeom>
              <a:avLst/>
              <a:gdLst/>
              <a:ahLst/>
              <a:cxnLst/>
              <a:rect l="l" t="t" r="r" b="b"/>
              <a:pathLst>
                <a:path w="867409" h="524510">
                  <a:moveTo>
                    <a:pt x="434339" y="524255"/>
                  </a:moveTo>
                  <a:lnTo>
                    <a:pt x="375531" y="521863"/>
                  </a:lnTo>
                  <a:lnTo>
                    <a:pt x="319087" y="514893"/>
                  </a:lnTo>
                  <a:lnTo>
                    <a:pt x="265533" y="503658"/>
                  </a:lnTo>
                  <a:lnTo>
                    <a:pt x="215391" y="488470"/>
                  </a:lnTo>
                  <a:lnTo>
                    <a:pt x="169187" y="469641"/>
                  </a:lnTo>
                  <a:lnTo>
                    <a:pt x="127444" y="447484"/>
                  </a:lnTo>
                  <a:lnTo>
                    <a:pt x="90685" y="422311"/>
                  </a:lnTo>
                  <a:lnTo>
                    <a:pt x="59435" y="394433"/>
                  </a:lnTo>
                  <a:lnTo>
                    <a:pt x="34218" y="364164"/>
                  </a:lnTo>
                  <a:lnTo>
                    <a:pt x="3976" y="297699"/>
                  </a:lnTo>
                  <a:lnTo>
                    <a:pt x="0" y="262127"/>
                  </a:lnTo>
                  <a:lnTo>
                    <a:pt x="3976" y="226556"/>
                  </a:lnTo>
                  <a:lnTo>
                    <a:pt x="34218" y="160091"/>
                  </a:lnTo>
                  <a:lnTo>
                    <a:pt x="59435" y="129822"/>
                  </a:lnTo>
                  <a:lnTo>
                    <a:pt x="90685" y="101944"/>
                  </a:lnTo>
                  <a:lnTo>
                    <a:pt x="127444" y="76771"/>
                  </a:lnTo>
                  <a:lnTo>
                    <a:pt x="169187" y="54614"/>
                  </a:lnTo>
                  <a:lnTo>
                    <a:pt x="215391" y="35785"/>
                  </a:lnTo>
                  <a:lnTo>
                    <a:pt x="265533" y="20597"/>
                  </a:lnTo>
                  <a:lnTo>
                    <a:pt x="319087" y="9362"/>
                  </a:lnTo>
                  <a:lnTo>
                    <a:pt x="375531" y="2392"/>
                  </a:lnTo>
                  <a:lnTo>
                    <a:pt x="434339" y="0"/>
                  </a:lnTo>
                  <a:lnTo>
                    <a:pt x="493118" y="2392"/>
                  </a:lnTo>
                  <a:lnTo>
                    <a:pt x="549479" y="9362"/>
                  </a:lnTo>
                  <a:lnTo>
                    <a:pt x="602908" y="20597"/>
                  </a:lnTo>
                  <a:lnTo>
                    <a:pt x="652892" y="35785"/>
                  </a:lnTo>
                  <a:lnTo>
                    <a:pt x="698918" y="54614"/>
                  </a:lnTo>
                  <a:lnTo>
                    <a:pt x="740473" y="76771"/>
                  </a:lnTo>
                  <a:lnTo>
                    <a:pt x="777043" y="101944"/>
                  </a:lnTo>
                  <a:lnTo>
                    <a:pt x="808115" y="129822"/>
                  </a:lnTo>
                  <a:lnTo>
                    <a:pt x="833175" y="160091"/>
                  </a:lnTo>
                  <a:lnTo>
                    <a:pt x="863209" y="226556"/>
                  </a:lnTo>
                  <a:lnTo>
                    <a:pt x="867156" y="262127"/>
                  </a:lnTo>
                  <a:lnTo>
                    <a:pt x="863209" y="297699"/>
                  </a:lnTo>
                  <a:lnTo>
                    <a:pt x="833175" y="364164"/>
                  </a:lnTo>
                  <a:lnTo>
                    <a:pt x="808115" y="394433"/>
                  </a:lnTo>
                  <a:lnTo>
                    <a:pt x="777043" y="422311"/>
                  </a:lnTo>
                  <a:lnTo>
                    <a:pt x="740473" y="447484"/>
                  </a:lnTo>
                  <a:lnTo>
                    <a:pt x="698918" y="469641"/>
                  </a:lnTo>
                  <a:lnTo>
                    <a:pt x="652892" y="488470"/>
                  </a:lnTo>
                  <a:lnTo>
                    <a:pt x="602908" y="503658"/>
                  </a:lnTo>
                  <a:lnTo>
                    <a:pt x="549479" y="514893"/>
                  </a:lnTo>
                  <a:lnTo>
                    <a:pt x="493118" y="521863"/>
                  </a:lnTo>
                  <a:lnTo>
                    <a:pt x="434339" y="524255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527292" y="3151631"/>
              <a:ext cx="867410" cy="524510"/>
            </a:xfrm>
            <a:custGeom>
              <a:avLst/>
              <a:gdLst/>
              <a:ahLst/>
              <a:cxnLst/>
              <a:rect l="l" t="t" r="r" b="b"/>
              <a:pathLst>
                <a:path w="867409" h="524510">
                  <a:moveTo>
                    <a:pt x="0" y="262127"/>
                  </a:moveTo>
                  <a:lnTo>
                    <a:pt x="15557" y="192440"/>
                  </a:lnTo>
                  <a:lnTo>
                    <a:pt x="59435" y="129822"/>
                  </a:lnTo>
                  <a:lnTo>
                    <a:pt x="90685" y="101944"/>
                  </a:lnTo>
                  <a:lnTo>
                    <a:pt x="127444" y="76771"/>
                  </a:lnTo>
                  <a:lnTo>
                    <a:pt x="169187" y="54614"/>
                  </a:lnTo>
                  <a:lnTo>
                    <a:pt x="215391" y="35785"/>
                  </a:lnTo>
                  <a:lnTo>
                    <a:pt x="265533" y="20597"/>
                  </a:lnTo>
                  <a:lnTo>
                    <a:pt x="319087" y="9362"/>
                  </a:lnTo>
                  <a:lnTo>
                    <a:pt x="375531" y="2392"/>
                  </a:lnTo>
                  <a:lnTo>
                    <a:pt x="434339" y="0"/>
                  </a:lnTo>
                  <a:lnTo>
                    <a:pt x="493118" y="2392"/>
                  </a:lnTo>
                  <a:lnTo>
                    <a:pt x="549479" y="9362"/>
                  </a:lnTo>
                  <a:lnTo>
                    <a:pt x="602908" y="20597"/>
                  </a:lnTo>
                  <a:lnTo>
                    <a:pt x="652892" y="35785"/>
                  </a:lnTo>
                  <a:lnTo>
                    <a:pt x="698918" y="54614"/>
                  </a:lnTo>
                  <a:lnTo>
                    <a:pt x="740473" y="76771"/>
                  </a:lnTo>
                  <a:lnTo>
                    <a:pt x="777043" y="101944"/>
                  </a:lnTo>
                  <a:lnTo>
                    <a:pt x="808115" y="129822"/>
                  </a:lnTo>
                  <a:lnTo>
                    <a:pt x="833175" y="160091"/>
                  </a:lnTo>
                  <a:lnTo>
                    <a:pt x="863209" y="226556"/>
                  </a:lnTo>
                  <a:lnTo>
                    <a:pt x="867156" y="262127"/>
                  </a:lnTo>
                  <a:lnTo>
                    <a:pt x="863209" y="297699"/>
                  </a:lnTo>
                  <a:lnTo>
                    <a:pt x="833175" y="364164"/>
                  </a:lnTo>
                  <a:lnTo>
                    <a:pt x="808115" y="394433"/>
                  </a:lnTo>
                  <a:lnTo>
                    <a:pt x="777043" y="422311"/>
                  </a:lnTo>
                  <a:lnTo>
                    <a:pt x="740473" y="447484"/>
                  </a:lnTo>
                  <a:lnTo>
                    <a:pt x="698918" y="469641"/>
                  </a:lnTo>
                  <a:lnTo>
                    <a:pt x="652892" y="488470"/>
                  </a:lnTo>
                  <a:lnTo>
                    <a:pt x="602908" y="503658"/>
                  </a:lnTo>
                  <a:lnTo>
                    <a:pt x="549479" y="514893"/>
                  </a:lnTo>
                  <a:lnTo>
                    <a:pt x="493118" y="521863"/>
                  </a:lnTo>
                  <a:lnTo>
                    <a:pt x="434339" y="524255"/>
                  </a:lnTo>
                  <a:lnTo>
                    <a:pt x="375531" y="521863"/>
                  </a:lnTo>
                  <a:lnTo>
                    <a:pt x="319087" y="514893"/>
                  </a:lnTo>
                  <a:lnTo>
                    <a:pt x="265533" y="503658"/>
                  </a:lnTo>
                  <a:lnTo>
                    <a:pt x="215391" y="488470"/>
                  </a:lnTo>
                  <a:lnTo>
                    <a:pt x="169187" y="469641"/>
                  </a:lnTo>
                  <a:lnTo>
                    <a:pt x="127444" y="447484"/>
                  </a:lnTo>
                  <a:lnTo>
                    <a:pt x="90685" y="422311"/>
                  </a:lnTo>
                  <a:lnTo>
                    <a:pt x="59435" y="394433"/>
                  </a:lnTo>
                  <a:lnTo>
                    <a:pt x="34218" y="364164"/>
                  </a:lnTo>
                  <a:lnTo>
                    <a:pt x="3976" y="297699"/>
                  </a:lnTo>
                  <a:lnTo>
                    <a:pt x="0" y="262127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2919158" y="2786570"/>
            <a:ext cx="2407920" cy="930910"/>
            <a:chOff x="2919158" y="2786570"/>
            <a:chExt cx="2407920" cy="930910"/>
          </a:xfrm>
        </p:grpSpPr>
        <p:sp>
          <p:nvSpPr>
            <p:cNvPr id="23" name="object 23" descr=""/>
            <p:cNvSpPr/>
            <p:nvPr/>
          </p:nvSpPr>
          <p:spPr>
            <a:xfrm>
              <a:off x="2924556" y="2791967"/>
              <a:ext cx="20320" cy="387350"/>
            </a:xfrm>
            <a:custGeom>
              <a:avLst/>
              <a:gdLst/>
              <a:ahLst/>
              <a:cxnLst/>
              <a:rect l="l" t="t" r="r" b="b"/>
              <a:pathLst>
                <a:path w="20319" h="387350">
                  <a:moveTo>
                    <a:pt x="0" y="0"/>
                  </a:moveTo>
                  <a:lnTo>
                    <a:pt x="19811" y="387096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23816" y="3204971"/>
              <a:ext cx="688975" cy="498475"/>
            </a:xfrm>
            <a:custGeom>
              <a:avLst/>
              <a:gdLst/>
              <a:ahLst/>
              <a:cxnLst/>
              <a:rect l="l" t="t" r="r" b="b"/>
              <a:pathLst>
                <a:path w="688975" h="498475">
                  <a:moveTo>
                    <a:pt x="344423" y="498348"/>
                  </a:moveTo>
                  <a:lnTo>
                    <a:pt x="288488" y="495053"/>
                  </a:lnTo>
                  <a:lnTo>
                    <a:pt x="235451" y="485522"/>
                  </a:lnTo>
                  <a:lnTo>
                    <a:pt x="186017" y="470285"/>
                  </a:lnTo>
                  <a:lnTo>
                    <a:pt x="140890" y="449872"/>
                  </a:lnTo>
                  <a:lnTo>
                    <a:pt x="100774" y="424815"/>
                  </a:lnTo>
                  <a:lnTo>
                    <a:pt x="66373" y="395642"/>
                  </a:lnTo>
                  <a:lnTo>
                    <a:pt x="38391" y="362885"/>
                  </a:lnTo>
                  <a:lnTo>
                    <a:pt x="17532" y="327074"/>
                  </a:lnTo>
                  <a:lnTo>
                    <a:pt x="4500" y="288740"/>
                  </a:lnTo>
                  <a:lnTo>
                    <a:pt x="0" y="248412"/>
                  </a:lnTo>
                  <a:lnTo>
                    <a:pt x="4500" y="208126"/>
                  </a:lnTo>
                  <a:lnTo>
                    <a:pt x="17532" y="169907"/>
                  </a:lnTo>
                  <a:lnTo>
                    <a:pt x="38391" y="134267"/>
                  </a:lnTo>
                  <a:lnTo>
                    <a:pt x="66373" y="101717"/>
                  </a:lnTo>
                  <a:lnTo>
                    <a:pt x="100774" y="72771"/>
                  </a:lnTo>
                  <a:lnTo>
                    <a:pt x="140890" y="47938"/>
                  </a:lnTo>
                  <a:lnTo>
                    <a:pt x="186017" y="27733"/>
                  </a:lnTo>
                  <a:lnTo>
                    <a:pt x="235451" y="12667"/>
                  </a:lnTo>
                  <a:lnTo>
                    <a:pt x="288488" y="3252"/>
                  </a:lnTo>
                  <a:lnTo>
                    <a:pt x="344423" y="0"/>
                  </a:lnTo>
                  <a:lnTo>
                    <a:pt x="400359" y="3252"/>
                  </a:lnTo>
                  <a:lnTo>
                    <a:pt x="453396" y="12667"/>
                  </a:lnTo>
                  <a:lnTo>
                    <a:pt x="502830" y="27733"/>
                  </a:lnTo>
                  <a:lnTo>
                    <a:pt x="547957" y="47938"/>
                  </a:lnTo>
                  <a:lnTo>
                    <a:pt x="588073" y="72771"/>
                  </a:lnTo>
                  <a:lnTo>
                    <a:pt x="622474" y="101717"/>
                  </a:lnTo>
                  <a:lnTo>
                    <a:pt x="650456" y="134267"/>
                  </a:lnTo>
                  <a:lnTo>
                    <a:pt x="671315" y="169907"/>
                  </a:lnTo>
                  <a:lnTo>
                    <a:pt x="684347" y="208126"/>
                  </a:lnTo>
                  <a:lnTo>
                    <a:pt x="688847" y="248412"/>
                  </a:lnTo>
                  <a:lnTo>
                    <a:pt x="684347" y="288740"/>
                  </a:lnTo>
                  <a:lnTo>
                    <a:pt x="671315" y="327074"/>
                  </a:lnTo>
                  <a:lnTo>
                    <a:pt x="650456" y="362885"/>
                  </a:lnTo>
                  <a:lnTo>
                    <a:pt x="622474" y="395642"/>
                  </a:lnTo>
                  <a:lnTo>
                    <a:pt x="588073" y="424815"/>
                  </a:lnTo>
                  <a:lnTo>
                    <a:pt x="547957" y="449872"/>
                  </a:lnTo>
                  <a:lnTo>
                    <a:pt x="502830" y="470285"/>
                  </a:lnTo>
                  <a:lnTo>
                    <a:pt x="453396" y="485522"/>
                  </a:lnTo>
                  <a:lnTo>
                    <a:pt x="400359" y="495053"/>
                  </a:lnTo>
                  <a:lnTo>
                    <a:pt x="344423" y="49834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623816" y="3204971"/>
              <a:ext cx="688975" cy="498475"/>
            </a:xfrm>
            <a:custGeom>
              <a:avLst/>
              <a:gdLst/>
              <a:ahLst/>
              <a:cxnLst/>
              <a:rect l="l" t="t" r="r" b="b"/>
              <a:pathLst>
                <a:path w="688975" h="498475">
                  <a:moveTo>
                    <a:pt x="0" y="248412"/>
                  </a:moveTo>
                  <a:lnTo>
                    <a:pt x="4500" y="208126"/>
                  </a:lnTo>
                  <a:lnTo>
                    <a:pt x="17532" y="169907"/>
                  </a:lnTo>
                  <a:lnTo>
                    <a:pt x="38391" y="134267"/>
                  </a:lnTo>
                  <a:lnTo>
                    <a:pt x="66373" y="101717"/>
                  </a:lnTo>
                  <a:lnTo>
                    <a:pt x="100774" y="72771"/>
                  </a:lnTo>
                  <a:lnTo>
                    <a:pt x="140890" y="47938"/>
                  </a:lnTo>
                  <a:lnTo>
                    <a:pt x="186017" y="27733"/>
                  </a:lnTo>
                  <a:lnTo>
                    <a:pt x="235451" y="12667"/>
                  </a:lnTo>
                  <a:lnTo>
                    <a:pt x="288488" y="3252"/>
                  </a:lnTo>
                  <a:lnTo>
                    <a:pt x="344423" y="0"/>
                  </a:lnTo>
                  <a:lnTo>
                    <a:pt x="400359" y="3252"/>
                  </a:lnTo>
                  <a:lnTo>
                    <a:pt x="453396" y="12667"/>
                  </a:lnTo>
                  <a:lnTo>
                    <a:pt x="502830" y="27733"/>
                  </a:lnTo>
                  <a:lnTo>
                    <a:pt x="547957" y="47938"/>
                  </a:lnTo>
                  <a:lnTo>
                    <a:pt x="588073" y="72771"/>
                  </a:lnTo>
                  <a:lnTo>
                    <a:pt x="622474" y="101717"/>
                  </a:lnTo>
                  <a:lnTo>
                    <a:pt x="650456" y="134267"/>
                  </a:lnTo>
                  <a:lnTo>
                    <a:pt x="671315" y="169907"/>
                  </a:lnTo>
                  <a:lnTo>
                    <a:pt x="684347" y="208126"/>
                  </a:lnTo>
                  <a:lnTo>
                    <a:pt x="688847" y="248412"/>
                  </a:lnTo>
                  <a:lnTo>
                    <a:pt x="684347" y="288740"/>
                  </a:lnTo>
                  <a:lnTo>
                    <a:pt x="671315" y="327074"/>
                  </a:lnTo>
                  <a:lnTo>
                    <a:pt x="650456" y="362885"/>
                  </a:lnTo>
                  <a:lnTo>
                    <a:pt x="622474" y="395642"/>
                  </a:lnTo>
                  <a:lnTo>
                    <a:pt x="588073" y="424815"/>
                  </a:lnTo>
                  <a:lnTo>
                    <a:pt x="547957" y="449872"/>
                  </a:lnTo>
                  <a:lnTo>
                    <a:pt x="502830" y="470285"/>
                  </a:lnTo>
                  <a:lnTo>
                    <a:pt x="453396" y="485522"/>
                  </a:lnTo>
                  <a:lnTo>
                    <a:pt x="400359" y="495053"/>
                  </a:lnTo>
                  <a:lnTo>
                    <a:pt x="344423" y="498348"/>
                  </a:lnTo>
                  <a:lnTo>
                    <a:pt x="288488" y="495053"/>
                  </a:lnTo>
                  <a:lnTo>
                    <a:pt x="235451" y="485522"/>
                  </a:lnTo>
                  <a:lnTo>
                    <a:pt x="186017" y="470285"/>
                  </a:lnTo>
                  <a:lnTo>
                    <a:pt x="140890" y="449872"/>
                  </a:lnTo>
                  <a:lnTo>
                    <a:pt x="100774" y="424815"/>
                  </a:lnTo>
                  <a:lnTo>
                    <a:pt x="66373" y="395642"/>
                  </a:lnTo>
                  <a:lnTo>
                    <a:pt x="38391" y="362885"/>
                  </a:lnTo>
                  <a:lnTo>
                    <a:pt x="17532" y="327074"/>
                  </a:lnTo>
                  <a:lnTo>
                    <a:pt x="4500" y="288740"/>
                  </a:lnTo>
                  <a:lnTo>
                    <a:pt x="0" y="248412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804066" y="3245581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961632" y="2791967"/>
            <a:ext cx="18415" cy="360045"/>
          </a:xfrm>
          <a:custGeom>
            <a:avLst/>
            <a:gdLst/>
            <a:ahLst/>
            <a:cxnLst/>
            <a:rect l="l" t="t" r="r" b="b"/>
            <a:pathLst>
              <a:path w="18415" h="360044">
                <a:moveTo>
                  <a:pt x="18287" y="0"/>
                </a:moveTo>
                <a:lnTo>
                  <a:pt x="0" y="359664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870117" y="3286713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451097" y="2173478"/>
            <a:ext cx="1522730" cy="1036955"/>
            <a:chOff x="3451097" y="2173478"/>
            <a:chExt cx="1522730" cy="1036955"/>
          </a:xfrm>
        </p:grpSpPr>
        <p:sp>
          <p:nvSpPr>
            <p:cNvPr id="30" name="object 30" descr=""/>
            <p:cNvSpPr/>
            <p:nvPr/>
          </p:nvSpPr>
          <p:spPr>
            <a:xfrm>
              <a:off x="3456431" y="2464308"/>
              <a:ext cx="1511935" cy="741045"/>
            </a:xfrm>
            <a:custGeom>
              <a:avLst/>
              <a:gdLst/>
              <a:ahLst/>
              <a:cxnLst/>
              <a:rect l="l" t="t" r="r" b="b"/>
              <a:pathLst>
                <a:path w="1511935" h="741044">
                  <a:moveTo>
                    <a:pt x="1496567" y="429767"/>
                  </a:moveTo>
                  <a:lnTo>
                    <a:pt x="1511807" y="740664"/>
                  </a:lnTo>
                </a:path>
                <a:path w="1511935" h="741044">
                  <a:moveTo>
                    <a:pt x="0" y="0"/>
                  </a:moveTo>
                  <a:lnTo>
                    <a:pt x="944879" y="3048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010151" y="2179828"/>
              <a:ext cx="232410" cy="269875"/>
            </a:xfrm>
            <a:custGeom>
              <a:avLst/>
              <a:gdLst/>
              <a:ahLst/>
              <a:cxnLst/>
              <a:rect l="l" t="t" r="r" b="b"/>
              <a:pathLst>
                <a:path w="232410" h="269875">
                  <a:moveTo>
                    <a:pt x="195072" y="250698"/>
                  </a:moveTo>
                  <a:lnTo>
                    <a:pt x="186386" y="254771"/>
                  </a:lnTo>
                  <a:lnTo>
                    <a:pt x="178831" y="257667"/>
                  </a:lnTo>
                  <a:lnTo>
                    <a:pt x="172444" y="259395"/>
                  </a:lnTo>
                  <a:lnTo>
                    <a:pt x="167259" y="259969"/>
                  </a:lnTo>
                  <a:lnTo>
                    <a:pt x="161036" y="259969"/>
                  </a:lnTo>
                  <a:lnTo>
                    <a:pt x="156337" y="261620"/>
                  </a:lnTo>
                  <a:lnTo>
                    <a:pt x="153288" y="264668"/>
                  </a:lnTo>
                  <a:lnTo>
                    <a:pt x="150240" y="267715"/>
                  </a:lnTo>
                  <a:lnTo>
                    <a:pt x="147065" y="269366"/>
                  </a:lnTo>
                  <a:lnTo>
                    <a:pt x="144018" y="269366"/>
                  </a:lnTo>
                  <a:lnTo>
                    <a:pt x="140970" y="269366"/>
                  </a:lnTo>
                  <a:lnTo>
                    <a:pt x="97536" y="269366"/>
                  </a:lnTo>
                  <a:lnTo>
                    <a:pt x="89788" y="267715"/>
                  </a:lnTo>
                  <a:lnTo>
                    <a:pt x="60088" y="239152"/>
                  </a:lnTo>
                  <a:lnTo>
                    <a:pt x="54594" y="232156"/>
                  </a:lnTo>
                  <a:lnTo>
                    <a:pt x="48504" y="225159"/>
                  </a:lnTo>
                  <a:lnTo>
                    <a:pt x="41783" y="218186"/>
                  </a:lnTo>
                  <a:lnTo>
                    <a:pt x="35117" y="211518"/>
                  </a:lnTo>
                  <a:lnTo>
                    <a:pt x="29035" y="205422"/>
                  </a:lnTo>
                  <a:lnTo>
                    <a:pt x="23548" y="199898"/>
                  </a:lnTo>
                  <a:lnTo>
                    <a:pt x="18669" y="194945"/>
                  </a:lnTo>
                  <a:lnTo>
                    <a:pt x="12446" y="188849"/>
                  </a:lnTo>
                  <a:lnTo>
                    <a:pt x="9271" y="181101"/>
                  </a:lnTo>
                  <a:lnTo>
                    <a:pt x="9271" y="171831"/>
                  </a:lnTo>
                  <a:lnTo>
                    <a:pt x="8985" y="164804"/>
                  </a:lnTo>
                  <a:lnTo>
                    <a:pt x="8128" y="157813"/>
                  </a:lnTo>
                  <a:lnTo>
                    <a:pt x="6699" y="150846"/>
                  </a:lnTo>
                  <a:lnTo>
                    <a:pt x="4699" y="143890"/>
                  </a:lnTo>
                  <a:lnTo>
                    <a:pt x="1524" y="134620"/>
                  </a:lnTo>
                  <a:lnTo>
                    <a:pt x="0" y="126873"/>
                  </a:lnTo>
                  <a:lnTo>
                    <a:pt x="0" y="58800"/>
                  </a:lnTo>
                  <a:lnTo>
                    <a:pt x="1524" y="52577"/>
                  </a:lnTo>
                  <a:lnTo>
                    <a:pt x="32512" y="21589"/>
                  </a:lnTo>
                  <a:lnTo>
                    <a:pt x="38735" y="17018"/>
                  </a:lnTo>
                  <a:lnTo>
                    <a:pt x="41783" y="13843"/>
                  </a:lnTo>
                  <a:lnTo>
                    <a:pt x="44958" y="10795"/>
                  </a:lnTo>
                  <a:lnTo>
                    <a:pt x="48006" y="7747"/>
                  </a:lnTo>
                  <a:lnTo>
                    <a:pt x="51181" y="4572"/>
                  </a:lnTo>
                  <a:lnTo>
                    <a:pt x="54228" y="1524"/>
                  </a:lnTo>
                  <a:lnTo>
                    <a:pt x="57276" y="0"/>
                  </a:lnTo>
                  <a:lnTo>
                    <a:pt x="145542" y="0"/>
                  </a:lnTo>
                  <a:lnTo>
                    <a:pt x="151764" y="3048"/>
                  </a:lnTo>
                  <a:lnTo>
                    <a:pt x="157987" y="9271"/>
                  </a:lnTo>
                  <a:lnTo>
                    <a:pt x="162581" y="13918"/>
                  </a:lnTo>
                  <a:lnTo>
                    <a:pt x="167211" y="18541"/>
                  </a:lnTo>
                  <a:lnTo>
                    <a:pt x="171864" y="23165"/>
                  </a:lnTo>
                  <a:lnTo>
                    <a:pt x="176530" y="27812"/>
                  </a:lnTo>
                  <a:lnTo>
                    <a:pt x="181177" y="32478"/>
                  </a:lnTo>
                  <a:lnTo>
                    <a:pt x="185800" y="37131"/>
                  </a:lnTo>
                  <a:lnTo>
                    <a:pt x="190424" y="41761"/>
                  </a:lnTo>
                  <a:lnTo>
                    <a:pt x="212089" y="71120"/>
                  </a:lnTo>
                  <a:lnTo>
                    <a:pt x="215264" y="74295"/>
                  </a:lnTo>
                  <a:lnTo>
                    <a:pt x="218312" y="74295"/>
                  </a:lnTo>
                  <a:lnTo>
                    <a:pt x="221361" y="74295"/>
                  </a:lnTo>
                  <a:lnTo>
                    <a:pt x="223012" y="75819"/>
                  </a:lnTo>
                  <a:lnTo>
                    <a:pt x="223012" y="78866"/>
                  </a:lnTo>
                  <a:lnTo>
                    <a:pt x="223012" y="82041"/>
                  </a:lnTo>
                  <a:lnTo>
                    <a:pt x="224536" y="83565"/>
                  </a:lnTo>
                  <a:lnTo>
                    <a:pt x="227584" y="83565"/>
                  </a:lnTo>
                  <a:lnTo>
                    <a:pt x="230632" y="83565"/>
                  </a:lnTo>
                  <a:lnTo>
                    <a:pt x="232283" y="86613"/>
                  </a:lnTo>
                  <a:lnTo>
                    <a:pt x="232283" y="9283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2" name="object 3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3" y="4823438"/>
            <a:ext cx="3761261" cy="1132486"/>
          </a:xfrm>
          <a:prstGeom prst="rect">
            <a:avLst/>
          </a:prstGeom>
        </p:spPr>
      </p:pic>
      <p:grpSp>
        <p:nvGrpSpPr>
          <p:cNvPr id="33" name="object 33" descr=""/>
          <p:cNvGrpSpPr/>
          <p:nvPr/>
        </p:nvGrpSpPr>
        <p:grpSpPr>
          <a:xfrm>
            <a:off x="5096255" y="5422391"/>
            <a:ext cx="500380" cy="341630"/>
            <a:chOff x="5096255" y="5422391"/>
            <a:chExt cx="500380" cy="341630"/>
          </a:xfrm>
        </p:grpSpPr>
        <p:sp>
          <p:nvSpPr>
            <p:cNvPr id="34" name="object 34" descr=""/>
            <p:cNvSpPr/>
            <p:nvPr/>
          </p:nvSpPr>
          <p:spPr>
            <a:xfrm>
              <a:off x="5109971" y="5436107"/>
              <a:ext cx="472440" cy="314325"/>
            </a:xfrm>
            <a:custGeom>
              <a:avLst/>
              <a:gdLst/>
              <a:ahLst/>
              <a:cxnLst/>
              <a:rect l="l" t="t" r="r" b="b"/>
              <a:pathLst>
                <a:path w="472439" h="314325">
                  <a:moveTo>
                    <a:pt x="315467" y="313944"/>
                  </a:moveTo>
                  <a:lnTo>
                    <a:pt x="315467" y="236220"/>
                  </a:lnTo>
                  <a:lnTo>
                    <a:pt x="0" y="236220"/>
                  </a:lnTo>
                  <a:lnTo>
                    <a:pt x="0" y="77724"/>
                  </a:lnTo>
                  <a:lnTo>
                    <a:pt x="315467" y="77724"/>
                  </a:lnTo>
                  <a:lnTo>
                    <a:pt x="315467" y="0"/>
                  </a:lnTo>
                  <a:lnTo>
                    <a:pt x="472440" y="156972"/>
                  </a:lnTo>
                  <a:lnTo>
                    <a:pt x="315467" y="313944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109971" y="5436107"/>
              <a:ext cx="472440" cy="314325"/>
            </a:xfrm>
            <a:custGeom>
              <a:avLst/>
              <a:gdLst/>
              <a:ahLst/>
              <a:cxnLst/>
              <a:rect l="l" t="t" r="r" b="b"/>
              <a:pathLst>
                <a:path w="472439" h="314325">
                  <a:moveTo>
                    <a:pt x="0" y="77724"/>
                  </a:moveTo>
                  <a:lnTo>
                    <a:pt x="315467" y="77724"/>
                  </a:lnTo>
                  <a:lnTo>
                    <a:pt x="315467" y="0"/>
                  </a:lnTo>
                  <a:lnTo>
                    <a:pt x="472440" y="156972"/>
                  </a:lnTo>
                  <a:lnTo>
                    <a:pt x="315467" y="313944"/>
                  </a:lnTo>
                  <a:lnTo>
                    <a:pt x="315467" y="236220"/>
                  </a:lnTo>
                  <a:lnTo>
                    <a:pt x="0" y="236220"/>
                  </a:lnTo>
                  <a:lnTo>
                    <a:pt x="0" y="77724"/>
                  </a:lnTo>
                  <a:close/>
                </a:path>
              </a:pathLst>
            </a:custGeom>
            <a:ln w="2743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6" name="object 3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5352" y="4270864"/>
            <a:ext cx="3578961" cy="2172540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7616371" y="6019290"/>
            <a:ext cx="173355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50">
                <a:latin typeface="Malgun Gothic"/>
                <a:cs typeface="Malgun Gothic"/>
              </a:rPr>
              <a:t>A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38" name="object 3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73605">
              <a:lnSpc>
                <a:spcPct val="100000"/>
              </a:lnSpc>
              <a:spcBef>
                <a:spcPts val="95"/>
              </a:spcBef>
            </a:pPr>
            <a:r>
              <a:rPr dirty="0"/>
              <a:t>n:m의</a:t>
            </a:r>
            <a:r>
              <a:rPr dirty="0" spc="-60"/>
              <a:t> </a:t>
            </a:r>
            <a:r>
              <a:rPr dirty="0" spc="-10"/>
              <a:t>관계(3)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61361" y="2066289"/>
            <a:ext cx="1328420" cy="739775"/>
            <a:chOff x="2261361" y="2066289"/>
            <a:chExt cx="1328420" cy="739775"/>
          </a:xfrm>
        </p:grpSpPr>
        <p:sp>
          <p:nvSpPr>
            <p:cNvPr id="4" name="object 4" descr=""/>
            <p:cNvSpPr/>
            <p:nvPr/>
          </p:nvSpPr>
          <p:spPr>
            <a:xfrm>
              <a:off x="2275331" y="2080259"/>
              <a:ext cx="1300480" cy="711835"/>
            </a:xfrm>
            <a:custGeom>
              <a:avLst/>
              <a:gdLst/>
              <a:ahLst/>
              <a:cxnLst/>
              <a:rect l="l" t="t" r="r" b="b"/>
              <a:pathLst>
                <a:path w="1300479" h="711835">
                  <a:moveTo>
                    <a:pt x="1299971" y="711708"/>
                  </a:moveTo>
                  <a:lnTo>
                    <a:pt x="0" y="711708"/>
                  </a:lnTo>
                  <a:lnTo>
                    <a:pt x="0" y="0"/>
                  </a:lnTo>
                  <a:lnTo>
                    <a:pt x="1299971" y="0"/>
                  </a:lnTo>
                  <a:lnTo>
                    <a:pt x="1299971" y="71170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75331" y="2080259"/>
              <a:ext cx="1300480" cy="711835"/>
            </a:xfrm>
            <a:custGeom>
              <a:avLst/>
              <a:gdLst/>
              <a:ahLst/>
              <a:cxnLst/>
              <a:rect l="l" t="t" r="r" b="b"/>
              <a:pathLst>
                <a:path w="1300479" h="711835">
                  <a:moveTo>
                    <a:pt x="0" y="0"/>
                  </a:moveTo>
                  <a:lnTo>
                    <a:pt x="1299971" y="0"/>
                  </a:lnTo>
                  <a:lnTo>
                    <a:pt x="1299971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ln w="2743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777779" y="2268723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569906" y="1956561"/>
            <a:ext cx="2764790" cy="951865"/>
            <a:chOff x="3569906" y="1956561"/>
            <a:chExt cx="2764790" cy="951865"/>
          </a:xfrm>
        </p:grpSpPr>
        <p:sp>
          <p:nvSpPr>
            <p:cNvPr id="8" name="object 8" descr=""/>
            <p:cNvSpPr/>
            <p:nvPr/>
          </p:nvSpPr>
          <p:spPr>
            <a:xfrm>
              <a:off x="3575304" y="2432303"/>
              <a:ext cx="2753995" cy="3175"/>
            </a:xfrm>
            <a:custGeom>
              <a:avLst/>
              <a:gdLst/>
              <a:ahLst/>
              <a:cxnLst/>
              <a:rect l="l" t="t" r="r" b="b"/>
              <a:pathLst>
                <a:path w="2753995" h="3175">
                  <a:moveTo>
                    <a:pt x="0" y="3047"/>
                  </a:moveTo>
                  <a:lnTo>
                    <a:pt x="765048" y="0"/>
                  </a:lnTo>
                </a:path>
                <a:path w="2753995" h="3175">
                  <a:moveTo>
                    <a:pt x="1988819" y="0"/>
                  </a:moveTo>
                  <a:lnTo>
                    <a:pt x="2753867" y="3047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340352" y="1970531"/>
              <a:ext cx="1224280" cy="923925"/>
            </a:xfrm>
            <a:custGeom>
              <a:avLst/>
              <a:gdLst/>
              <a:ahLst/>
              <a:cxnLst/>
              <a:rect l="l" t="t" r="r" b="b"/>
              <a:pathLst>
                <a:path w="1224279" h="923925">
                  <a:moveTo>
                    <a:pt x="612648" y="923543"/>
                  </a:moveTo>
                  <a:lnTo>
                    <a:pt x="0" y="461771"/>
                  </a:lnTo>
                  <a:lnTo>
                    <a:pt x="612648" y="0"/>
                  </a:lnTo>
                  <a:lnTo>
                    <a:pt x="1223771" y="461771"/>
                  </a:lnTo>
                  <a:lnTo>
                    <a:pt x="612648" y="923543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40352" y="1970531"/>
              <a:ext cx="1224280" cy="923925"/>
            </a:xfrm>
            <a:custGeom>
              <a:avLst/>
              <a:gdLst/>
              <a:ahLst/>
              <a:cxnLst/>
              <a:rect l="l" t="t" r="r" b="b"/>
              <a:pathLst>
                <a:path w="1224279" h="923925">
                  <a:moveTo>
                    <a:pt x="0" y="461771"/>
                  </a:moveTo>
                  <a:lnTo>
                    <a:pt x="612648" y="0"/>
                  </a:lnTo>
                  <a:lnTo>
                    <a:pt x="1223771" y="461771"/>
                  </a:lnTo>
                  <a:lnTo>
                    <a:pt x="612648" y="923543"/>
                  </a:lnTo>
                  <a:lnTo>
                    <a:pt x="0" y="461771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862505" y="2264180"/>
            <a:ext cx="1790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R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315201" y="2066289"/>
            <a:ext cx="1329690" cy="739775"/>
            <a:chOff x="6315201" y="2066289"/>
            <a:chExt cx="1329690" cy="739775"/>
          </a:xfrm>
        </p:grpSpPr>
        <p:sp>
          <p:nvSpPr>
            <p:cNvPr id="13" name="object 13" descr=""/>
            <p:cNvSpPr/>
            <p:nvPr/>
          </p:nvSpPr>
          <p:spPr>
            <a:xfrm>
              <a:off x="6329171" y="2080259"/>
              <a:ext cx="1301750" cy="711835"/>
            </a:xfrm>
            <a:custGeom>
              <a:avLst/>
              <a:gdLst/>
              <a:ahLst/>
              <a:cxnLst/>
              <a:rect l="l" t="t" r="r" b="b"/>
              <a:pathLst>
                <a:path w="1301750" h="711835">
                  <a:moveTo>
                    <a:pt x="1301496" y="711708"/>
                  </a:moveTo>
                  <a:lnTo>
                    <a:pt x="0" y="711708"/>
                  </a:lnTo>
                  <a:lnTo>
                    <a:pt x="0" y="0"/>
                  </a:lnTo>
                  <a:lnTo>
                    <a:pt x="1301496" y="0"/>
                  </a:lnTo>
                  <a:lnTo>
                    <a:pt x="1301496" y="71170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29171" y="2080259"/>
              <a:ext cx="1301750" cy="711835"/>
            </a:xfrm>
            <a:custGeom>
              <a:avLst/>
              <a:gdLst/>
              <a:ahLst/>
              <a:cxnLst/>
              <a:rect l="l" t="t" r="r" b="b"/>
              <a:pathLst>
                <a:path w="1301750" h="711835">
                  <a:moveTo>
                    <a:pt x="0" y="0"/>
                  </a:moveTo>
                  <a:lnTo>
                    <a:pt x="1301496" y="0"/>
                  </a:lnTo>
                  <a:lnTo>
                    <a:pt x="1301496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833042" y="2268723"/>
            <a:ext cx="29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FF"/>
                </a:solidFill>
                <a:latin typeface="Malgun Gothic"/>
                <a:cs typeface="Malgun Gothic"/>
              </a:rPr>
              <a:t>E2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45632" y="2087373"/>
            <a:ext cx="1708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n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00741" y="2094985"/>
            <a:ext cx="2470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latin typeface="Malgun Gothic"/>
                <a:cs typeface="Malgun Gothic"/>
              </a:rPr>
              <a:t>m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497581" y="3165094"/>
            <a:ext cx="894080" cy="525145"/>
            <a:chOff x="2497581" y="3165094"/>
            <a:chExt cx="894080" cy="525145"/>
          </a:xfrm>
        </p:grpSpPr>
        <p:sp>
          <p:nvSpPr>
            <p:cNvPr id="19" name="object 19" descr=""/>
            <p:cNvSpPr/>
            <p:nvPr/>
          </p:nvSpPr>
          <p:spPr>
            <a:xfrm>
              <a:off x="2511551" y="3179064"/>
              <a:ext cx="866140" cy="497205"/>
            </a:xfrm>
            <a:custGeom>
              <a:avLst/>
              <a:gdLst/>
              <a:ahLst/>
              <a:cxnLst/>
              <a:rect l="l" t="t" r="r" b="b"/>
              <a:pathLst>
                <a:path w="866139" h="497204">
                  <a:moveTo>
                    <a:pt x="432815" y="496824"/>
                  </a:moveTo>
                  <a:lnTo>
                    <a:pt x="374037" y="494555"/>
                  </a:lnTo>
                  <a:lnTo>
                    <a:pt x="317676" y="487948"/>
                  </a:lnTo>
                  <a:lnTo>
                    <a:pt x="264247" y="477297"/>
                  </a:lnTo>
                  <a:lnTo>
                    <a:pt x="214263" y="462900"/>
                  </a:lnTo>
                  <a:lnTo>
                    <a:pt x="168237" y="445053"/>
                  </a:lnTo>
                  <a:lnTo>
                    <a:pt x="126682" y="424053"/>
                  </a:lnTo>
                  <a:lnTo>
                    <a:pt x="90112" y="400194"/>
                  </a:lnTo>
                  <a:lnTo>
                    <a:pt x="59040" y="373775"/>
                  </a:lnTo>
                  <a:lnTo>
                    <a:pt x="15444" y="314437"/>
                  </a:lnTo>
                  <a:lnTo>
                    <a:pt x="0" y="248412"/>
                  </a:lnTo>
                  <a:lnTo>
                    <a:pt x="3946" y="214711"/>
                  </a:lnTo>
                  <a:lnTo>
                    <a:pt x="33980" y="151733"/>
                  </a:lnTo>
                  <a:lnTo>
                    <a:pt x="90112" y="96629"/>
                  </a:lnTo>
                  <a:lnTo>
                    <a:pt x="126682" y="72771"/>
                  </a:lnTo>
                  <a:lnTo>
                    <a:pt x="168237" y="51770"/>
                  </a:lnTo>
                  <a:lnTo>
                    <a:pt x="214263" y="33923"/>
                  </a:lnTo>
                  <a:lnTo>
                    <a:pt x="264247" y="19526"/>
                  </a:lnTo>
                  <a:lnTo>
                    <a:pt x="317676" y="8875"/>
                  </a:lnTo>
                  <a:lnTo>
                    <a:pt x="374037" y="2268"/>
                  </a:lnTo>
                  <a:lnTo>
                    <a:pt x="432815" y="0"/>
                  </a:lnTo>
                  <a:lnTo>
                    <a:pt x="491594" y="2268"/>
                  </a:lnTo>
                  <a:lnTo>
                    <a:pt x="547955" y="8875"/>
                  </a:lnTo>
                  <a:lnTo>
                    <a:pt x="601384" y="19526"/>
                  </a:lnTo>
                  <a:lnTo>
                    <a:pt x="651368" y="33923"/>
                  </a:lnTo>
                  <a:lnTo>
                    <a:pt x="697394" y="51770"/>
                  </a:lnTo>
                  <a:lnTo>
                    <a:pt x="738949" y="72771"/>
                  </a:lnTo>
                  <a:lnTo>
                    <a:pt x="775519" y="96629"/>
                  </a:lnTo>
                  <a:lnTo>
                    <a:pt x="806591" y="123048"/>
                  </a:lnTo>
                  <a:lnTo>
                    <a:pt x="850187" y="182386"/>
                  </a:lnTo>
                  <a:lnTo>
                    <a:pt x="865631" y="248412"/>
                  </a:lnTo>
                  <a:lnTo>
                    <a:pt x="861685" y="282112"/>
                  </a:lnTo>
                  <a:lnTo>
                    <a:pt x="831651" y="345090"/>
                  </a:lnTo>
                  <a:lnTo>
                    <a:pt x="775519" y="400194"/>
                  </a:lnTo>
                  <a:lnTo>
                    <a:pt x="738949" y="424053"/>
                  </a:lnTo>
                  <a:lnTo>
                    <a:pt x="697394" y="445053"/>
                  </a:lnTo>
                  <a:lnTo>
                    <a:pt x="651368" y="462900"/>
                  </a:lnTo>
                  <a:lnTo>
                    <a:pt x="601384" y="477297"/>
                  </a:lnTo>
                  <a:lnTo>
                    <a:pt x="547955" y="487948"/>
                  </a:lnTo>
                  <a:lnTo>
                    <a:pt x="491594" y="494555"/>
                  </a:lnTo>
                  <a:lnTo>
                    <a:pt x="432815" y="496824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11551" y="3179064"/>
              <a:ext cx="866140" cy="497205"/>
            </a:xfrm>
            <a:custGeom>
              <a:avLst/>
              <a:gdLst/>
              <a:ahLst/>
              <a:cxnLst/>
              <a:rect l="l" t="t" r="r" b="b"/>
              <a:pathLst>
                <a:path w="866139" h="497204">
                  <a:moveTo>
                    <a:pt x="0" y="248412"/>
                  </a:moveTo>
                  <a:lnTo>
                    <a:pt x="15444" y="182386"/>
                  </a:lnTo>
                  <a:lnTo>
                    <a:pt x="59040" y="123048"/>
                  </a:lnTo>
                  <a:lnTo>
                    <a:pt x="90112" y="96629"/>
                  </a:lnTo>
                  <a:lnTo>
                    <a:pt x="126682" y="72771"/>
                  </a:lnTo>
                  <a:lnTo>
                    <a:pt x="168237" y="51770"/>
                  </a:lnTo>
                  <a:lnTo>
                    <a:pt x="214263" y="33923"/>
                  </a:lnTo>
                  <a:lnTo>
                    <a:pt x="264247" y="19526"/>
                  </a:lnTo>
                  <a:lnTo>
                    <a:pt x="317676" y="8875"/>
                  </a:lnTo>
                  <a:lnTo>
                    <a:pt x="374037" y="2268"/>
                  </a:lnTo>
                  <a:lnTo>
                    <a:pt x="432815" y="0"/>
                  </a:lnTo>
                  <a:lnTo>
                    <a:pt x="491594" y="2268"/>
                  </a:lnTo>
                  <a:lnTo>
                    <a:pt x="547955" y="8875"/>
                  </a:lnTo>
                  <a:lnTo>
                    <a:pt x="601384" y="19526"/>
                  </a:lnTo>
                  <a:lnTo>
                    <a:pt x="651368" y="33923"/>
                  </a:lnTo>
                  <a:lnTo>
                    <a:pt x="697394" y="51770"/>
                  </a:lnTo>
                  <a:lnTo>
                    <a:pt x="738949" y="72771"/>
                  </a:lnTo>
                  <a:lnTo>
                    <a:pt x="775519" y="96629"/>
                  </a:lnTo>
                  <a:lnTo>
                    <a:pt x="806591" y="123048"/>
                  </a:lnTo>
                  <a:lnTo>
                    <a:pt x="850187" y="182386"/>
                  </a:lnTo>
                  <a:lnTo>
                    <a:pt x="865631" y="248412"/>
                  </a:lnTo>
                  <a:lnTo>
                    <a:pt x="861685" y="282112"/>
                  </a:lnTo>
                  <a:lnTo>
                    <a:pt x="831651" y="345090"/>
                  </a:lnTo>
                  <a:lnTo>
                    <a:pt x="775519" y="400194"/>
                  </a:lnTo>
                  <a:lnTo>
                    <a:pt x="738949" y="424053"/>
                  </a:lnTo>
                  <a:lnTo>
                    <a:pt x="697394" y="445053"/>
                  </a:lnTo>
                  <a:lnTo>
                    <a:pt x="651368" y="462900"/>
                  </a:lnTo>
                  <a:lnTo>
                    <a:pt x="601384" y="477297"/>
                  </a:lnTo>
                  <a:lnTo>
                    <a:pt x="547955" y="487948"/>
                  </a:lnTo>
                  <a:lnTo>
                    <a:pt x="491594" y="494555"/>
                  </a:lnTo>
                  <a:lnTo>
                    <a:pt x="432815" y="496824"/>
                  </a:lnTo>
                  <a:lnTo>
                    <a:pt x="374037" y="494555"/>
                  </a:lnTo>
                  <a:lnTo>
                    <a:pt x="317676" y="487948"/>
                  </a:lnTo>
                  <a:lnTo>
                    <a:pt x="264247" y="477297"/>
                  </a:lnTo>
                  <a:lnTo>
                    <a:pt x="214263" y="462900"/>
                  </a:lnTo>
                  <a:lnTo>
                    <a:pt x="168237" y="445053"/>
                  </a:lnTo>
                  <a:lnTo>
                    <a:pt x="126682" y="424053"/>
                  </a:lnTo>
                  <a:lnTo>
                    <a:pt x="90112" y="400194"/>
                  </a:lnTo>
                  <a:lnTo>
                    <a:pt x="59040" y="373775"/>
                  </a:lnTo>
                  <a:lnTo>
                    <a:pt x="15444" y="314437"/>
                  </a:lnTo>
                  <a:lnTo>
                    <a:pt x="0" y="248412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786865" y="3259333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K1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919158" y="2786570"/>
            <a:ext cx="4489450" cy="903605"/>
            <a:chOff x="2919158" y="2786570"/>
            <a:chExt cx="4489450" cy="903605"/>
          </a:xfrm>
        </p:grpSpPr>
        <p:sp>
          <p:nvSpPr>
            <p:cNvPr id="23" name="object 23" descr=""/>
            <p:cNvSpPr/>
            <p:nvPr/>
          </p:nvSpPr>
          <p:spPr>
            <a:xfrm>
              <a:off x="2924556" y="2791967"/>
              <a:ext cx="20320" cy="387350"/>
            </a:xfrm>
            <a:custGeom>
              <a:avLst/>
              <a:gdLst/>
              <a:ahLst/>
              <a:cxnLst/>
              <a:rect l="l" t="t" r="r" b="b"/>
              <a:pathLst>
                <a:path w="20319" h="387350">
                  <a:moveTo>
                    <a:pt x="0" y="0"/>
                  </a:moveTo>
                  <a:lnTo>
                    <a:pt x="19811" y="387096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527292" y="3151631"/>
              <a:ext cx="867410" cy="524510"/>
            </a:xfrm>
            <a:custGeom>
              <a:avLst/>
              <a:gdLst/>
              <a:ahLst/>
              <a:cxnLst/>
              <a:rect l="l" t="t" r="r" b="b"/>
              <a:pathLst>
                <a:path w="867409" h="524510">
                  <a:moveTo>
                    <a:pt x="434339" y="524255"/>
                  </a:moveTo>
                  <a:lnTo>
                    <a:pt x="375531" y="521863"/>
                  </a:lnTo>
                  <a:lnTo>
                    <a:pt x="319087" y="514893"/>
                  </a:lnTo>
                  <a:lnTo>
                    <a:pt x="265533" y="503658"/>
                  </a:lnTo>
                  <a:lnTo>
                    <a:pt x="215391" y="488470"/>
                  </a:lnTo>
                  <a:lnTo>
                    <a:pt x="169187" y="469641"/>
                  </a:lnTo>
                  <a:lnTo>
                    <a:pt x="127444" y="447484"/>
                  </a:lnTo>
                  <a:lnTo>
                    <a:pt x="90685" y="422311"/>
                  </a:lnTo>
                  <a:lnTo>
                    <a:pt x="59435" y="394433"/>
                  </a:lnTo>
                  <a:lnTo>
                    <a:pt x="34218" y="364164"/>
                  </a:lnTo>
                  <a:lnTo>
                    <a:pt x="3976" y="297699"/>
                  </a:lnTo>
                  <a:lnTo>
                    <a:pt x="0" y="262127"/>
                  </a:lnTo>
                  <a:lnTo>
                    <a:pt x="3976" y="226556"/>
                  </a:lnTo>
                  <a:lnTo>
                    <a:pt x="34218" y="160091"/>
                  </a:lnTo>
                  <a:lnTo>
                    <a:pt x="59435" y="129822"/>
                  </a:lnTo>
                  <a:lnTo>
                    <a:pt x="90685" y="101944"/>
                  </a:lnTo>
                  <a:lnTo>
                    <a:pt x="127444" y="76771"/>
                  </a:lnTo>
                  <a:lnTo>
                    <a:pt x="169187" y="54614"/>
                  </a:lnTo>
                  <a:lnTo>
                    <a:pt x="215391" y="35785"/>
                  </a:lnTo>
                  <a:lnTo>
                    <a:pt x="265533" y="20597"/>
                  </a:lnTo>
                  <a:lnTo>
                    <a:pt x="319087" y="9362"/>
                  </a:lnTo>
                  <a:lnTo>
                    <a:pt x="375531" y="2392"/>
                  </a:lnTo>
                  <a:lnTo>
                    <a:pt x="434339" y="0"/>
                  </a:lnTo>
                  <a:lnTo>
                    <a:pt x="493118" y="2392"/>
                  </a:lnTo>
                  <a:lnTo>
                    <a:pt x="549479" y="9362"/>
                  </a:lnTo>
                  <a:lnTo>
                    <a:pt x="602908" y="20597"/>
                  </a:lnTo>
                  <a:lnTo>
                    <a:pt x="652892" y="35785"/>
                  </a:lnTo>
                  <a:lnTo>
                    <a:pt x="698918" y="54614"/>
                  </a:lnTo>
                  <a:lnTo>
                    <a:pt x="740473" y="76771"/>
                  </a:lnTo>
                  <a:lnTo>
                    <a:pt x="777043" y="101944"/>
                  </a:lnTo>
                  <a:lnTo>
                    <a:pt x="808115" y="129822"/>
                  </a:lnTo>
                  <a:lnTo>
                    <a:pt x="833175" y="160091"/>
                  </a:lnTo>
                  <a:lnTo>
                    <a:pt x="863209" y="226556"/>
                  </a:lnTo>
                  <a:lnTo>
                    <a:pt x="867156" y="262127"/>
                  </a:lnTo>
                  <a:lnTo>
                    <a:pt x="863209" y="297699"/>
                  </a:lnTo>
                  <a:lnTo>
                    <a:pt x="833175" y="364164"/>
                  </a:lnTo>
                  <a:lnTo>
                    <a:pt x="808115" y="394433"/>
                  </a:lnTo>
                  <a:lnTo>
                    <a:pt x="777043" y="422311"/>
                  </a:lnTo>
                  <a:lnTo>
                    <a:pt x="740473" y="447484"/>
                  </a:lnTo>
                  <a:lnTo>
                    <a:pt x="698918" y="469641"/>
                  </a:lnTo>
                  <a:lnTo>
                    <a:pt x="652892" y="488470"/>
                  </a:lnTo>
                  <a:lnTo>
                    <a:pt x="602908" y="503658"/>
                  </a:lnTo>
                  <a:lnTo>
                    <a:pt x="549479" y="514893"/>
                  </a:lnTo>
                  <a:lnTo>
                    <a:pt x="493118" y="521863"/>
                  </a:lnTo>
                  <a:lnTo>
                    <a:pt x="434339" y="524255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527292" y="3151631"/>
              <a:ext cx="867410" cy="524510"/>
            </a:xfrm>
            <a:custGeom>
              <a:avLst/>
              <a:gdLst/>
              <a:ahLst/>
              <a:cxnLst/>
              <a:rect l="l" t="t" r="r" b="b"/>
              <a:pathLst>
                <a:path w="867409" h="524510">
                  <a:moveTo>
                    <a:pt x="0" y="262127"/>
                  </a:moveTo>
                  <a:lnTo>
                    <a:pt x="15557" y="192440"/>
                  </a:lnTo>
                  <a:lnTo>
                    <a:pt x="59435" y="129822"/>
                  </a:lnTo>
                  <a:lnTo>
                    <a:pt x="90685" y="101944"/>
                  </a:lnTo>
                  <a:lnTo>
                    <a:pt x="127444" y="76771"/>
                  </a:lnTo>
                  <a:lnTo>
                    <a:pt x="169187" y="54614"/>
                  </a:lnTo>
                  <a:lnTo>
                    <a:pt x="215391" y="35785"/>
                  </a:lnTo>
                  <a:lnTo>
                    <a:pt x="265533" y="20597"/>
                  </a:lnTo>
                  <a:lnTo>
                    <a:pt x="319087" y="9362"/>
                  </a:lnTo>
                  <a:lnTo>
                    <a:pt x="375531" y="2392"/>
                  </a:lnTo>
                  <a:lnTo>
                    <a:pt x="434339" y="0"/>
                  </a:lnTo>
                  <a:lnTo>
                    <a:pt x="493118" y="2392"/>
                  </a:lnTo>
                  <a:lnTo>
                    <a:pt x="549479" y="9362"/>
                  </a:lnTo>
                  <a:lnTo>
                    <a:pt x="602908" y="20597"/>
                  </a:lnTo>
                  <a:lnTo>
                    <a:pt x="652892" y="35785"/>
                  </a:lnTo>
                  <a:lnTo>
                    <a:pt x="698918" y="54614"/>
                  </a:lnTo>
                  <a:lnTo>
                    <a:pt x="740473" y="76771"/>
                  </a:lnTo>
                  <a:lnTo>
                    <a:pt x="777043" y="101944"/>
                  </a:lnTo>
                  <a:lnTo>
                    <a:pt x="808115" y="129822"/>
                  </a:lnTo>
                  <a:lnTo>
                    <a:pt x="833175" y="160091"/>
                  </a:lnTo>
                  <a:lnTo>
                    <a:pt x="863209" y="226556"/>
                  </a:lnTo>
                  <a:lnTo>
                    <a:pt x="867156" y="262127"/>
                  </a:lnTo>
                  <a:lnTo>
                    <a:pt x="863209" y="297699"/>
                  </a:lnTo>
                  <a:lnTo>
                    <a:pt x="833175" y="364164"/>
                  </a:lnTo>
                  <a:lnTo>
                    <a:pt x="808115" y="394433"/>
                  </a:lnTo>
                  <a:lnTo>
                    <a:pt x="777043" y="422311"/>
                  </a:lnTo>
                  <a:lnTo>
                    <a:pt x="740473" y="447484"/>
                  </a:lnTo>
                  <a:lnTo>
                    <a:pt x="698918" y="469641"/>
                  </a:lnTo>
                  <a:lnTo>
                    <a:pt x="652892" y="488470"/>
                  </a:lnTo>
                  <a:lnTo>
                    <a:pt x="602908" y="503658"/>
                  </a:lnTo>
                  <a:lnTo>
                    <a:pt x="549479" y="514893"/>
                  </a:lnTo>
                  <a:lnTo>
                    <a:pt x="493118" y="521863"/>
                  </a:lnTo>
                  <a:lnTo>
                    <a:pt x="434339" y="524255"/>
                  </a:lnTo>
                  <a:lnTo>
                    <a:pt x="375531" y="521863"/>
                  </a:lnTo>
                  <a:lnTo>
                    <a:pt x="319087" y="514893"/>
                  </a:lnTo>
                  <a:lnTo>
                    <a:pt x="265533" y="503658"/>
                  </a:lnTo>
                  <a:lnTo>
                    <a:pt x="215391" y="488470"/>
                  </a:lnTo>
                  <a:lnTo>
                    <a:pt x="169187" y="469641"/>
                  </a:lnTo>
                  <a:lnTo>
                    <a:pt x="127444" y="447484"/>
                  </a:lnTo>
                  <a:lnTo>
                    <a:pt x="90685" y="422311"/>
                  </a:lnTo>
                  <a:lnTo>
                    <a:pt x="59435" y="394433"/>
                  </a:lnTo>
                  <a:lnTo>
                    <a:pt x="34218" y="364164"/>
                  </a:lnTo>
                  <a:lnTo>
                    <a:pt x="3976" y="297699"/>
                  </a:lnTo>
                  <a:lnTo>
                    <a:pt x="0" y="262127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804066" y="3245581"/>
            <a:ext cx="3124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K2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609846" y="2786570"/>
            <a:ext cx="2375535" cy="930910"/>
            <a:chOff x="4609846" y="2786570"/>
            <a:chExt cx="2375535" cy="930910"/>
          </a:xfrm>
        </p:grpSpPr>
        <p:sp>
          <p:nvSpPr>
            <p:cNvPr id="28" name="object 28" descr=""/>
            <p:cNvSpPr/>
            <p:nvPr/>
          </p:nvSpPr>
          <p:spPr>
            <a:xfrm>
              <a:off x="6961632" y="2791967"/>
              <a:ext cx="18415" cy="360045"/>
            </a:xfrm>
            <a:custGeom>
              <a:avLst/>
              <a:gdLst/>
              <a:ahLst/>
              <a:cxnLst/>
              <a:rect l="l" t="t" r="r" b="b"/>
              <a:pathLst>
                <a:path w="18415" h="360044">
                  <a:moveTo>
                    <a:pt x="18287" y="0"/>
                  </a:moveTo>
                  <a:lnTo>
                    <a:pt x="0" y="359664"/>
                  </a:lnTo>
                </a:path>
              </a:pathLst>
            </a:custGeom>
            <a:ln w="10668">
              <a:solidFill>
                <a:srgbClr val="497E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623816" y="3204971"/>
              <a:ext cx="688975" cy="498475"/>
            </a:xfrm>
            <a:custGeom>
              <a:avLst/>
              <a:gdLst/>
              <a:ahLst/>
              <a:cxnLst/>
              <a:rect l="l" t="t" r="r" b="b"/>
              <a:pathLst>
                <a:path w="688975" h="498475">
                  <a:moveTo>
                    <a:pt x="344423" y="498348"/>
                  </a:moveTo>
                  <a:lnTo>
                    <a:pt x="288488" y="495053"/>
                  </a:lnTo>
                  <a:lnTo>
                    <a:pt x="235451" y="485522"/>
                  </a:lnTo>
                  <a:lnTo>
                    <a:pt x="186017" y="470285"/>
                  </a:lnTo>
                  <a:lnTo>
                    <a:pt x="140890" y="449872"/>
                  </a:lnTo>
                  <a:lnTo>
                    <a:pt x="100774" y="424815"/>
                  </a:lnTo>
                  <a:lnTo>
                    <a:pt x="66373" y="395642"/>
                  </a:lnTo>
                  <a:lnTo>
                    <a:pt x="38391" y="362885"/>
                  </a:lnTo>
                  <a:lnTo>
                    <a:pt x="17532" y="327074"/>
                  </a:lnTo>
                  <a:lnTo>
                    <a:pt x="4500" y="288740"/>
                  </a:lnTo>
                  <a:lnTo>
                    <a:pt x="0" y="248412"/>
                  </a:lnTo>
                  <a:lnTo>
                    <a:pt x="4500" y="208126"/>
                  </a:lnTo>
                  <a:lnTo>
                    <a:pt x="17532" y="169907"/>
                  </a:lnTo>
                  <a:lnTo>
                    <a:pt x="38391" y="134267"/>
                  </a:lnTo>
                  <a:lnTo>
                    <a:pt x="66373" y="101717"/>
                  </a:lnTo>
                  <a:lnTo>
                    <a:pt x="100774" y="72771"/>
                  </a:lnTo>
                  <a:lnTo>
                    <a:pt x="140890" y="47938"/>
                  </a:lnTo>
                  <a:lnTo>
                    <a:pt x="186017" y="27733"/>
                  </a:lnTo>
                  <a:lnTo>
                    <a:pt x="235451" y="12667"/>
                  </a:lnTo>
                  <a:lnTo>
                    <a:pt x="288488" y="3252"/>
                  </a:lnTo>
                  <a:lnTo>
                    <a:pt x="344423" y="0"/>
                  </a:lnTo>
                  <a:lnTo>
                    <a:pt x="400359" y="3252"/>
                  </a:lnTo>
                  <a:lnTo>
                    <a:pt x="453396" y="12667"/>
                  </a:lnTo>
                  <a:lnTo>
                    <a:pt x="502830" y="27733"/>
                  </a:lnTo>
                  <a:lnTo>
                    <a:pt x="547957" y="47938"/>
                  </a:lnTo>
                  <a:lnTo>
                    <a:pt x="588073" y="72771"/>
                  </a:lnTo>
                  <a:lnTo>
                    <a:pt x="622474" y="101717"/>
                  </a:lnTo>
                  <a:lnTo>
                    <a:pt x="650456" y="134267"/>
                  </a:lnTo>
                  <a:lnTo>
                    <a:pt x="671315" y="169907"/>
                  </a:lnTo>
                  <a:lnTo>
                    <a:pt x="684347" y="208126"/>
                  </a:lnTo>
                  <a:lnTo>
                    <a:pt x="688847" y="248412"/>
                  </a:lnTo>
                  <a:lnTo>
                    <a:pt x="684347" y="288740"/>
                  </a:lnTo>
                  <a:lnTo>
                    <a:pt x="671315" y="327074"/>
                  </a:lnTo>
                  <a:lnTo>
                    <a:pt x="650456" y="362885"/>
                  </a:lnTo>
                  <a:lnTo>
                    <a:pt x="622474" y="395642"/>
                  </a:lnTo>
                  <a:lnTo>
                    <a:pt x="588073" y="424815"/>
                  </a:lnTo>
                  <a:lnTo>
                    <a:pt x="547957" y="449872"/>
                  </a:lnTo>
                  <a:lnTo>
                    <a:pt x="502830" y="470285"/>
                  </a:lnTo>
                  <a:lnTo>
                    <a:pt x="453396" y="485522"/>
                  </a:lnTo>
                  <a:lnTo>
                    <a:pt x="400359" y="495053"/>
                  </a:lnTo>
                  <a:lnTo>
                    <a:pt x="344423" y="498348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623816" y="3204971"/>
              <a:ext cx="688975" cy="498475"/>
            </a:xfrm>
            <a:custGeom>
              <a:avLst/>
              <a:gdLst/>
              <a:ahLst/>
              <a:cxnLst/>
              <a:rect l="l" t="t" r="r" b="b"/>
              <a:pathLst>
                <a:path w="688975" h="498475">
                  <a:moveTo>
                    <a:pt x="0" y="248412"/>
                  </a:moveTo>
                  <a:lnTo>
                    <a:pt x="4500" y="208126"/>
                  </a:lnTo>
                  <a:lnTo>
                    <a:pt x="17532" y="169907"/>
                  </a:lnTo>
                  <a:lnTo>
                    <a:pt x="38391" y="134267"/>
                  </a:lnTo>
                  <a:lnTo>
                    <a:pt x="66373" y="101717"/>
                  </a:lnTo>
                  <a:lnTo>
                    <a:pt x="100774" y="72771"/>
                  </a:lnTo>
                  <a:lnTo>
                    <a:pt x="140890" y="47938"/>
                  </a:lnTo>
                  <a:lnTo>
                    <a:pt x="186017" y="27733"/>
                  </a:lnTo>
                  <a:lnTo>
                    <a:pt x="235451" y="12667"/>
                  </a:lnTo>
                  <a:lnTo>
                    <a:pt x="288488" y="3252"/>
                  </a:lnTo>
                  <a:lnTo>
                    <a:pt x="344423" y="0"/>
                  </a:lnTo>
                  <a:lnTo>
                    <a:pt x="400359" y="3252"/>
                  </a:lnTo>
                  <a:lnTo>
                    <a:pt x="453396" y="12667"/>
                  </a:lnTo>
                  <a:lnTo>
                    <a:pt x="502830" y="27733"/>
                  </a:lnTo>
                  <a:lnTo>
                    <a:pt x="547957" y="47938"/>
                  </a:lnTo>
                  <a:lnTo>
                    <a:pt x="588073" y="72771"/>
                  </a:lnTo>
                  <a:lnTo>
                    <a:pt x="622474" y="101717"/>
                  </a:lnTo>
                  <a:lnTo>
                    <a:pt x="650456" y="134267"/>
                  </a:lnTo>
                  <a:lnTo>
                    <a:pt x="671315" y="169907"/>
                  </a:lnTo>
                  <a:lnTo>
                    <a:pt x="684347" y="208126"/>
                  </a:lnTo>
                  <a:lnTo>
                    <a:pt x="688847" y="248412"/>
                  </a:lnTo>
                  <a:lnTo>
                    <a:pt x="684347" y="288740"/>
                  </a:lnTo>
                  <a:lnTo>
                    <a:pt x="671315" y="327074"/>
                  </a:lnTo>
                  <a:lnTo>
                    <a:pt x="650456" y="362885"/>
                  </a:lnTo>
                  <a:lnTo>
                    <a:pt x="622474" y="395642"/>
                  </a:lnTo>
                  <a:lnTo>
                    <a:pt x="588073" y="424815"/>
                  </a:lnTo>
                  <a:lnTo>
                    <a:pt x="547957" y="449872"/>
                  </a:lnTo>
                  <a:lnTo>
                    <a:pt x="502830" y="470285"/>
                  </a:lnTo>
                  <a:lnTo>
                    <a:pt x="453396" y="485522"/>
                  </a:lnTo>
                  <a:lnTo>
                    <a:pt x="400359" y="495053"/>
                  </a:lnTo>
                  <a:lnTo>
                    <a:pt x="344423" y="498348"/>
                  </a:lnTo>
                  <a:lnTo>
                    <a:pt x="288488" y="495053"/>
                  </a:lnTo>
                  <a:lnTo>
                    <a:pt x="235451" y="485522"/>
                  </a:lnTo>
                  <a:lnTo>
                    <a:pt x="186017" y="470285"/>
                  </a:lnTo>
                  <a:lnTo>
                    <a:pt x="140890" y="449872"/>
                  </a:lnTo>
                  <a:lnTo>
                    <a:pt x="100774" y="424815"/>
                  </a:lnTo>
                  <a:lnTo>
                    <a:pt x="66373" y="395642"/>
                  </a:lnTo>
                  <a:lnTo>
                    <a:pt x="38391" y="362885"/>
                  </a:lnTo>
                  <a:lnTo>
                    <a:pt x="17532" y="327074"/>
                  </a:lnTo>
                  <a:lnTo>
                    <a:pt x="4500" y="288740"/>
                  </a:lnTo>
                  <a:lnTo>
                    <a:pt x="0" y="248412"/>
                  </a:lnTo>
                </a:path>
              </a:pathLst>
            </a:custGeom>
            <a:ln w="27432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4870117" y="3286713"/>
            <a:ext cx="1911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5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3456432" y="2464308"/>
            <a:ext cx="2938780" cy="741045"/>
          </a:xfrm>
          <a:custGeom>
            <a:avLst/>
            <a:gdLst/>
            <a:ahLst/>
            <a:cxnLst/>
            <a:rect l="l" t="t" r="r" b="b"/>
            <a:pathLst>
              <a:path w="2938779" h="741044">
                <a:moveTo>
                  <a:pt x="1496567" y="429767"/>
                </a:moveTo>
                <a:lnTo>
                  <a:pt x="1511807" y="740664"/>
                </a:lnTo>
              </a:path>
              <a:path w="2938779" h="741044">
                <a:moveTo>
                  <a:pt x="0" y="0"/>
                </a:moveTo>
                <a:lnTo>
                  <a:pt x="944879" y="3048"/>
                </a:lnTo>
              </a:path>
              <a:path w="2938779" h="741044">
                <a:moveTo>
                  <a:pt x="1993391" y="3048"/>
                </a:moveTo>
                <a:lnTo>
                  <a:pt x="2938271" y="4572"/>
                </a:lnTo>
              </a:path>
            </a:pathLst>
          </a:custGeom>
          <a:ln w="10668">
            <a:solidFill>
              <a:srgbClr val="497E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3" y="4823438"/>
            <a:ext cx="3761261" cy="1132486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5096255" y="5422391"/>
            <a:ext cx="500380" cy="341630"/>
            <a:chOff x="5096255" y="5422391"/>
            <a:chExt cx="500380" cy="341630"/>
          </a:xfrm>
        </p:grpSpPr>
        <p:sp>
          <p:nvSpPr>
            <p:cNvPr id="35" name="object 35" descr=""/>
            <p:cNvSpPr/>
            <p:nvPr/>
          </p:nvSpPr>
          <p:spPr>
            <a:xfrm>
              <a:off x="5109971" y="5436107"/>
              <a:ext cx="472440" cy="314325"/>
            </a:xfrm>
            <a:custGeom>
              <a:avLst/>
              <a:gdLst/>
              <a:ahLst/>
              <a:cxnLst/>
              <a:rect l="l" t="t" r="r" b="b"/>
              <a:pathLst>
                <a:path w="472439" h="314325">
                  <a:moveTo>
                    <a:pt x="315467" y="313944"/>
                  </a:moveTo>
                  <a:lnTo>
                    <a:pt x="315467" y="236220"/>
                  </a:lnTo>
                  <a:lnTo>
                    <a:pt x="0" y="236220"/>
                  </a:lnTo>
                  <a:lnTo>
                    <a:pt x="0" y="77724"/>
                  </a:lnTo>
                  <a:lnTo>
                    <a:pt x="315467" y="77724"/>
                  </a:lnTo>
                  <a:lnTo>
                    <a:pt x="315467" y="0"/>
                  </a:lnTo>
                  <a:lnTo>
                    <a:pt x="472440" y="156972"/>
                  </a:lnTo>
                  <a:lnTo>
                    <a:pt x="315467" y="313944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109971" y="5436107"/>
              <a:ext cx="472440" cy="314325"/>
            </a:xfrm>
            <a:custGeom>
              <a:avLst/>
              <a:gdLst/>
              <a:ahLst/>
              <a:cxnLst/>
              <a:rect l="l" t="t" r="r" b="b"/>
              <a:pathLst>
                <a:path w="472439" h="314325">
                  <a:moveTo>
                    <a:pt x="0" y="77724"/>
                  </a:moveTo>
                  <a:lnTo>
                    <a:pt x="315467" y="77724"/>
                  </a:lnTo>
                  <a:lnTo>
                    <a:pt x="315467" y="0"/>
                  </a:lnTo>
                  <a:lnTo>
                    <a:pt x="472440" y="156972"/>
                  </a:lnTo>
                  <a:lnTo>
                    <a:pt x="315467" y="313944"/>
                  </a:lnTo>
                  <a:lnTo>
                    <a:pt x="315467" y="236220"/>
                  </a:lnTo>
                  <a:lnTo>
                    <a:pt x="0" y="236220"/>
                  </a:lnTo>
                  <a:lnTo>
                    <a:pt x="0" y="77724"/>
                  </a:lnTo>
                  <a:close/>
                </a:path>
              </a:pathLst>
            </a:custGeom>
            <a:ln w="27431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7" name="object 3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7777" y="4271435"/>
            <a:ext cx="3699195" cy="2243978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7639205" y="6098487"/>
            <a:ext cx="173355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50">
                <a:latin typeface="Malgun Gothic"/>
                <a:cs typeface="Malgun Gothic"/>
              </a:rPr>
              <a:t>A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39" name="object 3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2009-1학기</a:t>
            </a:r>
            <a:r>
              <a:rPr dirty="0" spc="100"/>
              <a:t> </a:t>
            </a:r>
            <a:r>
              <a:rPr dirty="0"/>
              <a:t>데이터베이스</a:t>
            </a:r>
            <a:r>
              <a:rPr dirty="0" spc="120"/>
              <a:t> </a:t>
            </a:r>
            <a:r>
              <a:rPr dirty="0" spc="-20"/>
              <a:t>설계/실습</a:t>
            </a:r>
          </a:p>
        </p:txBody>
      </p:sp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- 3-5-3 </dc:title>
  <dcterms:created xsi:type="dcterms:W3CDTF">2024-10-02T13:45:41Z</dcterms:created>
  <dcterms:modified xsi:type="dcterms:W3CDTF">2024-10-02T13:45:41Z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2024-09-30T00:00:00Z</vt:filetime>
  </property>
  <property fmtid="{D5CDD505-2E9C-101B-9397-08002B2CF9AE}" pid="3" name="LastSaved">
    <vt:filetime>2024-10-02T00:00:00Z</vt:filetime>
  </property>
  <property fmtid="{D5CDD505-2E9C-101B-9397-08002B2CF9AE}" pid="4" name="Producer">
    <vt:lpwstr>Microsoft: Print To PDF</vt:lpwstr>
  </property>
</Properties>
</file>