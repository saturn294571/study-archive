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Default Extension="jpg" ContentType="image/jpg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  <p:sldId id="304" r:id="rId54"/>
    <p:sldId id="305" r:id="rId55"/>
    <p:sldId id="306" r:id="rId56"/>
    <p:sldId id="307" r:id="rId57"/>
    <p:sldId id="308" r:id="rId58"/>
    <p:sldId id="309" r:id="rId59"/>
    <p:sldId id="310" r:id="rId60"/>
    <p:sldId id="311" r:id="rId61"/>
  </p:sldIdLst>
  <p:sldSz cx="10693400" cy="7562850"/>
  <p:notesSz cx="10693400" cy="756285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Relationship Id="rId54" Type="http://schemas.openxmlformats.org/officeDocument/2006/relationships/slide" Target="slides/slide49.xml"/><Relationship Id="rId55" Type="http://schemas.openxmlformats.org/officeDocument/2006/relationships/slide" Target="slides/slide50.xml"/><Relationship Id="rId56" Type="http://schemas.openxmlformats.org/officeDocument/2006/relationships/slide" Target="slides/slide51.xml"/><Relationship Id="rId57" Type="http://schemas.openxmlformats.org/officeDocument/2006/relationships/slide" Target="slides/slide52.xml"/><Relationship Id="rId58" Type="http://schemas.openxmlformats.org/officeDocument/2006/relationships/slide" Target="slides/slide53.xml"/><Relationship Id="rId59" Type="http://schemas.openxmlformats.org/officeDocument/2006/relationships/slide" Target="slides/slide54.xml"/><Relationship Id="rId60" Type="http://schemas.openxmlformats.org/officeDocument/2006/relationships/slide" Target="slides/slide55.xml"/><Relationship Id="rId61" Type="http://schemas.openxmlformats.org/officeDocument/2006/relationships/slide" Target="slides/slide56.xml"/></Relationships>
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005" y="2344483"/>
            <a:ext cx="9089390" cy="158819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010" y="4235196"/>
            <a:ext cx="7485380" cy="189071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534670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5507101" y="1739455"/>
            <a:ext cx="4651629" cy="499148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50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641604" y="336804"/>
            <a:ext cx="9493250" cy="6804659"/>
          </a:xfrm>
          <a:custGeom>
            <a:avLst/>
            <a:gdLst/>
            <a:ahLst/>
            <a:cxnLst/>
            <a:rect l="l" t="t" r="r" b="b"/>
            <a:pathLst>
              <a:path w="9493250" h="6804659">
                <a:moveTo>
                  <a:pt x="0" y="0"/>
                </a:moveTo>
                <a:lnTo>
                  <a:pt x="9492995" y="0"/>
                </a:lnTo>
                <a:lnTo>
                  <a:pt x="9492995" y="6804660"/>
                </a:lnTo>
                <a:lnTo>
                  <a:pt x="0" y="6804660"/>
                </a:lnTo>
                <a:lnTo>
                  <a:pt x="0" y="0"/>
                </a:lnTo>
                <a:close/>
              </a:path>
            </a:pathLst>
          </a:custGeom>
          <a:ln w="13716">
            <a:solidFill>
              <a:srgbClr val="3333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43071" y="1970083"/>
            <a:ext cx="4807256" cy="5632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500" b="1" i="0">
                <a:solidFill>
                  <a:schemeClr val="bg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85932" y="1548072"/>
            <a:ext cx="9161145" cy="474726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200" b="1" i="0">
                <a:solidFill>
                  <a:schemeClr val="tx1"/>
                </a:solidFill>
                <a:latin typeface="Malgun Gothic"/>
                <a:cs typeface="Malgun Gothic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635756" y="7033450"/>
            <a:ext cx="3421888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534670" y="7033450"/>
            <a:ext cx="2459482" cy="37814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9298869" y="7275359"/>
            <a:ext cx="283209" cy="24660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5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g"/></Relationships>
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/Relationships>
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2.png"/></Relationships>
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3.jpg"/></Relationships>

</file>

<file path=ppt/slides/_rels/slide1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1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4.jpg"/></Relationships>

</file>

<file path=ppt/slides/_rels/slide2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5.jpg"/></Relationships>

</file>

<file path=ppt/slides/_rels/slide2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6.jpg"/></Relationships>

</file>

<file path=ppt/slides/_rels/slide2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7.jpg"/></Relationships>

</file>

<file path=ppt/slides/_rels/slide2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2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8.jpg"/></Relationships>

</file>

<file path=ppt/slides/_rels/slide2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9.jpg"/></Relationships>

</file>

<file path=ppt/slides/_rels/slide3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0.png"/></Relationships>

</file>

<file path=ppt/slides/_rels/slide3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.jpg"/><Relationship Id="rId3" Type="http://schemas.openxmlformats.org/officeDocument/2006/relationships/image" Target="../media/image22.jpg"/></Relationships>

</file>

<file path=ppt/slides/_rels/slide3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.jpg"/></Relationships>

</file>

<file path=ppt/slides/_rels/slide3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4.jpg"/></Relationships>

</file>

<file path=ppt/slides/_rels/slide3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3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5.jpg"/></Relationships>

</file>

<file path=ppt/slides/_rels/slide3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6.jpg"/></Relationships>

</file>

<file path=ppt/slides/_rels/slide3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7.jpg"/><Relationship Id="rId3" Type="http://schemas.openxmlformats.org/officeDocument/2006/relationships/image" Target="../media/image28.png"/><Relationship Id="rId4" Type="http://schemas.openxmlformats.org/officeDocument/2006/relationships/image" Target="../media/image29.png"/><Relationship Id="rId5" Type="http://schemas.openxmlformats.org/officeDocument/2006/relationships/image" Target="../media/image30.png"/></Relationships>

</file>

<file path=ppt/slides/_rels/slide3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1.jpg"/></Relationships>

</file>

<file path=ppt/slides/_rels/slide4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2.jpg"/></Relationships>

</file>

<file path=ppt/slides/_rels/slide4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3.jpg"/></Relationships>

</file>

<file path=ppt/slides/_rels/slide4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
</file>

<file path=ppt/slides/_rels/slide4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4.jpg"/></Relationships>

</file>

<file path=ppt/slides/_rels/slide4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5.jpg"/></Relationships>

</file>

<file path=ppt/slides/_rels/slide4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6.jpg"/></Relationships>

</file>

<file path=ppt/slides/_rels/slide4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7.jpg"/></Relationships>

</file>

<file path=ppt/slides/_rels/slide4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8.jpg"/></Relationships>

</file>

<file path=ppt/slides/_rels/slide50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9.jpg"/></Relationships>

</file>

<file path=ppt/slides/_rels/slide5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0.jpg"/></Relationships>

</file>

<file path=ppt/slides/_rels/slide5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1.jpg"/></Relationships>

</file>

<file path=ppt/slides/_rels/slide5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2.jpg"/></Relationships>

</file>

<file path=ppt/slides/_rels/slide5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3.jpg"/></Relationships>

</file>

<file path=ppt/slides/_rels/slide5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4.jpg"/></Relationships>

</file>

<file path=ppt/slides/_rels/slide5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jpg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/>
          <p:nvPr/>
        </p:nvSpPr>
        <p:spPr>
          <a:xfrm>
            <a:off x="304800" y="1399032"/>
            <a:ext cx="10081260" cy="1188720"/>
          </a:xfrm>
          <a:custGeom>
            <a:avLst/>
            <a:gdLst/>
            <a:ahLst/>
            <a:cxnLst/>
            <a:rect l="l" t="t" r="r" b="b"/>
            <a:pathLst>
              <a:path w="10081260" h="1188720">
                <a:moveTo>
                  <a:pt x="10081260" y="1188719"/>
                </a:moveTo>
                <a:lnTo>
                  <a:pt x="0" y="1188719"/>
                </a:lnTo>
                <a:lnTo>
                  <a:pt x="0" y="0"/>
                </a:lnTo>
                <a:lnTo>
                  <a:pt x="10081260" y="0"/>
                </a:lnTo>
                <a:lnTo>
                  <a:pt x="10081260" y="1188719"/>
                </a:lnTo>
                <a:close/>
              </a:path>
            </a:pathLst>
          </a:custGeom>
          <a:solidFill>
            <a:srgbClr val="6666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5875" rIns="0" bIns="0" rtlCol="0" vert="horz">
            <a:spAutoFit/>
          </a:bodyPr>
          <a:lstStyle/>
          <a:p>
            <a:pPr marL="17780">
              <a:lnSpc>
                <a:spcPct val="100000"/>
              </a:lnSpc>
              <a:spcBef>
                <a:spcPts val="125"/>
              </a:spcBef>
            </a:pPr>
            <a:r>
              <a:rPr dirty="0"/>
              <a:t>데이터베이스</a:t>
            </a:r>
            <a:r>
              <a:rPr dirty="0" spc="-70"/>
              <a:t> </a:t>
            </a:r>
            <a:r>
              <a:rPr dirty="0"/>
              <a:t>구축</a:t>
            </a:r>
            <a:r>
              <a:rPr dirty="0" spc="-70"/>
              <a:t> </a:t>
            </a:r>
            <a:r>
              <a:rPr dirty="0" spc="-25"/>
              <a:t>개요</a:t>
            </a:r>
          </a:p>
        </p:txBody>
      </p:sp>
      <p:sp>
        <p:nvSpPr>
          <p:cNvPr id="4" name="object 4" descr=""/>
          <p:cNvSpPr txBox="1"/>
          <p:nvPr/>
        </p:nvSpPr>
        <p:spPr>
          <a:xfrm>
            <a:off x="1230833" y="4293241"/>
            <a:ext cx="3018155" cy="1234440"/>
          </a:xfrm>
          <a:prstGeom prst="rect">
            <a:avLst/>
          </a:prstGeom>
        </p:spPr>
        <p:txBody>
          <a:bodyPr wrap="square" lIns="0" tIns="147955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165"/>
              </a:spcBef>
              <a:buAutoNum type="arabicPeriod"/>
              <a:tabLst>
                <a:tab pos="390525" algn="l"/>
              </a:tabLst>
            </a:pPr>
            <a:r>
              <a:rPr dirty="0" sz="1750" b="1">
                <a:latin typeface="Malgun Gothic"/>
                <a:cs typeface="Malgun Gothic"/>
              </a:rPr>
              <a:t>데이터베이스</a:t>
            </a:r>
            <a:r>
              <a:rPr dirty="0" sz="1750" spc="-3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설계의</a:t>
            </a:r>
            <a:r>
              <a:rPr dirty="0" sz="1750" spc="-2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개요</a:t>
            </a:r>
            <a:endParaRPr sz="1750">
              <a:latin typeface="Malgun Gothic"/>
              <a:cs typeface="Malgun Gothic"/>
            </a:endParaRPr>
          </a:p>
          <a:p>
            <a:pPr marL="390525" indent="-377825">
              <a:lnSpc>
                <a:spcPct val="100000"/>
              </a:lnSpc>
              <a:spcBef>
                <a:spcPts val="1065"/>
              </a:spcBef>
              <a:buAutoNum type="arabicPeriod"/>
              <a:tabLst>
                <a:tab pos="390525" algn="l"/>
              </a:tabLst>
            </a:pPr>
            <a:r>
              <a:rPr dirty="0" sz="1750" spc="125" b="1">
                <a:latin typeface="Malgun Gothic"/>
                <a:cs typeface="Malgun Gothic"/>
              </a:rPr>
              <a:t>개체-</a:t>
            </a:r>
            <a:r>
              <a:rPr dirty="0" sz="1750" b="1">
                <a:latin typeface="Malgun Gothic"/>
                <a:cs typeface="Malgun Gothic"/>
              </a:rPr>
              <a:t>관계</a:t>
            </a:r>
            <a:r>
              <a:rPr dirty="0" sz="1750" spc="-3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데이터</a:t>
            </a:r>
            <a:r>
              <a:rPr dirty="0" sz="1750" spc="-55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모델</a:t>
            </a:r>
            <a:endParaRPr sz="1750">
              <a:latin typeface="Malgun Gothic"/>
              <a:cs typeface="Malgun Gothic"/>
            </a:endParaRPr>
          </a:p>
          <a:p>
            <a:pPr marL="390525" indent="-377825">
              <a:lnSpc>
                <a:spcPct val="100000"/>
              </a:lnSpc>
              <a:spcBef>
                <a:spcPts val="1080"/>
              </a:spcBef>
              <a:buAutoNum type="arabicPeriod"/>
              <a:tabLst>
                <a:tab pos="390525" algn="l"/>
              </a:tabLst>
            </a:pPr>
            <a:r>
              <a:rPr dirty="0" sz="1750" b="1">
                <a:latin typeface="Malgun Gothic"/>
                <a:cs typeface="Malgun Gothic"/>
              </a:rPr>
              <a:t>데이터베이스</a:t>
            </a:r>
            <a:r>
              <a:rPr dirty="0" sz="1750" spc="-3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설계</a:t>
            </a:r>
            <a:r>
              <a:rPr dirty="0" sz="1750" spc="-35" b="1">
                <a:latin typeface="Malgun Gothic"/>
                <a:cs typeface="Malgun Gothic"/>
              </a:rPr>
              <a:t> </a:t>
            </a:r>
            <a:r>
              <a:rPr dirty="0" sz="1750" spc="-50" b="1">
                <a:latin typeface="Malgun Gothic"/>
                <a:cs typeface="Malgun Gothic"/>
              </a:rPr>
              <a:t>예</a:t>
            </a:r>
            <a:endParaRPr sz="175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304800" y="1932432"/>
            <a:ext cx="10083165" cy="5594985"/>
            <a:chOff x="304800" y="1932432"/>
            <a:chExt cx="10083165" cy="5594985"/>
          </a:xfrm>
        </p:grpSpPr>
        <p:sp>
          <p:nvSpPr>
            <p:cNvPr id="6" name="object 6" descr=""/>
            <p:cNvSpPr/>
            <p:nvPr/>
          </p:nvSpPr>
          <p:spPr>
            <a:xfrm>
              <a:off x="304800" y="2859023"/>
              <a:ext cx="10083165" cy="43180"/>
            </a:xfrm>
            <a:custGeom>
              <a:avLst/>
              <a:gdLst/>
              <a:ahLst/>
              <a:cxnLst/>
              <a:rect l="l" t="t" r="r" b="b"/>
              <a:pathLst>
                <a:path w="10083165" h="43180">
                  <a:moveTo>
                    <a:pt x="10082784" y="0"/>
                  </a:moveTo>
                  <a:lnTo>
                    <a:pt x="0" y="0"/>
                  </a:lnTo>
                  <a:lnTo>
                    <a:pt x="0" y="42672"/>
                  </a:lnTo>
                  <a:lnTo>
                    <a:pt x="10082784" y="42672"/>
                  </a:lnTo>
                  <a:lnTo>
                    <a:pt x="10082784" y="0"/>
                  </a:lnTo>
                  <a:close/>
                </a:path>
              </a:pathLst>
            </a:custGeom>
            <a:solidFill>
              <a:srgbClr val="2D2DB8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649211" y="1932431"/>
              <a:ext cx="27940" cy="5594985"/>
            </a:xfrm>
            <a:custGeom>
              <a:avLst/>
              <a:gdLst/>
              <a:ahLst/>
              <a:cxnLst/>
              <a:rect l="l" t="t" r="r" b="b"/>
              <a:pathLst>
                <a:path w="27940" h="5594984">
                  <a:moveTo>
                    <a:pt x="27432" y="0"/>
                  </a:moveTo>
                  <a:lnTo>
                    <a:pt x="0" y="0"/>
                  </a:lnTo>
                  <a:lnTo>
                    <a:pt x="0" y="5594604"/>
                  </a:lnTo>
                  <a:lnTo>
                    <a:pt x="27432" y="5594604"/>
                  </a:lnTo>
                  <a:lnTo>
                    <a:pt x="27432" y="0"/>
                  </a:lnTo>
                  <a:close/>
                </a:path>
              </a:pathLst>
            </a:custGeom>
            <a:solidFill>
              <a:srgbClr val="00CC99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143000" y="3413759"/>
              <a:ext cx="1900555" cy="611505"/>
            </a:xfrm>
            <a:custGeom>
              <a:avLst/>
              <a:gdLst/>
              <a:ahLst/>
              <a:cxnLst/>
              <a:rect l="l" t="t" r="r" b="b"/>
              <a:pathLst>
                <a:path w="1900555" h="611504">
                  <a:moveTo>
                    <a:pt x="0" y="0"/>
                  </a:moveTo>
                  <a:lnTo>
                    <a:pt x="1900427" y="0"/>
                  </a:lnTo>
                  <a:lnTo>
                    <a:pt x="1900427" y="611124"/>
                  </a:lnTo>
                  <a:lnTo>
                    <a:pt x="0" y="611124"/>
                  </a:lnTo>
                  <a:lnTo>
                    <a:pt x="0" y="0"/>
                  </a:lnTo>
                  <a:close/>
                </a:path>
              </a:pathLst>
            </a:custGeom>
            <a:ln w="27432">
              <a:solidFill>
                <a:srgbClr val="00CC99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02258" y="3565398"/>
              <a:ext cx="1594103" cy="356616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4645152" y="2584703"/>
              <a:ext cx="5265420" cy="3413760"/>
            </a:xfrm>
            <a:custGeom>
              <a:avLst/>
              <a:gdLst/>
              <a:ahLst/>
              <a:cxnLst/>
              <a:rect l="l" t="t" r="r" b="b"/>
              <a:pathLst>
                <a:path w="5265420" h="3413760">
                  <a:moveTo>
                    <a:pt x="0" y="876300"/>
                  </a:moveTo>
                  <a:lnTo>
                    <a:pt x="877824" y="876300"/>
                  </a:lnTo>
                  <a:lnTo>
                    <a:pt x="553212" y="0"/>
                  </a:lnTo>
                  <a:lnTo>
                    <a:pt x="2193036" y="876300"/>
                  </a:lnTo>
                  <a:lnTo>
                    <a:pt x="5265419" y="876300"/>
                  </a:lnTo>
                  <a:lnTo>
                    <a:pt x="5265419" y="1299972"/>
                  </a:lnTo>
                  <a:lnTo>
                    <a:pt x="5265419" y="1933956"/>
                  </a:lnTo>
                  <a:lnTo>
                    <a:pt x="5265419" y="3413759"/>
                  </a:lnTo>
                  <a:lnTo>
                    <a:pt x="2193036" y="3413759"/>
                  </a:lnTo>
                  <a:lnTo>
                    <a:pt x="877824" y="3413759"/>
                  </a:lnTo>
                  <a:lnTo>
                    <a:pt x="0" y="3413759"/>
                  </a:lnTo>
                  <a:lnTo>
                    <a:pt x="0" y="1933956"/>
                  </a:lnTo>
                  <a:lnTo>
                    <a:pt x="0" y="1299972"/>
                  </a:lnTo>
                  <a:lnTo>
                    <a:pt x="0" y="876300"/>
                  </a:lnTo>
                  <a:close/>
                </a:path>
              </a:pathLst>
            </a:custGeom>
            <a:ln w="1371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8267700" y="5291328"/>
              <a:ext cx="1511935" cy="9525"/>
            </a:xfrm>
            <a:custGeom>
              <a:avLst/>
              <a:gdLst/>
              <a:ahLst/>
              <a:cxnLst/>
              <a:rect l="l" t="t" r="r" b="b"/>
              <a:pathLst>
                <a:path w="1511934" h="9525">
                  <a:moveTo>
                    <a:pt x="1511807" y="9143"/>
                  </a:moveTo>
                  <a:lnTo>
                    <a:pt x="0" y="9143"/>
                  </a:lnTo>
                  <a:lnTo>
                    <a:pt x="0" y="0"/>
                  </a:lnTo>
                  <a:lnTo>
                    <a:pt x="1511807" y="0"/>
                  </a:lnTo>
                  <a:lnTo>
                    <a:pt x="1511807" y="9143"/>
                  </a:lnTo>
                  <a:close/>
                </a:path>
              </a:pathLst>
            </a:custGeom>
            <a:solidFill>
              <a:srgbClr val="FF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/>
          <p:nvPr/>
        </p:nvSpPr>
        <p:spPr>
          <a:xfrm>
            <a:off x="4731501" y="3463290"/>
            <a:ext cx="5059680" cy="247142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640"/>
              </a:spcBef>
              <a:buFont typeface="Malgun Gothic"/>
              <a:buChar char="-"/>
              <a:tabLst>
                <a:tab pos="327660" algn="l"/>
              </a:tabLst>
            </a:pP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5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과학자가</a:t>
            </a:r>
            <a:r>
              <a:rPr dirty="0" sz="15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IT</a:t>
            </a:r>
            <a:r>
              <a:rPr dirty="0" sz="1550" spc="-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전문가와</a:t>
            </a:r>
            <a:r>
              <a:rPr dirty="0" sz="15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협의,</a:t>
            </a:r>
            <a:r>
              <a:rPr dirty="0" sz="15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협력</a:t>
            </a:r>
            <a:r>
              <a:rPr dirty="0" sz="1550" spc="-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spc="-25" b="1">
                <a:solidFill>
                  <a:srgbClr val="FF0000"/>
                </a:solidFill>
                <a:latin typeface="Malgun Gothic"/>
                <a:cs typeface="Malgun Gothic"/>
              </a:rPr>
              <a:t>필요</a:t>
            </a:r>
            <a:endParaRPr sz="15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540"/>
              </a:spcBef>
              <a:buFont typeface="Malgun Gothic"/>
              <a:buChar char="-"/>
              <a:tabLst>
                <a:tab pos="327660" algn="l"/>
              </a:tabLst>
            </a:pP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IT</a:t>
            </a:r>
            <a:r>
              <a:rPr dirty="0" sz="1550" spc="-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전문가는</a:t>
            </a:r>
            <a:r>
              <a:rPr dirty="0" sz="15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DBA(DB</a:t>
            </a:r>
            <a:r>
              <a:rPr dirty="0" sz="1550" spc="-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설계자),</a:t>
            </a:r>
            <a:r>
              <a:rPr dirty="0" sz="1550" spc="-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응용</a:t>
            </a:r>
            <a:r>
              <a:rPr dirty="0" sz="1550" spc="-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spc="-10" b="1">
                <a:solidFill>
                  <a:srgbClr val="FF0000"/>
                </a:solidFill>
                <a:latin typeface="Malgun Gothic"/>
                <a:cs typeface="Malgun Gothic"/>
              </a:rPr>
              <a:t>프로그래머</a:t>
            </a:r>
            <a:endParaRPr sz="15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550"/>
              </a:spcBef>
              <a:buFont typeface="Malgun Gothic"/>
              <a:buChar char="-"/>
              <a:tabLst>
                <a:tab pos="327660" algn="l"/>
              </a:tabLst>
            </a:pP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550" spc="-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요청</a:t>
            </a:r>
            <a:r>
              <a:rPr dirty="0" sz="1550" spc="-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시</a:t>
            </a:r>
            <a:r>
              <a:rPr dirty="0" sz="1550" spc="-3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DB</a:t>
            </a:r>
            <a:r>
              <a:rPr dirty="0" sz="1550" spc="-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내용을</a:t>
            </a:r>
            <a:r>
              <a:rPr dirty="0" sz="1550" spc="-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파악</a:t>
            </a:r>
            <a:r>
              <a:rPr dirty="0" sz="1550" spc="-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spc="-25" b="1">
                <a:solidFill>
                  <a:srgbClr val="FF0000"/>
                </a:solidFill>
                <a:latin typeface="Malgun Gothic"/>
                <a:cs typeface="Malgun Gothic"/>
              </a:rPr>
              <a:t>중요</a:t>
            </a:r>
            <a:endParaRPr sz="15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550"/>
              </a:spcBef>
              <a:buFont typeface="Malgun Gothic"/>
              <a:buChar char="-"/>
              <a:tabLst>
                <a:tab pos="327660" algn="l"/>
              </a:tabLst>
            </a:pP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협의</a:t>
            </a:r>
            <a:r>
              <a:rPr dirty="0" sz="1550" spc="-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시</a:t>
            </a:r>
            <a:r>
              <a:rPr dirty="0" sz="1550" spc="-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DB</a:t>
            </a:r>
            <a:r>
              <a:rPr dirty="0" sz="15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관계자가</a:t>
            </a:r>
            <a:r>
              <a:rPr dirty="0" sz="15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DB</a:t>
            </a:r>
            <a:r>
              <a:rPr dirty="0" sz="1550" spc="-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설계도</a:t>
            </a:r>
            <a:r>
              <a:rPr dirty="0" sz="1550" spc="-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사용</a:t>
            </a:r>
            <a:r>
              <a:rPr dirty="0" sz="1550" spc="-3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spc="-25" b="1">
                <a:solidFill>
                  <a:srgbClr val="FF0000"/>
                </a:solidFill>
                <a:latin typeface="Malgun Gothic"/>
                <a:cs typeface="Malgun Gothic"/>
              </a:rPr>
              <a:t>가능</a:t>
            </a:r>
            <a:endParaRPr sz="15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555"/>
              </a:spcBef>
              <a:buFont typeface="Malgun Gothic"/>
              <a:buChar char="-"/>
              <a:tabLst>
                <a:tab pos="327660" algn="l"/>
              </a:tabLst>
            </a:pP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DB구조를</a:t>
            </a:r>
            <a:r>
              <a:rPr dirty="0" sz="15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표현하는</a:t>
            </a:r>
            <a:r>
              <a:rPr dirty="0" sz="15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개념</a:t>
            </a:r>
            <a:r>
              <a:rPr dirty="0" sz="15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집합,</a:t>
            </a:r>
            <a:r>
              <a:rPr dirty="0" sz="15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5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spc="-25" b="1">
                <a:solidFill>
                  <a:srgbClr val="FF0000"/>
                </a:solidFill>
                <a:latin typeface="Malgun Gothic"/>
                <a:cs typeface="Malgun Gothic"/>
              </a:rPr>
              <a:t>모델</a:t>
            </a:r>
            <a:endParaRPr sz="15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550"/>
              </a:spcBef>
              <a:buFont typeface="Malgun Gothic"/>
              <a:buChar char="-"/>
              <a:tabLst>
                <a:tab pos="327660" algn="l"/>
              </a:tabLst>
            </a:pP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사용</a:t>
            </a:r>
            <a:r>
              <a:rPr dirty="0" sz="15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후보</a:t>
            </a:r>
            <a:r>
              <a:rPr dirty="0" sz="1550" spc="-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모델은</a:t>
            </a:r>
            <a:r>
              <a:rPr dirty="0" sz="1550" spc="-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u="sng" sz="15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개념</a:t>
            </a:r>
            <a:r>
              <a:rPr dirty="0" u="sng" sz="1550" spc="-6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5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데이터</a:t>
            </a:r>
            <a:r>
              <a:rPr dirty="0" u="sng" sz="1550" spc="-5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5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모델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,</a:t>
            </a:r>
            <a:r>
              <a:rPr dirty="0" sz="15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표현</a:t>
            </a:r>
            <a:r>
              <a:rPr dirty="0" sz="1550" spc="-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5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spc="-25" b="1">
                <a:solidFill>
                  <a:srgbClr val="FF0000"/>
                </a:solidFill>
                <a:latin typeface="Malgun Gothic"/>
                <a:cs typeface="Malgun Gothic"/>
              </a:rPr>
              <a:t>모델</a:t>
            </a:r>
            <a:endParaRPr sz="15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540"/>
              </a:spcBef>
              <a:buFont typeface="Malgun Gothic"/>
              <a:buChar char="-"/>
              <a:tabLst>
                <a:tab pos="327660" algn="l"/>
              </a:tabLst>
            </a:pP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어떤</a:t>
            </a:r>
            <a:r>
              <a:rPr dirty="0" sz="15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설계도</a:t>
            </a:r>
            <a:r>
              <a:rPr dirty="0" sz="1550" spc="-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형식도</a:t>
            </a:r>
            <a:r>
              <a:rPr dirty="0" sz="1550" spc="-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이해</a:t>
            </a:r>
            <a:r>
              <a:rPr dirty="0" sz="1550" spc="-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가능</a:t>
            </a:r>
            <a:r>
              <a:rPr dirty="0" sz="15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능력</a:t>
            </a:r>
            <a:r>
              <a:rPr dirty="0" sz="1550" spc="-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spc="-35" b="1">
                <a:solidFill>
                  <a:srgbClr val="FF0000"/>
                </a:solidFill>
                <a:latin typeface="Malgun Gothic"/>
                <a:cs typeface="Malgun Gothic"/>
              </a:rPr>
              <a:t>중요</a:t>
            </a:r>
            <a:endParaRPr sz="15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555"/>
              </a:spcBef>
              <a:buFont typeface="Malgun Gothic"/>
              <a:buChar char="-"/>
              <a:tabLst>
                <a:tab pos="327660" algn="l"/>
              </a:tabLst>
            </a:pP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어떤</a:t>
            </a:r>
            <a:r>
              <a:rPr dirty="0" sz="15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과정으로</a:t>
            </a:r>
            <a:r>
              <a:rPr dirty="0" sz="15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DB가</a:t>
            </a:r>
            <a:r>
              <a:rPr dirty="0" sz="1550" spc="-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구축되는지</a:t>
            </a:r>
            <a:r>
              <a:rPr dirty="0" sz="15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사전</a:t>
            </a:r>
            <a:r>
              <a:rPr dirty="0" sz="1550" spc="-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b="1">
                <a:solidFill>
                  <a:srgbClr val="FF0000"/>
                </a:solidFill>
                <a:latin typeface="Malgun Gothic"/>
                <a:cs typeface="Malgun Gothic"/>
              </a:rPr>
              <a:t>파악이</a:t>
            </a:r>
            <a:r>
              <a:rPr dirty="0" sz="15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550" spc="-25" b="1">
                <a:solidFill>
                  <a:srgbClr val="FF0000"/>
                </a:solidFill>
                <a:latin typeface="Malgun Gothic"/>
                <a:cs typeface="Malgun Gothic"/>
              </a:rPr>
              <a:t>도움</a:t>
            </a:r>
            <a:endParaRPr sz="1550">
              <a:latin typeface="Malgun Gothic"/>
              <a:cs typeface="Malgun Gothic"/>
            </a:endParaRPr>
          </a:p>
        </p:txBody>
      </p:sp>
      <p:grpSp>
        <p:nvGrpSpPr>
          <p:cNvPr id="13" name="object 13" descr=""/>
          <p:cNvGrpSpPr/>
          <p:nvPr/>
        </p:nvGrpSpPr>
        <p:grpSpPr>
          <a:xfrm>
            <a:off x="5000244" y="3137916"/>
            <a:ext cx="4682490" cy="2804795"/>
            <a:chOff x="5000244" y="3137916"/>
            <a:chExt cx="4682490" cy="2804795"/>
          </a:xfrm>
        </p:grpSpPr>
        <p:sp>
          <p:nvSpPr>
            <p:cNvPr id="14" name="object 14" descr=""/>
            <p:cNvSpPr/>
            <p:nvPr/>
          </p:nvSpPr>
          <p:spPr>
            <a:xfrm>
              <a:off x="5006594" y="3819525"/>
              <a:ext cx="4669790" cy="2117090"/>
            </a:xfrm>
            <a:custGeom>
              <a:avLst/>
              <a:gdLst/>
              <a:ahLst/>
              <a:cxnLst/>
              <a:rect l="l" t="t" r="r" b="b"/>
              <a:pathLst>
                <a:path w="4669790" h="2117090">
                  <a:moveTo>
                    <a:pt x="0" y="0"/>
                  </a:moveTo>
                  <a:lnTo>
                    <a:pt x="0" y="0"/>
                  </a:lnTo>
                  <a:lnTo>
                    <a:pt x="1350644" y="0"/>
                  </a:lnTo>
                  <a:lnTo>
                    <a:pt x="1363025" y="261"/>
                  </a:lnTo>
                  <a:lnTo>
                    <a:pt x="1375394" y="1047"/>
                  </a:lnTo>
                  <a:lnTo>
                    <a:pt x="1387738" y="2357"/>
                  </a:lnTo>
                  <a:lnTo>
                    <a:pt x="1400047" y="4190"/>
                  </a:lnTo>
                  <a:lnTo>
                    <a:pt x="1412168" y="5951"/>
                  </a:lnTo>
                  <a:lnTo>
                    <a:pt x="1423765" y="7223"/>
                  </a:lnTo>
                  <a:lnTo>
                    <a:pt x="1434838" y="7995"/>
                  </a:lnTo>
                  <a:lnTo>
                    <a:pt x="1445386" y="8254"/>
                  </a:lnTo>
                  <a:lnTo>
                    <a:pt x="1455673" y="8254"/>
                  </a:lnTo>
                  <a:lnTo>
                    <a:pt x="1465960" y="8254"/>
                  </a:lnTo>
                  <a:lnTo>
                    <a:pt x="1669160" y="8254"/>
                  </a:lnTo>
                  <a:lnTo>
                    <a:pt x="1677288" y="9651"/>
                  </a:lnTo>
                  <a:lnTo>
                    <a:pt x="1717166" y="16510"/>
                  </a:lnTo>
                  <a:lnTo>
                    <a:pt x="1725422" y="16510"/>
                  </a:lnTo>
                  <a:lnTo>
                    <a:pt x="1732279" y="16510"/>
                  </a:lnTo>
                  <a:lnTo>
                    <a:pt x="1907921" y="16510"/>
                  </a:lnTo>
                  <a:lnTo>
                    <a:pt x="1916176" y="17906"/>
                  </a:lnTo>
                  <a:lnTo>
                    <a:pt x="1960117" y="24764"/>
                  </a:lnTo>
                  <a:lnTo>
                    <a:pt x="1968329" y="24764"/>
                  </a:lnTo>
                  <a:lnTo>
                    <a:pt x="1976564" y="24764"/>
                  </a:lnTo>
                  <a:lnTo>
                    <a:pt x="2108327" y="24764"/>
                  </a:lnTo>
                  <a:lnTo>
                    <a:pt x="2116593" y="25024"/>
                  </a:lnTo>
                  <a:lnTo>
                    <a:pt x="2124837" y="25796"/>
                  </a:lnTo>
                  <a:lnTo>
                    <a:pt x="2133080" y="27068"/>
                  </a:lnTo>
                  <a:lnTo>
                    <a:pt x="2141347" y="28828"/>
                  </a:lnTo>
                  <a:lnTo>
                    <a:pt x="2149558" y="30662"/>
                  </a:lnTo>
                  <a:lnTo>
                    <a:pt x="2157793" y="31972"/>
                  </a:lnTo>
                  <a:lnTo>
                    <a:pt x="2166028" y="32758"/>
                  </a:lnTo>
                  <a:lnTo>
                    <a:pt x="2174239" y="33019"/>
                  </a:lnTo>
                  <a:lnTo>
                    <a:pt x="2182504" y="33019"/>
                  </a:lnTo>
                  <a:lnTo>
                    <a:pt x="2190734" y="33019"/>
                  </a:lnTo>
                  <a:lnTo>
                    <a:pt x="2706878" y="33019"/>
                  </a:lnTo>
                  <a:lnTo>
                    <a:pt x="2713735" y="34416"/>
                  </a:lnTo>
                  <a:lnTo>
                    <a:pt x="2759535" y="41517"/>
                  </a:lnTo>
                  <a:lnTo>
                    <a:pt x="2769298" y="42259"/>
                  </a:lnTo>
                  <a:lnTo>
                    <a:pt x="2780109" y="43525"/>
                  </a:lnTo>
                  <a:lnTo>
                    <a:pt x="2791967" y="45338"/>
                  </a:lnTo>
                  <a:lnTo>
                    <a:pt x="2804330" y="47152"/>
                  </a:lnTo>
                  <a:lnTo>
                    <a:pt x="2816669" y="48418"/>
                  </a:lnTo>
                  <a:lnTo>
                    <a:pt x="2829008" y="49160"/>
                  </a:lnTo>
                  <a:lnTo>
                    <a:pt x="2841371" y="49402"/>
                  </a:lnTo>
                  <a:lnTo>
                    <a:pt x="2853993" y="49402"/>
                  </a:lnTo>
                  <a:lnTo>
                    <a:pt x="2867104" y="49402"/>
                  </a:lnTo>
                  <a:lnTo>
                    <a:pt x="2997834" y="49402"/>
                  </a:lnTo>
                  <a:lnTo>
                    <a:pt x="3009693" y="49664"/>
                  </a:lnTo>
                  <a:lnTo>
                    <a:pt x="3020504" y="50450"/>
                  </a:lnTo>
                  <a:lnTo>
                    <a:pt x="3030267" y="51760"/>
                  </a:lnTo>
                  <a:lnTo>
                    <a:pt x="3038982" y="53593"/>
                  </a:lnTo>
                  <a:lnTo>
                    <a:pt x="3047509" y="55407"/>
                  </a:lnTo>
                  <a:lnTo>
                    <a:pt x="3056524" y="56673"/>
                  </a:lnTo>
                  <a:lnTo>
                    <a:pt x="3066039" y="57415"/>
                  </a:lnTo>
                  <a:lnTo>
                    <a:pt x="3076066" y="57658"/>
                  </a:lnTo>
                  <a:lnTo>
                    <a:pt x="3086615" y="57658"/>
                  </a:lnTo>
                  <a:lnTo>
                    <a:pt x="3097688" y="57658"/>
                  </a:lnTo>
                  <a:lnTo>
                    <a:pt x="3109285" y="57658"/>
                  </a:lnTo>
                  <a:lnTo>
                    <a:pt x="3121405" y="57658"/>
                  </a:lnTo>
                  <a:lnTo>
                    <a:pt x="3133715" y="57919"/>
                  </a:lnTo>
                  <a:lnTo>
                    <a:pt x="3146059" y="58705"/>
                  </a:lnTo>
                  <a:lnTo>
                    <a:pt x="3158428" y="60015"/>
                  </a:lnTo>
                  <a:lnTo>
                    <a:pt x="3170808" y="61849"/>
                  </a:lnTo>
                  <a:lnTo>
                    <a:pt x="3182911" y="63609"/>
                  </a:lnTo>
                  <a:lnTo>
                    <a:pt x="3194478" y="64881"/>
                  </a:lnTo>
                  <a:lnTo>
                    <a:pt x="3205545" y="65653"/>
                  </a:lnTo>
                  <a:lnTo>
                    <a:pt x="3216148" y="65912"/>
                  </a:lnTo>
                  <a:lnTo>
                    <a:pt x="3226694" y="66174"/>
                  </a:lnTo>
                  <a:lnTo>
                    <a:pt x="3237753" y="66960"/>
                  </a:lnTo>
                  <a:lnTo>
                    <a:pt x="3249312" y="68270"/>
                  </a:lnTo>
                  <a:lnTo>
                    <a:pt x="3261359" y="70103"/>
                  </a:lnTo>
                  <a:lnTo>
                    <a:pt x="3274506" y="71864"/>
                  </a:lnTo>
                  <a:lnTo>
                    <a:pt x="3289188" y="73136"/>
                  </a:lnTo>
                  <a:lnTo>
                    <a:pt x="3305419" y="73908"/>
                  </a:lnTo>
                  <a:lnTo>
                    <a:pt x="3323208" y="74167"/>
                  </a:lnTo>
                  <a:lnTo>
                    <a:pt x="3340665" y="74167"/>
                  </a:lnTo>
                  <a:lnTo>
                    <a:pt x="3356086" y="74167"/>
                  </a:lnTo>
                  <a:lnTo>
                    <a:pt x="3513962" y="74167"/>
                  </a:lnTo>
                  <a:lnTo>
                    <a:pt x="3520821" y="75564"/>
                  </a:lnTo>
                  <a:lnTo>
                    <a:pt x="3566378" y="82682"/>
                  </a:lnTo>
                  <a:lnTo>
                    <a:pt x="3575399" y="83454"/>
                  </a:lnTo>
                  <a:lnTo>
                    <a:pt x="3584944" y="84726"/>
                  </a:lnTo>
                  <a:lnTo>
                    <a:pt x="3594988" y="86487"/>
                  </a:lnTo>
                  <a:lnTo>
                    <a:pt x="3605276" y="88320"/>
                  </a:lnTo>
                  <a:lnTo>
                    <a:pt x="3615563" y="89630"/>
                  </a:lnTo>
                  <a:lnTo>
                    <a:pt x="3625850" y="90416"/>
                  </a:lnTo>
                  <a:lnTo>
                    <a:pt x="3636136" y="90677"/>
                  </a:lnTo>
                  <a:lnTo>
                    <a:pt x="3646685" y="90677"/>
                  </a:lnTo>
                  <a:lnTo>
                    <a:pt x="3657758" y="90677"/>
                  </a:lnTo>
                  <a:lnTo>
                    <a:pt x="4021835" y="90677"/>
                  </a:lnTo>
                  <a:lnTo>
                    <a:pt x="4027297" y="90677"/>
                  </a:lnTo>
                </a:path>
                <a:path w="4669790" h="2117090">
                  <a:moveTo>
                    <a:pt x="1185926" y="280035"/>
                  </a:moveTo>
                  <a:lnTo>
                    <a:pt x="1180464" y="280035"/>
                  </a:lnTo>
                  <a:lnTo>
                    <a:pt x="1179067" y="280035"/>
                  </a:lnTo>
                  <a:lnTo>
                    <a:pt x="1181861" y="280035"/>
                  </a:lnTo>
                  <a:lnTo>
                    <a:pt x="1206500" y="280035"/>
                  </a:lnTo>
                  <a:lnTo>
                    <a:pt x="1211409" y="279530"/>
                  </a:lnTo>
                  <a:lnTo>
                    <a:pt x="1221962" y="278002"/>
                  </a:lnTo>
                  <a:lnTo>
                    <a:pt x="1238182" y="275427"/>
                  </a:lnTo>
                  <a:lnTo>
                    <a:pt x="1260093" y="271779"/>
                  </a:lnTo>
                  <a:lnTo>
                    <a:pt x="1285547" y="267944"/>
                  </a:lnTo>
                  <a:lnTo>
                    <a:pt x="1312560" y="264620"/>
                  </a:lnTo>
                  <a:lnTo>
                    <a:pt x="1341121" y="261796"/>
                  </a:lnTo>
                  <a:lnTo>
                    <a:pt x="1371218" y="259461"/>
                  </a:lnTo>
                  <a:lnTo>
                    <a:pt x="1404671" y="257178"/>
                  </a:lnTo>
                  <a:lnTo>
                    <a:pt x="1443291" y="254349"/>
                  </a:lnTo>
                  <a:lnTo>
                    <a:pt x="1487054" y="250995"/>
                  </a:lnTo>
                  <a:lnTo>
                    <a:pt x="1535937" y="247141"/>
                  </a:lnTo>
                  <a:lnTo>
                    <a:pt x="1583588" y="243548"/>
                  </a:lnTo>
                  <a:lnTo>
                    <a:pt x="1623488" y="240966"/>
                  </a:lnTo>
                  <a:lnTo>
                    <a:pt x="1655649" y="239408"/>
                  </a:lnTo>
                  <a:lnTo>
                    <a:pt x="1680082" y="238887"/>
                  </a:lnTo>
                  <a:lnTo>
                    <a:pt x="1699371" y="238887"/>
                  </a:lnTo>
                  <a:lnTo>
                    <a:pt x="1716087" y="238887"/>
                  </a:lnTo>
                  <a:lnTo>
                    <a:pt x="2182495" y="238887"/>
                  </a:lnTo>
                  <a:lnTo>
                    <a:pt x="2190446" y="239146"/>
                  </a:lnTo>
                  <a:lnTo>
                    <a:pt x="2197909" y="239918"/>
                  </a:lnTo>
                  <a:lnTo>
                    <a:pt x="2204872" y="241190"/>
                  </a:lnTo>
                  <a:lnTo>
                    <a:pt x="2211324" y="242950"/>
                  </a:lnTo>
                  <a:lnTo>
                    <a:pt x="2217757" y="244784"/>
                  </a:lnTo>
                  <a:lnTo>
                    <a:pt x="2224690" y="246094"/>
                  </a:lnTo>
                  <a:lnTo>
                    <a:pt x="2232148" y="246880"/>
                  </a:lnTo>
                  <a:lnTo>
                    <a:pt x="2240153" y="247141"/>
                  </a:lnTo>
                  <a:lnTo>
                    <a:pt x="2248626" y="247141"/>
                  </a:lnTo>
                  <a:lnTo>
                    <a:pt x="2257647" y="247141"/>
                  </a:lnTo>
                  <a:lnTo>
                    <a:pt x="2388361" y="247141"/>
                  </a:lnTo>
                  <a:lnTo>
                    <a:pt x="2408693" y="247401"/>
                  </a:lnTo>
                  <a:lnTo>
                    <a:pt x="2428525" y="248173"/>
                  </a:lnTo>
                  <a:lnTo>
                    <a:pt x="2447833" y="249445"/>
                  </a:lnTo>
                  <a:lnTo>
                    <a:pt x="2466594" y="251205"/>
                  </a:lnTo>
                  <a:lnTo>
                    <a:pt x="2484643" y="253039"/>
                  </a:lnTo>
                  <a:lnTo>
                    <a:pt x="2501646" y="254349"/>
                  </a:lnTo>
                  <a:lnTo>
                    <a:pt x="2517600" y="255135"/>
                  </a:lnTo>
                  <a:lnTo>
                    <a:pt x="2532506" y="255397"/>
                  </a:lnTo>
                  <a:lnTo>
                    <a:pt x="2546909" y="255397"/>
                  </a:lnTo>
                  <a:lnTo>
                    <a:pt x="2561335" y="255397"/>
                  </a:lnTo>
                  <a:lnTo>
                    <a:pt x="2643758" y="255397"/>
                  </a:lnTo>
                  <a:lnTo>
                    <a:pt x="2655806" y="255656"/>
                  </a:lnTo>
                  <a:lnTo>
                    <a:pt x="2667365" y="256428"/>
                  </a:lnTo>
                  <a:lnTo>
                    <a:pt x="2678424" y="257700"/>
                  </a:lnTo>
                  <a:lnTo>
                    <a:pt x="2688971" y="259461"/>
                  </a:lnTo>
                  <a:lnTo>
                    <a:pt x="2698755" y="261294"/>
                  </a:lnTo>
                  <a:lnTo>
                    <a:pt x="2707528" y="262604"/>
                  </a:lnTo>
                  <a:lnTo>
                    <a:pt x="2715277" y="263390"/>
                  </a:lnTo>
                  <a:lnTo>
                    <a:pt x="2721990" y="263651"/>
                  </a:lnTo>
                  <a:lnTo>
                    <a:pt x="2730119" y="263651"/>
                  </a:lnTo>
                  <a:lnTo>
                    <a:pt x="2736977" y="264922"/>
                  </a:lnTo>
                  <a:lnTo>
                    <a:pt x="2742564" y="267715"/>
                  </a:lnTo>
                  <a:lnTo>
                    <a:pt x="2748026" y="270510"/>
                  </a:lnTo>
                  <a:lnTo>
                    <a:pt x="2752089" y="271779"/>
                  </a:lnTo>
                  <a:lnTo>
                    <a:pt x="2754883" y="271779"/>
                  </a:lnTo>
                  <a:lnTo>
                    <a:pt x="2757678" y="271779"/>
                  </a:lnTo>
                  <a:lnTo>
                    <a:pt x="2761741" y="271779"/>
                  </a:lnTo>
                  <a:lnTo>
                    <a:pt x="2767203" y="271779"/>
                  </a:lnTo>
                </a:path>
                <a:path w="4669790" h="2117090">
                  <a:moveTo>
                    <a:pt x="90550" y="1803653"/>
                  </a:moveTo>
                  <a:lnTo>
                    <a:pt x="90550" y="1803653"/>
                  </a:lnTo>
                  <a:lnTo>
                    <a:pt x="1503045" y="1803653"/>
                  </a:lnTo>
                  <a:lnTo>
                    <a:pt x="1513593" y="1803411"/>
                  </a:lnTo>
                  <a:lnTo>
                    <a:pt x="1524666" y="1802669"/>
                  </a:lnTo>
                  <a:lnTo>
                    <a:pt x="1536263" y="1801403"/>
                  </a:lnTo>
                  <a:lnTo>
                    <a:pt x="1548383" y="1799589"/>
                  </a:lnTo>
                  <a:lnTo>
                    <a:pt x="1559909" y="1797776"/>
                  </a:lnTo>
                  <a:lnTo>
                    <a:pt x="1569910" y="1796510"/>
                  </a:lnTo>
                  <a:lnTo>
                    <a:pt x="1578387" y="1795768"/>
                  </a:lnTo>
                  <a:lnTo>
                    <a:pt x="1585340" y="1795526"/>
                  </a:lnTo>
                  <a:lnTo>
                    <a:pt x="1593596" y="1795526"/>
                  </a:lnTo>
                  <a:lnTo>
                    <a:pt x="1600453" y="1795526"/>
                  </a:lnTo>
                  <a:lnTo>
                    <a:pt x="1627885" y="1795526"/>
                  </a:lnTo>
                  <a:lnTo>
                    <a:pt x="1634744" y="1794128"/>
                  </a:lnTo>
                  <a:lnTo>
                    <a:pt x="1642999" y="1791334"/>
                  </a:lnTo>
                  <a:lnTo>
                    <a:pt x="1651253" y="1788668"/>
                  </a:lnTo>
                  <a:lnTo>
                    <a:pt x="1656714" y="1787270"/>
                  </a:lnTo>
                  <a:lnTo>
                    <a:pt x="1659508" y="1787270"/>
                  </a:lnTo>
                  <a:lnTo>
                    <a:pt x="1662302" y="1787270"/>
                  </a:lnTo>
                  <a:lnTo>
                    <a:pt x="3343782" y="1787270"/>
                  </a:lnTo>
                  <a:lnTo>
                    <a:pt x="3356352" y="1787009"/>
                  </a:lnTo>
                  <a:lnTo>
                    <a:pt x="3369468" y="1786223"/>
                  </a:lnTo>
                  <a:lnTo>
                    <a:pt x="3383109" y="1784913"/>
                  </a:lnTo>
                  <a:lnTo>
                    <a:pt x="3397250" y="1783080"/>
                  </a:lnTo>
                  <a:lnTo>
                    <a:pt x="3410420" y="1781319"/>
                  </a:lnTo>
                  <a:lnTo>
                    <a:pt x="3420983" y="1780047"/>
                  </a:lnTo>
                  <a:lnTo>
                    <a:pt x="3428950" y="1779275"/>
                  </a:lnTo>
                  <a:lnTo>
                    <a:pt x="3434333" y="1779015"/>
                  </a:lnTo>
                  <a:lnTo>
                    <a:pt x="3439795" y="1779015"/>
                  </a:lnTo>
                  <a:lnTo>
                    <a:pt x="3445382" y="1776221"/>
                  </a:lnTo>
                  <a:lnTo>
                    <a:pt x="3450844" y="1770761"/>
                  </a:lnTo>
                </a:path>
                <a:path w="4669790" h="2117090">
                  <a:moveTo>
                    <a:pt x="1680082" y="1531874"/>
                  </a:moveTo>
                  <a:lnTo>
                    <a:pt x="1680082" y="1531874"/>
                  </a:lnTo>
                  <a:lnTo>
                    <a:pt x="1700656" y="1531874"/>
                  </a:lnTo>
                  <a:lnTo>
                    <a:pt x="1704800" y="1531631"/>
                  </a:lnTo>
                  <a:lnTo>
                    <a:pt x="1713039" y="1530889"/>
                  </a:lnTo>
                  <a:lnTo>
                    <a:pt x="1725374" y="1529623"/>
                  </a:lnTo>
                  <a:lnTo>
                    <a:pt x="1741804" y="1527809"/>
                  </a:lnTo>
                  <a:lnTo>
                    <a:pt x="1761402" y="1525996"/>
                  </a:lnTo>
                  <a:lnTo>
                    <a:pt x="1783048" y="1524730"/>
                  </a:lnTo>
                  <a:lnTo>
                    <a:pt x="1806741" y="1523988"/>
                  </a:lnTo>
                  <a:lnTo>
                    <a:pt x="1832482" y="1523745"/>
                  </a:lnTo>
                  <a:lnTo>
                    <a:pt x="1860012" y="1523745"/>
                  </a:lnTo>
                  <a:lnTo>
                    <a:pt x="1889077" y="1523745"/>
                  </a:lnTo>
                  <a:lnTo>
                    <a:pt x="2091944" y="1523745"/>
                  </a:lnTo>
                  <a:lnTo>
                    <a:pt x="2130786" y="1523484"/>
                  </a:lnTo>
                  <a:lnTo>
                    <a:pt x="2173224" y="1522698"/>
                  </a:lnTo>
                  <a:lnTo>
                    <a:pt x="2219281" y="1521388"/>
                  </a:lnTo>
                  <a:lnTo>
                    <a:pt x="2268981" y="1519555"/>
                  </a:lnTo>
                  <a:lnTo>
                    <a:pt x="2315795" y="1517794"/>
                  </a:lnTo>
                  <a:lnTo>
                    <a:pt x="2353357" y="1516522"/>
                  </a:lnTo>
                  <a:lnTo>
                    <a:pt x="2381656" y="1515750"/>
                  </a:lnTo>
                  <a:lnTo>
                    <a:pt x="2400680" y="1515490"/>
                  </a:lnTo>
                  <a:lnTo>
                    <a:pt x="2414617" y="1515229"/>
                  </a:lnTo>
                  <a:lnTo>
                    <a:pt x="2427493" y="1514443"/>
                  </a:lnTo>
                  <a:lnTo>
                    <a:pt x="2439346" y="1513133"/>
                  </a:lnTo>
                  <a:lnTo>
                    <a:pt x="2450210" y="1511300"/>
                  </a:lnTo>
                  <a:lnTo>
                    <a:pt x="2459716" y="1509539"/>
                  </a:lnTo>
                  <a:lnTo>
                    <a:pt x="2467673" y="1508267"/>
                  </a:lnTo>
                  <a:lnTo>
                    <a:pt x="2474106" y="1507495"/>
                  </a:lnTo>
                  <a:lnTo>
                    <a:pt x="2479039" y="1507236"/>
                  </a:lnTo>
                  <a:lnTo>
                    <a:pt x="2484501" y="1507236"/>
                  </a:lnTo>
                  <a:lnTo>
                    <a:pt x="2488564" y="1507236"/>
                  </a:lnTo>
                  <a:lnTo>
                    <a:pt x="3124073" y="1507236"/>
                  </a:lnTo>
                  <a:lnTo>
                    <a:pt x="3129660" y="1507236"/>
                  </a:lnTo>
                </a:path>
                <a:path w="4669790" h="2117090">
                  <a:moveTo>
                    <a:pt x="3253104" y="1531874"/>
                  </a:moveTo>
                  <a:lnTo>
                    <a:pt x="3258692" y="1531874"/>
                  </a:lnTo>
                  <a:lnTo>
                    <a:pt x="3262756" y="1531874"/>
                  </a:lnTo>
                  <a:lnTo>
                    <a:pt x="3265551" y="1531874"/>
                  </a:lnTo>
                  <a:lnTo>
                    <a:pt x="3268217" y="1531874"/>
                  </a:lnTo>
                  <a:lnTo>
                    <a:pt x="3276473" y="1530603"/>
                  </a:lnTo>
                  <a:lnTo>
                    <a:pt x="3328068" y="1523988"/>
                  </a:lnTo>
                  <a:lnTo>
                    <a:pt x="3343782" y="1523745"/>
                  </a:lnTo>
                  <a:lnTo>
                    <a:pt x="3361025" y="1523745"/>
                  </a:lnTo>
                  <a:lnTo>
                    <a:pt x="3379803" y="1523745"/>
                  </a:lnTo>
                  <a:lnTo>
                    <a:pt x="3400129" y="1523745"/>
                  </a:lnTo>
                  <a:lnTo>
                    <a:pt x="3422014" y="1523745"/>
                  </a:lnTo>
                  <a:lnTo>
                    <a:pt x="3444422" y="1523484"/>
                  </a:lnTo>
                  <a:lnTo>
                    <a:pt x="3466306" y="1522698"/>
                  </a:lnTo>
                  <a:lnTo>
                    <a:pt x="3487666" y="1521388"/>
                  </a:lnTo>
                  <a:lnTo>
                    <a:pt x="3508502" y="1519555"/>
                  </a:lnTo>
                  <a:lnTo>
                    <a:pt x="3528554" y="1517794"/>
                  </a:lnTo>
                  <a:lnTo>
                    <a:pt x="3547570" y="1516522"/>
                  </a:lnTo>
                  <a:lnTo>
                    <a:pt x="3565562" y="1515750"/>
                  </a:lnTo>
                  <a:lnTo>
                    <a:pt x="3582542" y="1515490"/>
                  </a:lnTo>
                  <a:lnTo>
                    <a:pt x="3598761" y="1515490"/>
                  </a:lnTo>
                  <a:lnTo>
                    <a:pt x="3614467" y="1515490"/>
                  </a:lnTo>
                  <a:lnTo>
                    <a:pt x="4455540" y="1515490"/>
                  </a:lnTo>
                  <a:lnTo>
                    <a:pt x="4475162" y="1515229"/>
                  </a:lnTo>
                  <a:lnTo>
                    <a:pt x="4521454" y="1511300"/>
                  </a:lnTo>
                  <a:lnTo>
                    <a:pt x="4562602" y="1503045"/>
                  </a:lnTo>
                  <a:lnTo>
                    <a:pt x="4570624" y="1501284"/>
                  </a:lnTo>
                  <a:lnTo>
                    <a:pt x="4578111" y="1500012"/>
                  </a:lnTo>
                  <a:lnTo>
                    <a:pt x="4585051" y="1499240"/>
                  </a:lnTo>
                  <a:lnTo>
                    <a:pt x="4591431" y="1498981"/>
                  </a:lnTo>
                  <a:lnTo>
                    <a:pt x="4599685" y="1498981"/>
                  </a:lnTo>
                  <a:lnTo>
                    <a:pt x="4605274" y="1498981"/>
                  </a:lnTo>
                  <a:lnTo>
                    <a:pt x="4618989" y="1498981"/>
                  </a:lnTo>
                  <a:lnTo>
                    <a:pt x="4620259" y="1497583"/>
                  </a:lnTo>
                  <a:lnTo>
                    <a:pt x="4620259" y="1494916"/>
                  </a:lnTo>
                  <a:lnTo>
                    <a:pt x="4620259" y="1492122"/>
                  </a:lnTo>
                  <a:lnTo>
                    <a:pt x="4621657" y="1490726"/>
                  </a:lnTo>
                  <a:lnTo>
                    <a:pt x="4664202" y="1490726"/>
                  </a:lnTo>
                  <a:lnTo>
                    <a:pt x="4669789" y="1490726"/>
                  </a:lnTo>
                </a:path>
                <a:path w="4669790" h="2117090">
                  <a:moveTo>
                    <a:pt x="1548383" y="576580"/>
                  </a:moveTo>
                  <a:lnTo>
                    <a:pt x="1548383" y="576580"/>
                  </a:lnTo>
                  <a:lnTo>
                    <a:pt x="1783079" y="576580"/>
                  </a:lnTo>
                  <a:lnTo>
                    <a:pt x="1809583" y="576318"/>
                  </a:lnTo>
                  <a:lnTo>
                    <a:pt x="1835562" y="575532"/>
                  </a:lnTo>
                  <a:lnTo>
                    <a:pt x="1861018" y="574222"/>
                  </a:lnTo>
                  <a:lnTo>
                    <a:pt x="1885950" y="572388"/>
                  </a:lnTo>
                  <a:lnTo>
                    <a:pt x="1910433" y="570628"/>
                  </a:lnTo>
                  <a:lnTo>
                    <a:pt x="1934368" y="569356"/>
                  </a:lnTo>
                  <a:lnTo>
                    <a:pt x="1957780" y="568584"/>
                  </a:lnTo>
                  <a:lnTo>
                    <a:pt x="1980691" y="568325"/>
                  </a:lnTo>
                  <a:lnTo>
                    <a:pt x="2003359" y="568065"/>
                  </a:lnTo>
                  <a:lnTo>
                    <a:pt x="2026015" y="567293"/>
                  </a:lnTo>
                  <a:lnTo>
                    <a:pt x="2048646" y="566021"/>
                  </a:lnTo>
                  <a:lnTo>
                    <a:pt x="2071242" y="564261"/>
                  </a:lnTo>
                  <a:lnTo>
                    <a:pt x="2092886" y="562427"/>
                  </a:lnTo>
                  <a:lnTo>
                    <a:pt x="2112470" y="561117"/>
                  </a:lnTo>
                  <a:lnTo>
                    <a:pt x="2129982" y="560331"/>
                  </a:lnTo>
                  <a:lnTo>
                    <a:pt x="2145410" y="560069"/>
                  </a:lnTo>
                  <a:lnTo>
                    <a:pt x="2159031" y="560069"/>
                  </a:lnTo>
                  <a:lnTo>
                    <a:pt x="2171128" y="560069"/>
                  </a:lnTo>
                  <a:lnTo>
                    <a:pt x="2408935" y="560069"/>
                  </a:lnTo>
                  <a:lnTo>
                    <a:pt x="2415649" y="559810"/>
                  </a:lnTo>
                  <a:lnTo>
                    <a:pt x="2423398" y="559038"/>
                  </a:lnTo>
                  <a:lnTo>
                    <a:pt x="2432171" y="557766"/>
                  </a:lnTo>
                  <a:lnTo>
                    <a:pt x="2441955" y="556006"/>
                  </a:lnTo>
                  <a:lnTo>
                    <a:pt x="2452243" y="554172"/>
                  </a:lnTo>
                  <a:lnTo>
                    <a:pt x="2462529" y="552862"/>
                  </a:lnTo>
                  <a:lnTo>
                    <a:pt x="2472816" y="552076"/>
                  </a:lnTo>
                  <a:lnTo>
                    <a:pt x="2483104" y="551814"/>
                  </a:lnTo>
                  <a:lnTo>
                    <a:pt x="2493131" y="551814"/>
                  </a:lnTo>
                  <a:lnTo>
                    <a:pt x="2502646" y="551814"/>
                  </a:lnTo>
                  <a:lnTo>
                    <a:pt x="2942971" y="551814"/>
                  </a:lnTo>
                  <a:lnTo>
                    <a:pt x="2948431" y="551814"/>
                  </a:lnTo>
                </a:path>
                <a:path w="4669790" h="2117090">
                  <a:moveTo>
                    <a:pt x="74040" y="2100199"/>
                  </a:moveTo>
                  <a:lnTo>
                    <a:pt x="74040" y="2100199"/>
                  </a:lnTo>
                  <a:lnTo>
                    <a:pt x="568197" y="2100199"/>
                  </a:lnTo>
                  <a:lnTo>
                    <a:pt x="595770" y="2099939"/>
                  </a:lnTo>
                  <a:lnTo>
                    <a:pt x="620760" y="2099167"/>
                  </a:lnTo>
                  <a:lnTo>
                    <a:pt x="643153" y="2097895"/>
                  </a:lnTo>
                  <a:lnTo>
                    <a:pt x="662939" y="2096134"/>
                  </a:lnTo>
                  <a:lnTo>
                    <a:pt x="680467" y="2094301"/>
                  </a:lnTo>
                  <a:lnTo>
                    <a:pt x="695912" y="2092991"/>
                  </a:lnTo>
                  <a:lnTo>
                    <a:pt x="709285" y="2092205"/>
                  </a:lnTo>
                  <a:lnTo>
                    <a:pt x="720597" y="2091944"/>
                  </a:lnTo>
                  <a:lnTo>
                    <a:pt x="730121" y="2091944"/>
                  </a:lnTo>
                  <a:lnTo>
                    <a:pt x="738108" y="2091944"/>
                  </a:lnTo>
                  <a:lnTo>
                    <a:pt x="860678" y="2091944"/>
                  </a:lnTo>
                  <a:lnTo>
                    <a:pt x="875583" y="2092205"/>
                  </a:lnTo>
                  <a:lnTo>
                    <a:pt x="891524" y="2092991"/>
                  </a:lnTo>
                  <a:lnTo>
                    <a:pt x="908488" y="2094301"/>
                  </a:lnTo>
                  <a:lnTo>
                    <a:pt x="926464" y="2096134"/>
                  </a:lnTo>
                  <a:lnTo>
                    <a:pt x="943992" y="2097895"/>
                  </a:lnTo>
                  <a:lnTo>
                    <a:pt x="959437" y="2099167"/>
                  </a:lnTo>
                  <a:lnTo>
                    <a:pt x="972810" y="2099939"/>
                  </a:lnTo>
                  <a:lnTo>
                    <a:pt x="984122" y="2100199"/>
                  </a:lnTo>
                  <a:lnTo>
                    <a:pt x="993907" y="2100199"/>
                  </a:lnTo>
                  <a:lnTo>
                    <a:pt x="1002680" y="2100199"/>
                  </a:lnTo>
                  <a:lnTo>
                    <a:pt x="1173606" y="2100199"/>
                  </a:lnTo>
                  <a:lnTo>
                    <a:pt x="1188773" y="2100458"/>
                  </a:lnTo>
                  <a:lnTo>
                    <a:pt x="1205499" y="2101230"/>
                  </a:lnTo>
                  <a:lnTo>
                    <a:pt x="1223773" y="2102502"/>
                  </a:lnTo>
                  <a:lnTo>
                    <a:pt x="1243583" y="2104263"/>
                  </a:lnTo>
                  <a:lnTo>
                    <a:pt x="1264679" y="2106096"/>
                  </a:lnTo>
                  <a:lnTo>
                    <a:pt x="1286811" y="2107406"/>
                  </a:lnTo>
                  <a:lnTo>
                    <a:pt x="1309967" y="2108192"/>
                  </a:lnTo>
                  <a:lnTo>
                    <a:pt x="1334134" y="2108454"/>
                  </a:lnTo>
                  <a:lnTo>
                    <a:pt x="1358376" y="2108454"/>
                  </a:lnTo>
                  <a:lnTo>
                    <a:pt x="1381569" y="2108454"/>
                  </a:lnTo>
                  <a:lnTo>
                    <a:pt x="1885950" y="2108454"/>
                  </a:lnTo>
                  <a:lnTo>
                    <a:pt x="1894216" y="2108713"/>
                  </a:lnTo>
                  <a:lnTo>
                    <a:pt x="1902460" y="2109485"/>
                  </a:lnTo>
                  <a:lnTo>
                    <a:pt x="1910703" y="2110757"/>
                  </a:lnTo>
                  <a:lnTo>
                    <a:pt x="1918970" y="2112518"/>
                  </a:lnTo>
                  <a:lnTo>
                    <a:pt x="1929891" y="2115312"/>
                  </a:lnTo>
                  <a:lnTo>
                    <a:pt x="1938147" y="2116709"/>
                  </a:lnTo>
                  <a:lnTo>
                    <a:pt x="2649220" y="2116709"/>
                  </a:lnTo>
                  <a:lnTo>
                    <a:pt x="2653283" y="2115312"/>
                  </a:lnTo>
                  <a:lnTo>
                    <a:pt x="2656078" y="2112518"/>
                  </a:lnTo>
                  <a:lnTo>
                    <a:pt x="2658745" y="2109851"/>
                  </a:lnTo>
                  <a:lnTo>
                    <a:pt x="2661538" y="2108454"/>
                  </a:lnTo>
                  <a:lnTo>
                    <a:pt x="2664332" y="2108454"/>
                  </a:lnTo>
                  <a:lnTo>
                    <a:pt x="2667000" y="2108454"/>
                  </a:lnTo>
                  <a:lnTo>
                    <a:pt x="3997071" y="2108454"/>
                  </a:lnTo>
                  <a:lnTo>
                    <a:pt x="4002658" y="2108454"/>
                  </a:lnTo>
                </a:path>
                <a:path w="4669790" h="2117090">
                  <a:moveTo>
                    <a:pt x="1820163" y="1153033"/>
                  </a:moveTo>
                  <a:lnTo>
                    <a:pt x="1820163" y="1153033"/>
                  </a:lnTo>
                  <a:lnTo>
                    <a:pt x="1848992" y="1153033"/>
                  </a:lnTo>
                  <a:lnTo>
                    <a:pt x="1852560" y="1152790"/>
                  </a:lnTo>
                  <a:lnTo>
                    <a:pt x="1859248" y="1152048"/>
                  </a:lnTo>
                  <a:lnTo>
                    <a:pt x="1869031" y="1150782"/>
                  </a:lnTo>
                  <a:lnTo>
                    <a:pt x="1881885" y="1148969"/>
                  </a:lnTo>
                  <a:lnTo>
                    <a:pt x="1897314" y="1146893"/>
                  </a:lnTo>
                  <a:lnTo>
                    <a:pt x="1956053" y="1140714"/>
                  </a:lnTo>
                  <a:lnTo>
                    <a:pt x="2004393" y="1136586"/>
                  </a:lnTo>
                  <a:lnTo>
                    <a:pt x="2058924" y="1132458"/>
                  </a:lnTo>
                  <a:lnTo>
                    <a:pt x="2088546" y="1129917"/>
                  </a:lnTo>
                  <a:lnTo>
                    <a:pt x="2119693" y="1126315"/>
                  </a:lnTo>
                  <a:lnTo>
                    <a:pt x="2152364" y="1121689"/>
                  </a:lnTo>
                  <a:lnTo>
                    <a:pt x="2186558" y="1116076"/>
                  </a:lnTo>
                  <a:lnTo>
                    <a:pt x="2220305" y="1110648"/>
                  </a:lnTo>
                  <a:lnTo>
                    <a:pt x="2251456" y="1106757"/>
                  </a:lnTo>
                  <a:lnTo>
                    <a:pt x="2280034" y="1104413"/>
                  </a:lnTo>
                  <a:lnTo>
                    <a:pt x="2306065" y="1103630"/>
                  </a:lnTo>
                  <a:lnTo>
                    <a:pt x="2330997" y="1103630"/>
                  </a:lnTo>
                  <a:lnTo>
                    <a:pt x="2356453" y="1103630"/>
                  </a:lnTo>
                  <a:lnTo>
                    <a:pt x="3894201" y="1103630"/>
                  </a:lnTo>
                  <a:lnTo>
                    <a:pt x="3895598" y="1106424"/>
                  </a:lnTo>
                  <a:lnTo>
                    <a:pt x="3895598" y="1111884"/>
                  </a:lnTo>
                </a:path>
                <a:path w="4669790" h="2117090">
                  <a:moveTo>
                    <a:pt x="1943607" y="856614"/>
                  </a:moveTo>
                  <a:lnTo>
                    <a:pt x="1970658" y="849374"/>
                  </a:lnTo>
                  <a:lnTo>
                    <a:pt x="1994090" y="844216"/>
                  </a:lnTo>
                  <a:lnTo>
                    <a:pt x="2013902" y="841130"/>
                  </a:lnTo>
                  <a:lnTo>
                    <a:pt x="2030095" y="840105"/>
                  </a:lnTo>
                  <a:lnTo>
                    <a:pt x="2044813" y="840105"/>
                  </a:lnTo>
                  <a:lnTo>
                    <a:pt x="2060019" y="840105"/>
                  </a:lnTo>
                  <a:lnTo>
                    <a:pt x="2952496" y="840105"/>
                  </a:lnTo>
                  <a:lnTo>
                    <a:pt x="2963044" y="839845"/>
                  </a:lnTo>
                  <a:lnTo>
                    <a:pt x="2974117" y="839073"/>
                  </a:lnTo>
                  <a:lnTo>
                    <a:pt x="2985714" y="837801"/>
                  </a:lnTo>
                  <a:lnTo>
                    <a:pt x="2997834" y="836040"/>
                  </a:lnTo>
                  <a:lnTo>
                    <a:pt x="3009955" y="834207"/>
                  </a:lnTo>
                  <a:lnTo>
                    <a:pt x="3021552" y="832897"/>
                  </a:lnTo>
                  <a:lnTo>
                    <a:pt x="3032625" y="832111"/>
                  </a:lnTo>
                  <a:lnTo>
                    <a:pt x="3043174" y="831850"/>
                  </a:lnTo>
                  <a:lnTo>
                    <a:pt x="3053460" y="831850"/>
                  </a:lnTo>
                  <a:lnTo>
                    <a:pt x="3063747" y="831850"/>
                  </a:lnTo>
                  <a:lnTo>
                    <a:pt x="3774821" y="831850"/>
                  </a:lnTo>
                  <a:lnTo>
                    <a:pt x="3780281" y="831850"/>
                  </a:lnTo>
                </a:path>
                <a:path w="4669790" h="2117090">
                  <a:moveTo>
                    <a:pt x="675258" y="864869"/>
                  </a:moveTo>
                  <a:lnTo>
                    <a:pt x="721423" y="850663"/>
                  </a:lnTo>
                  <a:lnTo>
                    <a:pt x="770001" y="848359"/>
                  </a:lnTo>
                  <a:lnTo>
                    <a:pt x="790362" y="848098"/>
                  </a:lnTo>
                  <a:lnTo>
                    <a:pt x="814308" y="847312"/>
                  </a:lnTo>
                  <a:lnTo>
                    <a:pt x="841849" y="846002"/>
                  </a:lnTo>
                  <a:lnTo>
                    <a:pt x="872997" y="844169"/>
                  </a:lnTo>
                  <a:lnTo>
                    <a:pt x="906718" y="842408"/>
                  </a:lnTo>
                  <a:lnTo>
                    <a:pt x="941974" y="841136"/>
                  </a:lnTo>
                  <a:lnTo>
                    <a:pt x="978779" y="840364"/>
                  </a:lnTo>
                  <a:lnTo>
                    <a:pt x="1017142" y="840105"/>
                  </a:lnTo>
                  <a:lnTo>
                    <a:pt x="1055453" y="840105"/>
                  </a:lnTo>
                  <a:lnTo>
                    <a:pt x="1092263" y="840105"/>
                  </a:lnTo>
                  <a:lnTo>
                    <a:pt x="1449451" y="840105"/>
                  </a:lnTo>
                  <a:lnTo>
                    <a:pt x="1466191" y="840364"/>
                  </a:lnTo>
                  <a:lnTo>
                    <a:pt x="1483455" y="841136"/>
                  </a:lnTo>
                  <a:lnTo>
                    <a:pt x="1501243" y="842408"/>
                  </a:lnTo>
                  <a:lnTo>
                    <a:pt x="1519554" y="844169"/>
                  </a:lnTo>
                  <a:lnTo>
                    <a:pt x="1538297" y="846262"/>
                  </a:lnTo>
                  <a:lnTo>
                    <a:pt x="1557575" y="848344"/>
                  </a:lnTo>
                  <a:lnTo>
                    <a:pt x="1597786" y="852424"/>
                  </a:lnTo>
                  <a:lnTo>
                    <a:pt x="1636855" y="855567"/>
                  </a:lnTo>
                  <a:lnTo>
                    <a:pt x="1671827" y="856614"/>
                  </a:lnTo>
                  <a:lnTo>
                    <a:pt x="1688566" y="856614"/>
                  </a:lnTo>
                  <a:lnTo>
                    <a:pt x="1705816" y="856614"/>
                  </a:lnTo>
                  <a:lnTo>
                    <a:pt x="2366390" y="856614"/>
                  </a:lnTo>
                  <a:lnTo>
                    <a:pt x="2371852" y="856614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5840222" y="3137915"/>
              <a:ext cx="317500" cy="251460"/>
            </a:xfrm>
            <a:custGeom>
              <a:avLst/>
              <a:gdLst/>
              <a:ahLst/>
              <a:cxnLst/>
              <a:rect l="l" t="t" r="r" b="b"/>
              <a:pathLst>
                <a:path w="317500" h="251460">
                  <a:moveTo>
                    <a:pt x="12700" y="245110"/>
                  </a:moveTo>
                  <a:lnTo>
                    <a:pt x="10833" y="240626"/>
                  </a:lnTo>
                  <a:lnTo>
                    <a:pt x="6350" y="238760"/>
                  </a:lnTo>
                  <a:lnTo>
                    <a:pt x="1854" y="240626"/>
                  </a:lnTo>
                  <a:lnTo>
                    <a:pt x="0" y="245110"/>
                  </a:lnTo>
                  <a:lnTo>
                    <a:pt x="1854" y="249605"/>
                  </a:lnTo>
                  <a:lnTo>
                    <a:pt x="6350" y="251460"/>
                  </a:lnTo>
                  <a:lnTo>
                    <a:pt x="10833" y="249605"/>
                  </a:lnTo>
                  <a:lnTo>
                    <a:pt x="12700" y="245110"/>
                  </a:lnTo>
                  <a:close/>
                </a:path>
                <a:path w="317500" h="251460">
                  <a:moveTo>
                    <a:pt x="317500" y="6350"/>
                  </a:moveTo>
                  <a:lnTo>
                    <a:pt x="315633" y="1866"/>
                  </a:lnTo>
                  <a:lnTo>
                    <a:pt x="311150" y="0"/>
                  </a:lnTo>
                  <a:lnTo>
                    <a:pt x="306654" y="1866"/>
                  </a:lnTo>
                  <a:lnTo>
                    <a:pt x="304800" y="6350"/>
                  </a:lnTo>
                  <a:lnTo>
                    <a:pt x="306654" y="10845"/>
                  </a:lnTo>
                  <a:lnTo>
                    <a:pt x="311150" y="12700"/>
                  </a:lnTo>
                  <a:lnTo>
                    <a:pt x="315633" y="10845"/>
                  </a:lnTo>
                  <a:lnTo>
                    <a:pt x="317500" y="63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6876542" y="4717288"/>
              <a:ext cx="8255" cy="0"/>
            </a:xfrm>
            <a:custGeom>
              <a:avLst/>
              <a:gdLst/>
              <a:ahLst/>
              <a:cxnLst/>
              <a:rect l="l" t="t" r="r" b="b"/>
              <a:pathLst>
                <a:path w="8254" h="0">
                  <a:moveTo>
                    <a:pt x="0" y="0"/>
                  </a:moveTo>
                  <a:lnTo>
                    <a:pt x="8127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5095" rIns="0" bIns="0" rtlCol="0" vert="horz">
            <a:spAutoFit/>
          </a:bodyPr>
          <a:lstStyle/>
          <a:p>
            <a:pPr marL="1532890">
              <a:lnSpc>
                <a:spcPct val="100000"/>
              </a:lnSpc>
              <a:spcBef>
                <a:spcPts val="985"/>
              </a:spcBef>
            </a:pPr>
            <a:r>
              <a:rPr dirty="0" sz="3300" spc="55">
                <a:solidFill>
                  <a:srgbClr val="3333CC"/>
                </a:solidFill>
              </a:rPr>
              <a:t>0.1</a:t>
            </a:r>
            <a:r>
              <a:rPr dirty="0" sz="3300" spc="-17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DB</a:t>
            </a:r>
            <a:r>
              <a:rPr dirty="0" sz="3300" spc="-175">
                <a:solidFill>
                  <a:srgbClr val="3333CC"/>
                </a:solidFill>
              </a:rPr>
              <a:t> </a:t>
            </a:r>
            <a:r>
              <a:rPr dirty="0" sz="3300" spc="-10">
                <a:solidFill>
                  <a:srgbClr val="3333CC"/>
                </a:solidFill>
              </a:rPr>
              <a:t>설계자의</a:t>
            </a:r>
            <a:r>
              <a:rPr dirty="0" sz="3300" spc="-185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역할</a:t>
            </a:r>
            <a:endParaRPr sz="33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91405" y="1511046"/>
            <a:ext cx="5603748" cy="478536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14408" y="6005006"/>
            <a:ext cx="1870075" cy="62738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35"/>
              </a:spcBef>
              <a:tabLst>
                <a:tab pos="314960" algn="l"/>
              </a:tabLst>
            </a:pPr>
            <a:r>
              <a:rPr dirty="0" sz="1300" spc="-50">
                <a:latin typeface="Malgun Gothic"/>
                <a:cs typeface="Malgun Gothic"/>
              </a:rPr>
              <a:t>-</a:t>
            </a:r>
            <a:r>
              <a:rPr dirty="0" sz="1300">
                <a:latin typeface="Malgun Gothic"/>
                <a:cs typeface="Malgun Gothic"/>
              </a:rPr>
              <a:t>	</a:t>
            </a:r>
            <a:r>
              <a:rPr dirty="0" sz="1300" b="1">
                <a:latin typeface="Malgun Gothic"/>
                <a:cs typeface="Malgun Gothic"/>
              </a:rPr>
              <a:t>External</a:t>
            </a:r>
            <a:r>
              <a:rPr dirty="0" sz="1300" spc="55" b="1">
                <a:latin typeface="Malgun Gothic"/>
                <a:cs typeface="Malgun Gothic"/>
              </a:rPr>
              <a:t> </a:t>
            </a:r>
            <a:r>
              <a:rPr dirty="0" sz="1300" spc="-10" b="1">
                <a:latin typeface="Malgun Gothic"/>
                <a:cs typeface="Malgun Gothic"/>
              </a:rPr>
              <a:t>schema</a:t>
            </a:r>
            <a:endParaRPr sz="13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tabLst>
                <a:tab pos="314960" algn="l"/>
              </a:tabLst>
            </a:pPr>
            <a:r>
              <a:rPr dirty="0" sz="1300" spc="-50">
                <a:solidFill>
                  <a:srgbClr val="FF0000"/>
                </a:solidFill>
                <a:latin typeface="Malgun Gothic"/>
                <a:cs typeface="Malgun Gothic"/>
              </a:rPr>
              <a:t>-</a:t>
            </a:r>
            <a:r>
              <a:rPr dirty="0" sz="1300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300" b="1">
                <a:solidFill>
                  <a:srgbClr val="FF0000"/>
                </a:solidFill>
                <a:latin typeface="Malgun Gothic"/>
                <a:cs typeface="Malgun Gothic"/>
              </a:rPr>
              <a:t>Conceptual</a:t>
            </a:r>
            <a:r>
              <a:rPr dirty="0" sz="1300" spc="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300" spc="-10" b="1">
                <a:solidFill>
                  <a:srgbClr val="FF0000"/>
                </a:solidFill>
                <a:latin typeface="Malgun Gothic"/>
                <a:cs typeface="Malgun Gothic"/>
              </a:rPr>
              <a:t>schema</a:t>
            </a:r>
            <a:endParaRPr sz="1300">
              <a:latin typeface="Malgun Gothic"/>
              <a:cs typeface="Malgun Gothic"/>
            </a:endParaRPr>
          </a:p>
          <a:p>
            <a:pPr>
              <a:lnSpc>
                <a:spcPct val="100000"/>
              </a:lnSpc>
              <a:spcBef>
                <a:spcPts val="25"/>
              </a:spcBef>
              <a:tabLst>
                <a:tab pos="314960" algn="l"/>
              </a:tabLst>
            </a:pPr>
            <a:r>
              <a:rPr dirty="0" sz="1300" spc="-50">
                <a:latin typeface="Malgun Gothic"/>
                <a:cs typeface="Malgun Gothic"/>
              </a:rPr>
              <a:t>-</a:t>
            </a:r>
            <a:r>
              <a:rPr dirty="0" sz="1300">
                <a:latin typeface="Malgun Gothic"/>
                <a:cs typeface="Malgun Gothic"/>
              </a:rPr>
              <a:t>	</a:t>
            </a:r>
            <a:r>
              <a:rPr dirty="0" sz="1300" b="1">
                <a:latin typeface="Malgun Gothic"/>
                <a:cs typeface="Malgun Gothic"/>
              </a:rPr>
              <a:t>Physical</a:t>
            </a:r>
            <a:r>
              <a:rPr dirty="0" sz="1300" spc="20" b="1">
                <a:latin typeface="Malgun Gothic"/>
                <a:cs typeface="Malgun Gothic"/>
              </a:rPr>
              <a:t> </a:t>
            </a:r>
            <a:r>
              <a:rPr dirty="0" sz="1300" spc="-10" b="1">
                <a:latin typeface="Malgun Gothic"/>
                <a:cs typeface="Malgun Gothic"/>
              </a:rPr>
              <a:t>schema</a:t>
            </a:r>
            <a:endParaRPr sz="1300">
              <a:latin typeface="Malgun Gothic"/>
              <a:cs typeface="Malgun Gothic"/>
            </a:endParaRPr>
          </a:p>
        </p:txBody>
      </p:sp>
      <p:grpSp>
        <p:nvGrpSpPr>
          <p:cNvPr id="5" name="object 5" descr=""/>
          <p:cNvGrpSpPr/>
          <p:nvPr/>
        </p:nvGrpSpPr>
        <p:grpSpPr>
          <a:xfrm>
            <a:off x="883919" y="1476756"/>
            <a:ext cx="8961120" cy="5735320"/>
            <a:chOff x="883919" y="1476756"/>
            <a:chExt cx="8961120" cy="5735320"/>
          </a:xfrm>
        </p:grpSpPr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883919" y="1476756"/>
              <a:ext cx="8961119" cy="573481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842503" y="4573524"/>
              <a:ext cx="434340" cy="242570"/>
            </a:xfrm>
            <a:custGeom>
              <a:avLst/>
              <a:gdLst/>
              <a:ahLst/>
              <a:cxnLst/>
              <a:rect l="l" t="t" r="r" b="b"/>
              <a:pathLst>
                <a:path w="434339" h="242570">
                  <a:moveTo>
                    <a:pt x="434340" y="188976"/>
                  </a:moveTo>
                  <a:lnTo>
                    <a:pt x="414896" y="166116"/>
                  </a:lnTo>
                  <a:lnTo>
                    <a:pt x="373392" y="117348"/>
                  </a:lnTo>
                  <a:lnTo>
                    <a:pt x="358711" y="151358"/>
                  </a:lnTo>
                  <a:lnTo>
                    <a:pt x="354685" y="149644"/>
                  </a:lnTo>
                  <a:lnTo>
                    <a:pt x="354685" y="160705"/>
                  </a:lnTo>
                  <a:lnTo>
                    <a:pt x="341884" y="190398"/>
                  </a:lnTo>
                  <a:lnTo>
                    <a:pt x="78066" y="72656"/>
                  </a:lnTo>
                  <a:lnTo>
                    <a:pt x="80479" y="67056"/>
                  </a:lnTo>
                  <a:lnTo>
                    <a:pt x="89217" y="46786"/>
                  </a:lnTo>
                  <a:lnTo>
                    <a:pt x="354685" y="160705"/>
                  </a:lnTo>
                  <a:lnTo>
                    <a:pt x="354685" y="149644"/>
                  </a:lnTo>
                  <a:lnTo>
                    <a:pt x="4572" y="0"/>
                  </a:lnTo>
                  <a:lnTo>
                    <a:pt x="1524" y="9144"/>
                  </a:lnTo>
                  <a:lnTo>
                    <a:pt x="71450" y="39166"/>
                  </a:lnTo>
                  <a:lnTo>
                    <a:pt x="0" y="42672"/>
                  </a:lnTo>
                  <a:lnTo>
                    <a:pt x="59436" y="115824"/>
                  </a:lnTo>
                  <a:lnTo>
                    <a:pt x="74002" y="82080"/>
                  </a:lnTo>
                  <a:lnTo>
                    <a:pt x="429768" y="242316"/>
                  </a:lnTo>
                  <a:lnTo>
                    <a:pt x="434340" y="231648"/>
                  </a:lnTo>
                  <a:lnTo>
                    <a:pt x="350786" y="194373"/>
                  </a:lnTo>
                  <a:lnTo>
                    <a:pt x="434340" y="188976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/>
          <p:nvPr/>
        </p:nvSpPr>
        <p:spPr>
          <a:xfrm>
            <a:off x="1052590" y="4470940"/>
            <a:ext cx="1163955" cy="40957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algn="r" marR="5080">
              <a:lnSpc>
                <a:spcPts val="1015"/>
              </a:lnSpc>
              <a:spcBef>
                <a:spcPts val="135"/>
              </a:spcBef>
            </a:pPr>
            <a:r>
              <a:rPr dirty="0" sz="850" spc="-25">
                <a:latin typeface="Malgun Gothic"/>
                <a:cs typeface="Malgun Gothic"/>
              </a:rPr>
              <a:t>DML</a:t>
            </a:r>
            <a:endParaRPr sz="850">
              <a:latin typeface="Malgun Gothic"/>
              <a:cs typeface="Malgun Gothic"/>
            </a:endParaRPr>
          </a:p>
          <a:p>
            <a:pPr marL="12700">
              <a:lnSpc>
                <a:spcPts val="1070"/>
              </a:lnSpc>
            </a:pPr>
            <a:r>
              <a:rPr dirty="0" sz="1000" b="1">
                <a:latin typeface="Malgun Gothic"/>
                <a:cs typeface="Malgun Gothic"/>
              </a:rPr>
              <a:t>대화형</a:t>
            </a:r>
            <a:r>
              <a:rPr dirty="0" sz="1000" spc="-45" b="1">
                <a:latin typeface="Malgun Gothic"/>
                <a:cs typeface="Malgun Gothic"/>
              </a:rPr>
              <a:t> </a:t>
            </a:r>
            <a:r>
              <a:rPr dirty="0" sz="1000" spc="-25" b="1">
                <a:latin typeface="Malgun Gothic"/>
                <a:cs typeface="Malgun Gothic"/>
              </a:rPr>
              <a:t>사용자</a:t>
            </a:r>
            <a:endParaRPr sz="1000">
              <a:latin typeface="Malgun Gothic"/>
              <a:cs typeface="Malgun Gothic"/>
            </a:endParaRPr>
          </a:p>
          <a:p>
            <a:pPr marL="680085">
              <a:lnSpc>
                <a:spcPts val="890"/>
              </a:lnSpc>
            </a:pPr>
            <a:r>
              <a:rPr dirty="0" sz="850" spc="-10">
                <a:latin typeface="Malgun Gothic"/>
                <a:cs typeface="Malgun Gothic"/>
              </a:rPr>
              <a:t>Results</a:t>
            </a:r>
            <a:endParaRPr sz="850">
              <a:latin typeface="Malgun Gothic"/>
              <a:cs typeface="Malgun Gothic"/>
            </a:endParaRPr>
          </a:p>
        </p:txBody>
      </p:sp>
      <p:sp>
        <p:nvSpPr>
          <p:cNvPr id="9" name="object 9" descr=""/>
          <p:cNvSpPr/>
          <p:nvPr/>
        </p:nvSpPr>
        <p:spPr>
          <a:xfrm>
            <a:off x="7082408" y="459359"/>
            <a:ext cx="758190" cy="499109"/>
          </a:xfrm>
          <a:custGeom>
            <a:avLst/>
            <a:gdLst/>
            <a:ahLst/>
            <a:cxnLst/>
            <a:rect l="l" t="t" r="r" b="b"/>
            <a:pathLst>
              <a:path w="758190" h="499109">
                <a:moveTo>
                  <a:pt x="82423" y="74040"/>
                </a:moveTo>
                <a:lnTo>
                  <a:pt x="82423" y="74040"/>
                </a:lnTo>
                <a:lnTo>
                  <a:pt x="237490" y="74040"/>
                </a:lnTo>
                <a:lnTo>
                  <a:pt x="240284" y="75437"/>
                </a:lnTo>
                <a:lnTo>
                  <a:pt x="242950" y="78231"/>
                </a:lnTo>
                <a:lnTo>
                  <a:pt x="245745" y="80899"/>
                </a:lnTo>
                <a:lnTo>
                  <a:pt x="252602" y="83693"/>
                </a:lnTo>
                <a:lnTo>
                  <a:pt x="263525" y="86486"/>
                </a:lnTo>
                <a:lnTo>
                  <a:pt x="271791" y="89028"/>
                </a:lnTo>
                <a:lnTo>
                  <a:pt x="304756" y="109321"/>
                </a:lnTo>
                <a:lnTo>
                  <a:pt x="337200" y="139461"/>
                </a:lnTo>
                <a:lnTo>
                  <a:pt x="343916" y="146176"/>
                </a:lnTo>
                <a:lnTo>
                  <a:pt x="349583" y="151844"/>
                </a:lnTo>
                <a:lnTo>
                  <a:pt x="354202" y="156463"/>
                </a:lnTo>
                <a:lnTo>
                  <a:pt x="359664" y="161925"/>
                </a:lnTo>
                <a:lnTo>
                  <a:pt x="363727" y="168782"/>
                </a:lnTo>
                <a:lnTo>
                  <a:pt x="366522" y="177037"/>
                </a:lnTo>
                <a:lnTo>
                  <a:pt x="369316" y="185293"/>
                </a:lnTo>
                <a:lnTo>
                  <a:pt x="371983" y="190753"/>
                </a:lnTo>
                <a:lnTo>
                  <a:pt x="374776" y="193548"/>
                </a:lnTo>
                <a:lnTo>
                  <a:pt x="377444" y="196214"/>
                </a:lnTo>
                <a:lnTo>
                  <a:pt x="380238" y="200405"/>
                </a:lnTo>
                <a:lnTo>
                  <a:pt x="383032" y="205866"/>
                </a:lnTo>
                <a:lnTo>
                  <a:pt x="385699" y="211327"/>
                </a:lnTo>
                <a:lnTo>
                  <a:pt x="388493" y="215519"/>
                </a:lnTo>
                <a:lnTo>
                  <a:pt x="391287" y="218185"/>
                </a:lnTo>
                <a:lnTo>
                  <a:pt x="393954" y="220979"/>
                </a:lnTo>
                <a:lnTo>
                  <a:pt x="395350" y="223647"/>
                </a:lnTo>
                <a:lnTo>
                  <a:pt x="395350" y="226440"/>
                </a:lnTo>
                <a:lnTo>
                  <a:pt x="395350" y="229234"/>
                </a:lnTo>
                <a:lnTo>
                  <a:pt x="374745" y="265588"/>
                </a:lnTo>
                <a:lnTo>
                  <a:pt x="341578" y="300805"/>
                </a:lnTo>
                <a:lnTo>
                  <a:pt x="328453" y="313959"/>
                </a:lnTo>
                <a:lnTo>
                  <a:pt x="300609" y="341756"/>
                </a:lnTo>
                <a:lnTo>
                  <a:pt x="270795" y="367474"/>
                </a:lnTo>
                <a:lnTo>
                  <a:pt x="223172" y="395047"/>
                </a:lnTo>
                <a:lnTo>
                  <a:pt x="208994" y="402510"/>
                </a:lnTo>
                <a:lnTo>
                  <a:pt x="175787" y="421800"/>
                </a:lnTo>
                <a:lnTo>
                  <a:pt x="151002" y="441959"/>
                </a:lnTo>
                <a:lnTo>
                  <a:pt x="146939" y="444753"/>
                </a:lnTo>
                <a:lnTo>
                  <a:pt x="144145" y="444753"/>
                </a:lnTo>
                <a:lnTo>
                  <a:pt x="141350" y="444753"/>
                </a:lnTo>
                <a:lnTo>
                  <a:pt x="135890" y="443356"/>
                </a:lnTo>
                <a:lnTo>
                  <a:pt x="102221" y="422828"/>
                </a:lnTo>
                <a:lnTo>
                  <a:pt x="69040" y="382968"/>
                </a:lnTo>
                <a:lnTo>
                  <a:pt x="53594" y="345821"/>
                </a:lnTo>
                <a:lnTo>
                  <a:pt x="43291" y="294385"/>
                </a:lnTo>
                <a:lnTo>
                  <a:pt x="37084" y="222376"/>
                </a:lnTo>
                <a:lnTo>
                  <a:pt x="35270" y="183727"/>
                </a:lnTo>
                <a:lnTo>
                  <a:pt x="33262" y="121953"/>
                </a:lnTo>
                <a:lnTo>
                  <a:pt x="33020" y="98805"/>
                </a:lnTo>
                <a:lnTo>
                  <a:pt x="33262" y="79759"/>
                </a:lnTo>
                <a:lnTo>
                  <a:pt x="34004" y="63785"/>
                </a:lnTo>
                <a:lnTo>
                  <a:pt x="35270" y="50907"/>
                </a:lnTo>
                <a:lnTo>
                  <a:pt x="37084" y="41148"/>
                </a:lnTo>
                <a:lnTo>
                  <a:pt x="39877" y="30225"/>
                </a:lnTo>
                <a:lnTo>
                  <a:pt x="41148" y="21971"/>
                </a:lnTo>
                <a:lnTo>
                  <a:pt x="41148" y="1397"/>
                </a:lnTo>
                <a:lnTo>
                  <a:pt x="42545" y="0"/>
                </a:lnTo>
                <a:lnTo>
                  <a:pt x="45339" y="0"/>
                </a:lnTo>
                <a:lnTo>
                  <a:pt x="51218" y="4621"/>
                </a:lnTo>
                <a:lnTo>
                  <a:pt x="86219" y="41630"/>
                </a:lnTo>
                <a:lnTo>
                  <a:pt x="115316" y="74040"/>
                </a:lnTo>
                <a:lnTo>
                  <a:pt x="146202" y="110591"/>
                </a:lnTo>
                <a:lnTo>
                  <a:pt x="172958" y="146129"/>
                </a:lnTo>
                <a:lnTo>
                  <a:pt x="195593" y="180643"/>
                </a:lnTo>
                <a:lnTo>
                  <a:pt x="214122" y="214122"/>
                </a:lnTo>
                <a:lnTo>
                  <a:pt x="230096" y="246034"/>
                </a:lnTo>
                <a:lnTo>
                  <a:pt x="245046" y="275875"/>
                </a:lnTo>
                <a:lnTo>
                  <a:pt x="271780" y="329437"/>
                </a:lnTo>
                <a:lnTo>
                  <a:pt x="294449" y="375729"/>
                </a:lnTo>
                <a:lnTo>
                  <a:pt x="312927" y="415925"/>
                </a:lnTo>
                <a:lnTo>
                  <a:pt x="330769" y="457590"/>
                </a:lnTo>
                <a:lnTo>
                  <a:pt x="337693" y="480440"/>
                </a:lnTo>
                <a:lnTo>
                  <a:pt x="337693" y="485901"/>
                </a:lnTo>
                <a:lnTo>
                  <a:pt x="337693" y="491362"/>
                </a:lnTo>
                <a:lnTo>
                  <a:pt x="337693" y="495553"/>
                </a:lnTo>
                <a:lnTo>
                  <a:pt x="337693" y="498221"/>
                </a:lnTo>
                <a:lnTo>
                  <a:pt x="335643" y="498506"/>
                </a:lnTo>
                <a:lnTo>
                  <a:pt x="287799" y="463998"/>
                </a:lnTo>
                <a:lnTo>
                  <a:pt x="250703" y="429033"/>
                </a:lnTo>
                <a:lnTo>
                  <a:pt x="210300" y="384740"/>
                </a:lnTo>
                <a:lnTo>
                  <a:pt x="171160" y="337357"/>
                </a:lnTo>
                <a:lnTo>
                  <a:pt x="134108" y="288498"/>
                </a:lnTo>
                <a:lnTo>
                  <a:pt x="99143" y="241115"/>
                </a:lnTo>
                <a:lnTo>
                  <a:pt x="66970" y="196822"/>
                </a:lnTo>
                <a:lnTo>
                  <a:pt x="42257" y="161857"/>
                </a:lnTo>
                <a:lnTo>
                  <a:pt x="19573" y="127619"/>
                </a:lnTo>
                <a:lnTo>
                  <a:pt x="9651" y="109727"/>
                </a:lnTo>
                <a:lnTo>
                  <a:pt x="5461" y="104266"/>
                </a:lnTo>
                <a:lnTo>
                  <a:pt x="0" y="98805"/>
                </a:lnTo>
              </a:path>
              <a:path w="758190" h="499109">
                <a:moveTo>
                  <a:pt x="543560" y="123444"/>
                </a:moveTo>
                <a:lnTo>
                  <a:pt x="543560" y="123444"/>
                </a:lnTo>
                <a:lnTo>
                  <a:pt x="605409" y="123444"/>
                </a:lnTo>
                <a:lnTo>
                  <a:pt x="612362" y="123705"/>
                </a:lnTo>
                <a:lnTo>
                  <a:pt x="620839" y="124491"/>
                </a:lnTo>
                <a:lnTo>
                  <a:pt x="630840" y="125801"/>
                </a:lnTo>
                <a:lnTo>
                  <a:pt x="642366" y="127634"/>
                </a:lnTo>
                <a:lnTo>
                  <a:pt x="653964" y="129448"/>
                </a:lnTo>
                <a:lnTo>
                  <a:pt x="664003" y="130714"/>
                </a:lnTo>
                <a:lnTo>
                  <a:pt x="672494" y="131456"/>
                </a:lnTo>
                <a:lnTo>
                  <a:pt x="679450" y="131699"/>
                </a:lnTo>
                <a:lnTo>
                  <a:pt x="687705" y="131699"/>
                </a:lnTo>
                <a:lnTo>
                  <a:pt x="695960" y="131699"/>
                </a:lnTo>
                <a:lnTo>
                  <a:pt x="704215" y="131699"/>
                </a:lnTo>
                <a:lnTo>
                  <a:pt x="712470" y="131699"/>
                </a:lnTo>
                <a:lnTo>
                  <a:pt x="719327" y="133096"/>
                </a:lnTo>
                <a:lnTo>
                  <a:pt x="724789" y="135889"/>
                </a:lnTo>
                <a:lnTo>
                  <a:pt x="730250" y="138556"/>
                </a:lnTo>
                <a:lnTo>
                  <a:pt x="734441" y="139953"/>
                </a:lnTo>
                <a:lnTo>
                  <a:pt x="737108" y="139953"/>
                </a:lnTo>
                <a:lnTo>
                  <a:pt x="739901" y="139953"/>
                </a:lnTo>
                <a:lnTo>
                  <a:pt x="742569" y="139953"/>
                </a:lnTo>
                <a:lnTo>
                  <a:pt x="745363" y="139953"/>
                </a:lnTo>
                <a:lnTo>
                  <a:pt x="748157" y="139953"/>
                </a:lnTo>
                <a:lnTo>
                  <a:pt x="749554" y="141350"/>
                </a:lnTo>
                <a:lnTo>
                  <a:pt x="749554" y="144145"/>
                </a:lnTo>
                <a:lnTo>
                  <a:pt x="749554" y="146811"/>
                </a:lnTo>
                <a:lnTo>
                  <a:pt x="750824" y="148208"/>
                </a:lnTo>
                <a:lnTo>
                  <a:pt x="753618" y="148208"/>
                </a:lnTo>
                <a:lnTo>
                  <a:pt x="756412" y="148208"/>
                </a:lnTo>
                <a:lnTo>
                  <a:pt x="757682" y="149605"/>
                </a:lnTo>
                <a:lnTo>
                  <a:pt x="757682" y="152273"/>
                </a:lnTo>
                <a:lnTo>
                  <a:pt x="757179" y="155392"/>
                </a:lnTo>
                <a:lnTo>
                  <a:pt x="737139" y="199691"/>
                </a:lnTo>
                <a:lnTo>
                  <a:pt x="704171" y="240843"/>
                </a:lnTo>
                <a:lnTo>
                  <a:pt x="691832" y="255270"/>
                </a:lnTo>
                <a:lnTo>
                  <a:pt x="654508" y="298501"/>
                </a:lnTo>
                <a:lnTo>
                  <a:pt x="627786" y="327354"/>
                </a:lnTo>
                <a:lnTo>
                  <a:pt x="600493" y="354873"/>
                </a:lnTo>
                <a:lnTo>
                  <a:pt x="589930" y="365442"/>
                </a:lnTo>
                <a:lnTo>
                  <a:pt x="581963" y="373439"/>
                </a:lnTo>
                <a:lnTo>
                  <a:pt x="576580" y="378840"/>
                </a:lnTo>
                <a:lnTo>
                  <a:pt x="570992" y="384301"/>
                </a:lnTo>
                <a:lnTo>
                  <a:pt x="566927" y="388365"/>
                </a:lnTo>
                <a:lnTo>
                  <a:pt x="564134" y="391159"/>
                </a:lnTo>
                <a:lnTo>
                  <a:pt x="561467" y="393953"/>
                </a:lnTo>
                <a:lnTo>
                  <a:pt x="560070" y="396621"/>
                </a:lnTo>
                <a:lnTo>
                  <a:pt x="560070" y="399414"/>
                </a:lnTo>
                <a:lnTo>
                  <a:pt x="560070" y="402208"/>
                </a:lnTo>
                <a:lnTo>
                  <a:pt x="558673" y="403478"/>
                </a:lnTo>
                <a:lnTo>
                  <a:pt x="556006" y="403478"/>
                </a:lnTo>
                <a:lnTo>
                  <a:pt x="553212" y="403478"/>
                </a:lnTo>
                <a:lnTo>
                  <a:pt x="513461" y="403478"/>
                </a:lnTo>
                <a:lnTo>
                  <a:pt x="509270" y="402208"/>
                </a:lnTo>
                <a:lnTo>
                  <a:pt x="506475" y="399414"/>
                </a:lnTo>
                <a:lnTo>
                  <a:pt x="503809" y="396621"/>
                </a:lnTo>
                <a:lnTo>
                  <a:pt x="501015" y="395350"/>
                </a:lnTo>
                <a:lnTo>
                  <a:pt x="498348" y="395350"/>
                </a:lnTo>
                <a:lnTo>
                  <a:pt x="495554" y="395350"/>
                </a:lnTo>
                <a:lnTo>
                  <a:pt x="492760" y="389762"/>
                </a:lnTo>
                <a:lnTo>
                  <a:pt x="486163" y="349480"/>
                </a:lnTo>
                <a:lnTo>
                  <a:pt x="485901" y="337693"/>
                </a:lnTo>
                <a:lnTo>
                  <a:pt x="485901" y="325050"/>
                </a:lnTo>
                <a:lnTo>
                  <a:pt x="485901" y="311896"/>
                </a:lnTo>
                <a:lnTo>
                  <a:pt x="485901" y="209930"/>
                </a:lnTo>
                <a:lnTo>
                  <a:pt x="486163" y="189646"/>
                </a:lnTo>
                <a:lnTo>
                  <a:pt x="486949" y="173958"/>
                </a:lnTo>
                <a:lnTo>
                  <a:pt x="488259" y="162889"/>
                </a:lnTo>
                <a:lnTo>
                  <a:pt x="490093" y="156463"/>
                </a:lnTo>
                <a:lnTo>
                  <a:pt x="492760" y="151002"/>
                </a:lnTo>
                <a:lnTo>
                  <a:pt x="494157" y="142748"/>
                </a:lnTo>
                <a:lnTo>
                  <a:pt x="494157" y="93345"/>
                </a:lnTo>
                <a:lnTo>
                  <a:pt x="496950" y="90550"/>
                </a:lnTo>
                <a:lnTo>
                  <a:pt x="502412" y="90550"/>
                </a:lnTo>
                <a:lnTo>
                  <a:pt x="508317" y="91836"/>
                </a:lnTo>
                <a:lnTo>
                  <a:pt x="547751" y="111125"/>
                </a:lnTo>
                <a:lnTo>
                  <a:pt x="581659" y="136858"/>
                </a:lnTo>
                <a:lnTo>
                  <a:pt x="609473" y="172974"/>
                </a:lnTo>
                <a:lnTo>
                  <a:pt x="633190" y="217185"/>
                </a:lnTo>
                <a:lnTo>
                  <a:pt x="654812" y="267588"/>
                </a:lnTo>
                <a:lnTo>
                  <a:pt x="664577" y="292826"/>
                </a:lnTo>
                <a:lnTo>
                  <a:pt x="673306" y="314991"/>
                </a:lnTo>
                <a:lnTo>
                  <a:pt x="681011" y="334061"/>
                </a:lnTo>
                <a:lnTo>
                  <a:pt x="687705" y="350011"/>
                </a:lnTo>
                <a:lnTo>
                  <a:pt x="693112" y="363632"/>
                </a:lnTo>
                <a:lnTo>
                  <a:pt x="696960" y="375729"/>
                </a:lnTo>
                <a:lnTo>
                  <a:pt x="699260" y="386302"/>
                </a:lnTo>
                <a:lnTo>
                  <a:pt x="700024" y="395350"/>
                </a:lnTo>
                <a:lnTo>
                  <a:pt x="700024" y="406273"/>
                </a:lnTo>
                <a:lnTo>
                  <a:pt x="700024" y="414527"/>
                </a:lnTo>
                <a:lnTo>
                  <a:pt x="700024" y="435101"/>
                </a:lnTo>
                <a:lnTo>
                  <a:pt x="694563" y="436499"/>
                </a:lnTo>
                <a:lnTo>
                  <a:pt x="683641" y="436499"/>
                </a:lnTo>
                <a:lnTo>
                  <a:pt x="673828" y="435213"/>
                </a:lnTo>
                <a:lnTo>
                  <a:pt x="625983" y="415925"/>
                </a:lnTo>
                <a:lnTo>
                  <a:pt x="587898" y="394303"/>
                </a:lnTo>
                <a:lnTo>
                  <a:pt x="556006" y="370585"/>
                </a:lnTo>
                <a:lnTo>
                  <a:pt x="519644" y="333545"/>
                </a:lnTo>
                <a:lnTo>
                  <a:pt x="502662" y="309324"/>
                </a:lnTo>
                <a:lnTo>
                  <a:pt x="495204" y="298513"/>
                </a:lnTo>
                <a:lnTo>
                  <a:pt x="488271" y="288750"/>
                </a:lnTo>
                <a:lnTo>
                  <a:pt x="481838" y="280034"/>
                </a:lnTo>
                <a:lnTo>
                  <a:pt x="476168" y="272272"/>
                </a:lnTo>
                <a:lnTo>
                  <a:pt x="471535" y="265556"/>
                </a:lnTo>
                <a:lnTo>
                  <a:pt x="467925" y="259889"/>
                </a:lnTo>
                <a:lnTo>
                  <a:pt x="465327" y="255270"/>
                </a:lnTo>
                <a:lnTo>
                  <a:pt x="462661" y="249808"/>
                </a:lnTo>
                <a:lnTo>
                  <a:pt x="459867" y="247014"/>
                </a:lnTo>
                <a:lnTo>
                  <a:pt x="457073" y="247014"/>
                </a:lnTo>
                <a:lnTo>
                  <a:pt x="454406" y="247014"/>
                </a:lnTo>
                <a:lnTo>
                  <a:pt x="453009" y="245618"/>
                </a:lnTo>
                <a:lnTo>
                  <a:pt x="453009" y="242950"/>
                </a:lnTo>
                <a:lnTo>
                  <a:pt x="453009" y="240156"/>
                </a:lnTo>
                <a:lnTo>
                  <a:pt x="451612" y="238759"/>
                </a:lnTo>
                <a:lnTo>
                  <a:pt x="448945" y="238759"/>
                </a:lnTo>
                <a:lnTo>
                  <a:pt x="446150" y="238759"/>
                </a:lnTo>
                <a:lnTo>
                  <a:pt x="441960" y="236093"/>
                </a:lnTo>
                <a:lnTo>
                  <a:pt x="436499" y="23063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10" name="object 10" descr=""/>
          <p:cNvGrpSpPr/>
          <p:nvPr/>
        </p:nvGrpSpPr>
        <p:grpSpPr>
          <a:xfrm>
            <a:off x="1894585" y="3813175"/>
            <a:ext cx="7030720" cy="1692910"/>
            <a:chOff x="1894585" y="3813175"/>
            <a:chExt cx="7030720" cy="1692910"/>
          </a:xfrm>
        </p:grpSpPr>
        <p:sp>
          <p:nvSpPr>
            <p:cNvPr id="11" name="object 11" descr=""/>
            <p:cNvSpPr/>
            <p:nvPr/>
          </p:nvSpPr>
          <p:spPr>
            <a:xfrm>
              <a:off x="4429886" y="4742052"/>
              <a:ext cx="2100580" cy="214629"/>
            </a:xfrm>
            <a:custGeom>
              <a:avLst/>
              <a:gdLst/>
              <a:ahLst/>
              <a:cxnLst/>
              <a:rect l="l" t="t" r="r" b="b"/>
              <a:pathLst>
                <a:path w="2100579" h="214629">
                  <a:moveTo>
                    <a:pt x="172974" y="0"/>
                  </a:moveTo>
                  <a:lnTo>
                    <a:pt x="172974" y="0"/>
                  </a:lnTo>
                  <a:lnTo>
                    <a:pt x="1350772" y="0"/>
                  </a:lnTo>
                  <a:lnTo>
                    <a:pt x="1358983" y="242"/>
                  </a:lnTo>
                  <a:lnTo>
                    <a:pt x="1367218" y="984"/>
                  </a:lnTo>
                  <a:lnTo>
                    <a:pt x="1375453" y="2250"/>
                  </a:lnTo>
                  <a:lnTo>
                    <a:pt x="1383664" y="4063"/>
                  </a:lnTo>
                  <a:lnTo>
                    <a:pt x="1394714" y="6858"/>
                  </a:lnTo>
                  <a:lnTo>
                    <a:pt x="1402841" y="8128"/>
                  </a:lnTo>
                  <a:lnTo>
                    <a:pt x="2094738" y="8128"/>
                  </a:lnTo>
                  <a:lnTo>
                    <a:pt x="2100198" y="8128"/>
                  </a:lnTo>
                </a:path>
                <a:path w="2100579" h="214629">
                  <a:moveTo>
                    <a:pt x="280035" y="181102"/>
                  </a:moveTo>
                  <a:lnTo>
                    <a:pt x="254000" y="197612"/>
                  </a:lnTo>
                  <a:lnTo>
                    <a:pt x="251205" y="197612"/>
                  </a:lnTo>
                  <a:lnTo>
                    <a:pt x="248538" y="197612"/>
                  </a:lnTo>
                  <a:lnTo>
                    <a:pt x="223774" y="212725"/>
                  </a:lnTo>
                  <a:lnTo>
                    <a:pt x="220979" y="214122"/>
                  </a:lnTo>
                  <a:lnTo>
                    <a:pt x="108458" y="214122"/>
                  </a:lnTo>
                  <a:lnTo>
                    <a:pt x="104393" y="212725"/>
                  </a:lnTo>
                  <a:lnTo>
                    <a:pt x="98933" y="209931"/>
                  </a:lnTo>
                  <a:lnTo>
                    <a:pt x="93345" y="207263"/>
                  </a:lnTo>
                  <a:lnTo>
                    <a:pt x="89280" y="204469"/>
                  </a:lnTo>
                  <a:lnTo>
                    <a:pt x="86487" y="201675"/>
                  </a:lnTo>
                  <a:lnTo>
                    <a:pt x="83820" y="199009"/>
                  </a:lnTo>
                  <a:lnTo>
                    <a:pt x="79628" y="197612"/>
                  </a:lnTo>
                  <a:lnTo>
                    <a:pt x="74167" y="197612"/>
                  </a:lnTo>
                  <a:lnTo>
                    <a:pt x="68707" y="197612"/>
                  </a:lnTo>
                  <a:lnTo>
                    <a:pt x="61849" y="194818"/>
                  </a:lnTo>
                  <a:lnTo>
                    <a:pt x="53593" y="189356"/>
                  </a:lnTo>
                  <a:lnTo>
                    <a:pt x="45338" y="183896"/>
                  </a:lnTo>
                  <a:lnTo>
                    <a:pt x="39877" y="181102"/>
                  </a:lnTo>
                  <a:lnTo>
                    <a:pt x="26162" y="181102"/>
                  </a:lnTo>
                  <a:lnTo>
                    <a:pt x="24764" y="179705"/>
                  </a:lnTo>
                  <a:lnTo>
                    <a:pt x="24764" y="177037"/>
                  </a:lnTo>
                  <a:lnTo>
                    <a:pt x="24764" y="174244"/>
                  </a:lnTo>
                  <a:lnTo>
                    <a:pt x="21971" y="172847"/>
                  </a:lnTo>
                  <a:lnTo>
                    <a:pt x="16510" y="172847"/>
                  </a:lnTo>
                  <a:lnTo>
                    <a:pt x="11049" y="172847"/>
                  </a:lnTo>
                  <a:lnTo>
                    <a:pt x="8254" y="171577"/>
                  </a:lnTo>
                  <a:lnTo>
                    <a:pt x="8254" y="157861"/>
                  </a:lnTo>
                  <a:lnTo>
                    <a:pt x="6858" y="155067"/>
                  </a:lnTo>
                  <a:lnTo>
                    <a:pt x="4190" y="152273"/>
                  </a:lnTo>
                  <a:lnTo>
                    <a:pt x="1397" y="149606"/>
                  </a:lnTo>
                  <a:lnTo>
                    <a:pt x="0" y="146812"/>
                  </a:lnTo>
                  <a:lnTo>
                    <a:pt x="0" y="85090"/>
                  </a:lnTo>
                  <a:lnTo>
                    <a:pt x="1397" y="80899"/>
                  </a:lnTo>
                  <a:lnTo>
                    <a:pt x="4190" y="78231"/>
                  </a:lnTo>
                  <a:lnTo>
                    <a:pt x="6858" y="75437"/>
                  </a:lnTo>
                  <a:lnTo>
                    <a:pt x="9651" y="72643"/>
                  </a:lnTo>
                  <a:lnTo>
                    <a:pt x="12446" y="69977"/>
                  </a:lnTo>
                  <a:lnTo>
                    <a:pt x="15112" y="67183"/>
                  </a:lnTo>
                  <a:lnTo>
                    <a:pt x="19303" y="65786"/>
                  </a:lnTo>
                  <a:lnTo>
                    <a:pt x="24764" y="65786"/>
                  </a:lnTo>
                  <a:lnTo>
                    <a:pt x="30225" y="65786"/>
                  </a:lnTo>
                  <a:lnTo>
                    <a:pt x="35687" y="63118"/>
                  </a:lnTo>
                  <a:lnTo>
                    <a:pt x="41275" y="57658"/>
                  </a:lnTo>
                  <a:lnTo>
                    <a:pt x="46736" y="52069"/>
                  </a:lnTo>
                  <a:lnTo>
                    <a:pt x="50800" y="49403"/>
                  </a:lnTo>
                  <a:lnTo>
                    <a:pt x="220979" y="49403"/>
                  </a:lnTo>
                  <a:lnTo>
                    <a:pt x="223774" y="50673"/>
                  </a:lnTo>
                  <a:lnTo>
                    <a:pt x="226567" y="53467"/>
                  </a:lnTo>
                  <a:lnTo>
                    <a:pt x="229235" y="56261"/>
                  </a:lnTo>
                  <a:lnTo>
                    <a:pt x="232028" y="57658"/>
                  </a:lnTo>
                  <a:lnTo>
                    <a:pt x="245745" y="57658"/>
                  </a:lnTo>
                  <a:lnTo>
                    <a:pt x="248538" y="58928"/>
                  </a:lnTo>
                  <a:lnTo>
                    <a:pt x="251205" y="61722"/>
                  </a:lnTo>
                  <a:lnTo>
                    <a:pt x="254000" y="64516"/>
                  </a:lnTo>
                  <a:lnTo>
                    <a:pt x="256793" y="65786"/>
                  </a:lnTo>
                  <a:lnTo>
                    <a:pt x="259461" y="65786"/>
                  </a:lnTo>
                  <a:lnTo>
                    <a:pt x="262254" y="65786"/>
                  </a:lnTo>
                  <a:lnTo>
                    <a:pt x="264922" y="67183"/>
                  </a:lnTo>
                  <a:lnTo>
                    <a:pt x="267715" y="69977"/>
                  </a:lnTo>
                  <a:lnTo>
                    <a:pt x="270510" y="72643"/>
                  </a:lnTo>
                  <a:lnTo>
                    <a:pt x="273176" y="74041"/>
                  </a:lnTo>
                  <a:lnTo>
                    <a:pt x="275971" y="74041"/>
                  </a:lnTo>
                  <a:lnTo>
                    <a:pt x="278638" y="74041"/>
                  </a:lnTo>
                  <a:lnTo>
                    <a:pt x="280035" y="76835"/>
                  </a:lnTo>
                  <a:lnTo>
                    <a:pt x="280035" y="82296"/>
                  </a:lnTo>
                  <a:lnTo>
                    <a:pt x="280035" y="87756"/>
                  </a:lnTo>
                  <a:lnTo>
                    <a:pt x="281432" y="91948"/>
                  </a:lnTo>
                  <a:lnTo>
                    <a:pt x="284225" y="94615"/>
                  </a:lnTo>
                  <a:lnTo>
                    <a:pt x="286892" y="97409"/>
                  </a:lnTo>
                  <a:lnTo>
                    <a:pt x="288289" y="100203"/>
                  </a:lnTo>
                  <a:lnTo>
                    <a:pt x="288289" y="102869"/>
                  </a:lnTo>
                  <a:lnTo>
                    <a:pt x="288289" y="105663"/>
                  </a:lnTo>
                  <a:lnTo>
                    <a:pt x="288289" y="163322"/>
                  </a:lnTo>
                  <a:lnTo>
                    <a:pt x="286892" y="164719"/>
                  </a:lnTo>
                  <a:lnTo>
                    <a:pt x="284225" y="164719"/>
                  </a:lnTo>
                  <a:lnTo>
                    <a:pt x="281432" y="164719"/>
                  </a:lnTo>
                  <a:lnTo>
                    <a:pt x="280035" y="165988"/>
                  </a:lnTo>
                  <a:lnTo>
                    <a:pt x="280035" y="168783"/>
                  </a:lnTo>
                  <a:lnTo>
                    <a:pt x="280035" y="171577"/>
                  </a:lnTo>
                  <a:lnTo>
                    <a:pt x="277367" y="172847"/>
                  </a:lnTo>
                  <a:lnTo>
                    <a:pt x="271779" y="172847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8797797" y="3813175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50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50"/>
                  </a:lnTo>
                  <a:lnTo>
                    <a:pt x="10840" y="10840"/>
                  </a:lnTo>
                  <a:lnTo>
                    <a:pt x="6350" y="12700"/>
                  </a:lnTo>
                  <a:lnTo>
                    <a:pt x="1859" y="1084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6365747" y="5153786"/>
              <a:ext cx="231140" cy="0"/>
            </a:xfrm>
            <a:custGeom>
              <a:avLst/>
              <a:gdLst/>
              <a:ahLst/>
              <a:cxnLst/>
              <a:rect l="l" t="t" r="r" b="b"/>
              <a:pathLst>
                <a:path w="231140" h="0">
                  <a:moveTo>
                    <a:pt x="0" y="0"/>
                  </a:moveTo>
                  <a:lnTo>
                    <a:pt x="0" y="0"/>
                  </a:lnTo>
                  <a:lnTo>
                    <a:pt x="163322" y="0"/>
                  </a:lnTo>
                  <a:lnTo>
                    <a:pt x="34289" y="0"/>
                  </a:lnTo>
                  <a:lnTo>
                    <a:pt x="229234" y="0"/>
                  </a:lnTo>
                  <a:lnTo>
                    <a:pt x="227837" y="0"/>
                  </a:lnTo>
                  <a:lnTo>
                    <a:pt x="42544" y="0"/>
                  </a:lnTo>
                  <a:lnTo>
                    <a:pt x="230631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6456426" y="5499735"/>
              <a:ext cx="206375" cy="0"/>
            </a:xfrm>
            <a:custGeom>
              <a:avLst/>
              <a:gdLst/>
              <a:ahLst/>
              <a:cxnLst/>
              <a:rect l="l" t="t" r="r" b="b"/>
              <a:pathLst>
                <a:path w="206375" h="0">
                  <a:moveTo>
                    <a:pt x="0" y="0"/>
                  </a:moveTo>
                  <a:lnTo>
                    <a:pt x="0" y="0"/>
                  </a:lnTo>
                  <a:lnTo>
                    <a:pt x="200405" y="0"/>
                  </a:lnTo>
                  <a:lnTo>
                    <a:pt x="205867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5" name="object 15" descr=""/>
            <p:cNvSpPr/>
            <p:nvPr/>
          </p:nvSpPr>
          <p:spPr>
            <a:xfrm>
              <a:off x="6275196" y="5129022"/>
              <a:ext cx="1219200" cy="313055"/>
            </a:xfrm>
            <a:custGeom>
              <a:avLst/>
              <a:gdLst/>
              <a:ahLst/>
              <a:cxnLst/>
              <a:rect l="l" t="t" r="r" b="b"/>
              <a:pathLst>
                <a:path w="1219200" h="313054">
                  <a:moveTo>
                    <a:pt x="601218" y="255397"/>
                  </a:moveTo>
                  <a:lnTo>
                    <a:pt x="563643" y="255135"/>
                  </a:lnTo>
                  <a:lnTo>
                    <a:pt x="525033" y="254349"/>
                  </a:lnTo>
                  <a:lnTo>
                    <a:pt x="485399" y="253039"/>
                  </a:lnTo>
                  <a:lnTo>
                    <a:pt x="444753" y="251206"/>
                  </a:lnTo>
                  <a:lnTo>
                    <a:pt x="405340" y="249445"/>
                  </a:lnTo>
                  <a:lnTo>
                    <a:pt x="369569" y="248173"/>
                  </a:lnTo>
                  <a:lnTo>
                    <a:pt x="337419" y="247401"/>
                  </a:lnTo>
                  <a:lnTo>
                    <a:pt x="308863" y="247142"/>
                  </a:lnTo>
                  <a:lnTo>
                    <a:pt x="282287" y="247142"/>
                  </a:lnTo>
                  <a:lnTo>
                    <a:pt x="256270" y="247142"/>
                  </a:lnTo>
                  <a:lnTo>
                    <a:pt x="230800" y="247142"/>
                  </a:lnTo>
                  <a:lnTo>
                    <a:pt x="205866" y="247142"/>
                  </a:lnTo>
                  <a:lnTo>
                    <a:pt x="183191" y="246882"/>
                  </a:lnTo>
                  <a:lnTo>
                    <a:pt x="164671" y="246110"/>
                  </a:lnTo>
                  <a:lnTo>
                    <a:pt x="150270" y="244838"/>
                  </a:lnTo>
                  <a:lnTo>
                    <a:pt x="139953" y="243078"/>
                  </a:lnTo>
                  <a:lnTo>
                    <a:pt x="132002" y="241244"/>
                  </a:lnTo>
                  <a:lnTo>
                    <a:pt x="124539" y="239934"/>
                  </a:lnTo>
                  <a:lnTo>
                    <a:pt x="117576" y="239148"/>
                  </a:lnTo>
                  <a:lnTo>
                    <a:pt x="111125" y="238887"/>
                  </a:lnTo>
                  <a:lnTo>
                    <a:pt x="102869" y="238887"/>
                  </a:lnTo>
                  <a:lnTo>
                    <a:pt x="97408" y="237490"/>
                  </a:lnTo>
                  <a:lnTo>
                    <a:pt x="94614" y="234823"/>
                  </a:lnTo>
                  <a:lnTo>
                    <a:pt x="91948" y="232029"/>
                  </a:lnTo>
                  <a:lnTo>
                    <a:pt x="89153" y="230632"/>
                  </a:lnTo>
                  <a:lnTo>
                    <a:pt x="67182" y="230632"/>
                  </a:lnTo>
                  <a:lnTo>
                    <a:pt x="63118" y="229235"/>
                  </a:lnTo>
                  <a:lnTo>
                    <a:pt x="57657" y="226568"/>
                  </a:lnTo>
                  <a:lnTo>
                    <a:pt x="52069" y="223774"/>
                  </a:lnTo>
                  <a:lnTo>
                    <a:pt x="48005" y="222377"/>
                  </a:lnTo>
                  <a:lnTo>
                    <a:pt x="34289" y="222377"/>
                  </a:lnTo>
                  <a:lnTo>
                    <a:pt x="30099" y="221107"/>
                  </a:lnTo>
                  <a:lnTo>
                    <a:pt x="24637" y="218313"/>
                  </a:lnTo>
                  <a:lnTo>
                    <a:pt x="19176" y="215519"/>
                  </a:lnTo>
                  <a:lnTo>
                    <a:pt x="15112" y="212852"/>
                  </a:lnTo>
                  <a:lnTo>
                    <a:pt x="12318" y="210058"/>
                  </a:lnTo>
                  <a:lnTo>
                    <a:pt x="9525" y="207391"/>
                  </a:lnTo>
                  <a:lnTo>
                    <a:pt x="6857" y="204597"/>
                  </a:lnTo>
                  <a:lnTo>
                    <a:pt x="4063" y="201803"/>
                  </a:lnTo>
                  <a:lnTo>
                    <a:pt x="1269" y="199136"/>
                  </a:lnTo>
                  <a:lnTo>
                    <a:pt x="0" y="196342"/>
                  </a:lnTo>
                  <a:lnTo>
                    <a:pt x="0" y="167513"/>
                  </a:lnTo>
                  <a:lnTo>
                    <a:pt x="2666" y="163449"/>
                  </a:lnTo>
                  <a:lnTo>
                    <a:pt x="45212" y="144145"/>
                  </a:lnTo>
                  <a:lnTo>
                    <a:pt x="83823" y="130303"/>
                  </a:lnTo>
                  <a:lnTo>
                    <a:pt x="125583" y="121529"/>
                  </a:lnTo>
                  <a:lnTo>
                    <a:pt x="135889" y="119507"/>
                  </a:lnTo>
                  <a:lnTo>
                    <a:pt x="146436" y="117431"/>
                  </a:lnTo>
                  <a:lnTo>
                    <a:pt x="193986" y="109176"/>
                  </a:lnTo>
                  <a:lnTo>
                    <a:pt x="238759" y="102997"/>
                  </a:lnTo>
                  <a:lnTo>
                    <a:pt x="254978" y="100974"/>
                  </a:lnTo>
                  <a:lnTo>
                    <a:pt x="270684" y="98917"/>
                  </a:lnTo>
                  <a:lnTo>
                    <a:pt x="314731" y="92719"/>
                  </a:lnTo>
                  <a:lnTo>
                    <a:pt x="354075" y="86487"/>
                  </a:lnTo>
                  <a:lnTo>
                    <a:pt x="365934" y="84726"/>
                  </a:lnTo>
                  <a:lnTo>
                    <a:pt x="376745" y="83454"/>
                  </a:lnTo>
                  <a:lnTo>
                    <a:pt x="386508" y="82682"/>
                  </a:lnTo>
                  <a:lnTo>
                    <a:pt x="395224" y="82423"/>
                  </a:lnTo>
                  <a:lnTo>
                    <a:pt x="403246" y="82163"/>
                  </a:lnTo>
                  <a:lnTo>
                    <a:pt x="444753" y="70104"/>
                  </a:lnTo>
                  <a:lnTo>
                    <a:pt x="450214" y="67310"/>
                  </a:lnTo>
                  <a:lnTo>
                    <a:pt x="457073" y="65913"/>
                  </a:lnTo>
                  <a:lnTo>
                    <a:pt x="465327" y="65913"/>
                  </a:lnTo>
                  <a:lnTo>
                    <a:pt x="474017" y="65653"/>
                  </a:lnTo>
                  <a:lnTo>
                    <a:pt x="531113" y="61849"/>
                  </a:lnTo>
                  <a:lnTo>
                    <a:pt x="593947" y="54610"/>
                  </a:lnTo>
                  <a:lnTo>
                    <a:pt x="632305" y="48704"/>
                  </a:lnTo>
                  <a:lnTo>
                    <a:pt x="675258" y="41275"/>
                  </a:lnTo>
                  <a:lnTo>
                    <a:pt x="719048" y="33512"/>
                  </a:lnTo>
                  <a:lnTo>
                    <a:pt x="759729" y="26797"/>
                  </a:lnTo>
                  <a:lnTo>
                    <a:pt x="831723" y="16510"/>
                  </a:lnTo>
                  <a:lnTo>
                    <a:pt x="890460" y="9350"/>
                  </a:lnTo>
                  <a:lnTo>
                    <a:pt x="934720" y="4191"/>
                  </a:lnTo>
                  <a:lnTo>
                    <a:pt x="978761" y="261"/>
                  </a:lnTo>
                  <a:lnTo>
                    <a:pt x="988313" y="0"/>
                  </a:lnTo>
                  <a:lnTo>
                    <a:pt x="999235" y="0"/>
                  </a:lnTo>
                  <a:lnTo>
                    <a:pt x="1006094" y="0"/>
                  </a:lnTo>
                  <a:lnTo>
                    <a:pt x="1044575" y="0"/>
                  </a:lnTo>
                  <a:lnTo>
                    <a:pt x="1048638" y="1397"/>
                  </a:lnTo>
                  <a:lnTo>
                    <a:pt x="1054100" y="4191"/>
                  </a:lnTo>
                  <a:lnTo>
                    <a:pt x="1059687" y="6985"/>
                  </a:lnTo>
                  <a:lnTo>
                    <a:pt x="1065149" y="9652"/>
                  </a:lnTo>
                  <a:lnTo>
                    <a:pt x="1070609" y="12446"/>
                  </a:lnTo>
                  <a:lnTo>
                    <a:pt x="1076071" y="15113"/>
                  </a:lnTo>
                  <a:lnTo>
                    <a:pt x="1082928" y="19304"/>
                  </a:lnTo>
                  <a:lnTo>
                    <a:pt x="1091183" y="24765"/>
                  </a:lnTo>
                  <a:lnTo>
                    <a:pt x="1097635" y="28880"/>
                  </a:lnTo>
                  <a:lnTo>
                    <a:pt x="1137920" y="49530"/>
                  </a:lnTo>
                  <a:lnTo>
                    <a:pt x="1140586" y="49530"/>
                  </a:lnTo>
                  <a:lnTo>
                    <a:pt x="1143380" y="49530"/>
                  </a:lnTo>
                  <a:lnTo>
                    <a:pt x="1146175" y="52197"/>
                  </a:lnTo>
                  <a:lnTo>
                    <a:pt x="1148842" y="57658"/>
                  </a:lnTo>
                  <a:lnTo>
                    <a:pt x="1151635" y="63246"/>
                  </a:lnTo>
                  <a:lnTo>
                    <a:pt x="1155700" y="65913"/>
                  </a:lnTo>
                  <a:lnTo>
                    <a:pt x="1161160" y="65913"/>
                  </a:lnTo>
                  <a:lnTo>
                    <a:pt x="1166749" y="65913"/>
                  </a:lnTo>
                  <a:lnTo>
                    <a:pt x="1170812" y="67310"/>
                  </a:lnTo>
                  <a:lnTo>
                    <a:pt x="1173606" y="70104"/>
                  </a:lnTo>
                  <a:lnTo>
                    <a:pt x="1176274" y="72771"/>
                  </a:lnTo>
                  <a:lnTo>
                    <a:pt x="1179068" y="74168"/>
                  </a:lnTo>
                  <a:lnTo>
                    <a:pt x="1181861" y="74168"/>
                  </a:lnTo>
                  <a:lnTo>
                    <a:pt x="1184528" y="74168"/>
                  </a:lnTo>
                  <a:lnTo>
                    <a:pt x="1187323" y="74168"/>
                  </a:lnTo>
                  <a:lnTo>
                    <a:pt x="1189989" y="74168"/>
                  </a:lnTo>
                  <a:lnTo>
                    <a:pt x="1192783" y="74168"/>
                  </a:lnTo>
                  <a:lnTo>
                    <a:pt x="1195577" y="75565"/>
                  </a:lnTo>
                  <a:lnTo>
                    <a:pt x="1198245" y="78359"/>
                  </a:lnTo>
                  <a:lnTo>
                    <a:pt x="1201038" y="81026"/>
                  </a:lnTo>
                  <a:lnTo>
                    <a:pt x="1203832" y="82423"/>
                  </a:lnTo>
                  <a:lnTo>
                    <a:pt x="1206500" y="82423"/>
                  </a:lnTo>
                  <a:lnTo>
                    <a:pt x="1209294" y="82423"/>
                  </a:lnTo>
                  <a:lnTo>
                    <a:pt x="1210691" y="83820"/>
                  </a:lnTo>
                  <a:lnTo>
                    <a:pt x="1210691" y="86487"/>
                  </a:lnTo>
                  <a:lnTo>
                    <a:pt x="1210691" y="89281"/>
                  </a:lnTo>
                  <a:lnTo>
                    <a:pt x="1211960" y="92075"/>
                  </a:lnTo>
                  <a:lnTo>
                    <a:pt x="1214754" y="94742"/>
                  </a:lnTo>
                  <a:lnTo>
                    <a:pt x="1217549" y="97536"/>
                  </a:lnTo>
                  <a:lnTo>
                    <a:pt x="1218819" y="100330"/>
                  </a:lnTo>
                  <a:lnTo>
                    <a:pt x="1218819" y="102997"/>
                  </a:lnTo>
                  <a:lnTo>
                    <a:pt x="1218819" y="105791"/>
                  </a:lnTo>
                  <a:lnTo>
                    <a:pt x="1218819" y="130429"/>
                  </a:lnTo>
                  <a:lnTo>
                    <a:pt x="1216152" y="133223"/>
                  </a:lnTo>
                  <a:lnTo>
                    <a:pt x="1183872" y="158329"/>
                  </a:lnTo>
                  <a:lnTo>
                    <a:pt x="1177718" y="163734"/>
                  </a:lnTo>
                  <a:lnTo>
                    <a:pt x="1142170" y="183082"/>
                  </a:lnTo>
                  <a:lnTo>
                    <a:pt x="1122306" y="187702"/>
                  </a:lnTo>
                  <a:lnTo>
                    <a:pt x="1112805" y="190531"/>
                  </a:lnTo>
                  <a:lnTo>
                    <a:pt x="1103828" y="193885"/>
                  </a:lnTo>
                  <a:lnTo>
                    <a:pt x="1095375" y="197739"/>
                  </a:lnTo>
                  <a:lnTo>
                    <a:pt x="1086848" y="201836"/>
                  </a:lnTo>
                  <a:lnTo>
                    <a:pt x="1077833" y="205946"/>
                  </a:lnTo>
                  <a:lnTo>
                    <a:pt x="1033557" y="223488"/>
                  </a:lnTo>
                  <a:lnTo>
                    <a:pt x="981297" y="240752"/>
                  </a:lnTo>
                  <a:lnTo>
                    <a:pt x="938053" y="251039"/>
                  </a:lnTo>
                  <a:lnTo>
                    <a:pt x="891264" y="259494"/>
                  </a:lnTo>
                  <a:lnTo>
                    <a:pt x="871966" y="263604"/>
                  </a:lnTo>
                  <a:lnTo>
                    <a:pt x="856263" y="267737"/>
                  </a:lnTo>
                  <a:lnTo>
                    <a:pt x="844169" y="271907"/>
                  </a:lnTo>
                  <a:lnTo>
                    <a:pt x="833880" y="275480"/>
                  </a:lnTo>
                  <a:lnTo>
                    <a:pt x="823579" y="278018"/>
                  </a:lnTo>
                  <a:lnTo>
                    <a:pt x="813254" y="279532"/>
                  </a:lnTo>
                  <a:lnTo>
                    <a:pt x="802894" y="280035"/>
                  </a:lnTo>
                  <a:lnTo>
                    <a:pt x="792606" y="280035"/>
                  </a:lnTo>
                  <a:lnTo>
                    <a:pt x="782319" y="280035"/>
                  </a:lnTo>
                  <a:lnTo>
                    <a:pt x="772032" y="280035"/>
                  </a:lnTo>
                  <a:lnTo>
                    <a:pt x="761746" y="280035"/>
                  </a:lnTo>
                  <a:lnTo>
                    <a:pt x="751980" y="280296"/>
                  </a:lnTo>
                  <a:lnTo>
                    <a:pt x="743251" y="281082"/>
                  </a:lnTo>
                  <a:lnTo>
                    <a:pt x="735546" y="282392"/>
                  </a:lnTo>
                  <a:lnTo>
                    <a:pt x="728852" y="284226"/>
                  </a:lnTo>
                  <a:lnTo>
                    <a:pt x="722401" y="286248"/>
                  </a:lnTo>
                  <a:lnTo>
                    <a:pt x="715438" y="288305"/>
                  </a:lnTo>
                  <a:lnTo>
                    <a:pt x="670663" y="296285"/>
                  </a:lnTo>
                  <a:lnTo>
                    <a:pt x="646233" y="296806"/>
                  </a:lnTo>
                  <a:lnTo>
                    <a:pt x="633079" y="297592"/>
                  </a:lnTo>
                  <a:lnTo>
                    <a:pt x="619424" y="298902"/>
                  </a:lnTo>
                  <a:lnTo>
                    <a:pt x="605281" y="300736"/>
                  </a:lnTo>
                  <a:lnTo>
                    <a:pt x="590375" y="302496"/>
                  </a:lnTo>
                  <a:lnTo>
                    <a:pt x="574420" y="303768"/>
                  </a:lnTo>
                  <a:lnTo>
                    <a:pt x="557418" y="304540"/>
                  </a:lnTo>
                  <a:lnTo>
                    <a:pt x="539369" y="304800"/>
                  </a:lnTo>
                  <a:lnTo>
                    <a:pt x="520366" y="305059"/>
                  </a:lnTo>
                  <a:lnTo>
                    <a:pt x="500316" y="305831"/>
                  </a:lnTo>
                  <a:lnTo>
                    <a:pt x="479218" y="307103"/>
                  </a:lnTo>
                  <a:lnTo>
                    <a:pt x="457073" y="308864"/>
                  </a:lnTo>
                  <a:lnTo>
                    <a:pt x="435429" y="310697"/>
                  </a:lnTo>
                  <a:lnTo>
                    <a:pt x="415845" y="312007"/>
                  </a:lnTo>
                  <a:lnTo>
                    <a:pt x="398333" y="312793"/>
                  </a:lnTo>
                  <a:lnTo>
                    <a:pt x="382904" y="313055"/>
                  </a:lnTo>
                  <a:lnTo>
                    <a:pt x="369284" y="313055"/>
                  </a:lnTo>
                  <a:lnTo>
                    <a:pt x="357187" y="313055"/>
                  </a:lnTo>
                  <a:lnTo>
                    <a:pt x="346614" y="313055"/>
                  </a:lnTo>
                  <a:lnTo>
                    <a:pt x="337566" y="313055"/>
                  </a:lnTo>
                  <a:lnTo>
                    <a:pt x="326644" y="313055"/>
                  </a:lnTo>
                  <a:lnTo>
                    <a:pt x="318388" y="313055"/>
                  </a:lnTo>
                  <a:lnTo>
                    <a:pt x="312927" y="313055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6" name="object 16" descr=""/>
            <p:cNvSpPr/>
            <p:nvPr/>
          </p:nvSpPr>
          <p:spPr>
            <a:xfrm>
              <a:off x="8912479" y="5246242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50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50"/>
                  </a:lnTo>
                  <a:lnTo>
                    <a:pt x="10840" y="10840"/>
                  </a:lnTo>
                  <a:lnTo>
                    <a:pt x="6350" y="12700"/>
                  </a:lnTo>
                  <a:lnTo>
                    <a:pt x="1859" y="1084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7" name="object 17" descr=""/>
            <p:cNvSpPr/>
            <p:nvPr/>
          </p:nvSpPr>
          <p:spPr>
            <a:xfrm>
              <a:off x="3301110" y="3926586"/>
              <a:ext cx="1754505" cy="478155"/>
            </a:xfrm>
            <a:custGeom>
              <a:avLst/>
              <a:gdLst/>
              <a:ahLst/>
              <a:cxnLst/>
              <a:rect l="l" t="t" r="r" b="b"/>
              <a:pathLst>
                <a:path w="1754504" h="478154">
                  <a:moveTo>
                    <a:pt x="1754251" y="123570"/>
                  </a:moveTo>
                  <a:lnTo>
                    <a:pt x="1713102" y="135889"/>
                  </a:lnTo>
                  <a:lnTo>
                    <a:pt x="1695196" y="140080"/>
                  </a:lnTo>
                  <a:lnTo>
                    <a:pt x="1692528" y="140080"/>
                  </a:lnTo>
                  <a:lnTo>
                    <a:pt x="1689735" y="140080"/>
                  </a:lnTo>
                  <a:lnTo>
                    <a:pt x="1585340" y="140080"/>
                  </a:lnTo>
                  <a:lnTo>
                    <a:pt x="1577213" y="138683"/>
                  </a:lnTo>
                  <a:lnTo>
                    <a:pt x="1535938" y="118110"/>
                  </a:lnTo>
                  <a:lnTo>
                    <a:pt x="1529079" y="114045"/>
                  </a:lnTo>
                  <a:lnTo>
                    <a:pt x="1523618" y="111251"/>
                  </a:lnTo>
                  <a:lnTo>
                    <a:pt x="1518158" y="108457"/>
                  </a:lnTo>
                  <a:lnTo>
                    <a:pt x="1512697" y="105790"/>
                  </a:lnTo>
                  <a:lnTo>
                    <a:pt x="1507109" y="102997"/>
                  </a:lnTo>
                  <a:lnTo>
                    <a:pt x="1501648" y="100202"/>
                  </a:lnTo>
                  <a:lnTo>
                    <a:pt x="1497584" y="97536"/>
                  </a:lnTo>
                  <a:lnTo>
                    <a:pt x="1494789" y="94741"/>
                  </a:lnTo>
                  <a:lnTo>
                    <a:pt x="1492123" y="92075"/>
                  </a:lnTo>
                  <a:lnTo>
                    <a:pt x="1468754" y="68706"/>
                  </a:lnTo>
                  <a:lnTo>
                    <a:pt x="1465961" y="64515"/>
                  </a:lnTo>
                  <a:lnTo>
                    <a:pt x="1465961" y="61849"/>
                  </a:lnTo>
                  <a:lnTo>
                    <a:pt x="1465961" y="59054"/>
                  </a:lnTo>
                  <a:lnTo>
                    <a:pt x="1464564" y="56387"/>
                  </a:lnTo>
                  <a:lnTo>
                    <a:pt x="1461897" y="53593"/>
                  </a:lnTo>
                  <a:lnTo>
                    <a:pt x="1459102" y="50800"/>
                  </a:lnTo>
                  <a:lnTo>
                    <a:pt x="1457705" y="48132"/>
                  </a:lnTo>
                  <a:lnTo>
                    <a:pt x="1457705" y="26162"/>
                  </a:lnTo>
                  <a:lnTo>
                    <a:pt x="1463293" y="20700"/>
                  </a:lnTo>
                  <a:lnTo>
                    <a:pt x="1498980" y="0"/>
                  </a:lnTo>
                  <a:lnTo>
                    <a:pt x="1504441" y="0"/>
                  </a:lnTo>
                  <a:lnTo>
                    <a:pt x="1508505" y="0"/>
                  </a:lnTo>
                  <a:lnTo>
                    <a:pt x="1588135" y="0"/>
                  </a:lnTo>
                  <a:lnTo>
                    <a:pt x="1592326" y="1397"/>
                  </a:lnTo>
                  <a:lnTo>
                    <a:pt x="1597787" y="4190"/>
                  </a:lnTo>
                  <a:lnTo>
                    <a:pt x="1603248" y="6857"/>
                  </a:lnTo>
                  <a:lnTo>
                    <a:pt x="1607312" y="8254"/>
                  </a:lnTo>
                  <a:lnTo>
                    <a:pt x="1610105" y="8254"/>
                  </a:lnTo>
                  <a:lnTo>
                    <a:pt x="1612900" y="8254"/>
                  </a:lnTo>
                  <a:lnTo>
                    <a:pt x="1615566" y="8254"/>
                  </a:lnTo>
                  <a:lnTo>
                    <a:pt x="1618361" y="8254"/>
                  </a:lnTo>
                  <a:lnTo>
                    <a:pt x="1621027" y="8254"/>
                  </a:lnTo>
                  <a:lnTo>
                    <a:pt x="1622425" y="9651"/>
                  </a:lnTo>
                  <a:lnTo>
                    <a:pt x="1622425" y="12445"/>
                  </a:lnTo>
                  <a:lnTo>
                    <a:pt x="1622425" y="15112"/>
                  </a:lnTo>
                  <a:lnTo>
                    <a:pt x="1623822" y="16510"/>
                  </a:lnTo>
                  <a:lnTo>
                    <a:pt x="1645792" y="16510"/>
                  </a:lnTo>
                  <a:lnTo>
                    <a:pt x="1648587" y="17906"/>
                  </a:lnTo>
                  <a:lnTo>
                    <a:pt x="1651253" y="20700"/>
                  </a:lnTo>
                  <a:lnTo>
                    <a:pt x="1654048" y="23367"/>
                  </a:lnTo>
                  <a:lnTo>
                    <a:pt x="1656714" y="24764"/>
                  </a:lnTo>
                  <a:lnTo>
                    <a:pt x="1659509" y="24764"/>
                  </a:lnTo>
                  <a:lnTo>
                    <a:pt x="1662302" y="24764"/>
                  </a:lnTo>
                  <a:lnTo>
                    <a:pt x="1678686" y="24764"/>
                  </a:lnTo>
                  <a:lnTo>
                    <a:pt x="1681479" y="26162"/>
                  </a:lnTo>
                  <a:lnTo>
                    <a:pt x="1684274" y="28828"/>
                  </a:lnTo>
                  <a:lnTo>
                    <a:pt x="1686940" y="31623"/>
                  </a:lnTo>
                  <a:lnTo>
                    <a:pt x="1689735" y="34416"/>
                  </a:lnTo>
                  <a:lnTo>
                    <a:pt x="1692528" y="37083"/>
                  </a:lnTo>
                  <a:lnTo>
                    <a:pt x="1695196" y="39877"/>
                  </a:lnTo>
                  <a:lnTo>
                    <a:pt x="1697989" y="41275"/>
                  </a:lnTo>
                  <a:lnTo>
                    <a:pt x="1711705" y="41275"/>
                  </a:lnTo>
                  <a:lnTo>
                    <a:pt x="1714373" y="42672"/>
                  </a:lnTo>
                  <a:lnTo>
                    <a:pt x="1729486" y="78358"/>
                  </a:lnTo>
                  <a:lnTo>
                    <a:pt x="1729486" y="86487"/>
                  </a:lnTo>
                  <a:lnTo>
                    <a:pt x="1729486" y="94741"/>
                  </a:lnTo>
                  <a:lnTo>
                    <a:pt x="1729486" y="151002"/>
                  </a:lnTo>
                  <a:lnTo>
                    <a:pt x="1729486" y="156590"/>
                  </a:lnTo>
                </a:path>
                <a:path w="1754504" h="478154">
                  <a:moveTo>
                    <a:pt x="247014" y="296544"/>
                  </a:moveTo>
                  <a:lnTo>
                    <a:pt x="252602" y="296544"/>
                  </a:lnTo>
                  <a:lnTo>
                    <a:pt x="256666" y="299338"/>
                  </a:lnTo>
                  <a:lnTo>
                    <a:pt x="259461" y="304800"/>
                  </a:lnTo>
                  <a:lnTo>
                    <a:pt x="262127" y="310261"/>
                  </a:lnTo>
                  <a:lnTo>
                    <a:pt x="263525" y="317118"/>
                  </a:lnTo>
                  <a:lnTo>
                    <a:pt x="263525" y="325374"/>
                  </a:lnTo>
                  <a:lnTo>
                    <a:pt x="263525" y="333628"/>
                  </a:lnTo>
                  <a:lnTo>
                    <a:pt x="262127" y="339089"/>
                  </a:lnTo>
                  <a:lnTo>
                    <a:pt x="259461" y="341883"/>
                  </a:lnTo>
                  <a:lnTo>
                    <a:pt x="256666" y="344550"/>
                  </a:lnTo>
                  <a:lnTo>
                    <a:pt x="253873" y="347344"/>
                  </a:lnTo>
                  <a:lnTo>
                    <a:pt x="251205" y="350138"/>
                  </a:lnTo>
                  <a:lnTo>
                    <a:pt x="248412" y="352805"/>
                  </a:lnTo>
                  <a:lnTo>
                    <a:pt x="247014" y="355600"/>
                  </a:lnTo>
                  <a:lnTo>
                    <a:pt x="247014" y="358266"/>
                  </a:lnTo>
                  <a:lnTo>
                    <a:pt x="247014" y="361061"/>
                  </a:lnTo>
                  <a:lnTo>
                    <a:pt x="244348" y="366522"/>
                  </a:lnTo>
                  <a:lnTo>
                    <a:pt x="222376" y="403605"/>
                  </a:lnTo>
                  <a:lnTo>
                    <a:pt x="207263" y="447547"/>
                  </a:lnTo>
                  <a:lnTo>
                    <a:pt x="205866" y="454405"/>
                  </a:lnTo>
                  <a:lnTo>
                    <a:pt x="205866" y="457200"/>
                  </a:lnTo>
                  <a:lnTo>
                    <a:pt x="205866" y="459866"/>
                  </a:lnTo>
                  <a:lnTo>
                    <a:pt x="203200" y="461263"/>
                  </a:lnTo>
                  <a:lnTo>
                    <a:pt x="197612" y="461263"/>
                  </a:lnTo>
                  <a:lnTo>
                    <a:pt x="192150" y="461263"/>
                  </a:lnTo>
                  <a:lnTo>
                    <a:pt x="57658" y="461263"/>
                  </a:lnTo>
                  <a:lnTo>
                    <a:pt x="49653" y="461523"/>
                  </a:lnTo>
                  <a:lnTo>
                    <a:pt x="7951" y="473864"/>
                  </a:lnTo>
                  <a:lnTo>
                    <a:pt x="0" y="477773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8" name="object 1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04412" y="4323841"/>
              <a:ext cx="118363" cy="128016"/>
            </a:xfrm>
            <a:prstGeom prst="rect">
              <a:avLst/>
            </a:prstGeom>
          </p:spPr>
        </p:pic>
        <p:sp>
          <p:nvSpPr>
            <p:cNvPr id="19" name="object 19" descr=""/>
            <p:cNvSpPr/>
            <p:nvPr/>
          </p:nvSpPr>
          <p:spPr>
            <a:xfrm>
              <a:off x="1900935" y="4601972"/>
              <a:ext cx="420370" cy="313055"/>
            </a:xfrm>
            <a:custGeom>
              <a:avLst/>
              <a:gdLst/>
              <a:ahLst/>
              <a:cxnLst/>
              <a:rect l="l" t="t" r="r" b="b"/>
              <a:pathLst>
                <a:path w="420369" h="313054">
                  <a:moveTo>
                    <a:pt x="420115" y="0"/>
                  </a:moveTo>
                  <a:lnTo>
                    <a:pt x="420115" y="0"/>
                  </a:lnTo>
                  <a:lnTo>
                    <a:pt x="315721" y="0"/>
                  </a:lnTo>
                  <a:lnTo>
                    <a:pt x="310261" y="1397"/>
                  </a:lnTo>
                  <a:lnTo>
                    <a:pt x="280034" y="12319"/>
                  </a:lnTo>
                  <a:lnTo>
                    <a:pt x="272083" y="14412"/>
                  </a:lnTo>
                  <a:lnTo>
                    <a:pt x="264620" y="16494"/>
                  </a:lnTo>
                  <a:lnTo>
                    <a:pt x="257657" y="18551"/>
                  </a:lnTo>
                  <a:lnTo>
                    <a:pt x="251206" y="20574"/>
                  </a:lnTo>
                  <a:lnTo>
                    <a:pt x="243077" y="23368"/>
                  </a:lnTo>
                  <a:lnTo>
                    <a:pt x="234822" y="24765"/>
                  </a:lnTo>
                  <a:lnTo>
                    <a:pt x="207390" y="24765"/>
                  </a:lnTo>
                  <a:lnTo>
                    <a:pt x="204596" y="26035"/>
                  </a:lnTo>
                  <a:lnTo>
                    <a:pt x="201802" y="28829"/>
                  </a:lnTo>
                  <a:lnTo>
                    <a:pt x="199136" y="31623"/>
                  </a:lnTo>
                  <a:lnTo>
                    <a:pt x="196341" y="33020"/>
                  </a:lnTo>
                  <a:lnTo>
                    <a:pt x="193547" y="33020"/>
                  </a:lnTo>
                  <a:lnTo>
                    <a:pt x="190881" y="33020"/>
                  </a:lnTo>
                  <a:lnTo>
                    <a:pt x="188087" y="34290"/>
                  </a:lnTo>
                  <a:lnTo>
                    <a:pt x="185419" y="37084"/>
                  </a:lnTo>
                  <a:lnTo>
                    <a:pt x="182625" y="39878"/>
                  </a:lnTo>
                  <a:lnTo>
                    <a:pt x="178562" y="41148"/>
                  </a:lnTo>
                  <a:lnTo>
                    <a:pt x="172974" y="41148"/>
                  </a:lnTo>
                  <a:lnTo>
                    <a:pt x="167512" y="41148"/>
                  </a:lnTo>
                  <a:lnTo>
                    <a:pt x="137287" y="41148"/>
                  </a:lnTo>
                  <a:lnTo>
                    <a:pt x="131825" y="41148"/>
                  </a:lnTo>
                </a:path>
                <a:path w="420369" h="313054">
                  <a:moveTo>
                    <a:pt x="288289" y="288290"/>
                  </a:moveTo>
                  <a:lnTo>
                    <a:pt x="288289" y="288290"/>
                  </a:lnTo>
                  <a:lnTo>
                    <a:pt x="160655" y="288290"/>
                  </a:lnTo>
                  <a:lnTo>
                    <a:pt x="153699" y="288549"/>
                  </a:lnTo>
                  <a:lnTo>
                    <a:pt x="145208" y="289321"/>
                  </a:lnTo>
                  <a:lnTo>
                    <a:pt x="135169" y="290593"/>
                  </a:lnTo>
                  <a:lnTo>
                    <a:pt x="123570" y="292354"/>
                  </a:lnTo>
                  <a:lnTo>
                    <a:pt x="112025" y="294187"/>
                  </a:lnTo>
                  <a:lnTo>
                    <a:pt x="101980" y="295497"/>
                  </a:lnTo>
                  <a:lnTo>
                    <a:pt x="93460" y="296283"/>
                  </a:lnTo>
                  <a:lnTo>
                    <a:pt x="86487" y="296545"/>
                  </a:lnTo>
                  <a:lnTo>
                    <a:pt x="78358" y="296545"/>
                  </a:lnTo>
                  <a:lnTo>
                    <a:pt x="71374" y="299212"/>
                  </a:lnTo>
                  <a:lnTo>
                    <a:pt x="65912" y="304800"/>
                  </a:lnTo>
                  <a:lnTo>
                    <a:pt x="60451" y="310261"/>
                  </a:lnTo>
                  <a:lnTo>
                    <a:pt x="54990" y="312928"/>
                  </a:lnTo>
                  <a:lnTo>
                    <a:pt x="49530" y="312928"/>
                  </a:lnTo>
                  <a:lnTo>
                    <a:pt x="43941" y="312928"/>
                  </a:lnTo>
                  <a:lnTo>
                    <a:pt x="5587" y="312928"/>
                  </a:lnTo>
                  <a:lnTo>
                    <a:pt x="0" y="312928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0" name="object 2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4124" y="588263"/>
            <a:ext cx="7149465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381760">
              <a:lnSpc>
                <a:spcPct val="100000"/>
              </a:lnSpc>
              <a:spcBef>
                <a:spcPts val="969"/>
              </a:spcBef>
            </a:pPr>
            <a:r>
              <a:rPr dirty="0" sz="3300" spc="55">
                <a:solidFill>
                  <a:srgbClr val="3333CC"/>
                </a:solidFill>
              </a:rPr>
              <a:t>0.2</a:t>
            </a:r>
            <a:r>
              <a:rPr dirty="0" sz="3300" spc="-14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</a:t>
            </a:r>
            <a:r>
              <a:rPr dirty="0" sz="3300" spc="-6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모델의</a:t>
            </a:r>
            <a:r>
              <a:rPr dirty="0" sz="3300" spc="-105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종류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363061"/>
            <a:ext cx="9095105" cy="4895850"/>
          </a:xfrm>
          <a:prstGeom prst="rect">
            <a:avLst/>
          </a:prstGeom>
        </p:spPr>
        <p:txBody>
          <a:bodyPr wrap="square" lIns="0" tIns="17399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7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데이터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모델의</a:t>
            </a:r>
            <a:r>
              <a:rPr dirty="0" sz="1950" spc="-9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분류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12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고수준</a:t>
            </a:r>
            <a:r>
              <a:rPr dirty="0" sz="1750" spc="-114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또는</a:t>
            </a:r>
            <a:r>
              <a:rPr dirty="0" sz="1750" spc="-11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개념적</a:t>
            </a:r>
            <a:r>
              <a:rPr dirty="0" sz="1750" spc="-12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데이터</a:t>
            </a:r>
            <a:r>
              <a:rPr dirty="0" sz="1750" spc="-11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spc="-10" b="1">
                <a:solidFill>
                  <a:srgbClr val="FF3300"/>
                </a:solidFill>
                <a:latin typeface="Malgun Gothic"/>
                <a:cs typeface="Malgun Gothic"/>
              </a:rPr>
              <a:t>모델</a:t>
            </a:r>
            <a:r>
              <a:rPr dirty="0" sz="1750" spc="-10" b="1">
                <a:latin typeface="Malgun Gothic"/>
                <a:cs typeface="Malgun Gothic"/>
              </a:rPr>
              <a:t>(conceptual</a:t>
            </a:r>
            <a:r>
              <a:rPr dirty="0" sz="1750" spc="-100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data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model)</a:t>
            </a:r>
            <a:endParaRPr sz="1750">
              <a:latin typeface="Malgun Gothic"/>
              <a:cs typeface="Malgun Gothic"/>
            </a:endParaRPr>
          </a:p>
          <a:p>
            <a:pPr lvl="2" marL="1273175" indent="-252095">
              <a:lnSpc>
                <a:spcPct val="100000"/>
              </a:lnSpc>
              <a:spcBef>
                <a:spcPts val="1070"/>
              </a:spcBef>
              <a:buFont typeface="MingLiU_HKSCS-ExtB"/>
              <a:buChar char="▪"/>
              <a:tabLst>
                <a:tab pos="1273175" algn="l"/>
              </a:tabLst>
            </a:pPr>
            <a:r>
              <a:rPr dirty="0" sz="1750" b="1">
                <a:latin typeface="Malgun Gothic"/>
                <a:cs typeface="Malgun Gothic"/>
              </a:rPr>
              <a:t>사람이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인식하는</a:t>
            </a:r>
            <a:r>
              <a:rPr dirty="0" sz="1750" spc="-12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것과</a:t>
            </a:r>
            <a:r>
              <a:rPr dirty="0" sz="1750" spc="-10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유사하게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데이터베이스의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전체적인</a:t>
            </a:r>
            <a:r>
              <a:rPr dirty="0" sz="1750" spc="-12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논리적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구조를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명시</a:t>
            </a:r>
            <a:endParaRPr sz="1750">
              <a:latin typeface="Malgun Gothic"/>
              <a:cs typeface="Malgun Gothic"/>
            </a:endParaRPr>
          </a:p>
          <a:p>
            <a:pPr lvl="2" marL="1273175" indent="-252095">
              <a:lnSpc>
                <a:spcPct val="100000"/>
              </a:lnSpc>
              <a:spcBef>
                <a:spcPts val="1080"/>
              </a:spcBef>
              <a:buFont typeface="MingLiU_HKSCS-ExtB"/>
              <a:buChar char="▪"/>
              <a:tabLst>
                <a:tab pos="1273175" algn="l"/>
              </a:tabLst>
            </a:pPr>
            <a:r>
              <a:rPr dirty="0" sz="1750" spc="50" b="1">
                <a:latin typeface="Malgun Gothic"/>
                <a:cs typeface="Malgun Gothic"/>
              </a:rPr>
              <a:t>예:</a:t>
            </a:r>
            <a:r>
              <a:rPr dirty="0" sz="1750" spc="-30" b="1">
                <a:latin typeface="Malgun Gothic"/>
                <a:cs typeface="Malgun Gothic"/>
              </a:rPr>
              <a:t> </a:t>
            </a:r>
            <a:r>
              <a:rPr dirty="0" sz="1750" spc="114" b="1">
                <a:solidFill>
                  <a:srgbClr val="FF3300"/>
                </a:solidFill>
                <a:latin typeface="Malgun Gothic"/>
                <a:cs typeface="Malgun Gothic"/>
              </a:rPr>
              <a:t>개체-</a:t>
            </a: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관계</a:t>
            </a:r>
            <a:r>
              <a:rPr dirty="0" sz="1750" b="1">
                <a:latin typeface="Malgun Gothic"/>
                <a:cs typeface="Malgun Gothic"/>
              </a:rPr>
              <a:t>(</a:t>
            </a: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ER:</a:t>
            </a:r>
            <a:r>
              <a:rPr dirty="0" sz="1750" spc="-7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Entity-</a:t>
            </a:r>
            <a:r>
              <a:rPr dirty="0" sz="1750" spc="-35" b="1">
                <a:solidFill>
                  <a:srgbClr val="FF3300"/>
                </a:solidFill>
                <a:latin typeface="Malgun Gothic"/>
                <a:cs typeface="Malgun Gothic"/>
              </a:rPr>
              <a:t>Relationship</a:t>
            </a:r>
            <a:r>
              <a:rPr dirty="0" sz="1750" spc="-35" b="1">
                <a:latin typeface="Malgun Gothic"/>
                <a:cs typeface="Malgun Gothic"/>
              </a:rPr>
              <a:t>)</a:t>
            </a:r>
            <a:r>
              <a:rPr dirty="0" sz="1750" spc="-6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데이터</a:t>
            </a:r>
            <a:r>
              <a:rPr dirty="0" sz="1750" spc="-6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모델과</a:t>
            </a:r>
            <a:r>
              <a:rPr dirty="0" sz="1750" spc="-6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객체</a:t>
            </a:r>
            <a:r>
              <a:rPr dirty="0" sz="1750" spc="-6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지향</a:t>
            </a:r>
            <a:r>
              <a:rPr dirty="0" sz="1750" spc="-4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데이터</a:t>
            </a:r>
            <a:r>
              <a:rPr dirty="0" sz="1750" spc="-65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모델</a:t>
            </a:r>
            <a:endParaRPr sz="17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8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표현(구현)</a:t>
            </a:r>
            <a:r>
              <a:rPr dirty="0" sz="1750" spc="-7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데이터</a:t>
            </a:r>
            <a:r>
              <a:rPr dirty="0" sz="1750" spc="-8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spc="-50" b="1">
                <a:solidFill>
                  <a:srgbClr val="FF3300"/>
                </a:solidFill>
                <a:latin typeface="Malgun Gothic"/>
                <a:cs typeface="Malgun Gothic"/>
              </a:rPr>
              <a:t>모델</a:t>
            </a:r>
            <a:r>
              <a:rPr dirty="0" sz="1750" spc="-50" b="1">
                <a:latin typeface="Malgun Gothic"/>
                <a:cs typeface="Malgun Gothic"/>
              </a:rPr>
              <a:t>(representation(</a:t>
            </a:r>
            <a:r>
              <a:rPr dirty="0" sz="1750" spc="-50" b="1">
                <a:solidFill>
                  <a:srgbClr val="FF0000"/>
                </a:solidFill>
                <a:latin typeface="Malgun Gothic"/>
                <a:cs typeface="Malgun Gothic"/>
              </a:rPr>
              <a:t>implementation</a:t>
            </a:r>
            <a:r>
              <a:rPr dirty="0" sz="1750" spc="-50" b="1">
                <a:latin typeface="Malgun Gothic"/>
                <a:cs typeface="Malgun Gothic"/>
              </a:rPr>
              <a:t>)</a:t>
            </a:r>
            <a:r>
              <a:rPr dirty="0" sz="1750" spc="-75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data</a:t>
            </a:r>
            <a:r>
              <a:rPr dirty="0" sz="1750" spc="-9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model)</a:t>
            </a:r>
            <a:endParaRPr sz="1750">
              <a:latin typeface="Malgun Gothic"/>
              <a:cs typeface="Malgun Gothic"/>
            </a:endParaRPr>
          </a:p>
          <a:p>
            <a:pPr lvl="2" marL="1273175" marR="154940" indent="-252095">
              <a:lnSpc>
                <a:spcPct val="130900"/>
              </a:lnSpc>
              <a:spcBef>
                <a:spcPts val="430"/>
              </a:spcBef>
              <a:buFont typeface="MingLiU_HKSCS-ExtB"/>
              <a:buChar char="▪"/>
              <a:tabLst>
                <a:tab pos="1274445" algn="l"/>
              </a:tabLst>
            </a:pPr>
            <a:r>
              <a:rPr dirty="0" sz="1750" b="1">
                <a:latin typeface="Malgun Gothic"/>
                <a:cs typeface="Malgun Gothic"/>
              </a:rPr>
              <a:t>최종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사용자가</a:t>
            </a:r>
            <a:r>
              <a:rPr dirty="0" sz="1750" spc="-13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이해하는</a:t>
            </a:r>
            <a:r>
              <a:rPr dirty="0" sz="1750" spc="-135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개념이면서</a:t>
            </a:r>
            <a:r>
              <a:rPr dirty="0" sz="1750" spc="-1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컴퓨터</a:t>
            </a:r>
            <a:r>
              <a:rPr dirty="0" sz="1750" spc="-13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내에서</a:t>
            </a:r>
            <a:r>
              <a:rPr dirty="0" sz="1750" spc="-13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데이터가</a:t>
            </a:r>
            <a:r>
              <a:rPr dirty="0" sz="1750" spc="-13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조직되는</a:t>
            </a:r>
            <a:r>
              <a:rPr dirty="0" sz="1750" spc="-13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방식과 </a:t>
            </a:r>
            <a:r>
              <a:rPr dirty="0" sz="1750" spc="-25" b="1">
                <a:latin typeface="Malgun Gothic"/>
                <a:cs typeface="Malgun Gothic"/>
              </a:rPr>
              <a:t>	</a:t>
            </a:r>
            <a:r>
              <a:rPr dirty="0" sz="1750" b="1">
                <a:latin typeface="Malgun Gothic"/>
                <a:cs typeface="Malgun Gothic"/>
              </a:rPr>
              <a:t>멀리</a:t>
            </a:r>
            <a:r>
              <a:rPr dirty="0" sz="1750" spc="-10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떨어져</a:t>
            </a:r>
            <a:r>
              <a:rPr dirty="0" sz="1750" spc="-12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있지는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않음</a:t>
            </a:r>
            <a:endParaRPr sz="1750">
              <a:latin typeface="Malgun Gothic"/>
              <a:cs typeface="Malgun Gothic"/>
            </a:endParaRPr>
          </a:p>
          <a:p>
            <a:pPr lvl="2" marL="1273175" marR="5080" indent="-252095">
              <a:lnSpc>
                <a:spcPct val="131400"/>
              </a:lnSpc>
              <a:spcBef>
                <a:spcPts val="420"/>
              </a:spcBef>
              <a:buFont typeface="MingLiU_HKSCS-ExtB"/>
              <a:buChar char="▪"/>
              <a:tabLst>
                <a:tab pos="1274445" algn="l"/>
              </a:tabLst>
            </a:pPr>
            <a:r>
              <a:rPr dirty="0" sz="1750" spc="50" b="1">
                <a:latin typeface="Malgun Gothic"/>
                <a:cs typeface="Malgun Gothic"/>
              </a:rPr>
              <a:t>예:</a:t>
            </a:r>
            <a:r>
              <a:rPr dirty="0" sz="1750" spc="-7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계층</a:t>
            </a:r>
            <a:r>
              <a:rPr dirty="0" sz="1750" spc="-8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데이터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모델(hierarchical</a:t>
            </a:r>
            <a:r>
              <a:rPr dirty="0" sz="1750" spc="-105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data</a:t>
            </a:r>
            <a:r>
              <a:rPr dirty="0" sz="1750" spc="-105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model),</a:t>
            </a:r>
            <a:r>
              <a:rPr dirty="0" sz="1750" spc="-9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네트워크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데이터</a:t>
            </a:r>
            <a:r>
              <a:rPr dirty="0" sz="1750" spc="-105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모델(network 	data</a:t>
            </a:r>
            <a:r>
              <a:rPr dirty="0" sz="1750" spc="-95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model),</a:t>
            </a:r>
            <a:r>
              <a:rPr dirty="0" sz="1750" spc="-105" b="1"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관계</a:t>
            </a:r>
            <a:r>
              <a:rPr dirty="0" sz="1750" spc="-9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3300"/>
                </a:solidFill>
                <a:latin typeface="Malgun Gothic"/>
                <a:cs typeface="Malgun Gothic"/>
              </a:rPr>
              <a:t>데이터</a:t>
            </a:r>
            <a:r>
              <a:rPr dirty="0" sz="1750" spc="-10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spc="-45" b="1">
                <a:solidFill>
                  <a:srgbClr val="FF3300"/>
                </a:solidFill>
                <a:latin typeface="Malgun Gothic"/>
                <a:cs typeface="Malgun Gothic"/>
              </a:rPr>
              <a:t>모델</a:t>
            </a:r>
            <a:r>
              <a:rPr dirty="0" sz="1750" spc="-45" b="1">
                <a:latin typeface="Malgun Gothic"/>
                <a:cs typeface="Malgun Gothic"/>
              </a:rPr>
              <a:t>(</a:t>
            </a:r>
            <a:r>
              <a:rPr dirty="0" sz="1750" spc="-45" b="1">
                <a:solidFill>
                  <a:srgbClr val="FF3300"/>
                </a:solidFill>
                <a:latin typeface="Malgun Gothic"/>
                <a:cs typeface="Malgun Gothic"/>
              </a:rPr>
              <a:t>relational</a:t>
            </a:r>
            <a:r>
              <a:rPr dirty="0" sz="1750" spc="-9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spc="-10" b="1">
                <a:solidFill>
                  <a:srgbClr val="FF3300"/>
                </a:solidFill>
                <a:latin typeface="Malgun Gothic"/>
                <a:cs typeface="Malgun Gothic"/>
              </a:rPr>
              <a:t>data</a:t>
            </a:r>
            <a:r>
              <a:rPr dirty="0" sz="1750" spc="-9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750" spc="-10" b="1">
                <a:solidFill>
                  <a:srgbClr val="FF3300"/>
                </a:solidFill>
                <a:latin typeface="Malgun Gothic"/>
                <a:cs typeface="Malgun Gothic"/>
              </a:rPr>
              <a:t>model</a:t>
            </a:r>
            <a:r>
              <a:rPr dirty="0" sz="1750" spc="-10" b="1">
                <a:latin typeface="Malgun Gothic"/>
                <a:cs typeface="Malgun Gothic"/>
              </a:rPr>
              <a:t>)</a:t>
            </a:r>
            <a:endParaRPr sz="17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24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750" b="1">
                <a:latin typeface="Malgun Gothic"/>
                <a:cs typeface="Malgun Gothic"/>
              </a:rPr>
              <a:t>저수준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또는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물리적인</a:t>
            </a:r>
            <a:r>
              <a:rPr dirty="0" sz="1750" spc="-12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데이터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모델(physical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data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model)</a:t>
            </a:r>
            <a:endParaRPr sz="1750">
              <a:latin typeface="Malgun Gothic"/>
              <a:cs typeface="Malgun Gothic"/>
            </a:endParaRPr>
          </a:p>
          <a:p>
            <a:pPr lvl="2" marL="1273175" indent="-252095">
              <a:lnSpc>
                <a:spcPct val="100000"/>
              </a:lnSpc>
              <a:spcBef>
                <a:spcPts val="1280"/>
              </a:spcBef>
              <a:buFont typeface="MingLiU_HKSCS-ExtB"/>
              <a:buChar char="▪"/>
              <a:tabLst>
                <a:tab pos="1273175" algn="l"/>
              </a:tabLst>
            </a:pPr>
            <a:r>
              <a:rPr dirty="0" sz="1750" spc="-20" b="1">
                <a:latin typeface="Malgun Gothic"/>
                <a:cs typeface="Malgun Gothic"/>
              </a:rPr>
              <a:t>데이터베이스에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데이터가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어떻게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저장되는가를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기술</a:t>
            </a:r>
            <a:endParaRPr sz="1750">
              <a:latin typeface="Malgun Gothic"/>
              <a:cs typeface="Malgun Gothic"/>
            </a:endParaRPr>
          </a:p>
          <a:p>
            <a:pPr lvl="2" marL="1273175" indent="-252095">
              <a:lnSpc>
                <a:spcPct val="100000"/>
              </a:lnSpc>
              <a:spcBef>
                <a:spcPts val="1300"/>
              </a:spcBef>
              <a:buFont typeface="MingLiU_HKSCS-ExtB"/>
              <a:buChar char="▪"/>
              <a:tabLst>
                <a:tab pos="1273175" algn="l"/>
              </a:tabLst>
            </a:pPr>
            <a:r>
              <a:rPr dirty="0" sz="1750" spc="50" b="1">
                <a:latin typeface="Malgun Gothic"/>
                <a:cs typeface="Malgun Gothic"/>
              </a:rPr>
              <a:t>예:</a:t>
            </a:r>
            <a:r>
              <a:rPr dirty="0" sz="1750" spc="-60" b="1">
                <a:latin typeface="Malgun Gothic"/>
                <a:cs typeface="Malgun Gothic"/>
              </a:rPr>
              <a:t> </a:t>
            </a:r>
            <a:r>
              <a:rPr dirty="0" sz="1750" spc="-35" b="1">
                <a:latin typeface="Malgun Gothic"/>
                <a:cs typeface="Malgun Gothic"/>
              </a:rPr>
              <a:t>Unifying,</a:t>
            </a:r>
            <a:r>
              <a:rPr dirty="0" sz="1750" spc="-75" b="1">
                <a:latin typeface="Malgun Gothic"/>
                <a:cs typeface="Malgun Gothic"/>
              </a:rPr>
              <a:t> </a:t>
            </a:r>
            <a:r>
              <a:rPr dirty="0" sz="1750" spc="-45" b="1">
                <a:latin typeface="Malgun Gothic"/>
                <a:cs typeface="Malgun Gothic"/>
              </a:rPr>
              <a:t>ISAM,</a:t>
            </a:r>
            <a:r>
              <a:rPr dirty="0" sz="1750" spc="-80" b="1">
                <a:latin typeface="Malgun Gothic"/>
                <a:cs typeface="Malgun Gothic"/>
              </a:rPr>
              <a:t> </a:t>
            </a:r>
            <a:r>
              <a:rPr dirty="0" sz="1750" spc="-105" b="1">
                <a:latin typeface="Malgun Gothic"/>
                <a:cs typeface="Malgun Gothic"/>
              </a:rPr>
              <a:t>VSAM</a:t>
            </a:r>
            <a:r>
              <a:rPr dirty="0" sz="1750" spc="-90" b="1">
                <a:latin typeface="Malgun Gothic"/>
                <a:cs typeface="Malgun Gothic"/>
              </a:rPr>
              <a:t> </a:t>
            </a:r>
            <a:r>
              <a:rPr dirty="0" sz="1750" spc="-50" b="1">
                <a:latin typeface="Malgun Gothic"/>
                <a:cs typeface="Malgun Gothic"/>
              </a:rPr>
              <a:t>등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350" y="2279523"/>
            <a:ext cx="2066289" cy="86995"/>
          </a:xfrm>
          <a:custGeom>
            <a:avLst/>
            <a:gdLst/>
            <a:ahLst/>
            <a:cxnLst/>
            <a:rect l="l" t="t" r="r" b="b"/>
            <a:pathLst>
              <a:path w="2066289" h="86994">
                <a:moveTo>
                  <a:pt x="0" y="0"/>
                </a:moveTo>
                <a:lnTo>
                  <a:pt x="5026" y="0"/>
                </a:lnTo>
                <a:lnTo>
                  <a:pt x="14398" y="0"/>
                </a:lnTo>
                <a:lnTo>
                  <a:pt x="28128" y="0"/>
                </a:lnTo>
                <a:lnTo>
                  <a:pt x="46227" y="0"/>
                </a:lnTo>
                <a:lnTo>
                  <a:pt x="66778" y="168"/>
                </a:lnTo>
                <a:lnTo>
                  <a:pt x="88042" y="682"/>
                </a:lnTo>
                <a:lnTo>
                  <a:pt x="110021" y="1553"/>
                </a:lnTo>
                <a:lnTo>
                  <a:pt x="132715" y="2793"/>
                </a:lnTo>
                <a:lnTo>
                  <a:pt x="156198" y="4054"/>
                </a:lnTo>
                <a:lnTo>
                  <a:pt x="180371" y="4968"/>
                </a:lnTo>
                <a:lnTo>
                  <a:pt x="205259" y="5526"/>
                </a:lnTo>
                <a:lnTo>
                  <a:pt x="230886" y="5714"/>
                </a:lnTo>
                <a:lnTo>
                  <a:pt x="256869" y="6072"/>
                </a:lnTo>
                <a:lnTo>
                  <a:pt x="282829" y="7143"/>
                </a:lnTo>
                <a:lnTo>
                  <a:pt x="308788" y="8929"/>
                </a:lnTo>
                <a:lnTo>
                  <a:pt x="334772" y="11429"/>
                </a:lnTo>
                <a:lnTo>
                  <a:pt x="360039" y="14174"/>
                </a:lnTo>
                <a:lnTo>
                  <a:pt x="383841" y="16525"/>
                </a:lnTo>
                <a:lnTo>
                  <a:pt x="406191" y="18520"/>
                </a:lnTo>
                <a:lnTo>
                  <a:pt x="427101" y="20192"/>
                </a:lnTo>
                <a:lnTo>
                  <a:pt x="446220" y="21621"/>
                </a:lnTo>
                <a:lnTo>
                  <a:pt x="463184" y="23050"/>
                </a:lnTo>
                <a:lnTo>
                  <a:pt x="477982" y="24479"/>
                </a:lnTo>
                <a:lnTo>
                  <a:pt x="490601" y="25907"/>
                </a:lnTo>
                <a:lnTo>
                  <a:pt x="501411" y="27168"/>
                </a:lnTo>
                <a:lnTo>
                  <a:pt x="510794" y="28082"/>
                </a:lnTo>
                <a:lnTo>
                  <a:pt x="518747" y="28640"/>
                </a:lnTo>
                <a:lnTo>
                  <a:pt x="525272" y="28828"/>
                </a:lnTo>
                <a:lnTo>
                  <a:pt x="531177" y="28828"/>
                </a:lnTo>
                <a:lnTo>
                  <a:pt x="537464" y="28828"/>
                </a:lnTo>
                <a:lnTo>
                  <a:pt x="544131" y="28828"/>
                </a:lnTo>
                <a:lnTo>
                  <a:pt x="551180" y="28828"/>
                </a:lnTo>
                <a:lnTo>
                  <a:pt x="558946" y="28997"/>
                </a:lnTo>
                <a:lnTo>
                  <a:pt x="567785" y="29511"/>
                </a:lnTo>
                <a:lnTo>
                  <a:pt x="577719" y="30382"/>
                </a:lnTo>
                <a:lnTo>
                  <a:pt x="588772" y="31623"/>
                </a:lnTo>
                <a:lnTo>
                  <a:pt x="600108" y="32936"/>
                </a:lnTo>
                <a:lnTo>
                  <a:pt x="611076" y="33845"/>
                </a:lnTo>
                <a:lnTo>
                  <a:pt x="621686" y="34373"/>
                </a:lnTo>
                <a:lnTo>
                  <a:pt x="631952" y="34543"/>
                </a:lnTo>
                <a:lnTo>
                  <a:pt x="642290" y="34543"/>
                </a:lnTo>
                <a:lnTo>
                  <a:pt x="652938" y="34543"/>
                </a:lnTo>
                <a:lnTo>
                  <a:pt x="1001394" y="34543"/>
                </a:lnTo>
                <a:lnTo>
                  <a:pt x="1020516" y="34732"/>
                </a:lnTo>
                <a:lnTo>
                  <a:pt x="1040352" y="35290"/>
                </a:lnTo>
                <a:lnTo>
                  <a:pt x="1060902" y="36204"/>
                </a:lnTo>
                <a:lnTo>
                  <a:pt x="1082167" y="37464"/>
                </a:lnTo>
                <a:lnTo>
                  <a:pt x="1103316" y="38725"/>
                </a:lnTo>
                <a:lnTo>
                  <a:pt x="1123346" y="39639"/>
                </a:lnTo>
                <a:lnTo>
                  <a:pt x="1142281" y="40197"/>
                </a:lnTo>
                <a:lnTo>
                  <a:pt x="1160145" y="40386"/>
                </a:lnTo>
                <a:lnTo>
                  <a:pt x="1177291" y="40386"/>
                </a:lnTo>
                <a:lnTo>
                  <a:pt x="1194069" y="40386"/>
                </a:lnTo>
                <a:lnTo>
                  <a:pt x="1210490" y="40386"/>
                </a:lnTo>
                <a:lnTo>
                  <a:pt x="1226566" y="40386"/>
                </a:lnTo>
                <a:lnTo>
                  <a:pt x="1242945" y="40743"/>
                </a:lnTo>
                <a:lnTo>
                  <a:pt x="1260443" y="41814"/>
                </a:lnTo>
                <a:lnTo>
                  <a:pt x="1279036" y="43600"/>
                </a:lnTo>
                <a:lnTo>
                  <a:pt x="1298702" y="46100"/>
                </a:lnTo>
                <a:lnTo>
                  <a:pt x="1318178" y="48789"/>
                </a:lnTo>
                <a:lnTo>
                  <a:pt x="1336214" y="51133"/>
                </a:lnTo>
                <a:lnTo>
                  <a:pt x="1383089" y="56185"/>
                </a:lnTo>
                <a:lnTo>
                  <a:pt x="1437132" y="60578"/>
                </a:lnTo>
                <a:lnTo>
                  <a:pt x="1476089" y="62690"/>
                </a:lnTo>
                <a:lnTo>
                  <a:pt x="1512189" y="63373"/>
                </a:lnTo>
                <a:lnTo>
                  <a:pt x="1529524" y="63750"/>
                </a:lnTo>
                <a:lnTo>
                  <a:pt x="1546860" y="64865"/>
                </a:lnTo>
                <a:lnTo>
                  <a:pt x="1564195" y="66694"/>
                </a:lnTo>
                <a:lnTo>
                  <a:pt x="1581531" y="69214"/>
                </a:lnTo>
                <a:lnTo>
                  <a:pt x="1598793" y="71903"/>
                </a:lnTo>
                <a:lnTo>
                  <a:pt x="1616090" y="74247"/>
                </a:lnTo>
                <a:lnTo>
                  <a:pt x="1667704" y="79111"/>
                </a:lnTo>
                <a:lnTo>
                  <a:pt x="1714245" y="80771"/>
                </a:lnTo>
                <a:lnTo>
                  <a:pt x="1728102" y="80771"/>
                </a:lnTo>
                <a:lnTo>
                  <a:pt x="1740900" y="80771"/>
                </a:lnTo>
                <a:lnTo>
                  <a:pt x="1895983" y="80771"/>
                </a:lnTo>
                <a:lnTo>
                  <a:pt x="1903579" y="80940"/>
                </a:lnTo>
                <a:lnTo>
                  <a:pt x="1911889" y="81454"/>
                </a:lnTo>
                <a:lnTo>
                  <a:pt x="1920914" y="82325"/>
                </a:lnTo>
                <a:lnTo>
                  <a:pt x="1930654" y="83565"/>
                </a:lnTo>
                <a:lnTo>
                  <a:pt x="1941109" y="84879"/>
                </a:lnTo>
                <a:lnTo>
                  <a:pt x="1952291" y="85788"/>
                </a:lnTo>
                <a:lnTo>
                  <a:pt x="1964211" y="86316"/>
                </a:lnTo>
                <a:lnTo>
                  <a:pt x="1976882" y="86487"/>
                </a:lnTo>
                <a:lnTo>
                  <a:pt x="1989310" y="86487"/>
                </a:lnTo>
                <a:lnTo>
                  <a:pt x="2000678" y="86487"/>
                </a:lnTo>
                <a:lnTo>
                  <a:pt x="2062480" y="86487"/>
                </a:lnTo>
                <a:lnTo>
                  <a:pt x="2066289" y="86487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323715" y="2516124"/>
            <a:ext cx="1374140" cy="34925"/>
          </a:xfrm>
          <a:custGeom>
            <a:avLst/>
            <a:gdLst/>
            <a:ahLst/>
            <a:cxnLst/>
            <a:rect l="l" t="t" r="r" b="b"/>
            <a:pathLst>
              <a:path w="1374139" h="34925">
                <a:moveTo>
                  <a:pt x="0" y="34670"/>
                </a:moveTo>
                <a:lnTo>
                  <a:pt x="0" y="30734"/>
                </a:lnTo>
                <a:lnTo>
                  <a:pt x="1905" y="28828"/>
                </a:lnTo>
                <a:lnTo>
                  <a:pt x="5714" y="28828"/>
                </a:lnTo>
                <a:lnTo>
                  <a:pt x="9525" y="28828"/>
                </a:lnTo>
                <a:lnTo>
                  <a:pt x="13462" y="27939"/>
                </a:lnTo>
                <a:lnTo>
                  <a:pt x="17272" y="25907"/>
                </a:lnTo>
                <a:lnTo>
                  <a:pt x="21082" y="24002"/>
                </a:lnTo>
                <a:lnTo>
                  <a:pt x="26924" y="23113"/>
                </a:lnTo>
                <a:lnTo>
                  <a:pt x="34544" y="23113"/>
                </a:lnTo>
                <a:lnTo>
                  <a:pt x="40880" y="22925"/>
                </a:lnTo>
                <a:lnTo>
                  <a:pt x="48275" y="22367"/>
                </a:lnTo>
                <a:lnTo>
                  <a:pt x="56743" y="21453"/>
                </a:lnTo>
                <a:lnTo>
                  <a:pt x="66294" y="20192"/>
                </a:lnTo>
                <a:lnTo>
                  <a:pt x="76221" y="18932"/>
                </a:lnTo>
                <a:lnTo>
                  <a:pt x="85804" y="18018"/>
                </a:lnTo>
                <a:lnTo>
                  <a:pt x="95029" y="17460"/>
                </a:lnTo>
                <a:lnTo>
                  <a:pt x="103886" y="17272"/>
                </a:lnTo>
                <a:lnTo>
                  <a:pt x="113627" y="17272"/>
                </a:lnTo>
                <a:lnTo>
                  <a:pt x="125523" y="17272"/>
                </a:lnTo>
                <a:lnTo>
                  <a:pt x="944626" y="17272"/>
                </a:lnTo>
                <a:lnTo>
                  <a:pt x="948436" y="16382"/>
                </a:lnTo>
                <a:lnTo>
                  <a:pt x="952246" y="14350"/>
                </a:lnTo>
                <a:lnTo>
                  <a:pt x="956183" y="12445"/>
                </a:lnTo>
                <a:lnTo>
                  <a:pt x="959993" y="11556"/>
                </a:lnTo>
                <a:lnTo>
                  <a:pt x="963802" y="11556"/>
                </a:lnTo>
                <a:lnTo>
                  <a:pt x="967739" y="11556"/>
                </a:lnTo>
                <a:lnTo>
                  <a:pt x="1077340" y="11556"/>
                </a:lnTo>
                <a:lnTo>
                  <a:pt x="1082167" y="10540"/>
                </a:lnTo>
                <a:lnTo>
                  <a:pt x="1087882" y="8636"/>
                </a:lnTo>
                <a:lnTo>
                  <a:pt x="1093724" y="6730"/>
                </a:lnTo>
                <a:lnTo>
                  <a:pt x="1098550" y="4825"/>
                </a:lnTo>
                <a:lnTo>
                  <a:pt x="1102360" y="2920"/>
                </a:lnTo>
                <a:lnTo>
                  <a:pt x="1106170" y="888"/>
                </a:lnTo>
                <a:lnTo>
                  <a:pt x="1109090" y="0"/>
                </a:lnTo>
                <a:lnTo>
                  <a:pt x="1369822" y="0"/>
                </a:lnTo>
                <a:lnTo>
                  <a:pt x="137363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54736" y="2810510"/>
            <a:ext cx="582930" cy="5715"/>
          </a:xfrm>
          <a:custGeom>
            <a:avLst/>
            <a:gdLst/>
            <a:ahLst/>
            <a:cxnLst/>
            <a:rect l="l" t="t" r="r" b="b"/>
            <a:pathLst>
              <a:path w="582930" h="5714">
                <a:moveTo>
                  <a:pt x="0" y="0"/>
                </a:moveTo>
                <a:lnTo>
                  <a:pt x="0" y="0"/>
                </a:lnTo>
                <a:lnTo>
                  <a:pt x="210565" y="0"/>
                </a:lnTo>
                <a:lnTo>
                  <a:pt x="231544" y="168"/>
                </a:lnTo>
                <a:lnTo>
                  <a:pt x="251047" y="682"/>
                </a:lnTo>
                <a:lnTo>
                  <a:pt x="269073" y="1553"/>
                </a:lnTo>
                <a:lnTo>
                  <a:pt x="285623" y="2793"/>
                </a:lnTo>
                <a:lnTo>
                  <a:pt x="301509" y="4107"/>
                </a:lnTo>
                <a:lnTo>
                  <a:pt x="317373" y="5016"/>
                </a:lnTo>
                <a:lnTo>
                  <a:pt x="333236" y="5544"/>
                </a:lnTo>
                <a:lnTo>
                  <a:pt x="349123" y="5714"/>
                </a:lnTo>
                <a:lnTo>
                  <a:pt x="364293" y="5714"/>
                </a:lnTo>
                <a:lnTo>
                  <a:pt x="377999" y="5714"/>
                </a:lnTo>
                <a:lnTo>
                  <a:pt x="578993" y="5714"/>
                </a:lnTo>
                <a:lnTo>
                  <a:pt x="582930" y="571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77950" y="2573782"/>
            <a:ext cx="1223645" cy="254000"/>
          </a:xfrm>
          <a:custGeom>
            <a:avLst/>
            <a:gdLst/>
            <a:ahLst/>
            <a:cxnLst/>
            <a:rect l="l" t="t" r="r" b="b"/>
            <a:pathLst>
              <a:path w="1223645" h="254000">
                <a:moveTo>
                  <a:pt x="0" y="5842"/>
                </a:moveTo>
                <a:lnTo>
                  <a:pt x="0" y="5842"/>
                </a:lnTo>
                <a:lnTo>
                  <a:pt x="98043" y="5842"/>
                </a:lnTo>
                <a:lnTo>
                  <a:pt x="121884" y="5653"/>
                </a:lnTo>
                <a:lnTo>
                  <a:pt x="147129" y="5095"/>
                </a:lnTo>
                <a:lnTo>
                  <a:pt x="173803" y="4181"/>
                </a:lnTo>
                <a:lnTo>
                  <a:pt x="201930" y="2921"/>
                </a:lnTo>
                <a:lnTo>
                  <a:pt x="231149" y="1660"/>
                </a:lnTo>
                <a:lnTo>
                  <a:pt x="261096" y="746"/>
                </a:lnTo>
                <a:lnTo>
                  <a:pt x="291780" y="188"/>
                </a:lnTo>
                <a:lnTo>
                  <a:pt x="323215" y="0"/>
                </a:lnTo>
                <a:lnTo>
                  <a:pt x="356026" y="0"/>
                </a:lnTo>
                <a:lnTo>
                  <a:pt x="391017" y="0"/>
                </a:lnTo>
                <a:lnTo>
                  <a:pt x="1041781" y="0"/>
                </a:lnTo>
                <a:lnTo>
                  <a:pt x="1053849" y="188"/>
                </a:lnTo>
                <a:lnTo>
                  <a:pt x="1064133" y="746"/>
                </a:lnTo>
                <a:lnTo>
                  <a:pt x="1072606" y="1660"/>
                </a:lnTo>
                <a:lnTo>
                  <a:pt x="1079246" y="2921"/>
                </a:lnTo>
                <a:lnTo>
                  <a:pt x="1086993" y="4826"/>
                </a:lnTo>
                <a:lnTo>
                  <a:pt x="1093724" y="5842"/>
                </a:lnTo>
                <a:lnTo>
                  <a:pt x="1117727" y="5842"/>
                </a:lnTo>
                <a:lnTo>
                  <a:pt x="1121537" y="6731"/>
                </a:lnTo>
                <a:lnTo>
                  <a:pt x="1125474" y="8636"/>
                </a:lnTo>
                <a:lnTo>
                  <a:pt x="1129284" y="10668"/>
                </a:lnTo>
                <a:lnTo>
                  <a:pt x="1133094" y="11557"/>
                </a:lnTo>
                <a:lnTo>
                  <a:pt x="1219708" y="11557"/>
                </a:lnTo>
                <a:lnTo>
                  <a:pt x="1223518" y="11557"/>
                </a:lnTo>
              </a:path>
              <a:path w="1223645" h="254000">
                <a:moveTo>
                  <a:pt x="709930" y="236728"/>
                </a:moveTo>
                <a:lnTo>
                  <a:pt x="670942" y="243746"/>
                </a:lnTo>
                <a:lnTo>
                  <a:pt x="643509" y="251079"/>
                </a:lnTo>
                <a:lnTo>
                  <a:pt x="637667" y="252984"/>
                </a:lnTo>
                <a:lnTo>
                  <a:pt x="631952" y="254000"/>
                </a:lnTo>
                <a:lnTo>
                  <a:pt x="626237" y="254000"/>
                </a:lnTo>
                <a:lnTo>
                  <a:pt x="620395" y="254000"/>
                </a:lnTo>
                <a:lnTo>
                  <a:pt x="473202" y="254000"/>
                </a:lnTo>
                <a:lnTo>
                  <a:pt x="461676" y="253642"/>
                </a:lnTo>
                <a:lnTo>
                  <a:pt x="450151" y="252571"/>
                </a:lnTo>
                <a:lnTo>
                  <a:pt x="438626" y="250785"/>
                </a:lnTo>
                <a:lnTo>
                  <a:pt x="427101" y="248285"/>
                </a:lnTo>
                <a:lnTo>
                  <a:pt x="416407" y="245711"/>
                </a:lnTo>
                <a:lnTo>
                  <a:pt x="407558" y="243887"/>
                </a:lnTo>
                <a:lnTo>
                  <a:pt x="400544" y="242802"/>
                </a:lnTo>
                <a:lnTo>
                  <a:pt x="395351" y="242443"/>
                </a:lnTo>
                <a:lnTo>
                  <a:pt x="389509" y="242443"/>
                </a:lnTo>
                <a:lnTo>
                  <a:pt x="385699" y="242443"/>
                </a:lnTo>
                <a:lnTo>
                  <a:pt x="383794" y="242443"/>
                </a:lnTo>
                <a:lnTo>
                  <a:pt x="381889" y="242443"/>
                </a:lnTo>
                <a:lnTo>
                  <a:pt x="379984" y="241554"/>
                </a:lnTo>
                <a:lnTo>
                  <a:pt x="377952" y="239522"/>
                </a:lnTo>
                <a:lnTo>
                  <a:pt x="376047" y="237617"/>
                </a:lnTo>
                <a:lnTo>
                  <a:pt x="373126" y="235712"/>
                </a:lnTo>
                <a:lnTo>
                  <a:pt x="369316" y="233807"/>
                </a:lnTo>
                <a:lnTo>
                  <a:pt x="365506" y="231902"/>
                </a:lnTo>
                <a:lnTo>
                  <a:pt x="362585" y="229997"/>
                </a:lnTo>
                <a:lnTo>
                  <a:pt x="360680" y="227965"/>
                </a:lnTo>
                <a:lnTo>
                  <a:pt x="358775" y="226060"/>
                </a:lnTo>
                <a:lnTo>
                  <a:pt x="356870" y="221234"/>
                </a:lnTo>
                <a:lnTo>
                  <a:pt x="354965" y="213614"/>
                </a:lnTo>
                <a:lnTo>
                  <a:pt x="352933" y="205867"/>
                </a:lnTo>
                <a:lnTo>
                  <a:pt x="352044" y="198247"/>
                </a:lnTo>
                <a:lnTo>
                  <a:pt x="352044" y="190500"/>
                </a:lnTo>
                <a:lnTo>
                  <a:pt x="352044" y="182753"/>
                </a:lnTo>
                <a:lnTo>
                  <a:pt x="352044" y="136652"/>
                </a:lnTo>
                <a:lnTo>
                  <a:pt x="354965" y="129921"/>
                </a:lnTo>
                <a:lnTo>
                  <a:pt x="387209" y="106680"/>
                </a:lnTo>
                <a:lnTo>
                  <a:pt x="423435" y="90943"/>
                </a:lnTo>
                <a:lnTo>
                  <a:pt x="464566" y="77978"/>
                </a:lnTo>
                <a:lnTo>
                  <a:pt x="505696" y="68208"/>
                </a:lnTo>
                <a:lnTo>
                  <a:pt x="526605" y="64992"/>
                </a:lnTo>
                <a:lnTo>
                  <a:pt x="536702" y="63563"/>
                </a:lnTo>
                <a:lnTo>
                  <a:pt x="577088" y="58483"/>
                </a:lnTo>
                <a:lnTo>
                  <a:pt x="597281" y="57785"/>
                </a:lnTo>
                <a:lnTo>
                  <a:pt x="606492" y="57785"/>
                </a:lnTo>
                <a:lnTo>
                  <a:pt x="613918" y="57785"/>
                </a:lnTo>
                <a:lnTo>
                  <a:pt x="619533" y="57785"/>
                </a:lnTo>
                <a:lnTo>
                  <a:pt x="623316" y="57785"/>
                </a:lnTo>
                <a:lnTo>
                  <a:pt x="627126" y="57785"/>
                </a:lnTo>
                <a:lnTo>
                  <a:pt x="631952" y="58674"/>
                </a:lnTo>
                <a:lnTo>
                  <a:pt x="637667" y="60706"/>
                </a:lnTo>
                <a:lnTo>
                  <a:pt x="643509" y="62611"/>
                </a:lnTo>
                <a:lnTo>
                  <a:pt x="649224" y="65405"/>
                </a:lnTo>
                <a:lnTo>
                  <a:pt x="655066" y="69342"/>
                </a:lnTo>
                <a:lnTo>
                  <a:pt x="660781" y="73152"/>
                </a:lnTo>
                <a:lnTo>
                  <a:pt x="665607" y="77978"/>
                </a:lnTo>
                <a:lnTo>
                  <a:pt x="669417" y="83693"/>
                </a:lnTo>
                <a:lnTo>
                  <a:pt x="673354" y="89535"/>
                </a:lnTo>
                <a:lnTo>
                  <a:pt x="678180" y="95250"/>
                </a:lnTo>
                <a:lnTo>
                  <a:pt x="683895" y="101092"/>
                </a:lnTo>
                <a:lnTo>
                  <a:pt x="688443" y="105755"/>
                </a:lnTo>
                <a:lnTo>
                  <a:pt x="714200" y="137112"/>
                </a:lnTo>
                <a:lnTo>
                  <a:pt x="727202" y="156845"/>
                </a:lnTo>
                <a:lnTo>
                  <a:pt x="727202" y="158750"/>
                </a:lnTo>
                <a:lnTo>
                  <a:pt x="727202" y="160655"/>
                </a:lnTo>
                <a:lnTo>
                  <a:pt x="727202" y="162560"/>
                </a:lnTo>
                <a:lnTo>
                  <a:pt x="727202" y="164592"/>
                </a:lnTo>
                <a:lnTo>
                  <a:pt x="727202" y="166497"/>
                </a:lnTo>
                <a:lnTo>
                  <a:pt x="726186" y="169291"/>
                </a:lnTo>
                <a:lnTo>
                  <a:pt x="707898" y="192405"/>
                </a:lnTo>
                <a:lnTo>
                  <a:pt x="704088" y="19634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408426" y="4939665"/>
            <a:ext cx="1861820" cy="49530"/>
          </a:xfrm>
          <a:custGeom>
            <a:avLst/>
            <a:gdLst/>
            <a:ahLst/>
            <a:cxnLst/>
            <a:rect l="l" t="t" r="r" b="b"/>
            <a:pathLst>
              <a:path w="1861820" h="49529">
                <a:moveTo>
                  <a:pt x="0" y="0"/>
                </a:moveTo>
                <a:lnTo>
                  <a:pt x="0" y="0"/>
                </a:lnTo>
                <a:lnTo>
                  <a:pt x="31623" y="0"/>
                </a:lnTo>
                <a:lnTo>
                  <a:pt x="39877" y="1397"/>
                </a:lnTo>
                <a:lnTo>
                  <a:pt x="81391" y="7207"/>
                </a:lnTo>
                <a:lnTo>
                  <a:pt x="123571" y="8255"/>
                </a:lnTo>
                <a:lnTo>
                  <a:pt x="150887" y="8514"/>
                </a:lnTo>
                <a:lnTo>
                  <a:pt x="183324" y="9286"/>
                </a:lnTo>
                <a:lnTo>
                  <a:pt x="263651" y="12318"/>
                </a:lnTo>
                <a:lnTo>
                  <a:pt x="306343" y="14394"/>
                </a:lnTo>
                <a:lnTo>
                  <a:pt x="376344" y="18498"/>
                </a:lnTo>
                <a:lnTo>
                  <a:pt x="428799" y="22649"/>
                </a:lnTo>
                <a:lnTo>
                  <a:pt x="455040" y="24701"/>
                </a:lnTo>
                <a:lnTo>
                  <a:pt x="482330" y="26753"/>
                </a:lnTo>
                <a:lnTo>
                  <a:pt x="510666" y="28829"/>
                </a:lnTo>
                <a:lnTo>
                  <a:pt x="538481" y="30904"/>
                </a:lnTo>
                <a:lnTo>
                  <a:pt x="564213" y="32956"/>
                </a:lnTo>
                <a:lnTo>
                  <a:pt x="587873" y="35008"/>
                </a:lnTo>
                <a:lnTo>
                  <a:pt x="609473" y="37084"/>
                </a:lnTo>
                <a:lnTo>
                  <a:pt x="629804" y="38844"/>
                </a:lnTo>
                <a:lnTo>
                  <a:pt x="649636" y="40116"/>
                </a:lnTo>
                <a:lnTo>
                  <a:pt x="668944" y="40888"/>
                </a:lnTo>
                <a:lnTo>
                  <a:pt x="687704" y="41148"/>
                </a:lnTo>
                <a:lnTo>
                  <a:pt x="706258" y="41409"/>
                </a:lnTo>
                <a:lnTo>
                  <a:pt x="724788" y="42195"/>
                </a:lnTo>
                <a:lnTo>
                  <a:pt x="743319" y="43505"/>
                </a:lnTo>
                <a:lnTo>
                  <a:pt x="761873" y="45338"/>
                </a:lnTo>
                <a:lnTo>
                  <a:pt x="780164" y="47099"/>
                </a:lnTo>
                <a:lnTo>
                  <a:pt x="797909" y="48371"/>
                </a:lnTo>
                <a:lnTo>
                  <a:pt x="815129" y="49143"/>
                </a:lnTo>
                <a:lnTo>
                  <a:pt x="831850" y="49403"/>
                </a:lnTo>
                <a:lnTo>
                  <a:pt x="849092" y="49403"/>
                </a:lnTo>
                <a:lnTo>
                  <a:pt x="867870" y="49403"/>
                </a:lnTo>
                <a:lnTo>
                  <a:pt x="1855851" y="49403"/>
                </a:lnTo>
                <a:lnTo>
                  <a:pt x="1861312" y="4940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9" name="object 9" descr=""/>
          <p:cNvGrpSpPr/>
          <p:nvPr/>
        </p:nvGrpSpPr>
        <p:grpSpPr>
          <a:xfrm>
            <a:off x="5222621" y="3294379"/>
            <a:ext cx="383540" cy="894080"/>
            <a:chOff x="5222621" y="3294379"/>
            <a:chExt cx="383540" cy="894080"/>
          </a:xfrm>
        </p:grpSpPr>
        <p:sp>
          <p:nvSpPr>
            <p:cNvPr id="10" name="object 10" descr=""/>
            <p:cNvSpPr/>
            <p:nvPr/>
          </p:nvSpPr>
          <p:spPr>
            <a:xfrm>
              <a:off x="5270119" y="3300729"/>
              <a:ext cx="239395" cy="807085"/>
            </a:xfrm>
            <a:custGeom>
              <a:avLst/>
              <a:gdLst/>
              <a:ahLst/>
              <a:cxnLst/>
              <a:rect l="l" t="t" r="r" b="b"/>
              <a:pathLst>
                <a:path w="239395" h="807085">
                  <a:moveTo>
                    <a:pt x="197738" y="0"/>
                  </a:moveTo>
                  <a:lnTo>
                    <a:pt x="226567" y="32893"/>
                  </a:lnTo>
                  <a:lnTo>
                    <a:pt x="238886" y="78232"/>
                  </a:lnTo>
                  <a:lnTo>
                    <a:pt x="238886" y="89300"/>
                  </a:lnTo>
                  <a:lnTo>
                    <a:pt x="238886" y="101917"/>
                  </a:lnTo>
                  <a:lnTo>
                    <a:pt x="238886" y="189357"/>
                  </a:lnTo>
                  <a:lnTo>
                    <a:pt x="238365" y="201739"/>
                  </a:lnTo>
                  <a:lnTo>
                    <a:pt x="236807" y="214122"/>
                  </a:lnTo>
                  <a:lnTo>
                    <a:pt x="234225" y="226504"/>
                  </a:lnTo>
                  <a:lnTo>
                    <a:pt x="230631" y="238887"/>
                  </a:lnTo>
                  <a:lnTo>
                    <a:pt x="226534" y="251715"/>
                  </a:lnTo>
                  <a:lnTo>
                    <a:pt x="222424" y="265604"/>
                  </a:lnTo>
                  <a:lnTo>
                    <a:pt x="218291" y="280517"/>
                  </a:lnTo>
                  <a:lnTo>
                    <a:pt x="214121" y="296418"/>
                  </a:lnTo>
                  <a:lnTo>
                    <a:pt x="210026" y="312132"/>
                  </a:lnTo>
                  <a:lnTo>
                    <a:pt x="205930" y="326310"/>
                  </a:lnTo>
                  <a:lnTo>
                    <a:pt x="188404" y="372665"/>
                  </a:lnTo>
                  <a:lnTo>
                    <a:pt x="171233" y="413295"/>
                  </a:lnTo>
                  <a:lnTo>
                    <a:pt x="165814" y="426164"/>
                  </a:lnTo>
                  <a:lnTo>
                    <a:pt x="160895" y="438009"/>
                  </a:lnTo>
                  <a:lnTo>
                    <a:pt x="156463" y="448818"/>
                  </a:lnTo>
                  <a:lnTo>
                    <a:pt x="152368" y="459105"/>
                  </a:lnTo>
                  <a:lnTo>
                    <a:pt x="148272" y="469392"/>
                  </a:lnTo>
                  <a:lnTo>
                    <a:pt x="131825" y="508571"/>
                  </a:lnTo>
                  <a:lnTo>
                    <a:pt x="123570" y="522986"/>
                  </a:lnTo>
                  <a:lnTo>
                    <a:pt x="119977" y="529175"/>
                  </a:lnTo>
                  <a:lnTo>
                    <a:pt x="117395" y="535352"/>
                  </a:lnTo>
                  <a:lnTo>
                    <a:pt x="115837" y="541506"/>
                  </a:lnTo>
                  <a:lnTo>
                    <a:pt x="115315" y="547624"/>
                  </a:lnTo>
                  <a:lnTo>
                    <a:pt x="114552" y="554337"/>
                  </a:lnTo>
                  <a:lnTo>
                    <a:pt x="112252" y="562086"/>
                  </a:lnTo>
                  <a:lnTo>
                    <a:pt x="108404" y="570859"/>
                  </a:lnTo>
                  <a:lnTo>
                    <a:pt x="102996" y="580644"/>
                  </a:lnTo>
                  <a:lnTo>
                    <a:pt x="97327" y="590409"/>
                  </a:lnTo>
                  <a:lnTo>
                    <a:pt x="92694" y="599138"/>
                  </a:lnTo>
                  <a:lnTo>
                    <a:pt x="89084" y="606843"/>
                  </a:lnTo>
                  <a:lnTo>
                    <a:pt x="86486" y="613537"/>
                  </a:lnTo>
                  <a:lnTo>
                    <a:pt x="84204" y="620492"/>
                  </a:lnTo>
                  <a:lnTo>
                    <a:pt x="81375" y="628983"/>
                  </a:lnTo>
                  <a:lnTo>
                    <a:pt x="78021" y="639022"/>
                  </a:lnTo>
                  <a:lnTo>
                    <a:pt x="74167" y="650621"/>
                  </a:lnTo>
                  <a:lnTo>
                    <a:pt x="70052" y="662219"/>
                  </a:lnTo>
                  <a:lnTo>
                    <a:pt x="65912" y="672258"/>
                  </a:lnTo>
                  <a:lnTo>
                    <a:pt x="61773" y="680749"/>
                  </a:lnTo>
                  <a:lnTo>
                    <a:pt x="57657" y="687705"/>
                  </a:lnTo>
                  <a:lnTo>
                    <a:pt x="53822" y="693894"/>
                  </a:lnTo>
                  <a:lnTo>
                    <a:pt x="50498" y="700071"/>
                  </a:lnTo>
                  <a:lnTo>
                    <a:pt x="47674" y="706225"/>
                  </a:lnTo>
                  <a:lnTo>
                    <a:pt x="45338" y="712343"/>
                  </a:lnTo>
                  <a:lnTo>
                    <a:pt x="42544" y="720598"/>
                  </a:lnTo>
                  <a:lnTo>
                    <a:pt x="39877" y="727456"/>
                  </a:lnTo>
                  <a:lnTo>
                    <a:pt x="37083" y="732917"/>
                  </a:lnTo>
                  <a:lnTo>
                    <a:pt x="34416" y="738505"/>
                  </a:lnTo>
                  <a:lnTo>
                    <a:pt x="33019" y="742569"/>
                  </a:lnTo>
                  <a:lnTo>
                    <a:pt x="33019" y="745363"/>
                  </a:lnTo>
                  <a:lnTo>
                    <a:pt x="33019" y="748030"/>
                  </a:lnTo>
                  <a:lnTo>
                    <a:pt x="33019" y="750824"/>
                  </a:lnTo>
                  <a:lnTo>
                    <a:pt x="33019" y="753618"/>
                  </a:lnTo>
                  <a:lnTo>
                    <a:pt x="33019" y="756285"/>
                  </a:lnTo>
                  <a:lnTo>
                    <a:pt x="31622" y="760476"/>
                  </a:lnTo>
                  <a:lnTo>
                    <a:pt x="28828" y="765937"/>
                  </a:lnTo>
                  <a:lnTo>
                    <a:pt x="26161" y="771398"/>
                  </a:lnTo>
                  <a:lnTo>
                    <a:pt x="23367" y="776859"/>
                  </a:lnTo>
                  <a:lnTo>
                    <a:pt x="20573" y="782447"/>
                  </a:lnTo>
                  <a:lnTo>
                    <a:pt x="17906" y="787908"/>
                  </a:lnTo>
                  <a:lnTo>
                    <a:pt x="16509" y="793369"/>
                  </a:lnTo>
                  <a:lnTo>
                    <a:pt x="16509" y="798830"/>
                  </a:lnTo>
                  <a:lnTo>
                    <a:pt x="16509" y="804418"/>
                  </a:lnTo>
                  <a:lnTo>
                    <a:pt x="15112" y="807085"/>
                  </a:lnTo>
                  <a:lnTo>
                    <a:pt x="12445" y="807085"/>
                  </a:lnTo>
                  <a:lnTo>
                    <a:pt x="9651" y="807085"/>
                  </a:lnTo>
                  <a:lnTo>
                    <a:pt x="5587" y="807085"/>
                  </a:lnTo>
                  <a:lnTo>
                    <a:pt x="0" y="807085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1" name="object 11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222621" y="4052061"/>
              <a:ext cx="136270" cy="136271"/>
            </a:xfrm>
            <a:prstGeom prst="rect">
              <a:avLst/>
            </a:prstGeom>
          </p:spPr>
        </p:pic>
        <p:pic>
          <p:nvPicPr>
            <p:cNvPr id="12" name="object 12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444998" y="3310889"/>
              <a:ext cx="160909" cy="127888"/>
            </a:xfrm>
            <a:prstGeom prst="rect">
              <a:avLst/>
            </a:prstGeom>
          </p:spPr>
        </p:pic>
      </p:grp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62583" y="603504"/>
            <a:ext cx="897636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59385" rIns="0" bIns="0" rtlCol="0" vert="horz">
            <a:spAutoFit/>
          </a:bodyPr>
          <a:lstStyle/>
          <a:p>
            <a:pPr marL="1670050">
              <a:lnSpc>
                <a:spcPct val="100000"/>
              </a:lnSpc>
              <a:spcBef>
                <a:spcPts val="1255"/>
              </a:spcBef>
            </a:pPr>
            <a:r>
              <a:rPr dirty="0" sz="3050" spc="60">
                <a:solidFill>
                  <a:srgbClr val="3333CC"/>
                </a:solidFill>
              </a:rPr>
              <a:t>0.3</a:t>
            </a:r>
            <a:r>
              <a:rPr dirty="0" sz="3050" spc="-204">
                <a:solidFill>
                  <a:srgbClr val="3333CC"/>
                </a:solidFill>
              </a:rPr>
              <a:t> </a:t>
            </a:r>
            <a:r>
              <a:rPr dirty="0" sz="2850" spc="-30">
                <a:solidFill>
                  <a:srgbClr val="3333CC"/>
                </a:solidFill>
              </a:rPr>
              <a:t>ANSI/SPARC</a:t>
            </a:r>
            <a:r>
              <a:rPr dirty="0" sz="2850" spc="-150">
                <a:solidFill>
                  <a:srgbClr val="3333CC"/>
                </a:solidFill>
              </a:rPr>
              <a:t> </a:t>
            </a:r>
            <a:r>
              <a:rPr dirty="0" sz="2850" spc="280">
                <a:solidFill>
                  <a:srgbClr val="3333CC"/>
                </a:solidFill>
              </a:rPr>
              <a:t>3-</a:t>
            </a:r>
            <a:r>
              <a:rPr dirty="0" sz="2850">
                <a:solidFill>
                  <a:srgbClr val="3333CC"/>
                </a:solidFill>
              </a:rPr>
              <a:t>레벨</a:t>
            </a:r>
            <a:r>
              <a:rPr dirty="0" sz="2850" spc="-190">
                <a:solidFill>
                  <a:srgbClr val="3333CC"/>
                </a:solidFill>
              </a:rPr>
              <a:t> </a:t>
            </a:r>
            <a:r>
              <a:rPr dirty="0" sz="2850" spc="-20">
                <a:solidFill>
                  <a:srgbClr val="3333CC"/>
                </a:solidFill>
              </a:rPr>
              <a:t>아키텍처</a:t>
            </a:r>
            <a:endParaRPr sz="2850"/>
          </a:p>
        </p:txBody>
      </p:sp>
      <p:grpSp>
        <p:nvGrpSpPr>
          <p:cNvPr id="3" name="object 3" descr=""/>
          <p:cNvGrpSpPr/>
          <p:nvPr/>
        </p:nvGrpSpPr>
        <p:grpSpPr>
          <a:xfrm>
            <a:off x="1243838" y="1746504"/>
            <a:ext cx="7707630" cy="5804535"/>
            <a:chOff x="1243838" y="1746504"/>
            <a:chExt cx="7707630" cy="580453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27908" y="1746504"/>
              <a:ext cx="7323376" cy="5125208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4925567" y="4782311"/>
              <a:ext cx="3764279" cy="988060"/>
            </a:xfrm>
            <a:custGeom>
              <a:avLst/>
              <a:gdLst/>
              <a:ahLst/>
              <a:cxnLst/>
              <a:rect l="l" t="t" r="r" b="b"/>
              <a:pathLst>
                <a:path w="3764279" h="988060">
                  <a:moveTo>
                    <a:pt x="0" y="164592"/>
                  </a:moveTo>
                  <a:lnTo>
                    <a:pt x="5947" y="120650"/>
                  </a:lnTo>
                  <a:lnTo>
                    <a:pt x="22690" y="81280"/>
                  </a:lnTo>
                  <a:lnTo>
                    <a:pt x="48577" y="48006"/>
                  </a:lnTo>
                  <a:lnTo>
                    <a:pt x="81957" y="22352"/>
                  </a:lnTo>
                  <a:lnTo>
                    <a:pt x="121179" y="5842"/>
                  </a:lnTo>
                  <a:lnTo>
                    <a:pt x="164592" y="0"/>
                  </a:lnTo>
                  <a:lnTo>
                    <a:pt x="3599688" y="0"/>
                  </a:lnTo>
                  <a:lnTo>
                    <a:pt x="3643100" y="5842"/>
                  </a:lnTo>
                  <a:lnTo>
                    <a:pt x="3682322" y="22352"/>
                  </a:lnTo>
                  <a:lnTo>
                    <a:pt x="3715702" y="48006"/>
                  </a:lnTo>
                  <a:lnTo>
                    <a:pt x="3741589" y="81280"/>
                  </a:lnTo>
                  <a:lnTo>
                    <a:pt x="3758332" y="120650"/>
                  </a:lnTo>
                  <a:lnTo>
                    <a:pt x="3764280" y="164592"/>
                  </a:lnTo>
                  <a:lnTo>
                    <a:pt x="3764280" y="822960"/>
                  </a:lnTo>
                  <a:lnTo>
                    <a:pt x="3758332" y="866902"/>
                  </a:lnTo>
                  <a:lnTo>
                    <a:pt x="3741589" y="906272"/>
                  </a:lnTo>
                  <a:lnTo>
                    <a:pt x="3715702" y="939546"/>
                  </a:lnTo>
                  <a:lnTo>
                    <a:pt x="3682322" y="965200"/>
                  </a:lnTo>
                  <a:lnTo>
                    <a:pt x="3643100" y="981710"/>
                  </a:lnTo>
                  <a:lnTo>
                    <a:pt x="3599688" y="987552"/>
                  </a:lnTo>
                  <a:lnTo>
                    <a:pt x="164592" y="987552"/>
                  </a:lnTo>
                  <a:lnTo>
                    <a:pt x="121179" y="981710"/>
                  </a:lnTo>
                  <a:lnTo>
                    <a:pt x="81957" y="965200"/>
                  </a:lnTo>
                  <a:lnTo>
                    <a:pt x="48577" y="939546"/>
                  </a:lnTo>
                  <a:lnTo>
                    <a:pt x="22690" y="906272"/>
                  </a:lnTo>
                  <a:lnTo>
                    <a:pt x="5947" y="866902"/>
                  </a:lnTo>
                  <a:lnTo>
                    <a:pt x="0" y="822960"/>
                  </a:lnTo>
                  <a:lnTo>
                    <a:pt x="0" y="164592"/>
                  </a:lnTo>
                  <a:close/>
                </a:path>
              </a:pathLst>
            </a:custGeom>
            <a:ln w="21336">
              <a:solidFill>
                <a:srgbClr val="FF00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5227320" y="5789676"/>
              <a:ext cx="3373120" cy="748665"/>
            </a:xfrm>
            <a:custGeom>
              <a:avLst/>
              <a:gdLst/>
              <a:ahLst/>
              <a:cxnLst/>
              <a:rect l="l" t="t" r="r" b="b"/>
              <a:pathLst>
                <a:path w="3373120" h="748665">
                  <a:moveTo>
                    <a:pt x="0" y="124967"/>
                  </a:moveTo>
                  <a:lnTo>
                    <a:pt x="9882" y="76509"/>
                  </a:lnTo>
                  <a:lnTo>
                    <a:pt x="36766" y="36766"/>
                  </a:lnTo>
                  <a:lnTo>
                    <a:pt x="76509" y="9882"/>
                  </a:lnTo>
                  <a:lnTo>
                    <a:pt x="124968" y="0"/>
                  </a:lnTo>
                  <a:lnTo>
                    <a:pt x="3247643" y="0"/>
                  </a:lnTo>
                  <a:lnTo>
                    <a:pt x="3296102" y="9882"/>
                  </a:lnTo>
                  <a:lnTo>
                    <a:pt x="3335845" y="36766"/>
                  </a:lnTo>
                  <a:lnTo>
                    <a:pt x="3362729" y="76509"/>
                  </a:lnTo>
                  <a:lnTo>
                    <a:pt x="3372611" y="124967"/>
                  </a:lnTo>
                  <a:lnTo>
                    <a:pt x="3372611" y="623315"/>
                  </a:lnTo>
                  <a:lnTo>
                    <a:pt x="3362729" y="672417"/>
                  </a:lnTo>
                  <a:lnTo>
                    <a:pt x="3335845" y="712089"/>
                  </a:lnTo>
                  <a:lnTo>
                    <a:pt x="3296102" y="738616"/>
                  </a:lnTo>
                  <a:lnTo>
                    <a:pt x="3247643" y="748284"/>
                  </a:lnTo>
                  <a:lnTo>
                    <a:pt x="124968" y="748284"/>
                  </a:lnTo>
                  <a:lnTo>
                    <a:pt x="76509" y="738616"/>
                  </a:lnTo>
                  <a:lnTo>
                    <a:pt x="36766" y="712089"/>
                  </a:lnTo>
                  <a:lnTo>
                    <a:pt x="9882" y="672417"/>
                  </a:lnTo>
                  <a:lnTo>
                    <a:pt x="0" y="623315"/>
                  </a:lnTo>
                  <a:lnTo>
                    <a:pt x="0" y="124967"/>
                  </a:lnTo>
                  <a:close/>
                </a:path>
              </a:pathLst>
            </a:custGeom>
            <a:ln w="13716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650235" y="2974847"/>
              <a:ext cx="5949950" cy="502920"/>
            </a:xfrm>
            <a:custGeom>
              <a:avLst/>
              <a:gdLst/>
              <a:ahLst/>
              <a:cxnLst/>
              <a:rect l="l" t="t" r="r" b="b"/>
              <a:pathLst>
                <a:path w="5949950" h="502920">
                  <a:moveTo>
                    <a:pt x="0" y="83820"/>
                  </a:moveTo>
                  <a:lnTo>
                    <a:pt x="6691" y="50792"/>
                  </a:lnTo>
                  <a:lnTo>
                    <a:pt x="24955" y="24193"/>
                  </a:lnTo>
                  <a:lnTo>
                    <a:pt x="52077" y="6453"/>
                  </a:lnTo>
                  <a:lnTo>
                    <a:pt x="85344" y="0"/>
                  </a:lnTo>
                  <a:lnTo>
                    <a:pt x="5865876" y="0"/>
                  </a:lnTo>
                  <a:lnTo>
                    <a:pt x="5898261" y="6453"/>
                  </a:lnTo>
                  <a:lnTo>
                    <a:pt x="5924931" y="24193"/>
                  </a:lnTo>
                  <a:lnTo>
                    <a:pt x="5943028" y="50792"/>
                  </a:lnTo>
                  <a:lnTo>
                    <a:pt x="5949696" y="83820"/>
                  </a:lnTo>
                  <a:lnTo>
                    <a:pt x="5949696" y="419100"/>
                  </a:lnTo>
                  <a:lnTo>
                    <a:pt x="5943028" y="451485"/>
                  </a:lnTo>
                  <a:lnTo>
                    <a:pt x="5924931" y="478155"/>
                  </a:lnTo>
                  <a:lnTo>
                    <a:pt x="5898261" y="496252"/>
                  </a:lnTo>
                  <a:lnTo>
                    <a:pt x="5865876" y="502920"/>
                  </a:lnTo>
                  <a:lnTo>
                    <a:pt x="85344" y="502920"/>
                  </a:lnTo>
                  <a:lnTo>
                    <a:pt x="52077" y="496252"/>
                  </a:lnTo>
                  <a:lnTo>
                    <a:pt x="24955" y="478155"/>
                  </a:lnTo>
                  <a:lnTo>
                    <a:pt x="6691" y="451485"/>
                  </a:lnTo>
                  <a:lnTo>
                    <a:pt x="0" y="419100"/>
                  </a:lnTo>
                  <a:lnTo>
                    <a:pt x="0" y="83820"/>
                  </a:lnTo>
                  <a:close/>
                </a:path>
              </a:pathLst>
            </a:custGeom>
            <a:ln w="16764">
              <a:solidFill>
                <a:srgbClr val="702FA0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1250188" y="2370074"/>
              <a:ext cx="1254125" cy="5174615"/>
            </a:xfrm>
            <a:custGeom>
              <a:avLst/>
              <a:gdLst/>
              <a:ahLst/>
              <a:cxnLst/>
              <a:rect l="l" t="t" r="r" b="b"/>
              <a:pathLst>
                <a:path w="1254125" h="5174615">
                  <a:moveTo>
                    <a:pt x="1253617" y="0"/>
                  </a:moveTo>
                  <a:lnTo>
                    <a:pt x="1233207" y="50839"/>
                  </a:lnTo>
                  <a:lnTo>
                    <a:pt x="1211976" y="96678"/>
                  </a:lnTo>
                  <a:lnTo>
                    <a:pt x="1189912" y="137517"/>
                  </a:lnTo>
                  <a:lnTo>
                    <a:pt x="1167003" y="173354"/>
                  </a:lnTo>
                  <a:lnTo>
                    <a:pt x="1142833" y="208786"/>
                  </a:lnTo>
                  <a:lnTo>
                    <a:pt x="1116996" y="248396"/>
                  </a:lnTo>
                  <a:lnTo>
                    <a:pt x="1089493" y="292173"/>
                  </a:lnTo>
                  <a:lnTo>
                    <a:pt x="1060323" y="340105"/>
                  </a:lnTo>
                  <a:lnTo>
                    <a:pt x="1035786" y="380371"/>
                  </a:lnTo>
                  <a:lnTo>
                    <a:pt x="1010183" y="421160"/>
                  </a:lnTo>
                  <a:lnTo>
                    <a:pt x="983513" y="462480"/>
                  </a:lnTo>
                  <a:lnTo>
                    <a:pt x="955776" y="504336"/>
                  </a:lnTo>
                  <a:lnTo>
                    <a:pt x="926973" y="546735"/>
                  </a:lnTo>
                  <a:lnTo>
                    <a:pt x="902471" y="583035"/>
                  </a:lnTo>
                  <a:lnTo>
                    <a:pt x="877988" y="620818"/>
                  </a:lnTo>
                  <a:lnTo>
                    <a:pt x="853519" y="660082"/>
                  </a:lnTo>
                  <a:lnTo>
                    <a:pt x="829060" y="700828"/>
                  </a:lnTo>
                  <a:lnTo>
                    <a:pt x="804609" y="743055"/>
                  </a:lnTo>
                  <a:lnTo>
                    <a:pt x="780161" y="786764"/>
                  </a:lnTo>
                  <a:lnTo>
                    <a:pt x="761200" y="821394"/>
                  </a:lnTo>
                  <a:lnTo>
                    <a:pt x="740989" y="858514"/>
                  </a:lnTo>
                  <a:lnTo>
                    <a:pt x="719528" y="898124"/>
                  </a:lnTo>
                  <a:lnTo>
                    <a:pt x="696817" y="940228"/>
                  </a:lnTo>
                  <a:lnTo>
                    <a:pt x="672855" y="984826"/>
                  </a:lnTo>
                  <a:lnTo>
                    <a:pt x="647644" y="1031920"/>
                  </a:lnTo>
                  <a:lnTo>
                    <a:pt x="621182" y="1081511"/>
                  </a:lnTo>
                  <a:lnTo>
                    <a:pt x="593470" y="1133602"/>
                  </a:lnTo>
                  <a:lnTo>
                    <a:pt x="565866" y="1185900"/>
                  </a:lnTo>
                  <a:lnTo>
                    <a:pt x="539724" y="1236114"/>
                  </a:lnTo>
                  <a:lnTo>
                    <a:pt x="515043" y="1284245"/>
                  </a:lnTo>
                  <a:lnTo>
                    <a:pt x="491823" y="1330293"/>
                  </a:lnTo>
                  <a:lnTo>
                    <a:pt x="470061" y="1374257"/>
                  </a:lnTo>
                  <a:lnTo>
                    <a:pt x="449756" y="1416137"/>
                  </a:lnTo>
                  <a:lnTo>
                    <a:pt x="430907" y="1455933"/>
                  </a:lnTo>
                  <a:lnTo>
                    <a:pt x="413512" y="1493647"/>
                  </a:lnTo>
                  <a:lnTo>
                    <a:pt x="391657" y="1542171"/>
                  </a:lnTo>
                  <a:lnTo>
                    <a:pt x="370543" y="1589955"/>
                  </a:lnTo>
                  <a:lnTo>
                    <a:pt x="350170" y="1636998"/>
                  </a:lnTo>
                  <a:lnTo>
                    <a:pt x="330538" y="1683300"/>
                  </a:lnTo>
                  <a:lnTo>
                    <a:pt x="311647" y="1728861"/>
                  </a:lnTo>
                  <a:lnTo>
                    <a:pt x="293497" y="1773681"/>
                  </a:lnTo>
                  <a:lnTo>
                    <a:pt x="276223" y="1818131"/>
                  </a:lnTo>
                  <a:lnTo>
                    <a:pt x="260086" y="1862581"/>
                  </a:lnTo>
                  <a:lnTo>
                    <a:pt x="245078" y="1907031"/>
                  </a:lnTo>
                  <a:lnTo>
                    <a:pt x="231191" y="1951481"/>
                  </a:lnTo>
                  <a:lnTo>
                    <a:pt x="218420" y="1995931"/>
                  </a:lnTo>
                  <a:lnTo>
                    <a:pt x="206756" y="2040382"/>
                  </a:lnTo>
                  <a:lnTo>
                    <a:pt x="193954" y="2092135"/>
                  </a:lnTo>
                  <a:lnTo>
                    <a:pt x="182219" y="2140705"/>
                  </a:lnTo>
                  <a:lnTo>
                    <a:pt x="171551" y="2186082"/>
                  </a:lnTo>
                  <a:lnTo>
                    <a:pt x="161950" y="2228252"/>
                  </a:lnTo>
                  <a:lnTo>
                    <a:pt x="153415" y="2267204"/>
                  </a:lnTo>
                  <a:lnTo>
                    <a:pt x="144654" y="2314709"/>
                  </a:lnTo>
                  <a:lnTo>
                    <a:pt x="138382" y="2363882"/>
                  </a:lnTo>
                  <a:lnTo>
                    <a:pt x="134610" y="2414722"/>
                  </a:lnTo>
                  <a:lnTo>
                    <a:pt x="133350" y="2467229"/>
                  </a:lnTo>
                  <a:lnTo>
                    <a:pt x="132516" y="2520568"/>
                  </a:lnTo>
                  <a:lnTo>
                    <a:pt x="130016" y="2573909"/>
                  </a:lnTo>
                  <a:lnTo>
                    <a:pt x="125849" y="2627249"/>
                  </a:lnTo>
                  <a:lnTo>
                    <a:pt x="120015" y="2680589"/>
                  </a:lnTo>
                  <a:lnTo>
                    <a:pt x="114147" y="2724067"/>
                  </a:lnTo>
                  <a:lnTo>
                    <a:pt x="107213" y="2769155"/>
                  </a:lnTo>
                  <a:lnTo>
                    <a:pt x="99212" y="2815847"/>
                  </a:lnTo>
                  <a:lnTo>
                    <a:pt x="90144" y="2864135"/>
                  </a:lnTo>
                  <a:lnTo>
                    <a:pt x="80009" y="2914015"/>
                  </a:lnTo>
                  <a:lnTo>
                    <a:pt x="69875" y="2964414"/>
                  </a:lnTo>
                  <a:lnTo>
                    <a:pt x="60807" y="3014271"/>
                  </a:lnTo>
                  <a:lnTo>
                    <a:pt x="52806" y="3063592"/>
                  </a:lnTo>
                  <a:lnTo>
                    <a:pt x="45872" y="3112382"/>
                  </a:lnTo>
                  <a:lnTo>
                    <a:pt x="40005" y="3160648"/>
                  </a:lnTo>
                  <a:lnTo>
                    <a:pt x="33337" y="3219416"/>
                  </a:lnTo>
                  <a:lnTo>
                    <a:pt x="26669" y="3275695"/>
                  </a:lnTo>
                  <a:lnTo>
                    <a:pt x="20002" y="3329473"/>
                  </a:lnTo>
                  <a:lnTo>
                    <a:pt x="13334" y="3380740"/>
                  </a:lnTo>
                  <a:lnTo>
                    <a:pt x="7500" y="3429912"/>
                  </a:lnTo>
                  <a:lnTo>
                    <a:pt x="3333" y="3477418"/>
                  </a:lnTo>
                  <a:lnTo>
                    <a:pt x="833" y="3523257"/>
                  </a:lnTo>
                  <a:lnTo>
                    <a:pt x="0" y="3567429"/>
                  </a:lnTo>
                  <a:lnTo>
                    <a:pt x="0" y="3609935"/>
                  </a:lnTo>
                  <a:lnTo>
                    <a:pt x="0" y="3650773"/>
                  </a:lnTo>
                  <a:lnTo>
                    <a:pt x="0" y="3880866"/>
                  </a:lnTo>
                  <a:lnTo>
                    <a:pt x="833" y="3920444"/>
                  </a:lnTo>
                  <a:lnTo>
                    <a:pt x="3333" y="3959177"/>
                  </a:lnTo>
                  <a:lnTo>
                    <a:pt x="7500" y="3997076"/>
                  </a:lnTo>
                  <a:lnTo>
                    <a:pt x="20429" y="4071252"/>
                  </a:lnTo>
                  <a:lnTo>
                    <a:pt x="28368" y="4109196"/>
                  </a:lnTo>
                  <a:lnTo>
                    <a:pt x="37141" y="4147972"/>
                  </a:lnTo>
                  <a:lnTo>
                    <a:pt x="46736" y="4187571"/>
                  </a:lnTo>
                  <a:lnTo>
                    <a:pt x="56737" y="4227169"/>
                  </a:lnTo>
                  <a:lnTo>
                    <a:pt x="66738" y="4265945"/>
                  </a:lnTo>
                  <a:lnTo>
                    <a:pt x="76739" y="4303889"/>
                  </a:lnTo>
                  <a:lnTo>
                    <a:pt x="86740" y="4340987"/>
                  </a:lnTo>
                  <a:lnTo>
                    <a:pt x="97575" y="4378491"/>
                  </a:lnTo>
                  <a:lnTo>
                    <a:pt x="110077" y="4417663"/>
                  </a:lnTo>
                  <a:lnTo>
                    <a:pt x="124245" y="4458501"/>
                  </a:lnTo>
                  <a:lnTo>
                    <a:pt x="140081" y="4501007"/>
                  </a:lnTo>
                  <a:lnTo>
                    <a:pt x="156323" y="4543919"/>
                  </a:lnTo>
                  <a:lnTo>
                    <a:pt x="171719" y="4585985"/>
                  </a:lnTo>
                  <a:lnTo>
                    <a:pt x="186283" y="4627219"/>
                  </a:lnTo>
                  <a:lnTo>
                    <a:pt x="200025" y="4667631"/>
                  </a:lnTo>
                  <a:lnTo>
                    <a:pt x="213786" y="4707229"/>
                  </a:lnTo>
                  <a:lnTo>
                    <a:pt x="228393" y="4746005"/>
                  </a:lnTo>
                  <a:lnTo>
                    <a:pt x="243834" y="4783949"/>
                  </a:lnTo>
                  <a:lnTo>
                    <a:pt x="260096" y="4821047"/>
                  </a:lnTo>
                  <a:lnTo>
                    <a:pt x="276764" y="4856478"/>
                  </a:lnTo>
                  <a:lnTo>
                    <a:pt x="310102" y="4919862"/>
                  </a:lnTo>
                  <a:lnTo>
                    <a:pt x="343439" y="4974036"/>
                  </a:lnTo>
                  <a:lnTo>
                    <a:pt x="376777" y="5023998"/>
                  </a:lnTo>
                  <a:lnTo>
                    <a:pt x="409707" y="5069838"/>
                  </a:lnTo>
                  <a:lnTo>
                    <a:pt x="439755" y="5106552"/>
                  </a:lnTo>
                  <a:lnTo>
                    <a:pt x="476853" y="5142785"/>
                  </a:lnTo>
                  <a:lnTo>
                    <a:pt x="502412" y="5158867"/>
                  </a:lnTo>
                  <a:lnTo>
                    <a:pt x="506856" y="5163312"/>
                  </a:lnTo>
                  <a:lnTo>
                    <a:pt x="506856" y="5167757"/>
                  </a:lnTo>
                  <a:lnTo>
                    <a:pt x="506856" y="5172202"/>
                  </a:lnTo>
                  <a:lnTo>
                    <a:pt x="500125" y="5174488"/>
                  </a:lnTo>
                  <a:lnTo>
                    <a:pt x="486791" y="5174488"/>
                  </a:lnTo>
                  <a:lnTo>
                    <a:pt x="477216" y="5173654"/>
                  </a:lnTo>
                  <a:lnTo>
                    <a:pt x="468487" y="5171154"/>
                  </a:lnTo>
                  <a:lnTo>
                    <a:pt x="460591" y="5166987"/>
                  </a:lnTo>
                  <a:lnTo>
                    <a:pt x="453517" y="5161153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8999211" y="5304235"/>
            <a:ext cx="640080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 spc="-10">
                <a:solidFill>
                  <a:srgbClr val="0000FF"/>
                </a:solidFill>
                <a:latin typeface="Arial MT"/>
                <a:cs typeface="Arial MT"/>
              </a:rPr>
              <a:t>conceptual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435735">
              <a:lnSpc>
                <a:spcPct val="100000"/>
              </a:lnSpc>
              <a:spcBef>
                <a:spcPts val="960"/>
              </a:spcBef>
            </a:pPr>
            <a:r>
              <a:rPr dirty="0" sz="3300" spc="55">
                <a:solidFill>
                  <a:srgbClr val="3333CC"/>
                </a:solidFill>
              </a:rPr>
              <a:t>0.4</a:t>
            </a:r>
            <a:r>
              <a:rPr dirty="0" sz="3300" spc="-16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필요</a:t>
            </a:r>
            <a:r>
              <a:rPr dirty="0" sz="3300" spc="-10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DB에</a:t>
            </a:r>
            <a:r>
              <a:rPr dirty="0" sz="3300" spc="-19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대한</a:t>
            </a:r>
            <a:r>
              <a:rPr dirty="0" sz="3300" spc="-15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정보</a:t>
            </a:r>
            <a:r>
              <a:rPr dirty="0" sz="3300" spc="-155">
                <a:solidFill>
                  <a:srgbClr val="3333CC"/>
                </a:solidFill>
              </a:rPr>
              <a:t>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742819"/>
            <a:ext cx="7546340" cy="121348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125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필요한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DB에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대해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DBA와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협의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시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만날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있는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설계도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1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750" b="1">
                <a:latin typeface="Malgun Gothic"/>
                <a:cs typeface="Malgun Gothic"/>
              </a:rPr>
              <a:t>필요한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사항을</a:t>
            </a:r>
            <a:r>
              <a:rPr dirty="0" sz="1750" spc="-13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정확하게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전달하기</a:t>
            </a:r>
            <a:r>
              <a:rPr dirty="0" sz="1750" spc="-13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위해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설계도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이해</a:t>
            </a:r>
            <a:r>
              <a:rPr dirty="0" sz="1750" spc="-9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필수</a:t>
            </a:r>
            <a:endParaRPr sz="17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875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설계도를</a:t>
            </a:r>
            <a:r>
              <a:rPr dirty="0" sz="17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기반으로</a:t>
            </a:r>
            <a:r>
              <a:rPr dirty="0" sz="1750" spc="-1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필요한</a:t>
            </a:r>
            <a:r>
              <a:rPr dirty="0" sz="17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정보</a:t>
            </a:r>
            <a:r>
              <a:rPr dirty="0" sz="17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존재</a:t>
            </a:r>
            <a:r>
              <a:rPr dirty="0" sz="17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여부</a:t>
            </a:r>
            <a:r>
              <a:rPr dirty="0" sz="1750" spc="-1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파악</a:t>
            </a:r>
            <a:r>
              <a:rPr dirty="0" sz="17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및</a:t>
            </a:r>
            <a:r>
              <a:rPr dirty="0" sz="17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구체적</a:t>
            </a:r>
            <a:r>
              <a:rPr dirty="0" sz="17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요청</a:t>
            </a:r>
            <a:r>
              <a:rPr dirty="0" sz="17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-35" b="1">
                <a:solidFill>
                  <a:srgbClr val="FF0000"/>
                </a:solidFill>
                <a:latin typeface="Malgun Gothic"/>
                <a:cs typeface="Malgun Gothic"/>
              </a:rPr>
              <a:t>가능</a:t>
            </a:r>
            <a:endParaRPr sz="1750">
              <a:latin typeface="Malgun Gothic"/>
              <a:cs typeface="Malgun Gothic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76029" y="3151632"/>
            <a:ext cx="7362478" cy="3831066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592580" y="3147060"/>
            <a:ext cx="7519670" cy="3898900"/>
          </a:xfrm>
          <a:prstGeom prst="rect">
            <a:avLst/>
          </a:prstGeom>
          <a:ln w="7619">
            <a:solidFill>
              <a:srgbClr val="33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180"/>
              </a:spcBef>
            </a:pPr>
            <a:endParaRPr sz="1150">
              <a:latin typeface="Times New Roman"/>
              <a:cs typeface="Times New Roman"/>
            </a:endParaRPr>
          </a:p>
          <a:p>
            <a:pPr algn="r" marR="1644650">
              <a:lnSpc>
                <a:spcPct val="100000"/>
              </a:lnSpc>
            </a:pPr>
            <a:r>
              <a:rPr dirty="0" sz="1150" spc="-50" b="1">
                <a:solidFill>
                  <a:srgbClr val="FF0000"/>
                </a:solidFill>
                <a:latin typeface="Malgun Gothic"/>
                <a:cs typeface="Malgun Gothic"/>
              </a:rPr>
              <a:t>M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802635" y="6495288"/>
            <a:ext cx="568960" cy="97790"/>
            <a:chOff x="2802635" y="6495288"/>
            <a:chExt cx="568960" cy="97790"/>
          </a:xfrm>
        </p:grpSpPr>
        <p:sp>
          <p:nvSpPr>
            <p:cNvPr id="7" name="object 7" descr=""/>
            <p:cNvSpPr/>
            <p:nvPr/>
          </p:nvSpPr>
          <p:spPr>
            <a:xfrm>
              <a:off x="2802635" y="6495288"/>
              <a:ext cx="568960" cy="97790"/>
            </a:xfrm>
            <a:custGeom>
              <a:avLst/>
              <a:gdLst/>
              <a:ahLst/>
              <a:cxnLst/>
              <a:rect l="l" t="t" r="r" b="b"/>
              <a:pathLst>
                <a:path w="568960" h="97790">
                  <a:moveTo>
                    <a:pt x="568452" y="97535"/>
                  </a:moveTo>
                  <a:lnTo>
                    <a:pt x="0" y="97535"/>
                  </a:lnTo>
                  <a:lnTo>
                    <a:pt x="0" y="0"/>
                  </a:lnTo>
                  <a:lnTo>
                    <a:pt x="568452" y="0"/>
                  </a:lnTo>
                  <a:lnTo>
                    <a:pt x="568452" y="9753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827019" y="6521196"/>
              <a:ext cx="483234" cy="17145"/>
            </a:xfrm>
            <a:custGeom>
              <a:avLst/>
              <a:gdLst/>
              <a:ahLst/>
              <a:cxnLst/>
              <a:rect l="l" t="t" r="r" b="b"/>
              <a:pathLst>
                <a:path w="483235" h="17145">
                  <a:moveTo>
                    <a:pt x="42672" y="10668"/>
                  </a:moveTo>
                  <a:lnTo>
                    <a:pt x="0" y="9144"/>
                  </a:lnTo>
                  <a:lnTo>
                    <a:pt x="0" y="0"/>
                  </a:lnTo>
                  <a:lnTo>
                    <a:pt x="42672" y="0"/>
                  </a:lnTo>
                  <a:lnTo>
                    <a:pt x="42672" y="10668"/>
                  </a:lnTo>
                  <a:close/>
                </a:path>
                <a:path w="483235" h="17145">
                  <a:moveTo>
                    <a:pt x="115824" y="12192"/>
                  </a:moveTo>
                  <a:lnTo>
                    <a:pt x="74676" y="10668"/>
                  </a:lnTo>
                  <a:lnTo>
                    <a:pt x="74676" y="0"/>
                  </a:lnTo>
                  <a:lnTo>
                    <a:pt x="115824" y="1524"/>
                  </a:lnTo>
                  <a:lnTo>
                    <a:pt x="115824" y="12192"/>
                  </a:lnTo>
                  <a:close/>
                </a:path>
                <a:path w="483235" h="17145">
                  <a:moveTo>
                    <a:pt x="188976" y="12192"/>
                  </a:moveTo>
                  <a:lnTo>
                    <a:pt x="147828" y="12192"/>
                  </a:lnTo>
                  <a:lnTo>
                    <a:pt x="147828" y="1524"/>
                  </a:lnTo>
                  <a:lnTo>
                    <a:pt x="190500" y="1524"/>
                  </a:lnTo>
                  <a:lnTo>
                    <a:pt x="188976" y="12192"/>
                  </a:lnTo>
                  <a:close/>
                </a:path>
                <a:path w="483235" h="17145">
                  <a:moveTo>
                    <a:pt x="263652" y="13716"/>
                  </a:moveTo>
                  <a:lnTo>
                    <a:pt x="220980" y="12192"/>
                  </a:lnTo>
                  <a:lnTo>
                    <a:pt x="220980" y="3048"/>
                  </a:lnTo>
                  <a:lnTo>
                    <a:pt x="263652" y="3048"/>
                  </a:lnTo>
                  <a:lnTo>
                    <a:pt x="263652" y="13716"/>
                  </a:lnTo>
                  <a:close/>
                </a:path>
                <a:path w="483235" h="17145">
                  <a:moveTo>
                    <a:pt x="336804" y="15240"/>
                  </a:moveTo>
                  <a:lnTo>
                    <a:pt x="294131" y="13716"/>
                  </a:lnTo>
                  <a:lnTo>
                    <a:pt x="294131" y="3048"/>
                  </a:lnTo>
                  <a:lnTo>
                    <a:pt x="336804" y="4572"/>
                  </a:lnTo>
                  <a:lnTo>
                    <a:pt x="336804" y="15240"/>
                  </a:lnTo>
                  <a:close/>
                </a:path>
                <a:path w="483235" h="17145">
                  <a:moveTo>
                    <a:pt x="409956" y="15240"/>
                  </a:moveTo>
                  <a:lnTo>
                    <a:pt x="368808" y="15240"/>
                  </a:lnTo>
                  <a:lnTo>
                    <a:pt x="368808" y="4572"/>
                  </a:lnTo>
                  <a:lnTo>
                    <a:pt x="409956" y="4572"/>
                  </a:lnTo>
                  <a:lnTo>
                    <a:pt x="409956" y="15240"/>
                  </a:lnTo>
                  <a:close/>
                </a:path>
                <a:path w="483235" h="17145">
                  <a:moveTo>
                    <a:pt x="483108" y="16764"/>
                  </a:moveTo>
                  <a:lnTo>
                    <a:pt x="441960" y="16764"/>
                  </a:lnTo>
                  <a:lnTo>
                    <a:pt x="441960" y="6096"/>
                  </a:lnTo>
                  <a:lnTo>
                    <a:pt x="483108" y="6096"/>
                  </a:lnTo>
                  <a:lnTo>
                    <a:pt x="483108" y="1676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/>
          <p:nvPr/>
        </p:nvSpPr>
        <p:spPr>
          <a:xfrm>
            <a:off x="2601214" y="1340612"/>
            <a:ext cx="2411095" cy="81280"/>
          </a:xfrm>
          <a:custGeom>
            <a:avLst/>
            <a:gdLst/>
            <a:ahLst/>
            <a:cxnLst/>
            <a:rect l="l" t="t" r="r" b="b"/>
            <a:pathLst>
              <a:path w="2411095" h="81280">
                <a:moveTo>
                  <a:pt x="0" y="80772"/>
                </a:moveTo>
                <a:lnTo>
                  <a:pt x="2793" y="80772"/>
                </a:lnTo>
                <a:lnTo>
                  <a:pt x="7112" y="80010"/>
                </a:lnTo>
                <a:lnTo>
                  <a:pt x="44577" y="70103"/>
                </a:lnTo>
                <a:lnTo>
                  <a:pt x="56957" y="66940"/>
                </a:lnTo>
                <a:lnTo>
                  <a:pt x="101981" y="57403"/>
                </a:lnTo>
                <a:lnTo>
                  <a:pt x="144557" y="51498"/>
                </a:lnTo>
                <a:lnTo>
                  <a:pt x="204088" y="46736"/>
                </a:lnTo>
                <a:lnTo>
                  <a:pt x="285353" y="43037"/>
                </a:lnTo>
                <a:lnTo>
                  <a:pt x="335944" y="41574"/>
                </a:lnTo>
                <a:lnTo>
                  <a:pt x="393192" y="40386"/>
                </a:lnTo>
                <a:lnTo>
                  <a:pt x="434879" y="39741"/>
                </a:lnTo>
                <a:lnTo>
                  <a:pt x="479171" y="39205"/>
                </a:lnTo>
                <a:lnTo>
                  <a:pt x="526065" y="38782"/>
                </a:lnTo>
                <a:lnTo>
                  <a:pt x="575564" y="38476"/>
                </a:lnTo>
                <a:lnTo>
                  <a:pt x="627665" y="38289"/>
                </a:lnTo>
                <a:lnTo>
                  <a:pt x="682371" y="38226"/>
                </a:lnTo>
                <a:lnTo>
                  <a:pt x="730415" y="38226"/>
                </a:lnTo>
                <a:lnTo>
                  <a:pt x="778644" y="38226"/>
                </a:lnTo>
                <a:lnTo>
                  <a:pt x="1753743" y="38226"/>
                </a:lnTo>
                <a:lnTo>
                  <a:pt x="1787725" y="37963"/>
                </a:lnTo>
                <a:lnTo>
                  <a:pt x="1849308" y="35815"/>
                </a:lnTo>
                <a:lnTo>
                  <a:pt x="1903122" y="31813"/>
                </a:lnTo>
                <a:lnTo>
                  <a:pt x="1953121" y="27622"/>
                </a:lnTo>
                <a:lnTo>
                  <a:pt x="2000696" y="23358"/>
                </a:lnTo>
                <a:lnTo>
                  <a:pt x="2025284" y="21224"/>
                </a:lnTo>
                <a:lnTo>
                  <a:pt x="2050659" y="19115"/>
                </a:lnTo>
                <a:lnTo>
                  <a:pt x="2076831" y="17017"/>
                </a:lnTo>
                <a:lnTo>
                  <a:pt x="2102475" y="14849"/>
                </a:lnTo>
                <a:lnTo>
                  <a:pt x="2126249" y="12715"/>
                </a:lnTo>
                <a:lnTo>
                  <a:pt x="2148143" y="10606"/>
                </a:lnTo>
                <a:lnTo>
                  <a:pt x="2168144" y="8509"/>
                </a:lnTo>
                <a:lnTo>
                  <a:pt x="2187553" y="6602"/>
                </a:lnTo>
                <a:lnTo>
                  <a:pt x="2207498" y="5254"/>
                </a:lnTo>
                <a:lnTo>
                  <a:pt x="2227990" y="4454"/>
                </a:lnTo>
                <a:lnTo>
                  <a:pt x="2249043" y="4190"/>
                </a:lnTo>
                <a:lnTo>
                  <a:pt x="2269355" y="4190"/>
                </a:lnTo>
                <a:lnTo>
                  <a:pt x="2287809" y="4190"/>
                </a:lnTo>
                <a:lnTo>
                  <a:pt x="2368041" y="4190"/>
                </a:lnTo>
                <a:lnTo>
                  <a:pt x="2377705" y="4067"/>
                </a:lnTo>
                <a:lnTo>
                  <a:pt x="2385536" y="3683"/>
                </a:lnTo>
                <a:lnTo>
                  <a:pt x="2391509" y="3012"/>
                </a:lnTo>
                <a:lnTo>
                  <a:pt x="2395601" y="2031"/>
                </a:lnTo>
                <a:lnTo>
                  <a:pt x="2399919" y="635"/>
                </a:lnTo>
                <a:lnTo>
                  <a:pt x="2402713" y="0"/>
                </a:lnTo>
                <a:lnTo>
                  <a:pt x="2404110" y="0"/>
                </a:lnTo>
                <a:lnTo>
                  <a:pt x="2405634" y="0"/>
                </a:lnTo>
                <a:lnTo>
                  <a:pt x="2407666" y="0"/>
                </a:lnTo>
                <a:lnTo>
                  <a:pt x="241058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85814" y="1556900"/>
            <a:ext cx="9158605" cy="3095625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125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데이터베이스</a:t>
            </a:r>
            <a:r>
              <a:rPr dirty="0" sz="1950" spc="-14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설계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1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개념적</a:t>
            </a:r>
            <a:r>
              <a:rPr dirty="0" sz="17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데이터베이스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설계와</a:t>
            </a:r>
            <a:r>
              <a:rPr dirty="0" sz="1750" spc="-10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물리적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데이터베이스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설계로</a:t>
            </a:r>
            <a:r>
              <a:rPr dirty="0" sz="1750" spc="-10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구분</a:t>
            </a:r>
            <a:endParaRPr sz="1750">
              <a:latin typeface="Malgun Gothic"/>
              <a:cs typeface="Malgun Gothic"/>
            </a:endParaRPr>
          </a:p>
          <a:p>
            <a:pPr lvl="1" marL="832485" marR="512445" indent="-315595">
              <a:lnSpc>
                <a:spcPct val="141100"/>
              </a:lnSpc>
              <a:spcBef>
                <a:spcPts val="10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개념적</a:t>
            </a:r>
            <a:r>
              <a:rPr dirty="0" sz="17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-20" b="1">
                <a:solidFill>
                  <a:srgbClr val="FF0000"/>
                </a:solidFill>
                <a:latin typeface="Malgun Gothic"/>
                <a:cs typeface="Malgun Gothic"/>
              </a:rPr>
              <a:t>데이터베이스</a:t>
            </a:r>
            <a:r>
              <a:rPr dirty="0" sz="17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설계는</a:t>
            </a:r>
            <a:r>
              <a:rPr dirty="0" sz="17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실제로</a:t>
            </a:r>
            <a:r>
              <a:rPr dirty="0" sz="17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-20" b="1">
                <a:solidFill>
                  <a:srgbClr val="FF0000"/>
                </a:solidFill>
                <a:latin typeface="Malgun Gothic"/>
                <a:cs typeface="Malgun Gothic"/>
              </a:rPr>
              <a:t>데이터베이스를</a:t>
            </a:r>
            <a:r>
              <a:rPr dirty="0" sz="1750" spc="-1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어떻게</a:t>
            </a:r>
            <a:r>
              <a:rPr dirty="0" sz="17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구현할</a:t>
            </a:r>
            <a:r>
              <a:rPr dirty="0" sz="17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-10" b="1">
                <a:solidFill>
                  <a:srgbClr val="FF0000"/>
                </a:solidFill>
                <a:latin typeface="Malgun Gothic"/>
                <a:cs typeface="Malgun Gothic"/>
              </a:rPr>
              <a:t>것인가와는 독립적으로</a:t>
            </a:r>
            <a:r>
              <a:rPr dirty="0" sz="1750" spc="-13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정보</a:t>
            </a:r>
            <a:r>
              <a:rPr dirty="0" sz="17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사용의</a:t>
            </a:r>
            <a:r>
              <a:rPr dirty="0" sz="17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모델을</a:t>
            </a:r>
            <a:r>
              <a:rPr dirty="0" sz="17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개발하는</a:t>
            </a:r>
            <a:r>
              <a:rPr dirty="0" sz="17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-25" b="1">
                <a:solidFill>
                  <a:srgbClr val="FF0000"/>
                </a:solidFill>
                <a:latin typeface="Malgun Gothic"/>
                <a:cs typeface="Malgun Gothic"/>
              </a:rPr>
              <a:t>과정</a:t>
            </a:r>
            <a:endParaRPr sz="17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865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750" b="1">
                <a:latin typeface="Malgun Gothic"/>
                <a:cs typeface="Malgun Gothic"/>
              </a:rPr>
              <a:t>물리적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데이터베이스</a:t>
            </a:r>
            <a:r>
              <a:rPr dirty="0" sz="1750" spc="-13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설계에서는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물리적인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저장</a:t>
            </a:r>
            <a:r>
              <a:rPr dirty="0" sz="1750" spc="-10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장치와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접근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방식을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다룸</a:t>
            </a:r>
            <a:endParaRPr sz="1750">
              <a:latin typeface="Malgun Gothic"/>
              <a:cs typeface="Malgun Gothic"/>
            </a:endParaRPr>
          </a:p>
          <a:p>
            <a:pPr lvl="1" marL="832485" marR="5715" indent="-315595">
              <a:lnSpc>
                <a:spcPct val="1411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개념적</a:t>
            </a:r>
            <a:r>
              <a:rPr dirty="0" sz="1750" spc="4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데이터베이스</a:t>
            </a:r>
            <a:r>
              <a:rPr dirty="0" sz="1750" spc="4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설계</a:t>
            </a:r>
            <a:r>
              <a:rPr dirty="0" sz="1750" spc="4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과정에서</a:t>
            </a:r>
            <a:r>
              <a:rPr dirty="0" sz="1750" spc="4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조직체(실세계)의</a:t>
            </a:r>
            <a:r>
              <a:rPr dirty="0" sz="1750" spc="4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55" b="1">
                <a:solidFill>
                  <a:srgbClr val="FF0000"/>
                </a:solidFill>
                <a:latin typeface="Malgun Gothic"/>
                <a:cs typeface="Malgun Gothic"/>
              </a:rPr>
              <a:t>엔티티,</a:t>
            </a:r>
            <a:r>
              <a:rPr dirty="0" sz="1750" spc="4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u="sng" sz="1750" spc="65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관계,</a:t>
            </a:r>
            <a:r>
              <a:rPr dirty="0" sz="1750" spc="3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40" b="1">
                <a:solidFill>
                  <a:srgbClr val="FF0000"/>
                </a:solidFill>
                <a:latin typeface="Malgun Gothic"/>
                <a:cs typeface="Malgun Gothic"/>
              </a:rPr>
              <a:t>프로세스,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무결성</a:t>
            </a:r>
            <a:r>
              <a:rPr dirty="0" sz="17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-10" b="1">
                <a:solidFill>
                  <a:srgbClr val="FF0000"/>
                </a:solidFill>
                <a:latin typeface="Malgun Gothic"/>
                <a:cs typeface="Malgun Gothic"/>
              </a:rPr>
              <a:t>제약조건</a:t>
            </a:r>
            <a:r>
              <a:rPr dirty="0" sz="1750" spc="-1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등을</a:t>
            </a:r>
            <a:r>
              <a:rPr dirty="0" sz="17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나타내는</a:t>
            </a:r>
            <a:r>
              <a:rPr dirty="0" sz="17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추상화</a:t>
            </a:r>
            <a:r>
              <a:rPr dirty="0" sz="1750" spc="-1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모델을</a:t>
            </a:r>
            <a:r>
              <a:rPr dirty="0" sz="17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-25" b="1">
                <a:solidFill>
                  <a:srgbClr val="FF0000"/>
                </a:solidFill>
                <a:latin typeface="Malgun Gothic"/>
                <a:cs typeface="Malgun Gothic"/>
              </a:rPr>
              <a:t>구축</a:t>
            </a:r>
            <a:endParaRPr sz="17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865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750" spc="-20" b="1">
                <a:solidFill>
                  <a:srgbClr val="FF0000"/>
                </a:solidFill>
                <a:latin typeface="Malgun Gothic"/>
                <a:cs typeface="Malgun Gothic"/>
              </a:rPr>
              <a:t>엔티티(entity,</a:t>
            </a:r>
            <a:r>
              <a:rPr dirty="0" sz="1750" spc="3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개체)</a:t>
            </a:r>
            <a:r>
              <a:rPr dirty="0" sz="1750" b="1">
                <a:latin typeface="Malgun Gothic"/>
                <a:cs typeface="Malgun Gothic"/>
              </a:rPr>
              <a:t>는</a:t>
            </a:r>
            <a:r>
              <a:rPr dirty="0" sz="1750" spc="3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서로</a:t>
            </a:r>
            <a:r>
              <a:rPr dirty="0" sz="1750" spc="3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구분이</a:t>
            </a:r>
            <a:r>
              <a:rPr dirty="0" sz="1750" spc="1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되면서 조직체에서</a:t>
            </a:r>
            <a:r>
              <a:rPr dirty="0" sz="1750" spc="3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데이터베이스에</a:t>
            </a:r>
            <a:r>
              <a:rPr dirty="0" sz="1750" spc="1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나타내려는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1290331" y="4625345"/>
            <a:ext cx="5278120" cy="1158240"/>
          </a:xfrm>
          <a:prstGeom prst="rect">
            <a:avLst/>
          </a:prstGeom>
        </p:spPr>
        <p:txBody>
          <a:bodyPr wrap="square" lIns="0" tIns="123189" rIns="0" bIns="0" rtlCol="0" vert="horz">
            <a:spAutoFit/>
          </a:bodyPr>
          <a:lstStyle/>
          <a:p>
            <a:pPr marL="327660">
              <a:lnSpc>
                <a:spcPct val="100000"/>
              </a:lnSpc>
              <a:spcBef>
                <a:spcPts val="969"/>
              </a:spcBef>
            </a:pPr>
            <a:r>
              <a:rPr dirty="0" sz="1750" b="1">
                <a:latin typeface="Malgun Gothic"/>
                <a:cs typeface="Malgun Gothic"/>
              </a:rPr>
              <a:t>객체(사람,</a:t>
            </a:r>
            <a:r>
              <a:rPr dirty="0" sz="1750" spc="-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장소,</a:t>
            </a:r>
            <a:r>
              <a:rPr dirty="0" sz="1750" spc="-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사물</a:t>
            </a:r>
            <a:r>
              <a:rPr dirty="0" sz="1750" spc="-3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등)를</a:t>
            </a:r>
            <a:r>
              <a:rPr dirty="0" sz="1750" spc="-55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의미</a:t>
            </a:r>
            <a:endParaRPr sz="17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880"/>
              </a:spcBef>
              <a:buFont typeface="MingLiU_HKSCS-ExtB"/>
              <a:buChar char="✓"/>
              <a:tabLst>
                <a:tab pos="327660" algn="l"/>
              </a:tabLst>
            </a:pP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dirty="0" sz="1750" b="1">
                <a:latin typeface="Malgun Gothic"/>
                <a:cs typeface="Malgun Gothic"/>
              </a:rPr>
              <a:t>는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두</a:t>
            </a:r>
            <a:r>
              <a:rPr dirty="0" sz="1750" spc="-9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개</a:t>
            </a:r>
            <a:r>
              <a:rPr dirty="0" sz="1750" spc="-9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이상의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엔티티들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간의</a:t>
            </a:r>
            <a:r>
              <a:rPr dirty="0" sz="1750" spc="-9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연관을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나타냄</a:t>
            </a:r>
            <a:endParaRPr sz="1750">
              <a:latin typeface="Malgun Gothic"/>
              <a:cs typeface="Malgun Gothic"/>
            </a:endParaRPr>
          </a:p>
          <a:p>
            <a:pPr marL="12700">
              <a:lnSpc>
                <a:spcPct val="100000"/>
              </a:lnSpc>
              <a:spcBef>
                <a:spcPts val="860"/>
              </a:spcBef>
            </a:pPr>
            <a:r>
              <a:rPr dirty="0" sz="1750" spc="-420">
                <a:solidFill>
                  <a:srgbClr val="FF0000"/>
                </a:solidFill>
                <a:latin typeface="MingLiU_HKSCS-ExtB"/>
                <a:cs typeface="MingLiU_HKSCS-ExtB"/>
              </a:rPr>
              <a:t>✓</a:t>
            </a:r>
            <a:endParaRPr sz="1750">
              <a:latin typeface="MingLiU_HKSCS-ExtB"/>
              <a:cs typeface="MingLiU_HKSCS-ExtB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605818" y="5488905"/>
            <a:ext cx="5988050" cy="294640"/>
          </a:xfrm>
          <a:prstGeom prst="rect">
            <a:avLst/>
          </a:prstGeom>
        </p:spPr>
        <p:txBody>
          <a:bodyPr wrap="square" lIns="0" tIns="146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dirty="0" sz="1750" b="1">
                <a:solidFill>
                  <a:srgbClr val="FF0000"/>
                </a:solidFill>
                <a:latin typeface="Malgun Gothic"/>
                <a:cs typeface="Malgun Gothic"/>
              </a:rPr>
              <a:t>무결성</a:t>
            </a:r>
            <a:r>
              <a:rPr dirty="0" sz="1750" spc="-1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750" spc="-20" b="1">
                <a:solidFill>
                  <a:srgbClr val="FF0000"/>
                </a:solidFill>
                <a:latin typeface="Malgun Gothic"/>
                <a:cs typeface="Malgun Gothic"/>
              </a:rPr>
              <a:t>제약조건</a:t>
            </a:r>
            <a:r>
              <a:rPr dirty="0" sz="1750" spc="-20" b="1">
                <a:latin typeface="Malgun Gothic"/>
                <a:cs typeface="Malgun Gothic"/>
              </a:rPr>
              <a:t>은</a:t>
            </a:r>
            <a:r>
              <a:rPr dirty="0" sz="1750" spc="-13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데이터의</a:t>
            </a:r>
            <a:r>
              <a:rPr dirty="0" sz="1750" spc="-12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정확성과</a:t>
            </a:r>
            <a:r>
              <a:rPr dirty="0" sz="1750" spc="-13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비즈니스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규칙을</a:t>
            </a:r>
            <a:r>
              <a:rPr dirty="0" sz="1750" spc="-135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의미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6924802" y="2707767"/>
            <a:ext cx="2545080" cy="24765"/>
          </a:xfrm>
          <a:custGeom>
            <a:avLst/>
            <a:gdLst/>
            <a:ahLst/>
            <a:cxnLst/>
            <a:rect l="l" t="t" r="r" b="b"/>
            <a:pathLst>
              <a:path w="2545079" h="24764">
                <a:moveTo>
                  <a:pt x="0" y="24637"/>
                </a:moveTo>
                <a:lnTo>
                  <a:pt x="0" y="24637"/>
                </a:lnTo>
                <a:lnTo>
                  <a:pt x="185293" y="24637"/>
                </a:lnTo>
                <a:lnTo>
                  <a:pt x="215967" y="24378"/>
                </a:lnTo>
                <a:lnTo>
                  <a:pt x="246094" y="23606"/>
                </a:lnTo>
                <a:lnTo>
                  <a:pt x="275697" y="22334"/>
                </a:lnTo>
                <a:lnTo>
                  <a:pt x="304800" y="20574"/>
                </a:lnTo>
                <a:lnTo>
                  <a:pt x="332039" y="18740"/>
                </a:lnTo>
                <a:lnTo>
                  <a:pt x="356219" y="17430"/>
                </a:lnTo>
                <a:lnTo>
                  <a:pt x="377326" y="16644"/>
                </a:lnTo>
                <a:lnTo>
                  <a:pt x="395350" y="16383"/>
                </a:lnTo>
                <a:lnTo>
                  <a:pt x="411065" y="16383"/>
                </a:lnTo>
                <a:lnTo>
                  <a:pt x="425243" y="16383"/>
                </a:lnTo>
                <a:lnTo>
                  <a:pt x="490093" y="16383"/>
                </a:lnTo>
                <a:lnTo>
                  <a:pt x="496950" y="15112"/>
                </a:lnTo>
                <a:lnTo>
                  <a:pt x="502412" y="12319"/>
                </a:lnTo>
                <a:lnTo>
                  <a:pt x="507873" y="9525"/>
                </a:lnTo>
                <a:lnTo>
                  <a:pt x="513461" y="8255"/>
                </a:lnTo>
                <a:lnTo>
                  <a:pt x="518922" y="8255"/>
                </a:lnTo>
                <a:lnTo>
                  <a:pt x="524382" y="8255"/>
                </a:lnTo>
                <a:lnTo>
                  <a:pt x="532638" y="6858"/>
                </a:lnTo>
                <a:lnTo>
                  <a:pt x="572974" y="259"/>
                </a:lnTo>
                <a:lnTo>
                  <a:pt x="584834" y="0"/>
                </a:lnTo>
                <a:lnTo>
                  <a:pt x="597665" y="0"/>
                </a:lnTo>
                <a:lnTo>
                  <a:pt x="611568" y="0"/>
                </a:lnTo>
                <a:lnTo>
                  <a:pt x="2539492" y="0"/>
                </a:lnTo>
                <a:lnTo>
                  <a:pt x="254495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662048" y="3078353"/>
            <a:ext cx="3401695" cy="24765"/>
          </a:xfrm>
          <a:custGeom>
            <a:avLst/>
            <a:gdLst/>
            <a:ahLst/>
            <a:cxnLst/>
            <a:rect l="l" t="t" r="r" b="b"/>
            <a:pathLst>
              <a:path w="3401695" h="24764">
                <a:moveTo>
                  <a:pt x="0" y="0"/>
                </a:moveTo>
                <a:lnTo>
                  <a:pt x="0" y="0"/>
                </a:lnTo>
                <a:lnTo>
                  <a:pt x="1074801" y="0"/>
                </a:lnTo>
                <a:lnTo>
                  <a:pt x="1084845" y="259"/>
                </a:lnTo>
                <a:lnTo>
                  <a:pt x="1094390" y="1031"/>
                </a:lnTo>
                <a:lnTo>
                  <a:pt x="1103411" y="2303"/>
                </a:lnTo>
                <a:lnTo>
                  <a:pt x="1111884" y="4063"/>
                </a:lnTo>
                <a:lnTo>
                  <a:pt x="1122933" y="6858"/>
                </a:lnTo>
                <a:lnTo>
                  <a:pt x="1131062" y="8255"/>
                </a:lnTo>
                <a:lnTo>
                  <a:pt x="1305433" y="8255"/>
                </a:lnTo>
                <a:lnTo>
                  <a:pt x="1324246" y="8514"/>
                </a:lnTo>
                <a:lnTo>
                  <a:pt x="1343548" y="9286"/>
                </a:lnTo>
                <a:lnTo>
                  <a:pt x="1363350" y="10558"/>
                </a:lnTo>
                <a:lnTo>
                  <a:pt x="1383664" y="12319"/>
                </a:lnTo>
                <a:lnTo>
                  <a:pt x="1403215" y="14152"/>
                </a:lnTo>
                <a:lnTo>
                  <a:pt x="1420717" y="15462"/>
                </a:lnTo>
                <a:lnTo>
                  <a:pt x="1436171" y="16248"/>
                </a:lnTo>
                <a:lnTo>
                  <a:pt x="1449577" y="16510"/>
                </a:lnTo>
                <a:lnTo>
                  <a:pt x="1462462" y="16510"/>
                </a:lnTo>
                <a:lnTo>
                  <a:pt x="1476359" y="16510"/>
                </a:lnTo>
                <a:lnTo>
                  <a:pt x="1552575" y="16510"/>
                </a:lnTo>
                <a:lnTo>
                  <a:pt x="1559474" y="16752"/>
                </a:lnTo>
                <a:lnTo>
                  <a:pt x="1567957" y="17494"/>
                </a:lnTo>
                <a:lnTo>
                  <a:pt x="1577988" y="18760"/>
                </a:lnTo>
                <a:lnTo>
                  <a:pt x="1589531" y="20574"/>
                </a:lnTo>
                <a:lnTo>
                  <a:pt x="1602174" y="22387"/>
                </a:lnTo>
                <a:lnTo>
                  <a:pt x="1615328" y="23653"/>
                </a:lnTo>
                <a:lnTo>
                  <a:pt x="1628983" y="24395"/>
                </a:lnTo>
                <a:lnTo>
                  <a:pt x="1643126" y="24637"/>
                </a:lnTo>
                <a:lnTo>
                  <a:pt x="1657770" y="24637"/>
                </a:lnTo>
                <a:lnTo>
                  <a:pt x="1672939" y="24637"/>
                </a:lnTo>
                <a:lnTo>
                  <a:pt x="3199765" y="24637"/>
                </a:lnTo>
                <a:lnTo>
                  <a:pt x="3224722" y="24395"/>
                </a:lnTo>
                <a:lnTo>
                  <a:pt x="3246072" y="23653"/>
                </a:lnTo>
                <a:lnTo>
                  <a:pt x="3263826" y="22387"/>
                </a:lnTo>
                <a:lnTo>
                  <a:pt x="3277997" y="20574"/>
                </a:lnTo>
                <a:lnTo>
                  <a:pt x="3290044" y="18760"/>
                </a:lnTo>
                <a:lnTo>
                  <a:pt x="3301603" y="17494"/>
                </a:lnTo>
                <a:lnTo>
                  <a:pt x="3312662" y="16752"/>
                </a:lnTo>
                <a:lnTo>
                  <a:pt x="3323209" y="16510"/>
                </a:lnTo>
                <a:lnTo>
                  <a:pt x="3336925" y="16510"/>
                </a:lnTo>
                <a:lnTo>
                  <a:pt x="3345179" y="16510"/>
                </a:lnTo>
                <a:lnTo>
                  <a:pt x="3365754" y="16510"/>
                </a:lnTo>
                <a:lnTo>
                  <a:pt x="3371341" y="15112"/>
                </a:lnTo>
                <a:lnTo>
                  <a:pt x="3376803" y="12319"/>
                </a:lnTo>
                <a:lnTo>
                  <a:pt x="3382264" y="9651"/>
                </a:lnTo>
                <a:lnTo>
                  <a:pt x="3386328" y="8255"/>
                </a:lnTo>
                <a:lnTo>
                  <a:pt x="3389122" y="8255"/>
                </a:lnTo>
                <a:lnTo>
                  <a:pt x="3391916" y="8255"/>
                </a:lnTo>
                <a:lnTo>
                  <a:pt x="3395979" y="8255"/>
                </a:lnTo>
                <a:lnTo>
                  <a:pt x="3401441" y="825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7526019" y="3893692"/>
            <a:ext cx="617855" cy="0"/>
          </a:xfrm>
          <a:custGeom>
            <a:avLst/>
            <a:gdLst/>
            <a:ahLst/>
            <a:cxnLst/>
            <a:rect l="l" t="t" r="r" b="b"/>
            <a:pathLst>
              <a:path w="617854" h="0">
                <a:moveTo>
                  <a:pt x="0" y="0"/>
                </a:moveTo>
                <a:lnTo>
                  <a:pt x="0" y="0"/>
                </a:lnTo>
                <a:lnTo>
                  <a:pt x="612266" y="0"/>
                </a:lnTo>
                <a:lnTo>
                  <a:pt x="61772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554988" y="4387850"/>
            <a:ext cx="1894839" cy="304800"/>
          </a:xfrm>
          <a:custGeom>
            <a:avLst/>
            <a:gdLst/>
            <a:ahLst/>
            <a:cxnLst/>
            <a:rect l="l" t="t" r="r" b="b"/>
            <a:pathLst>
              <a:path w="1894839" h="304800">
                <a:moveTo>
                  <a:pt x="864743" y="214121"/>
                </a:moveTo>
                <a:lnTo>
                  <a:pt x="827786" y="238887"/>
                </a:lnTo>
                <a:lnTo>
                  <a:pt x="791686" y="253253"/>
                </a:lnTo>
                <a:lnTo>
                  <a:pt x="740701" y="267378"/>
                </a:lnTo>
                <a:lnTo>
                  <a:pt x="683641" y="275844"/>
                </a:lnTo>
                <a:lnTo>
                  <a:pt x="662805" y="278199"/>
                </a:lnTo>
                <a:lnTo>
                  <a:pt x="641445" y="281066"/>
                </a:lnTo>
                <a:lnTo>
                  <a:pt x="619561" y="284434"/>
                </a:lnTo>
                <a:lnTo>
                  <a:pt x="597154" y="288289"/>
                </a:lnTo>
                <a:lnTo>
                  <a:pt x="574484" y="292125"/>
                </a:lnTo>
                <a:lnTo>
                  <a:pt x="529145" y="298273"/>
                </a:lnTo>
                <a:lnTo>
                  <a:pt x="482853" y="302422"/>
                </a:lnTo>
                <a:lnTo>
                  <a:pt x="429323" y="304430"/>
                </a:lnTo>
                <a:lnTo>
                  <a:pt x="399414" y="304672"/>
                </a:lnTo>
                <a:lnTo>
                  <a:pt x="370099" y="304672"/>
                </a:lnTo>
                <a:lnTo>
                  <a:pt x="343868" y="304672"/>
                </a:lnTo>
                <a:lnTo>
                  <a:pt x="320708" y="304672"/>
                </a:lnTo>
                <a:lnTo>
                  <a:pt x="300609" y="304672"/>
                </a:lnTo>
                <a:lnTo>
                  <a:pt x="280822" y="304170"/>
                </a:lnTo>
                <a:lnTo>
                  <a:pt x="233439" y="300118"/>
                </a:lnTo>
                <a:lnTo>
                  <a:pt x="178627" y="292375"/>
                </a:lnTo>
                <a:lnTo>
                  <a:pt x="133340" y="284132"/>
                </a:lnTo>
                <a:lnTo>
                  <a:pt x="99863" y="276441"/>
                </a:lnTo>
                <a:lnTo>
                  <a:pt x="86471" y="273859"/>
                </a:lnTo>
                <a:lnTo>
                  <a:pt x="75150" y="272301"/>
                </a:lnTo>
                <a:lnTo>
                  <a:pt x="65912" y="271780"/>
                </a:lnTo>
                <a:lnTo>
                  <a:pt x="54990" y="271780"/>
                </a:lnTo>
                <a:lnTo>
                  <a:pt x="48133" y="270382"/>
                </a:lnTo>
                <a:lnTo>
                  <a:pt x="45339" y="267715"/>
                </a:lnTo>
                <a:lnTo>
                  <a:pt x="42545" y="264921"/>
                </a:lnTo>
                <a:lnTo>
                  <a:pt x="38481" y="260857"/>
                </a:lnTo>
                <a:lnTo>
                  <a:pt x="33020" y="255269"/>
                </a:lnTo>
                <a:lnTo>
                  <a:pt x="27431" y="249808"/>
                </a:lnTo>
                <a:lnTo>
                  <a:pt x="23368" y="242950"/>
                </a:lnTo>
                <a:lnTo>
                  <a:pt x="8255" y="201802"/>
                </a:lnTo>
                <a:lnTo>
                  <a:pt x="4661" y="191758"/>
                </a:lnTo>
                <a:lnTo>
                  <a:pt x="2079" y="182213"/>
                </a:lnTo>
                <a:lnTo>
                  <a:pt x="521" y="173192"/>
                </a:lnTo>
                <a:lnTo>
                  <a:pt x="0" y="164719"/>
                </a:lnTo>
                <a:lnTo>
                  <a:pt x="0" y="156507"/>
                </a:lnTo>
                <a:lnTo>
                  <a:pt x="0" y="148272"/>
                </a:lnTo>
                <a:lnTo>
                  <a:pt x="0" y="140037"/>
                </a:lnTo>
                <a:lnTo>
                  <a:pt x="0" y="131825"/>
                </a:lnTo>
                <a:lnTo>
                  <a:pt x="781" y="122777"/>
                </a:lnTo>
                <a:lnTo>
                  <a:pt x="18770" y="73370"/>
                </a:lnTo>
                <a:lnTo>
                  <a:pt x="49414" y="45305"/>
                </a:lnTo>
                <a:lnTo>
                  <a:pt x="57658" y="41195"/>
                </a:lnTo>
                <a:lnTo>
                  <a:pt x="65901" y="37062"/>
                </a:lnTo>
                <a:lnTo>
                  <a:pt x="74168" y="32893"/>
                </a:lnTo>
                <a:lnTo>
                  <a:pt x="82641" y="28797"/>
                </a:lnTo>
                <a:lnTo>
                  <a:pt x="121798" y="12600"/>
                </a:lnTo>
                <a:lnTo>
                  <a:pt x="169106" y="2303"/>
                </a:lnTo>
                <a:lnTo>
                  <a:pt x="210057" y="0"/>
                </a:lnTo>
                <a:lnTo>
                  <a:pt x="224964" y="0"/>
                </a:lnTo>
                <a:lnTo>
                  <a:pt x="240919" y="0"/>
                </a:lnTo>
                <a:lnTo>
                  <a:pt x="374776" y="0"/>
                </a:lnTo>
                <a:lnTo>
                  <a:pt x="405395" y="259"/>
                </a:lnTo>
                <a:lnTo>
                  <a:pt x="465109" y="2303"/>
                </a:lnTo>
                <a:lnTo>
                  <a:pt x="521971" y="6157"/>
                </a:lnTo>
                <a:lnTo>
                  <a:pt x="571363" y="10296"/>
                </a:lnTo>
                <a:lnTo>
                  <a:pt x="612828" y="14656"/>
                </a:lnTo>
                <a:lnTo>
                  <a:pt x="663067" y="24764"/>
                </a:lnTo>
                <a:lnTo>
                  <a:pt x="701661" y="37052"/>
                </a:lnTo>
                <a:lnTo>
                  <a:pt x="712469" y="41147"/>
                </a:lnTo>
                <a:lnTo>
                  <a:pt x="723016" y="45057"/>
                </a:lnTo>
                <a:lnTo>
                  <a:pt x="768776" y="55354"/>
                </a:lnTo>
                <a:lnTo>
                  <a:pt x="786511" y="57657"/>
                </a:lnTo>
                <a:lnTo>
                  <a:pt x="789305" y="57657"/>
                </a:lnTo>
                <a:lnTo>
                  <a:pt x="792099" y="60451"/>
                </a:lnTo>
                <a:lnTo>
                  <a:pt x="794766" y="65912"/>
                </a:lnTo>
                <a:lnTo>
                  <a:pt x="797560" y="71374"/>
                </a:lnTo>
                <a:lnTo>
                  <a:pt x="800226" y="75437"/>
                </a:lnTo>
                <a:lnTo>
                  <a:pt x="803020" y="78231"/>
                </a:lnTo>
                <a:lnTo>
                  <a:pt x="805814" y="81025"/>
                </a:lnTo>
                <a:lnTo>
                  <a:pt x="808482" y="83693"/>
                </a:lnTo>
                <a:lnTo>
                  <a:pt x="811276" y="86487"/>
                </a:lnTo>
                <a:lnTo>
                  <a:pt x="814069" y="89281"/>
                </a:lnTo>
                <a:lnTo>
                  <a:pt x="815339" y="93344"/>
                </a:lnTo>
                <a:lnTo>
                  <a:pt x="815339" y="98806"/>
                </a:lnTo>
                <a:lnTo>
                  <a:pt x="815861" y="103425"/>
                </a:lnTo>
                <a:lnTo>
                  <a:pt x="817419" y="109092"/>
                </a:lnTo>
                <a:lnTo>
                  <a:pt x="820001" y="115808"/>
                </a:lnTo>
                <a:lnTo>
                  <a:pt x="823594" y="123570"/>
                </a:lnTo>
                <a:lnTo>
                  <a:pt x="827188" y="131260"/>
                </a:lnTo>
                <a:lnTo>
                  <a:pt x="829770" y="137937"/>
                </a:lnTo>
                <a:lnTo>
                  <a:pt x="831328" y="143591"/>
                </a:lnTo>
                <a:lnTo>
                  <a:pt x="831850" y="148208"/>
                </a:lnTo>
                <a:lnTo>
                  <a:pt x="831850" y="153796"/>
                </a:lnTo>
                <a:lnTo>
                  <a:pt x="831850" y="161925"/>
                </a:lnTo>
                <a:lnTo>
                  <a:pt x="831850" y="212725"/>
                </a:lnTo>
                <a:lnTo>
                  <a:pt x="830453" y="216915"/>
                </a:lnTo>
                <a:lnTo>
                  <a:pt x="799395" y="242722"/>
                </a:lnTo>
                <a:lnTo>
                  <a:pt x="792718" y="246046"/>
                </a:lnTo>
                <a:lnTo>
                  <a:pt x="787064" y="248870"/>
                </a:lnTo>
                <a:lnTo>
                  <a:pt x="782447" y="251206"/>
                </a:lnTo>
                <a:lnTo>
                  <a:pt x="776986" y="254000"/>
                </a:lnTo>
                <a:lnTo>
                  <a:pt x="771398" y="258063"/>
                </a:lnTo>
                <a:lnTo>
                  <a:pt x="765937" y="263525"/>
                </a:lnTo>
              </a:path>
              <a:path w="1894839" h="304800">
                <a:moveTo>
                  <a:pt x="733044" y="280034"/>
                </a:moveTo>
                <a:lnTo>
                  <a:pt x="733044" y="280034"/>
                </a:lnTo>
                <a:lnTo>
                  <a:pt x="1614297" y="280034"/>
                </a:lnTo>
                <a:lnTo>
                  <a:pt x="1649541" y="279773"/>
                </a:lnTo>
                <a:lnTo>
                  <a:pt x="1681178" y="278987"/>
                </a:lnTo>
                <a:lnTo>
                  <a:pt x="1709219" y="277677"/>
                </a:lnTo>
                <a:lnTo>
                  <a:pt x="1733677" y="275844"/>
                </a:lnTo>
                <a:lnTo>
                  <a:pt x="1755302" y="274083"/>
                </a:lnTo>
                <a:lnTo>
                  <a:pt x="1774856" y="272811"/>
                </a:lnTo>
                <a:lnTo>
                  <a:pt x="1792362" y="272039"/>
                </a:lnTo>
                <a:lnTo>
                  <a:pt x="1807845" y="271780"/>
                </a:lnTo>
                <a:lnTo>
                  <a:pt x="1821203" y="271780"/>
                </a:lnTo>
                <a:lnTo>
                  <a:pt x="1832514" y="271780"/>
                </a:lnTo>
                <a:lnTo>
                  <a:pt x="1888744" y="271780"/>
                </a:lnTo>
                <a:lnTo>
                  <a:pt x="1894332" y="27178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1686814" y="5409057"/>
            <a:ext cx="436880" cy="16510"/>
          </a:xfrm>
          <a:custGeom>
            <a:avLst/>
            <a:gdLst/>
            <a:ahLst/>
            <a:cxnLst/>
            <a:rect l="l" t="t" r="r" b="b"/>
            <a:pathLst>
              <a:path w="436880" h="16510">
                <a:moveTo>
                  <a:pt x="0" y="16509"/>
                </a:moveTo>
                <a:lnTo>
                  <a:pt x="0" y="16509"/>
                </a:lnTo>
                <a:lnTo>
                  <a:pt x="337819" y="16509"/>
                </a:lnTo>
                <a:lnTo>
                  <a:pt x="353254" y="16250"/>
                </a:lnTo>
                <a:lnTo>
                  <a:pt x="395174" y="10352"/>
                </a:lnTo>
                <a:lnTo>
                  <a:pt x="424306" y="1396"/>
                </a:lnTo>
                <a:lnTo>
                  <a:pt x="431165" y="0"/>
                </a:lnTo>
                <a:lnTo>
                  <a:pt x="436625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711579" y="5763386"/>
            <a:ext cx="1475105" cy="57785"/>
          </a:xfrm>
          <a:custGeom>
            <a:avLst/>
            <a:gdLst/>
            <a:ahLst/>
            <a:cxnLst/>
            <a:rect l="l" t="t" r="r" b="b"/>
            <a:pathLst>
              <a:path w="1475105" h="57785">
                <a:moveTo>
                  <a:pt x="0" y="57657"/>
                </a:moveTo>
                <a:lnTo>
                  <a:pt x="0" y="57657"/>
                </a:lnTo>
                <a:lnTo>
                  <a:pt x="78231" y="57657"/>
                </a:lnTo>
                <a:lnTo>
                  <a:pt x="93138" y="57396"/>
                </a:lnTo>
                <a:lnTo>
                  <a:pt x="109092" y="56610"/>
                </a:lnTo>
                <a:lnTo>
                  <a:pt x="126095" y="55300"/>
                </a:lnTo>
                <a:lnTo>
                  <a:pt x="144144" y="53466"/>
                </a:lnTo>
                <a:lnTo>
                  <a:pt x="163165" y="51706"/>
                </a:lnTo>
                <a:lnTo>
                  <a:pt x="183245" y="50434"/>
                </a:lnTo>
                <a:lnTo>
                  <a:pt x="204348" y="49662"/>
                </a:lnTo>
                <a:lnTo>
                  <a:pt x="226440" y="49402"/>
                </a:lnTo>
                <a:lnTo>
                  <a:pt x="249110" y="49141"/>
                </a:lnTo>
                <a:lnTo>
                  <a:pt x="271779" y="48355"/>
                </a:lnTo>
                <a:lnTo>
                  <a:pt x="294449" y="47045"/>
                </a:lnTo>
                <a:lnTo>
                  <a:pt x="317119" y="45212"/>
                </a:lnTo>
                <a:lnTo>
                  <a:pt x="338744" y="43451"/>
                </a:lnTo>
                <a:lnTo>
                  <a:pt x="358298" y="42179"/>
                </a:lnTo>
                <a:lnTo>
                  <a:pt x="375804" y="41407"/>
                </a:lnTo>
                <a:lnTo>
                  <a:pt x="391287" y="41147"/>
                </a:lnTo>
                <a:lnTo>
                  <a:pt x="406193" y="40888"/>
                </a:lnTo>
                <a:lnTo>
                  <a:pt x="457200" y="37083"/>
                </a:lnTo>
                <a:lnTo>
                  <a:pt x="510438" y="30851"/>
                </a:lnTo>
                <a:lnTo>
                  <a:pt x="527176" y="28828"/>
                </a:lnTo>
                <a:lnTo>
                  <a:pt x="545203" y="26735"/>
                </a:lnTo>
                <a:lnTo>
                  <a:pt x="590542" y="22596"/>
                </a:lnTo>
                <a:lnTo>
                  <a:pt x="644590" y="18740"/>
                </a:lnTo>
                <a:lnTo>
                  <a:pt x="685774" y="16644"/>
                </a:lnTo>
                <a:lnTo>
                  <a:pt x="700151" y="16382"/>
                </a:lnTo>
                <a:lnTo>
                  <a:pt x="712533" y="16382"/>
                </a:lnTo>
                <a:lnTo>
                  <a:pt x="724915" y="16382"/>
                </a:lnTo>
                <a:lnTo>
                  <a:pt x="1264539" y="16382"/>
                </a:lnTo>
                <a:lnTo>
                  <a:pt x="1274062" y="16140"/>
                </a:lnTo>
                <a:lnTo>
                  <a:pt x="1282049" y="15398"/>
                </a:lnTo>
                <a:lnTo>
                  <a:pt x="1288488" y="14132"/>
                </a:lnTo>
                <a:lnTo>
                  <a:pt x="1293368" y="12318"/>
                </a:lnTo>
                <a:lnTo>
                  <a:pt x="1298828" y="9525"/>
                </a:lnTo>
                <a:lnTo>
                  <a:pt x="1304289" y="8254"/>
                </a:lnTo>
                <a:lnTo>
                  <a:pt x="1445768" y="8254"/>
                </a:lnTo>
                <a:lnTo>
                  <a:pt x="1452201" y="7733"/>
                </a:lnTo>
                <a:lnTo>
                  <a:pt x="1459134" y="6175"/>
                </a:lnTo>
                <a:lnTo>
                  <a:pt x="1466592" y="3593"/>
                </a:lnTo>
                <a:lnTo>
                  <a:pt x="147459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548072"/>
            <a:ext cx="9160510" cy="432308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b="1">
                <a:latin typeface="Malgun Gothic"/>
                <a:cs typeface="Malgun Gothic"/>
              </a:rPr>
              <a:t>개념적</a:t>
            </a:r>
            <a:r>
              <a:rPr dirty="0" sz="2200" spc="-180" b="1">
                <a:latin typeface="Malgun Gothic"/>
                <a:cs typeface="Malgun Gothic"/>
              </a:rPr>
              <a:t> </a:t>
            </a:r>
            <a:r>
              <a:rPr dirty="0" sz="2200" spc="-10" b="1">
                <a:latin typeface="Malgun Gothic"/>
                <a:cs typeface="Malgun Gothic"/>
              </a:rPr>
              <a:t>수준의</a:t>
            </a:r>
            <a:r>
              <a:rPr dirty="0" sz="2200" spc="-180" b="1">
                <a:latin typeface="Malgun Gothic"/>
                <a:cs typeface="Malgun Gothic"/>
              </a:rPr>
              <a:t> </a:t>
            </a:r>
            <a:r>
              <a:rPr dirty="0" sz="2200" spc="-25" b="1">
                <a:latin typeface="Malgun Gothic"/>
                <a:cs typeface="Malgun Gothic"/>
              </a:rPr>
              <a:t>모델</a:t>
            </a:r>
            <a:endParaRPr sz="2200">
              <a:latin typeface="Malgun Gothic"/>
              <a:cs typeface="Malgun Gothic"/>
            </a:endParaRPr>
          </a:p>
          <a:p>
            <a:pPr lvl="1" marL="832485" marR="5715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  <a:tab pos="1490345" algn="l"/>
                <a:tab pos="2875915" algn="l"/>
                <a:tab pos="3794125" algn="l"/>
                <a:tab pos="4710430" algn="l"/>
                <a:tab pos="6146165" algn="l"/>
                <a:tab pos="6802120" algn="l"/>
                <a:tab pos="7720330" algn="l"/>
                <a:tab pos="8894445" algn="l"/>
              </a:tabLst>
            </a:pPr>
            <a:r>
              <a:rPr dirty="0" sz="1950" spc="-25" b="1">
                <a:latin typeface="Malgun Gothic"/>
                <a:cs typeface="Malgun Gothic"/>
              </a:rPr>
              <a:t>특정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65" b="1">
                <a:solidFill>
                  <a:srgbClr val="FF0000"/>
                </a:solidFill>
                <a:latin typeface="Malgun Gothic"/>
                <a:cs typeface="Malgun Gothic"/>
              </a:rPr>
              <a:t>표현(구현)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35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30" b="1">
                <a:solidFill>
                  <a:srgbClr val="FF0000"/>
                </a:solidFill>
                <a:latin typeface="Malgun Gothic"/>
                <a:cs typeface="Malgun Gothic"/>
              </a:rPr>
              <a:t>모델</a:t>
            </a:r>
            <a:r>
              <a:rPr dirty="0" sz="1950" spc="30" b="1">
                <a:latin typeface="Malgun Gothic"/>
                <a:cs typeface="Malgun Gothic"/>
              </a:rPr>
              <a:t>과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45" b="1">
                <a:latin typeface="Malgun Gothic"/>
                <a:cs typeface="Malgun Gothic"/>
              </a:rPr>
              <a:t>독립적으로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-25" b="1">
                <a:latin typeface="Malgun Gothic"/>
                <a:cs typeface="Malgun Gothic"/>
              </a:rPr>
              <a:t>응용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30" b="1">
                <a:latin typeface="Malgun Gothic"/>
                <a:cs typeface="Malgun Gothic"/>
              </a:rPr>
              <a:t>세계를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40" b="1">
                <a:latin typeface="Malgun Gothic"/>
                <a:cs typeface="Malgun Gothic"/>
              </a:rPr>
              <a:t>모델링할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-50" b="1">
                <a:latin typeface="Malgun Gothic"/>
                <a:cs typeface="Malgun Gothic"/>
              </a:rPr>
              <a:t>수 </a:t>
            </a:r>
            <a:r>
              <a:rPr dirty="0" sz="1950" b="1">
                <a:latin typeface="Malgun Gothic"/>
                <a:cs typeface="Malgun Gothic"/>
              </a:rPr>
              <a:t>있도록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spc="-50" b="1">
                <a:latin typeface="Malgun Gothic"/>
                <a:cs typeface="Malgun Gothic"/>
              </a:rPr>
              <a:t>함</a:t>
            </a:r>
            <a:endParaRPr sz="1950">
              <a:latin typeface="Malgun Gothic"/>
              <a:cs typeface="Malgun Gothic"/>
            </a:endParaRPr>
          </a:p>
          <a:p>
            <a:pPr lvl="1" marL="832485" marR="6985" indent="-315595">
              <a:lnSpc>
                <a:spcPct val="142500"/>
              </a:lnSpc>
              <a:spcBef>
                <a:spcPts val="5"/>
              </a:spcBef>
              <a:buFont typeface="MingLiU_HKSCS-ExtB"/>
              <a:buChar char="✓"/>
              <a:tabLst>
                <a:tab pos="832485" algn="l"/>
                <a:tab pos="3347085" algn="l"/>
                <a:tab pos="4729480" algn="l"/>
              </a:tabLst>
            </a:pPr>
            <a:r>
              <a:rPr dirty="0" sz="1950" b="1">
                <a:latin typeface="Malgun Gothic"/>
                <a:cs typeface="Malgun Gothic"/>
              </a:rPr>
              <a:t>데이터베이스</a:t>
            </a:r>
            <a:r>
              <a:rPr dirty="0" sz="1950" spc="39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구조를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하향식</a:t>
            </a:r>
            <a:r>
              <a:rPr dirty="0" sz="1950" spc="-10" b="1">
                <a:latin typeface="Malgun Gothic"/>
                <a:cs typeface="Malgun Gothic"/>
              </a:rPr>
              <a:t>으로</a:t>
            </a:r>
            <a:r>
              <a:rPr dirty="0" sz="1950" b="1">
                <a:latin typeface="Malgun Gothic"/>
                <a:cs typeface="Malgun Gothic"/>
              </a:rPr>
              <a:t>	개발할</a:t>
            </a:r>
            <a:r>
              <a:rPr dirty="0" sz="1950" spc="3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35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있기</a:t>
            </a:r>
            <a:r>
              <a:rPr dirty="0" sz="1950" spc="35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위한</a:t>
            </a:r>
            <a:r>
              <a:rPr dirty="0" sz="1950" spc="355" b="1">
                <a:latin typeface="Malgun Gothic"/>
                <a:cs typeface="Malgun Gothic"/>
              </a:rPr>
              <a:t> </a:t>
            </a:r>
            <a:r>
              <a:rPr dirty="0" sz="1950" spc="-35" b="1">
                <a:latin typeface="Malgun Gothic"/>
                <a:cs typeface="Malgun Gothic"/>
              </a:rPr>
              <a:t>틀(framework)을 </a:t>
            </a:r>
            <a:r>
              <a:rPr dirty="0" sz="1950" spc="-25" b="1">
                <a:latin typeface="Malgun Gothic"/>
                <a:cs typeface="Malgun Gothic"/>
              </a:rPr>
              <a:t>제공함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5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인기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있는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개념적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수준의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모델은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spc="130" b="1">
                <a:solidFill>
                  <a:srgbClr val="FF0000"/>
                </a:solidFill>
                <a:latin typeface="Malgun Gothic"/>
                <a:cs typeface="Malgun Gothic"/>
              </a:rPr>
              <a:t>개체-</a:t>
            </a:r>
            <a:r>
              <a:rPr dirty="0" sz="1950" spc="50" b="1">
                <a:solidFill>
                  <a:srgbClr val="FF0000"/>
                </a:solidFill>
                <a:latin typeface="Malgun Gothic"/>
                <a:cs typeface="Malgun Gothic"/>
              </a:rPr>
              <a:t>관계(ER:</a:t>
            </a:r>
            <a:r>
              <a:rPr dirty="0" sz="1950" spc="-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Entity-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Relationship)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모델</a:t>
            </a:r>
            <a:endParaRPr sz="1950">
              <a:latin typeface="Malgun Gothic"/>
              <a:cs typeface="Malgun Gothic"/>
            </a:endParaRPr>
          </a:p>
          <a:p>
            <a:pPr lvl="1" marL="832485" marR="8890" indent="-315595">
              <a:lnSpc>
                <a:spcPct val="1426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spc="90" b="1">
                <a:latin typeface="Malgun Gothic"/>
                <a:cs typeface="Malgun Gothic"/>
              </a:rPr>
              <a:t>ER</a:t>
            </a:r>
            <a:r>
              <a:rPr dirty="0" sz="1950" spc="-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모델과</a:t>
            </a:r>
            <a:r>
              <a:rPr dirty="0" sz="1950" spc="-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같은</a:t>
            </a:r>
            <a:r>
              <a:rPr dirty="0" sz="1950" spc="-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개념적인</a:t>
            </a:r>
            <a:r>
              <a:rPr dirty="0" sz="1950" spc="-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데이터</a:t>
            </a:r>
            <a:r>
              <a:rPr dirty="0" sz="1950" spc="-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모델이</a:t>
            </a:r>
            <a:r>
              <a:rPr dirty="0" sz="1950" spc="-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사상될</a:t>
            </a:r>
            <a:r>
              <a:rPr dirty="0" sz="1950" spc="-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있는</a:t>
            </a:r>
            <a:r>
              <a:rPr dirty="0" sz="1950" spc="-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다수의</a:t>
            </a:r>
            <a:r>
              <a:rPr dirty="0" sz="1950" spc="-30" b="1">
                <a:latin typeface="Malgun Gothic"/>
                <a:cs typeface="Malgun Gothic"/>
              </a:rPr>
              <a:t> 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표현(구현)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데이터</a:t>
            </a:r>
            <a:r>
              <a:rPr dirty="0" sz="1950" spc="-9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55" b="1">
                <a:solidFill>
                  <a:srgbClr val="FF3300"/>
                </a:solidFill>
                <a:latin typeface="Malgun Gothic"/>
                <a:cs typeface="Malgun Gothic"/>
              </a:rPr>
              <a:t>모델</a:t>
            </a:r>
            <a:r>
              <a:rPr dirty="0" sz="1950" spc="-55" b="1">
                <a:latin typeface="Malgun Gothic"/>
                <a:cs typeface="Malgun Gothic"/>
              </a:rPr>
              <a:t>(representation/implementation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data</a:t>
            </a:r>
            <a:r>
              <a:rPr dirty="0" sz="1950" spc="-5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model)이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존재함</a:t>
            </a:r>
            <a:endParaRPr sz="19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ts val="3340"/>
              </a:lnSpc>
              <a:spcBef>
                <a:spcPts val="9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표현/구현</a:t>
            </a:r>
            <a:r>
              <a:rPr dirty="0" sz="1950" spc="-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단계에서</a:t>
            </a:r>
            <a:r>
              <a:rPr dirty="0" sz="1950" spc="-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사용되는</a:t>
            </a:r>
            <a:r>
              <a:rPr dirty="0" sz="1950" spc="-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세</a:t>
            </a:r>
            <a:r>
              <a:rPr dirty="0" sz="1950" spc="-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가지</a:t>
            </a:r>
            <a:r>
              <a:rPr dirty="0" sz="1950" spc="-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데이터</a:t>
            </a:r>
            <a:r>
              <a:rPr dirty="0" sz="1950" spc="-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모델:</a:t>
            </a:r>
            <a:r>
              <a:rPr dirty="0" sz="1950" spc="5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모델</a:t>
            </a:r>
            <a:r>
              <a:rPr dirty="0" sz="1950" b="1">
                <a:latin typeface="Malgun Gothic"/>
                <a:cs typeface="Malgun Gothic"/>
              </a:rPr>
              <a:t>,</a:t>
            </a:r>
            <a:r>
              <a:rPr dirty="0" sz="1950" spc="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계층 </a:t>
            </a:r>
            <a:r>
              <a:rPr dirty="0" sz="1950" b="1">
                <a:latin typeface="Malgun Gothic"/>
                <a:cs typeface="Malgun Gothic"/>
              </a:rPr>
              <a:t>데이터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모델,</a:t>
            </a:r>
            <a:r>
              <a:rPr dirty="0" sz="1950" spc="-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네트워크</a:t>
            </a:r>
            <a:r>
              <a:rPr dirty="0" sz="1950" spc="-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데이터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모델</a:t>
            </a:r>
            <a:endParaRPr sz="1950">
              <a:latin typeface="Malgun Gothic"/>
              <a:cs typeface="Malgun Gothic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0477" y="4159123"/>
            <a:ext cx="4591812" cy="20954"/>
          </a:xfrm>
          <a:prstGeom prst="rect">
            <a:avLst/>
          </a:prstGeom>
        </p:spPr>
      </p:pic>
      <p:sp>
        <p:nvSpPr>
          <p:cNvPr id="5" name="object 5" descr=""/>
          <p:cNvSpPr/>
          <p:nvPr/>
        </p:nvSpPr>
        <p:spPr>
          <a:xfrm>
            <a:off x="4158107" y="2963037"/>
            <a:ext cx="757555" cy="387350"/>
          </a:xfrm>
          <a:custGeom>
            <a:avLst/>
            <a:gdLst/>
            <a:ahLst/>
            <a:cxnLst/>
            <a:rect l="l" t="t" r="r" b="b"/>
            <a:pathLst>
              <a:path w="757554" h="387350">
                <a:moveTo>
                  <a:pt x="469264" y="378713"/>
                </a:moveTo>
                <a:lnTo>
                  <a:pt x="469264" y="378713"/>
                </a:lnTo>
                <a:lnTo>
                  <a:pt x="271652" y="378713"/>
                </a:lnTo>
                <a:lnTo>
                  <a:pt x="260054" y="378454"/>
                </a:lnTo>
                <a:lnTo>
                  <a:pt x="250015" y="377682"/>
                </a:lnTo>
                <a:lnTo>
                  <a:pt x="241524" y="376410"/>
                </a:lnTo>
                <a:lnTo>
                  <a:pt x="234568" y="374650"/>
                </a:lnTo>
                <a:lnTo>
                  <a:pt x="226440" y="371855"/>
                </a:lnTo>
                <a:lnTo>
                  <a:pt x="218185" y="370459"/>
                </a:lnTo>
                <a:lnTo>
                  <a:pt x="182498" y="370459"/>
                </a:lnTo>
                <a:lnTo>
                  <a:pt x="177037" y="369062"/>
                </a:lnTo>
                <a:lnTo>
                  <a:pt x="168782" y="366394"/>
                </a:lnTo>
                <a:lnTo>
                  <a:pt x="162591" y="364319"/>
                </a:lnTo>
                <a:lnTo>
                  <a:pt x="156400" y="362267"/>
                </a:lnTo>
                <a:lnTo>
                  <a:pt x="150209" y="360215"/>
                </a:lnTo>
                <a:lnTo>
                  <a:pt x="144017" y="358139"/>
                </a:lnTo>
                <a:lnTo>
                  <a:pt x="135889" y="355346"/>
                </a:lnTo>
                <a:lnTo>
                  <a:pt x="128904" y="354075"/>
                </a:lnTo>
                <a:lnTo>
                  <a:pt x="108330" y="354075"/>
                </a:lnTo>
                <a:lnTo>
                  <a:pt x="105663" y="351281"/>
                </a:lnTo>
                <a:lnTo>
                  <a:pt x="102869" y="345821"/>
                </a:lnTo>
                <a:lnTo>
                  <a:pt x="100202" y="340360"/>
                </a:lnTo>
                <a:lnTo>
                  <a:pt x="96012" y="337565"/>
                </a:lnTo>
                <a:lnTo>
                  <a:pt x="90550" y="337565"/>
                </a:lnTo>
                <a:lnTo>
                  <a:pt x="85089" y="337565"/>
                </a:lnTo>
                <a:lnTo>
                  <a:pt x="80898" y="336168"/>
                </a:lnTo>
                <a:lnTo>
                  <a:pt x="78231" y="333375"/>
                </a:lnTo>
                <a:lnTo>
                  <a:pt x="75437" y="330707"/>
                </a:lnTo>
                <a:lnTo>
                  <a:pt x="71373" y="326516"/>
                </a:lnTo>
                <a:lnTo>
                  <a:pt x="65785" y="321055"/>
                </a:lnTo>
                <a:lnTo>
                  <a:pt x="60325" y="315594"/>
                </a:lnTo>
                <a:lnTo>
                  <a:pt x="54863" y="310134"/>
                </a:lnTo>
                <a:lnTo>
                  <a:pt x="27431" y="275843"/>
                </a:lnTo>
                <a:lnTo>
                  <a:pt x="20573" y="263398"/>
                </a:lnTo>
                <a:lnTo>
                  <a:pt x="17779" y="257937"/>
                </a:lnTo>
                <a:lnTo>
                  <a:pt x="16509" y="252475"/>
                </a:lnTo>
                <a:lnTo>
                  <a:pt x="16509" y="247014"/>
                </a:lnTo>
                <a:lnTo>
                  <a:pt x="16509" y="241553"/>
                </a:lnTo>
                <a:lnTo>
                  <a:pt x="15112" y="237362"/>
                </a:lnTo>
                <a:lnTo>
                  <a:pt x="12318" y="234696"/>
                </a:lnTo>
                <a:lnTo>
                  <a:pt x="9651" y="231901"/>
                </a:lnTo>
                <a:lnTo>
                  <a:pt x="6857" y="227837"/>
                </a:lnTo>
                <a:lnTo>
                  <a:pt x="4063" y="222250"/>
                </a:lnTo>
                <a:lnTo>
                  <a:pt x="1396" y="216788"/>
                </a:lnTo>
                <a:lnTo>
                  <a:pt x="0" y="211327"/>
                </a:lnTo>
                <a:lnTo>
                  <a:pt x="0" y="205866"/>
                </a:lnTo>
                <a:lnTo>
                  <a:pt x="0" y="200278"/>
                </a:lnTo>
                <a:lnTo>
                  <a:pt x="0" y="108457"/>
                </a:lnTo>
                <a:lnTo>
                  <a:pt x="1396" y="105663"/>
                </a:lnTo>
                <a:lnTo>
                  <a:pt x="37083" y="90550"/>
                </a:lnTo>
                <a:lnTo>
                  <a:pt x="52250" y="86193"/>
                </a:lnTo>
                <a:lnTo>
                  <a:pt x="68976" y="81311"/>
                </a:lnTo>
                <a:lnTo>
                  <a:pt x="87250" y="75906"/>
                </a:lnTo>
                <a:lnTo>
                  <a:pt x="107060" y="69976"/>
                </a:lnTo>
                <a:lnTo>
                  <a:pt x="127113" y="64047"/>
                </a:lnTo>
                <a:lnTo>
                  <a:pt x="164121" y="53760"/>
                </a:lnTo>
                <a:lnTo>
                  <a:pt x="213010" y="42195"/>
                </a:lnTo>
                <a:lnTo>
                  <a:pt x="256498" y="35008"/>
                </a:lnTo>
                <a:lnTo>
                  <a:pt x="268589" y="32956"/>
                </a:lnTo>
                <a:lnTo>
                  <a:pt x="279132" y="30904"/>
                </a:lnTo>
                <a:lnTo>
                  <a:pt x="288163" y="28828"/>
                </a:lnTo>
                <a:lnTo>
                  <a:pt x="296114" y="27015"/>
                </a:lnTo>
                <a:lnTo>
                  <a:pt x="303577" y="25749"/>
                </a:lnTo>
                <a:lnTo>
                  <a:pt x="310540" y="25007"/>
                </a:lnTo>
                <a:lnTo>
                  <a:pt x="316991" y="24764"/>
                </a:lnTo>
                <a:lnTo>
                  <a:pt x="325246" y="24764"/>
                </a:lnTo>
                <a:lnTo>
                  <a:pt x="330707" y="23367"/>
                </a:lnTo>
                <a:lnTo>
                  <a:pt x="333375" y="20574"/>
                </a:lnTo>
                <a:lnTo>
                  <a:pt x="336168" y="17779"/>
                </a:lnTo>
                <a:lnTo>
                  <a:pt x="340232" y="16510"/>
                </a:lnTo>
                <a:lnTo>
                  <a:pt x="345820" y="16510"/>
                </a:lnTo>
                <a:lnTo>
                  <a:pt x="351281" y="16510"/>
                </a:lnTo>
                <a:lnTo>
                  <a:pt x="415797" y="16510"/>
                </a:lnTo>
                <a:lnTo>
                  <a:pt x="422175" y="16248"/>
                </a:lnTo>
                <a:lnTo>
                  <a:pt x="429101" y="15462"/>
                </a:lnTo>
                <a:lnTo>
                  <a:pt x="436550" y="14152"/>
                </a:lnTo>
                <a:lnTo>
                  <a:pt x="444500" y="12318"/>
                </a:lnTo>
                <a:lnTo>
                  <a:pt x="455548" y="9651"/>
                </a:lnTo>
                <a:lnTo>
                  <a:pt x="462406" y="8254"/>
                </a:lnTo>
                <a:lnTo>
                  <a:pt x="465200" y="8254"/>
                </a:lnTo>
                <a:lnTo>
                  <a:pt x="467867" y="8254"/>
                </a:lnTo>
                <a:lnTo>
                  <a:pt x="472058" y="6857"/>
                </a:lnTo>
                <a:lnTo>
                  <a:pt x="477519" y="4063"/>
                </a:lnTo>
                <a:lnTo>
                  <a:pt x="482980" y="1397"/>
                </a:lnTo>
                <a:lnTo>
                  <a:pt x="488441" y="0"/>
                </a:lnTo>
                <a:lnTo>
                  <a:pt x="493902" y="0"/>
                </a:lnTo>
                <a:lnTo>
                  <a:pt x="499490" y="0"/>
                </a:lnTo>
                <a:lnTo>
                  <a:pt x="680592" y="0"/>
                </a:lnTo>
                <a:lnTo>
                  <a:pt x="684656" y="2793"/>
                </a:lnTo>
                <a:lnTo>
                  <a:pt x="687451" y="8254"/>
                </a:lnTo>
                <a:lnTo>
                  <a:pt x="690117" y="13715"/>
                </a:lnTo>
                <a:lnTo>
                  <a:pt x="692912" y="16510"/>
                </a:lnTo>
                <a:lnTo>
                  <a:pt x="695705" y="16510"/>
                </a:lnTo>
                <a:lnTo>
                  <a:pt x="698372" y="16510"/>
                </a:lnTo>
                <a:lnTo>
                  <a:pt x="701166" y="17779"/>
                </a:lnTo>
                <a:lnTo>
                  <a:pt x="703960" y="20574"/>
                </a:lnTo>
                <a:lnTo>
                  <a:pt x="706627" y="23367"/>
                </a:lnTo>
                <a:lnTo>
                  <a:pt x="709421" y="26035"/>
                </a:lnTo>
                <a:lnTo>
                  <a:pt x="712088" y="28828"/>
                </a:lnTo>
                <a:lnTo>
                  <a:pt x="714882" y="31623"/>
                </a:lnTo>
                <a:lnTo>
                  <a:pt x="717676" y="34289"/>
                </a:lnTo>
                <a:lnTo>
                  <a:pt x="720343" y="37084"/>
                </a:lnTo>
                <a:lnTo>
                  <a:pt x="723138" y="39750"/>
                </a:lnTo>
                <a:lnTo>
                  <a:pt x="725804" y="42544"/>
                </a:lnTo>
                <a:lnTo>
                  <a:pt x="728598" y="45338"/>
                </a:lnTo>
                <a:lnTo>
                  <a:pt x="731392" y="48005"/>
                </a:lnTo>
                <a:lnTo>
                  <a:pt x="734059" y="50800"/>
                </a:lnTo>
                <a:lnTo>
                  <a:pt x="736853" y="53466"/>
                </a:lnTo>
                <a:lnTo>
                  <a:pt x="739520" y="56261"/>
                </a:lnTo>
                <a:lnTo>
                  <a:pt x="740917" y="59054"/>
                </a:lnTo>
                <a:lnTo>
                  <a:pt x="740917" y="61722"/>
                </a:lnTo>
                <a:lnTo>
                  <a:pt x="740917" y="64515"/>
                </a:lnTo>
                <a:lnTo>
                  <a:pt x="742314" y="68579"/>
                </a:lnTo>
                <a:lnTo>
                  <a:pt x="745108" y="74040"/>
                </a:lnTo>
                <a:lnTo>
                  <a:pt x="747776" y="79628"/>
                </a:lnTo>
                <a:lnTo>
                  <a:pt x="749172" y="83692"/>
                </a:lnTo>
                <a:lnTo>
                  <a:pt x="749172" y="86487"/>
                </a:lnTo>
                <a:lnTo>
                  <a:pt x="749172" y="89153"/>
                </a:lnTo>
                <a:lnTo>
                  <a:pt x="749172" y="94741"/>
                </a:lnTo>
                <a:lnTo>
                  <a:pt x="749172" y="102869"/>
                </a:lnTo>
                <a:lnTo>
                  <a:pt x="749172" y="111125"/>
                </a:lnTo>
                <a:lnTo>
                  <a:pt x="750569" y="117982"/>
                </a:lnTo>
                <a:lnTo>
                  <a:pt x="753237" y="123443"/>
                </a:lnTo>
                <a:lnTo>
                  <a:pt x="756030" y="129031"/>
                </a:lnTo>
                <a:lnTo>
                  <a:pt x="757427" y="133096"/>
                </a:lnTo>
                <a:lnTo>
                  <a:pt x="757427" y="352678"/>
                </a:lnTo>
                <a:lnTo>
                  <a:pt x="756030" y="355346"/>
                </a:lnTo>
                <a:lnTo>
                  <a:pt x="753237" y="358139"/>
                </a:lnTo>
                <a:lnTo>
                  <a:pt x="750569" y="360934"/>
                </a:lnTo>
                <a:lnTo>
                  <a:pt x="749172" y="363600"/>
                </a:lnTo>
                <a:lnTo>
                  <a:pt x="749172" y="366394"/>
                </a:lnTo>
                <a:lnTo>
                  <a:pt x="749172" y="369062"/>
                </a:lnTo>
                <a:lnTo>
                  <a:pt x="749172" y="371855"/>
                </a:lnTo>
                <a:lnTo>
                  <a:pt x="749172" y="374650"/>
                </a:lnTo>
                <a:lnTo>
                  <a:pt x="749172" y="377316"/>
                </a:lnTo>
                <a:lnTo>
                  <a:pt x="747776" y="378713"/>
                </a:lnTo>
                <a:lnTo>
                  <a:pt x="745108" y="378713"/>
                </a:lnTo>
                <a:lnTo>
                  <a:pt x="742314" y="378713"/>
                </a:lnTo>
                <a:lnTo>
                  <a:pt x="738251" y="380111"/>
                </a:lnTo>
                <a:lnTo>
                  <a:pt x="732663" y="382777"/>
                </a:lnTo>
                <a:lnTo>
                  <a:pt x="727201" y="385572"/>
                </a:lnTo>
                <a:lnTo>
                  <a:pt x="723138" y="386968"/>
                </a:lnTo>
                <a:lnTo>
                  <a:pt x="636651" y="386968"/>
                </a:lnTo>
                <a:lnTo>
                  <a:pt x="631189" y="385572"/>
                </a:lnTo>
                <a:lnTo>
                  <a:pt x="625728" y="382777"/>
                </a:lnTo>
                <a:lnTo>
                  <a:pt x="620140" y="380111"/>
                </a:lnTo>
                <a:lnTo>
                  <a:pt x="614679" y="378713"/>
                </a:lnTo>
                <a:lnTo>
                  <a:pt x="609218" y="378713"/>
                </a:lnTo>
                <a:lnTo>
                  <a:pt x="603757" y="378713"/>
                </a:lnTo>
                <a:lnTo>
                  <a:pt x="487044" y="378713"/>
                </a:lnTo>
                <a:lnTo>
                  <a:pt x="482980" y="377316"/>
                </a:lnTo>
                <a:lnTo>
                  <a:pt x="477519" y="374650"/>
                </a:lnTo>
                <a:lnTo>
                  <a:pt x="472058" y="371855"/>
                </a:lnTo>
                <a:lnTo>
                  <a:pt x="466470" y="370459"/>
                </a:lnTo>
                <a:lnTo>
                  <a:pt x="461009" y="370459"/>
                </a:lnTo>
                <a:lnTo>
                  <a:pt x="455548" y="370459"/>
                </a:lnTo>
                <a:lnTo>
                  <a:pt x="447293" y="370459"/>
                </a:lnTo>
                <a:lnTo>
                  <a:pt x="436371" y="37045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3" name="object 3" descr=""/>
          <p:cNvSpPr/>
          <p:nvPr/>
        </p:nvSpPr>
        <p:spPr>
          <a:xfrm>
            <a:off x="2927603" y="4140708"/>
            <a:ext cx="4220210" cy="12700"/>
          </a:xfrm>
          <a:custGeom>
            <a:avLst/>
            <a:gdLst/>
            <a:ahLst/>
            <a:cxnLst/>
            <a:rect l="l" t="t" r="r" b="b"/>
            <a:pathLst>
              <a:path w="4220209" h="12700">
                <a:moveTo>
                  <a:pt x="4219956" y="12191"/>
                </a:moveTo>
                <a:lnTo>
                  <a:pt x="0" y="12191"/>
                </a:lnTo>
                <a:lnTo>
                  <a:pt x="0" y="0"/>
                </a:lnTo>
                <a:lnTo>
                  <a:pt x="4219956" y="0"/>
                </a:lnTo>
                <a:lnTo>
                  <a:pt x="4219956" y="12191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pc="-30"/>
              <a:t>데이터베이스</a:t>
            </a:r>
            <a:r>
              <a:rPr dirty="0" spc="-150"/>
              <a:t> </a:t>
            </a:r>
            <a:r>
              <a:rPr dirty="0" spc="-10"/>
              <a:t>설계의</a:t>
            </a:r>
            <a:r>
              <a:rPr dirty="0" spc="-170"/>
              <a:t> </a:t>
            </a:r>
            <a:r>
              <a:rPr dirty="0" spc="-25"/>
              <a:t>개요</a:t>
            </a:r>
          </a:p>
          <a:p>
            <a:pPr algn="just" lvl="1" marL="831850" indent="-314960">
              <a:lnSpc>
                <a:spcPct val="100000"/>
              </a:lnSpc>
              <a:spcBef>
                <a:spcPts val="103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한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조직체의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운영과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목적을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지원하기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위해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데이터베이스를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생성하는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과정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600"/>
              </a:lnSpc>
              <a:spcBef>
                <a:spcPts val="10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목적은 모든</a:t>
            </a:r>
            <a:r>
              <a:rPr dirty="0" sz="1950" spc="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주요</a:t>
            </a:r>
            <a:r>
              <a:rPr dirty="0" sz="1950" spc="-1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응용과</a:t>
            </a:r>
            <a:r>
              <a:rPr dirty="0" sz="1950" spc="-1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사용자들이</a:t>
            </a:r>
            <a:r>
              <a:rPr dirty="0" sz="1950" spc="-1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요구하는</a:t>
            </a:r>
            <a:r>
              <a:rPr dirty="0" sz="1950" spc="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데이터,</a:t>
            </a:r>
            <a:r>
              <a:rPr dirty="0" sz="1950" spc="1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950" spc="-1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간의</a:t>
            </a:r>
            <a:r>
              <a:rPr dirty="0" sz="1950" spc="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관계를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표현하는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것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500"/>
              </a:lnSpc>
              <a:spcBef>
                <a:spcPts val="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훌륭한</a:t>
            </a:r>
            <a:r>
              <a:rPr dirty="0" sz="1950" spc="3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데이터베이스</a:t>
            </a:r>
            <a:r>
              <a:rPr dirty="0" sz="1950" spc="3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설계는</a:t>
            </a:r>
            <a:r>
              <a:rPr dirty="0" sz="1950" spc="3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u="sng" sz="19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시간의</a:t>
            </a:r>
            <a:r>
              <a:rPr dirty="0" u="sng" sz="1950" spc="37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9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흐름에</a:t>
            </a:r>
            <a:r>
              <a:rPr dirty="0" u="sng" sz="1950" spc="39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9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따른</a:t>
            </a:r>
            <a:r>
              <a:rPr dirty="0" u="sng" sz="1950" spc="37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9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데이터의</a:t>
            </a:r>
            <a:r>
              <a:rPr dirty="0" u="sng" sz="1950" spc="37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9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모든</a:t>
            </a:r>
            <a:r>
              <a:rPr dirty="0" u="sng" sz="1950" spc="39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950" spc="-2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측면을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u="sng" sz="1950" spc="15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나타내고</a:t>
            </a:r>
            <a:r>
              <a:rPr dirty="0" sz="1950" spc="155" b="1">
                <a:solidFill>
                  <a:srgbClr val="FF0000"/>
                </a:solidFill>
                <a:latin typeface="Malgun Gothic"/>
                <a:cs typeface="Malgun Gothic"/>
              </a:rPr>
              <a:t>,</a:t>
            </a:r>
            <a:r>
              <a:rPr dirty="0" sz="1950" spc="4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105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114" b="1">
                <a:solidFill>
                  <a:srgbClr val="FF0000"/>
                </a:solidFill>
                <a:latin typeface="Malgun Gothic"/>
                <a:cs typeface="Malgun Gothic"/>
              </a:rPr>
              <a:t>항목의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105" b="1">
                <a:solidFill>
                  <a:srgbClr val="FF0000"/>
                </a:solidFill>
                <a:latin typeface="Malgun Gothic"/>
                <a:cs typeface="Malgun Gothic"/>
              </a:rPr>
              <a:t>중복을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160" b="1">
                <a:solidFill>
                  <a:srgbClr val="FF0000"/>
                </a:solidFill>
                <a:latin typeface="Malgun Gothic"/>
                <a:cs typeface="Malgun Gothic"/>
              </a:rPr>
              <a:t>최소화하고,</a:t>
            </a:r>
            <a:r>
              <a:rPr dirty="0" sz="1950" spc="459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u="sng" sz="1950" spc="13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데이터베이스에</a:t>
            </a:r>
            <a:r>
              <a:rPr dirty="0" u="sng" sz="1950" spc="-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 </a:t>
            </a:r>
            <a:r>
              <a:rPr dirty="0" u="sng" sz="1950" spc="7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대한</a:t>
            </a:r>
            <a:r>
              <a:rPr dirty="0" sz="1950" spc="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u="sng" sz="1950" spc="7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효율적인</a:t>
            </a:r>
            <a:r>
              <a:rPr dirty="0" u="sng" sz="1950" spc="-9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 </a:t>
            </a:r>
            <a:r>
              <a:rPr dirty="0" u="sng" sz="1950" spc="6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접근을</a:t>
            </a:r>
            <a:r>
              <a:rPr dirty="0" u="sng" sz="1950" spc="-9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 </a:t>
            </a:r>
            <a:r>
              <a:rPr dirty="0" u="sng" sz="1950" spc="10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제공하고</a:t>
            </a: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,</a:t>
            </a:r>
            <a:r>
              <a:rPr dirty="0" sz="1950" spc="4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u="sng" sz="1950" spc="8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데이터베이스의</a:t>
            </a:r>
            <a:r>
              <a:rPr dirty="0" u="sng" sz="1950" spc="-9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 </a:t>
            </a:r>
            <a:r>
              <a:rPr dirty="0" u="sng" sz="1950" spc="7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무결성을</a:t>
            </a:r>
            <a:r>
              <a:rPr dirty="0" u="sng" sz="1950" spc="-85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  </a:t>
            </a:r>
            <a:r>
              <a:rPr dirty="0" u="sng" sz="1950" spc="10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제공하고</a:t>
            </a: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,</a:t>
            </a:r>
            <a:r>
              <a:rPr dirty="0" sz="1950" spc="4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u="sng" sz="1950" spc="3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현실</a:t>
            </a:r>
            <a:endParaRPr sz="1950">
              <a:latin typeface="Malgun Gothic"/>
              <a:cs typeface="Malgun Gothic"/>
            </a:endParaRPr>
          </a:p>
          <a:p>
            <a:pPr marL="832485">
              <a:lnSpc>
                <a:spcPct val="100000"/>
              </a:lnSpc>
              <a:spcBef>
                <a:spcPts val="994"/>
              </a:spcBef>
            </a:pPr>
            <a:r>
              <a:rPr dirty="0" u="sng" sz="19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세계를</a:t>
            </a:r>
            <a:r>
              <a:rPr dirty="0" u="sng" sz="1950" spc="-114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dirty="0" u="sng" sz="19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자연스럽게</a:t>
            </a:r>
            <a:r>
              <a:rPr dirty="0" u="sng" sz="1950" spc="-1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dirty="0" u="sng" sz="19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표현하여</a:t>
            </a:r>
            <a:r>
              <a:rPr dirty="0" u="sng" sz="1950" spc="-9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dirty="0" u="sng" sz="19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이해하기</a:t>
            </a:r>
            <a:r>
              <a:rPr dirty="0" u="sng" sz="1950" spc="-11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dirty="0" u="sng" sz="1950" spc="34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쉬워🅓</a:t>
            </a:r>
            <a:r>
              <a:rPr dirty="0" u="sng" sz="1950" spc="-9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 </a:t>
            </a:r>
            <a:r>
              <a:rPr dirty="0" u="sng" sz="1950" spc="-5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</a:rPr>
              <a:t>함</a:t>
            </a:r>
            <a:endParaRPr sz="1950"/>
          </a:p>
        </p:txBody>
      </p:sp>
      <p:sp>
        <p:nvSpPr>
          <p:cNvPr id="5" name="object 5" descr=""/>
          <p:cNvSpPr/>
          <p:nvPr/>
        </p:nvSpPr>
        <p:spPr>
          <a:xfrm>
            <a:off x="5244084" y="3566160"/>
            <a:ext cx="561340" cy="4445"/>
          </a:xfrm>
          <a:custGeom>
            <a:avLst/>
            <a:gdLst/>
            <a:ahLst/>
            <a:cxnLst/>
            <a:rect l="l" t="t" r="r" b="b"/>
            <a:pathLst>
              <a:path w="561339" h="4445">
                <a:moveTo>
                  <a:pt x="0" y="4190"/>
                </a:moveTo>
                <a:lnTo>
                  <a:pt x="41743" y="4190"/>
                </a:lnTo>
                <a:lnTo>
                  <a:pt x="77628" y="4190"/>
                </a:lnTo>
                <a:lnTo>
                  <a:pt x="107656" y="4190"/>
                </a:lnTo>
                <a:lnTo>
                  <a:pt x="131825" y="4190"/>
                </a:lnTo>
                <a:lnTo>
                  <a:pt x="152540" y="4069"/>
                </a:lnTo>
                <a:lnTo>
                  <a:pt x="172196" y="3698"/>
                </a:lnTo>
                <a:lnTo>
                  <a:pt x="190779" y="3065"/>
                </a:lnTo>
                <a:lnTo>
                  <a:pt x="208279" y="2158"/>
                </a:lnTo>
                <a:lnTo>
                  <a:pt x="225591" y="1232"/>
                </a:lnTo>
                <a:lnTo>
                  <a:pt x="243427" y="555"/>
                </a:lnTo>
                <a:lnTo>
                  <a:pt x="261786" y="140"/>
                </a:lnTo>
                <a:lnTo>
                  <a:pt x="280669" y="0"/>
                </a:lnTo>
                <a:lnTo>
                  <a:pt x="298410" y="0"/>
                </a:lnTo>
                <a:lnTo>
                  <a:pt x="313531" y="0"/>
                </a:lnTo>
                <a:lnTo>
                  <a:pt x="558418" y="0"/>
                </a:lnTo>
                <a:lnTo>
                  <a:pt x="56121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596263" y="3782948"/>
            <a:ext cx="310515" cy="0"/>
          </a:xfrm>
          <a:custGeom>
            <a:avLst/>
            <a:gdLst/>
            <a:ahLst/>
            <a:cxnLst/>
            <a:rect l="l" t="t" r="r" b="b"/>
            <a:pathLst>
              <a:path w="310514" h="0">
                <a:moveTo>
                  <a:pt x="0" y="0"/>
                </a:moveTo>
                <a:lnTo>
                  <a:pt x="0" y="0"/>
                </a:lnTo>
                <a:lnTo>
                  <a:pt x="307467" y="0"/>
                </a:lnTo>
                <a:lnTo>
                  <a:pt x="310261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3200145" y="3753739"/>
            <a:ext cx="2627630" cy="25400"/>
          </a:xfrm>
          <a:custGeom>
            <a:avLst/>
            <a:gdLst/>
            <a:ahLst/>
            <a:cxnLst/>
            <a:rect l="l" t="t" r="r" b="b"/>
            <a:pathLst>
              <a:path w="2627629" h="25400">
                <a:moveTo>
                  <a:pt x="2627503" y="0"/>
                </a:moveTo>
                <a:lnTo>
                  <a:pt x="2614880" y="0"/>
                </a:lnTo>
                <a:lnTo>
                  <a:pt x="2602531" y="0"/>
                </a:lnTo>
                <a:lnTo>
                  <a:pt x="2590444" y="0"/>
                </a:lnTo>
                <a:lnTo>
                  <a:pt x="2578608" y="0"/>
                </a:lnTo>
                <a:lnTo>
                  <a:pt x="2566368" y="121"/>
                </a:lnTo>
                <a:lnTo>
                  <a:pt x="2523363" y="2032"/>
                </a:lnTo>
                <a:lnTo>
                  <a:pt x="2475517" y="5282"/>
                </a:lnTo>
                <a:lnTo>
                  <a:pt x="2459609" y="6350"/>
                </a:lnTo>
                <a:lnTo>
                  <a:pt x="2443487" y="7276"/>
                </a:lnTo>
                <a:lnTo>
                  <a:pt x="2427128" y="7953"/>
                </a:lnTo>
                <a:lnTo>
                  <a:pt x="2410531" y="8368"/>
                </a:lnTo>
                <a:lnTo>
                  <a:pt x="2393696" y="8509"/>
                </a:lnTo>
                <a:lnTo>
                  <a:pt x="2377191" y="8509"/>
                </a:lnTo>
                <a:lnTo>
                  <a:pt x="2361771" y="8509"/>
                </a:lnTo>
                <a:lnTo>
                  <a:pt x="2293747" y="8509"/>
                </a:lnTo>
                <a:lnTo>
                  <a:pt x="2286438" y="8630"/>
                </a:lnTo>
                <a:lnTo>
                  <a:pt x="2279380" y="9001"/>
                </a:lnTo>
                <a:lnTo>
                  <a:pt x="2272583" y="9634"/>
                </a:lnTo>
                <a:lnTo>
                  <a:pt x="2266061" y="10540"/>
                </a:lnTo>
                <a:lnTo>
                  <a:pt x="2259417" y="11467"/>
                </a:lnTo>
                <a:lnTo>
                  <a:pt x="2252249" y="12144"/>
                </a:lnTo>
                <a:lnTo>
                  <a:pt x="2244558" y="12559"/>
                </a:lnTo>
                <a:lnTo>
                  <a:pt x="2236343" y="12700"/>
                </a:lnTo>
                <a:lnTo>
                  <a:pt x="2227722" y="12700"/>
                </a:lnTo>
                <a:lnTo>
                  <a:pt x="2218817" y="12700"/>
                </a:lnTo>
                <a:lnTo>
                  <a:pt x="2209625" y="12700"/>
                </a:lnTo>
                <a:lnTo>
                  <a:pt x="2200148" y="12700"/>
                </a:lnTo>
                <a:lnTo>
                  <a:pt x="2190621" y="12840"/>
                </a:lnTo>
                <a:lnTo>
                  <a:pt x="2181082" y="13255"/>
                </a:lnTo>
                <a:lnTo>
                  <a:pt x="2171519" y="13932"/>
                </a:lnTo>
                <a:lnTo>
                  <a:pt x="2161921" y="14859"/>
                </a:lnTo>
                <a:lnTo>
                  <a:pt x="2151586" y="15785"/>
                </a:lnTo>
                <a:lnTo>
                  <a:pt x="2139632" y="16462"/>
                </a:lnTo>
                <a:lnTo>
                  <a:pt x="2126059" y="16877"/>
                </a:lnTo>
                <a:lnTo>
                  <a:pt x="2110867" y="17017"/>
                </a:lnTo>
                <a:lnTo>
                  <a:pt x="2095484" y="17139"/>
                </a:lnTo>
                <a:lnTo>
                  <a:pt x="2081148" y="17510"/>
                </a:lnTo>
                <a:lnTo>
                  <a:pt x="2067861" y="18143"/>
                </a:lnTo>
                <a:lnTo>
                  <a:pt x="2055621" y="19050"/>
                </a:lnTo>
                <a:lnTo>
                  <a:pt x="2044049" y="19976"/>
                </a:lnTo>
                <a:lnTo>
                  <a:pt x="2032761" y="20653"/>
                </a:lnTo>
                <a:lnTo>
                  <a:pt x="2021760" y="21068"/>
                </a:lnTo>
                <a:lnTo>
                  <a:pt x="2011045" y="21209"/>
                </a:lnTo>
                <a:lnTo>
                  <a:pt x="2000781" y="21209"/>
                </a:lnTo>
                <a:lnTo>
                  <a:pt x="1991328" y="21209"/>
                </a:lnTo>
                <a:lnTo>
                  <a:pt x="1819656" y="21209"/>
                </a:lnTo>
                <a:lnTo>
                  <a:pt x="1812486" y="21349"/>
                </a:lnTo>
                <a:lnTo>
                  <a:pt x="1803733" y="21764"/>
                </a:lnTo>
                <a:lnTo>
                  <a:pt x="1793384" y="22441"/>
                </a:lnTo>
                <a:lnTo>
                  <a:pt x="1781429" y="23367"/>
                </a:lnTo>
                <a:lnTo>
                  <a:pt x="1769473" y="24274"/>
                </a:lnTo>
                <a:lnTo>
                  <a:pt x="1759124" y="24907"/>
                </a:lnTo>
                <a:lnTo>
                  <a:pt x="1750371" y="25278"/>
                </a:lnTo>
                <a:lnTo>
                  <a:pt x="1743202" y="25400"/>
                </a:lnTo>
                <a:lnTo>
                  <a:pt x="1734693" y="25400"/>
                </a:lnTo>
                <a:lnTo>
                  <a:pt x="1727581" y="25400"/>
                </a:lnTo>
                <a:lnTo>
                  <a:pt x="1558163" y="25400"/>
                </a:lnTo>
                <a:lnTo>
                  <a:pt x="1550471" y="25278"/>
                </a:lnTo>
                <a:lnTo>
                  <a:pt x="1542256" y="24907"/>
                </a:lnTo>
                <a:lnTo>
                  <a:pt x="1533517" y="24274"/>
                </a:lnTo>
                <a:lnTo>
                  <a:pt x="1524254" y="23367"/>
                </a:lnTo>
                <a:lnTo>
                  <a:pt x="1513584" y="22441"/>
                </a:lnTo>
                <a:lnTo>
                  <a:pt x="1500806" y="21764"/>
                </a:lnTo>
                <a:lnTo>
                  <a:pt x="1485909" y="21349"/>
                </a:lnTo>
                <a:lnTo>
                  <a:pt x="1468882" y="21209"/>
                </a:lnTo>
                <a:lnTo>
                  <a:pt x="1451647" y="21068"/>
                </a:lnTo>
                <a:lnTo>
                  <a:pt x="1435973" y="20653"/>
                </a:lnTo>
                <a:lnTo>
                  <a:pt x="1421893" y="19976"/>
                </a:lnTo>
                <a:lnTo>
                  <a:pt x="1409445" y="19050"/>
                </a:lnTo>
                <a:lnTo>
                  <a:pt x="1398135" y="18143"/>
                </a:lnTo>
                <a:lnTo>
                  <a:pt x="1387633" y="17510"/>
                </a:lnTo>
                <a:lnTo>
                  <a:pt x="1377942" y="17139"/>
                </a:lnTo>
                <a:lnTo>
                  <a:pt x="1369059" y="17017"/>
                </a:lnTo>
                <a:lnTo>
                  <a:pt x="1360650" y="17017"/>
                </a:lnTo>
                <a:lnTo>
                  <a:pt x="1352550" y="17017"/>
                </a:lnTo>
                <a:lnTo>
                  <a:pt x="89281" y="17017"/>
                </a:lnTo>
                <a:lnTo>
                  <a:pt x="82637" y="16877"/>
                </a:lnTo>
                <a:lnTo>
                  <a:pt x="75469" y="16462"/>
                </a:lnTo>
                <a:lnTo>
                  <a:pt x="67778" y="15785"/>
                </a:lnTo>
                <a:lnTo>
                  <a:pt x="59563" y="14859"/>
                </a:lnTo>
                <a:lnTo>
                  <a:pt x="51415" y="13932"/>
                </a:lnTo>
                <a:lnTo>
                  <a:pt x="44100" y="13255"/>
                </a:lnTo>
                <a:lnTo>
                  <a:pt x="37595" y="12840"/>
                </a:lnTo>
                <a:lnTo>
                  <a:pt x="31877" y="12700"/>
                </a:lnTo>
                <a:lnTo>
                  <a:pt x="24765" y="12700"/>
                </a:lnTo>
                <a:lnTo>
                  <a:pt x="18415" y="12700"/>
                </a:lnTo>
                <a:lnTo>
                  <a:pt x="12700" y="12700"/>
                </a:lnTo>
                <a:lnTo>
                  <a:pt x="7112" y="12700"/>
                </a:lnTo>
                <a:lnTo>
                  <a:pt x="2793" y="12700"/>
                </a:lnTo>
                <a:lnTo>
                  <a:pt x="0" y="1270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31416" y="3962019"/>
            <a:ext cx="518795" cy="21590"/>
          </a:xfrm>
          <a:custGeom>
            <a:avLst/>
            <a:gdLst/>
            <a:ahLst/>
            <a:cxnLst/>
            <a:rect l="l" t="t" r="r" b="b"/>
            <a:pathLst>
              <a:path w="518794" h="21589">
                <a:moveTo>
                  <a:pt x="0" y="0"/>
                </a:moveTo>
                <a:lnTo>
                  <a:pt x="2921" y="0"/>
                </a:lnTo>
                <a:lnTo>
                  <a:pt x="4953" y="762"/>
                </a:lnTo>
                <a:lnTo>
                  <a:pt x="6350" y="2159"/>
                </a:lnTo>
                <a:lnTo>
                  <a:pt x="7874" y="3556"/>
                </a:lnTo>
                <a:lnTo>
                  <a:pt x="9906" y="4191"/>
                </a:lnTo>
                <a:lnTo>
                  <a:pt x="12827" y="4191"/>
                </a:lnTo>
                <a:lnTo>
                  <a:pt x="15621" y="4191"/>
                </a:lnTo>
                <a:lnTo>
                  <a:pt x="19939" y="4953"/>
                </a:lnTo>
                <a:lnTo>
                  <a:pt x="25527" y="6350"/>
                </a:lnTo>
                <a:lnTo>
                  <a:pt x="31242" y="7747"/>
                </a:lnTo>
                <a:lnTo>
                  <a:pt x="76581" y="14859"/>
                </a:lnTo>
                <a:lnTo>
                  <a:pt x="114808" y="19177"/>
                </a:lnTo>
                <a:lnTo>
                  <a:pt x="153035" y="21209"/>
                </a:lnTo>
                <a:lnTo>
                  <a:pt x="161323" y="21209"/>
                </a:lnTo>
                <a:lnTo>
                  <a:pt x="169052" y="21209"/>
                </a:lnTo>
                <a:lnTo>
                  <a:pt x="344424" y="21209"/>
                </a:lnTo>
                <a:lnTo>
                  <a:pt x="354282" y="21087"/>
                </a:lnTo>
                <a:lnTo>
                  <a:pt x="362521" y="20716"/>
                </a:lnTo>
                <a:lnTo>
                  <a:pt x="369141" y="20083"/>
                </a:lnTo>
                <a:lnTo>
                  <a:pt x="374141" y="19177"/>
                </a:lnTo>
                <a:lnTo>
                  <a:pt x="379857" y="17653"/>
                </a:lnTo>
                <a:lnTo>
                  <a:pt x="384809" y="17018"/>
                </a:lnTo>
                <a:lnTo>
                  <a:pt x="448564" y="17018"/>
                </a:lnTo>
                <a:lnTo>
                  <a:pt x="452120" y="16256"/>
                </a:lnTo>
                <a:lnTo>
                  <a:pt x="454914" y="14859"/>
                </a:lnTo>
                <a:lnTo>
                  <a:pt x="457834" y="13462"/>
                </a:lnTo>
                <a:lnTo>
                  <a:pt x="461391" y="12700"/>
                </a:lnTo>
                <a:lnTo>
                  <a:pt x="465582" y="12700"/>
                </a:lnTo>
                <a:lnTo>
                  <a:pt x="469900" y="12700"/>
                </a:lnTo>
                <a:lnTo>
                  <a:pt x="515874" y="12700"/>
                </a:lnTo>
                <a:lnTo>
                  <a:pt x="518795" y="1270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2286000" y="3923792"/>
            <a:ext cx="1696720" cy="26034"/>
          </a:xfrm>
          <a:custGeom>
            <a:avLst/>
            <a:gdLst/>
            <a:ahLst/>
            <a:cxnLst/>
            <a:rect l="l" t="t" r="r" b="b"/>
            <a:pathLst>
              <a:path w="1696720" h="26035">
                <a:moveTo>
                  <a:pt x="0" y="25526"/>
                </a:moveTo>
                <a:lnTo>
                  <a:pt x="0" y="25526"/>
                </a:lnTo>
                <a:lnTo>
                  <a:pt x="778129" y="25526"/>
                </a:lnTo>
                <a:lnTo>
                  <a:pt x="802653" y="25386"/>
                </a:lnTo>
                <a:lnTo>
                  <a:pt x="825357" y="24971"/>
                </a:lnTo>
                <a:lnTo>
                  <a:pt x="846226" y="24294"/>
                </a:lnTo>
                <a:lnTo>
                  <a:pt x="865251" y="23368"/>
                </a:lnTo>
                <a:lnTo>
                  <a:pt x="881733" y="22441"/>
                </a:lnTo>
                <a:lnTo>
                  <a:pt x="895000" y="21764"/>
                </a:lnTo>
                <a:lnTo>
                  <a:pt x="905077" y="21349"/>
                </a:lnTo>
                <a:lnTo>
                  <a:pt x="911987" y="21209"/>
                </a:lnTo>
                <a:lnTo>
                  <a:pt x="919099" y="21209"/>
                </a:lnTo>
                <a:lnTo>
                  <a:pt x="924051" y="20574"/>
                </a:lnTo>
                <a:lnTo>
                  <a:pt x="926845" y="19050"/>
                </a:lnTo>
                <a:lnTo>
                  <a:pt x="929767" y="17652"/>
                </a:lnTo>
                <a:lnTo>
                  <a:pt x="932561" y="17018"/>
                </a:lnTo>
                <a:lnTo>
                  <a:pt x="935355" y="17018"/>
                </a:lnTo>
                <a:lnTo>
                  <a:pt x="938276" y="17018"/>
                </a:lnTo>
                <a:lnTo>
                  <a:pt x="940307" y="16256"/>
                </a:lnTo>
                <a:lnTo>
                  <a:pt x="941705" y="14859"/>
                </a:lnTo>
                <a:lnTo>
                  <a:pt x="943229" y="13462"/>
                </a:lnTo>
                <a:lnTo>
                  <a:pt x="946785" y="12700"/>
                </a:lnTo>
                <a:lnTo>
                  <a:pt x="952373" y="12700"/>
                </a:lnTo>
                <a:lnTo>
                  <a:pt x="958088" y="12700"/>
                </a:lnTo>
                <a:lnTo>
                  <a:pt x="963676" y="12064"/>
                </a:lnTo>
                <a:lnTo>
                  <a:pt x="969390" y="10541"/>
                </a:lnTo>
                <a:lnTo>
                  <a:pt x="975105" y="9144"/>
                </a:lnTo>
                <a:lnTo>
                  <a:pt x="979297" y="8509"/>
                </a:lnTo>
                <a:lnTo>
                  <a:pt x="982217" y="8509"/>
                </a:lnTo>
                <a:lnTo>
                  <a:pt x="985012" y="8509"/>
                </a:lnTo>
                <a:lnTo>
                  <a:pt x="1018286" y="8509"/>
                </a:lnTo>
                <a:lnTo>
                  <a:pt x="1023881" y="8368"/>
                </a:lnTo>
                <a:lnTo>
                  <a:pt x="1030001" y="7953"/>
                </a:lnTo>
                <a:lnTo>
                  <a:pt x="1036645" y="7276"/>
                </a:lnTo>
                <a:lnTo>
                  <a:pt x="1043813" y="6350"/>
                </a:lnTo>
                <a:lnTo>
                  <a:pt x="1051121" y="5423"/>
                </a:lnTo>
                <a:lnTo>
                  <a:pt x="1058179" y="4746"/>
                </a:lnTo>
                <a:lnTo>
                  <a:pt x="1064976" y="4331"/>
                </a:lnTo>
                <a:lnTo>
                  <a:pt x="1071499" y="4191"/>
                </a:lnTo>
                <a:lnTo>
                  <a:pt x="1077860" y="4191"/>
                </a:lnTo>
                <a:lnTo>
                  <a:pt x="1084199" y="4191"/>
                </a:lnTo>
                <a:lnTo>
                  <a:pt x="1529207" y="4191"/>
                </a:lnTo>
                <a:lnTo>
                  <a:pt x="1534160" y="3556"/>
                </a:lnTo>
                <a:lnTo>
                  <a:pt x="1541272" y="2032"/>
                </a:lnTo>
                <a:lnTo>
                  <a:pt x="1548384" y="635"/>
                </a:lnTo>
                <a:lnTo>
                  <a:pt x="1555369" y="0"/>
                </a:lnTo>
                <a:lnTo>
                  <a:pt x="1562480" y="0"/>
                </a:lnTo>
                <a:lnTo>
                  <a:pt x="1569592" y="0"/>
                </a:lnTo>
                <a:lnTo>
                  <a:pt x="1693545" y="0"/>
                </a:lnTo>
                <a:lnTo>
                  <a:pt x="169646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4684014" y="3949319"/>
            <a:ext cx="1084580" cy="0"/>
          </a:xfrm>
          <a:custGeom>
            <a:avLst/>
            <a:gdLst/>
            <a:ahLst/>
            <a:cxnLst/>
            <a:rect l="l" t="t" r="r" b="b"/>
            <a:pathLst>
              <a:path w="1084579" h="0">
                <a:moveTo>
                  <a:pt x="0" y="0"/>
                </a:moveTo>
                <a:lnTo>
                  <a:pt x="0" y="0"/>
                </a:lnTo>
                <a:lnTo>
                  <a:pt x="1081277" y="0"/>
                </a:lnTo>
                <a:lnTo>
                  <a:pt x="108407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618488" y="4174617"/>
            <a:ext cx="1233170" cy="12700"/>
          </a:xfrm>
          <a:custGeom>
            <a:avLst/>
            <a:gdLst/>
            <a:ahLst/>
            <a:cxnLst/>
            <a:rect l="l" t="t" r="r" b="b"/>
            <a:pathLst>
              <a:path w="1233170" h="12700">
                <a:moveTo>
                  <a:pt x="0" y="8509"/>
                </a:moveTo>
                <a:lnTo>
                  <a:pt x="0" y="8509"/>
                </a:lnTo>
                <a:lnTo>
                  <a:pt x="569722" y="8509"/>
                </a:lnTo>
                <a:lnTo>
                  <a:pt x="590579" y="8632"/>
                </a:lnTo>
                <a:lnTo>
                  <a:pt x="610663" y="9016"/>
                </a:lnTo>
                <a:lnTo>
                  <a:pt x="629961" y="9687"/>
                </a:lnTo>
                <a:lnTo>
                  <a:pt x="648462" y="10668"/>
                </a:lnTo>
                <a:lnTo>
                  <a:pt x="666081" y="11574"/>
                </a:lnTo>
                <a:lnTo>
                  <a:pt x="682926" y="12207"/>
                </a:lnTo>
                <a:lnTo>
                  <a:pt x="698986" y="12578"/>
                </a:lnTo>
                <a:lnTo>
                  <a:pt x="714248" y="12700"/>
                </a:lnTo>
                <a:lnTo>
                  <a:pt x="728513" y="12700"/>
                </a:lnTo>
                <a:lnTo>
                  <a:pt x="741410" y="12700"/>
                </a:lnTo>
                <a:lnTo>
                  <a:pt x="970788" y="12700"/>
                </a:lnTo>
                <a:lnTo>
                  <a:pt x="977900" y="12064"/>
                </a:lnTo>
                <a:lnTo>
                  <a:pt x="986409" y="10668"/>
                </a:lnTo>
                <a:lnTo>
                  <a:pt x="994918" y="9144"/>
                </a:lnTo>
                <a:lnTo>
                  <a:pt x="1002664" y="8509"/>
                </a:lnTo>
                <a:lnTo>
                  <a:pt x="1101217" y="8509"/>
                </a:lnTo>
                <a:lnTo>
                  <a:pt x="1107598" y="8368"/>
                </a:lnTo>
                <a:lnTo>
                  <a:pt x="1113980" y="7953"/>
                </a:lnTo>
                <a:lnTo>
                  <a:pt x="1120362" y="7276"/>
                </a:lnTo>
                <a:lnTo>
                  <a:pt x="1126744" y="6350"/>
                </a:lnTo>
                <a:lnTo>
                  <a:pt x="1133125" y="5423"/>
                </a:lnTo>
                <a:lnTo>
                  <a:pt x="1139507" y="4746"/>
                </a:lnTo>
                <a:lnTo>
                  <a:pt x="1145889" y="4331"/>
                </a:lnTo>
                <a:lnTo>
                  <a:pt x="1152270" y="4191"/>
                </a:lnTo>
                <a:lnTo>
                  <a:pt x="1160780" y="4191"/>
                </a:lnTo>
                <a:lnTo>
                  <a:pt x="1167764" y="3556"/>
                </a:lnTo>
                <a:lnTo>
                  <a:pt x="1173480" y="2159"/>
                </a:lnTo>
                <a:lnTo>
                  <a:pt x="1179195" y="635"/>
                </a:lnTo>
                <a:lnTo>
                  <a:pt x="1185545" y="0"/>
                </a:lnTo>
                <a:lnTo>
                  <a:pt x="1230122" y="0"/>
                </a:lnTo>
                <a:lnTo>
                  <a:pt x="123304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4343780" y="4166108"/>
            <a:ext cx="862965" cy="17145"/>
          </a:xfrm>
          <a:custGeom>
            <a:avLst/>
            <a:gdLst/>
            <a:ahLst/>
            <a:cxnLst/>
            <a:rect l="l" t="t" r="r" b="b"/>
            <a:pathLst>
              <a:path w="862964" h="17145">
                <a:moveTo>
                  <a:pt x="38354" y="4190"/>
                </a:moveTo>
                <a:lnTo>
                  <a:pt x="38354" y="4190"/>
                </a:lnTo>
                <a:lnTo>
                  <a:pt x="848995" y="4190"/>
                </a:lnTo>
                <a:lnTo>
                  <a:pt x="851027" y="3555"/>
                </a:lnTo>
                <a:lnTo>
                  <a:pt x="852551" y="2158"/>
                </a:lnTo>
                <a:lnTo>
                  <a:pt x="853948" y="634"/>
                </a:lnTo>
                <a:lnTo>
                  <a:pt x="855345" y="0"/>
                </a:lnTo>
                <a:lnTo>
                  <a:pt x="862457" y="0"/>
                </a:lnTo>
                <a:lnTo>
                  <a:pt x="858139" y="0"/>
                </a:lnTo>
                <a:lnTo>
                  <a:pt x="848233" y="0"/>
                </a:lnTo>
                <a:lnTo>
                  <a:pt x="840277" y="123"/>
                </a:lnTo>
                <a:lnTo>
                  <a:pt x="831262" y="507"/>
                </a:lnTo>
                <a:lnTo>
                  <a:pt x="821176" y="1178"/>
                </a:lnTo>
                <a:lnTo>
                  <a:pt x="810006" y="2158"/>
                </a:lnTo>
                <a:lnTo>
                  <a:pt x="797625" y="3206"/>
                </a:lnTo>
                <a:lnTo>
                  <a:pt x="752602" y="6350"/>
                </a:lnTo>
                <a:lnTo>
                  <a:pt x="693201" y="9546"/>
                </a:lnTo>
                <a:lnTo>
                  <a:pt x="645334" y="11574"/>
                </a:lnTo>
                <a:lnTo>
                  <a:pt x="597519" y="12578"/>
                </a:lnTo>
                <a:lnTo>
                  <a:pt x="574040" y="12700"/>
                </a:lnTo>
                <a:lnTo>
                  <a:pt x="551031" y="12700"/>
                </a:lnTo>
                <a:lnTo>
                  <a:pt x="528843" y="12700"/>
                </a:lnTo>
                <a:lnTo>
                  <a:pt x="168021" y="12700"/>
                </a:lnTo>
                <a:lnTo>
                  <a:pt x="160186" y="12840"/>
                </a:lnTo>
                <a:lnTo>
                  <a:pt x="151542" y="13255"/>
                </a:lnTo>
                <a:lnTo>
                  <a:pt x="142089" y="13932"/>
                </a:lnTo>
                <a:lnTo>
                  <a:pt x="131826" y="14858"/>
                </a:lnTo>
                <a:lnTo>
                  <a:pt x="121372" y="15785"/>
                </a:lnTo>
                <a:lnTo>
                  <a:pt x="111156" y="16462"/>
                </a:lnTo>
                <a:lnTo>
                  <a:pt x="101179" y="16877"/>
                </a:lnTo>
                <a:lnTo>
                  <a:pt x="91440" y="17017"/>
                </a:lnTo>
                <a:lnTo>
                  <a:pt x="81772" y="17017"/>
                </a:lnTo>
                <a:lnTo>
                  <a:pt x="71818" y="17017"/>
                </a:lnTo>
                <a:lnTo>
                  <a:pt x="8509" y="17017"/>
                </a:lnTo>
                <a:lnTo>
                  <a:pt x="0" y="17017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grpSp>
        <p:nvGrpSpPr>
          <p:cNvPr id="3" name="object 3" descr=""/>
          <p:cNvGrpSpPr/>
          <p:nvPr/>
        </p:nvGrpSpPr>
        <p:grpSpPr>
          <a:xfrm>
            <a:off x="2059432" y="1554480"/>
            <a:ext cx="6323330" cy="5534025"/>
            <a:chOff x="2059432" y="1554480"/>
            <a:chExt cx="6323330" cy="553402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28672" y="1554480"/>
              <a:ext cx="6053894" cy="5533643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836672" y="2444242"/>
              <a:ext cx="786765" cy="763905"/>
            </a:xfrm>
            <a:custGeom>
              <a:avLst/>
              <a:gdLst/>
              <a:ahLst/>
              <a:cxnLst/>
              <a:rect l="l" t="t" r="r" b="b"/>
              <a:pathLst>
                <a:path w="786764" h="763905">
                  <a:moveTo>
                    <a:pt x="40004" y="170942"/>
                  </a:moveTo>
                  <a:lnTo>
                    <a:pt x="40004" y="170942"/>
                  </a:lnTo>
                  <a:lnTo>
                    <a:pt x="613537" y="170942"/>
                  </a:lnTo>
                  <a:lnTo>
                    <a:pt x="620140" y="169925"/>
                  </a:lnTo>
                  <a:lnTo>
                    <a:pt x="629665" y="168021"/>
                  </a:lnTo>
                  <a:lnTo>
                    <a:pt x="639190" y="166116"/>
                  </a:lnTo>
                  <a:lnTo>
                    <a:pt x="645794" y="165226"/>
                  </a:lnTo>
                  <a:lnTo>
                    <a:pt x="694308" y="165226"/>
                  </a:lnTo>
                  <a:lnTo>
                    <a:pt x="697102" y="164211"/>
                  </a:lnTo>
                  <a:lnTo>
                    <a:pt x="700913" y="162306"/>
                  </a:lnTo>
                  <a:lnTo>
                    <a:pt x="704723" y="160400"/>
                  </a:lnTo>
                  <a:lnTo>
                    <a:pt x="707516" y="159512"/>
                  </a:lnTo>
                  <a:lnTo>
                    <a:pt x="749300" y="159512"/>
                  </a:lnTo>
                  <a:lnTo>
                    <a:pt x="753110" y="158496"/>
                  </a:lnTo>
                  <a:lnTo>
                    <a:pt x="755014" y="156591"/>
                  </a:lnTo>
                  <a:lnTo>
                    <a:pt x="756919" y="154686"/>
                  </a:lnTo>
                  <a:lnTo>
                    <a:pt x="758825" y="153797"/>
                  </a:lnTo>
                  <a:lnTo>
                    <a:pt x="782574" y="153797"/>
                  </a:lnTo>
                  <a:lnTo>
                    <a:pt x="786383" y="153797"/>
                  </a:lnTo>
                </a:path>
                <a:path w="786764" h="763905">
                  <a:moveTo>
                    <a:pt x="0" y="0"/>
                  </a:moveTo>
                  <a:lnTo>
                    <a:pt x="0" y="0"/>
                  </a:lnTo>
                  <a:lnTo>
                    <a:pt x="0" y="75946"/>
                  </a:lnTo>
                  <a:lnTo>
                    <a:pt x="0" y="79756"/>
                  </a:lnTo>
                </a:path>
                <a:path w="786764" h="763905">
                  <a:moveTo>
                    <a:pt x="28575" y="512825"/>
                  </a:moveTo>
                  <a:lnTo>
                    <a:pt x="28575" y="512825"/>
                  </a:lnTo>
                  <a:lnTo>
                    <a:pt x="577468" y="512825"/>
                  </a:lnTo>
                  <a:lnTo>
                    <a:pt x="581278" y="512825"/>
                  </a:lnTo>
                </a:path>
                <a:path w="786764" h="763905">
                  <a:moveTo>
                    <a:pt x="142494" y="763524"/>
                  </a:moveTo>
                  <a:lnTo>
                    <a:pt x="142494" y="763524"/>
                  </a:lnTo>
                  <a:lnTo>
                    <a:pt x="520445" y="763524"/>
                  </a:lnTo>
                  <a:lnTo>
                    <a:pt x="524255" y="763524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6" name="object 6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19502" y="3138678"/>
              <a:ext cx="867410" cy="816101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5338191" y="3127883"/>
              <a:ext cx="860425" cy="319405"/>
            </a:xfrm>
            <a:custGeom>
              <a:avLst/>
              <a:gdLst/>
              <a:ahLst/>
              <a:cxnLst/>
              <a:rect l="l" t="t" r="r" b="b"/>
              <a:pathLst>
                <a:path w="860425" h="319404">
                  <a:moveTo>
                    <a:pt x="79756" y="5714"/>
                  </a:moveTo>
                  <a:lnTo>
                    <a:pt x="79756" y="5714"/>
                  </a:lnTo>
                  <a:lnTo>
                    <a:pt x="119634" y="5714"/>
                  </a:lnTo>
                  <a:lnTo>
                    <a:pt x="123731" y="5903"/>
                  </a:lnTo>
                  <a:lnTo>
                    <a:pt x="163974" y="10233"/>
                  </a:lnTo>
                  <a:lnTo>
                    <a:pt x="205105" y="17144"/>
                  </a:lnTo>
                  <a:lnTo>
                    <a:pt x="219372" y="19813"/>
                  </a:lnTo>
                  <a:lnTo>
                    <a:pt x="233616" y="22113"/>
                  </a:lnTo>
                  <a:lnTo>
                    <a:pt x="247860" y="24056"/>
                  </a:lnTo>
                  <a:lnTo>
                    <a:pt x="262128" y="25653"/>
                  </a:lnTo>
                  <a:lnTo>
                    <a:pt x="276153" y="27082"/>
                  </a:lnTo>
                  <a:lnTo>
                    <a:pt x="289845" y="28511"/>
                  </a:lnTo>
                  <a:lnTo>
                    <a:pt x="303204" y="29940"/>
                  </a:lnTo>
                  <a:lnTo>
                    <a:pt x="316230" y="31368"/>
                  </a:lnTo>
                  <a:lnTo>
                    <a:pt x="329068" y="32629"/>
                  </a:lnTo>
                  <a:lnTo>
                    <a:pt x="341884" y="33543"/>
                  </a:lnTo>
                  <a:lnTo>
                    <a:pt x="354699" y="34101"/>
                  </a:lnTo>
                  <a:lnTo>
                    <a:pt x="367538" y="34289"/>
                  </a:lnTo>
                  <a:lnTo>
                    <a:pt x="379966" y="34289"/>
                  </a:lnTo>
                  <a:lnTo>
                    <a:pt x="391715" y="34289"/>
                  </a:lnTo>
                  <a:lnTo>
                    <a:pt x="463423" y="34289"/>
                  </a:lnTo>
                  <a:lnTo>
                    <a:pt x="467233" y="34289"/>
                  </a:lnTo>
                </a:path>
                <a:path w="860425" h="319404">
                  <a:moveTo>
                    <a:pt x="700913" y="0"/>
                  </a:moveTo>
                  <a:lnTo>
                    <a:pt x="704596" y="0"/>
                  </a:lnTo>
                  <a:lnTo>
                    <a:pt x="710311" y="1015"/>
                  </a:lnTo>
                  <a:lnTo>
                    <a:pt x="717931" y="2920"/>
                  </a:lnTo>
                  <a:lnTo>
                    <a:pt x="725551" y="4825"/>
                  </a:lnTo>
                  <a:lnTo>
                    <a:pt x="733171" y="6730"/>
                  </a:lnTo>
                  <a:lnTo>
                    <a:pt x="740791" y="8635"/>
                  </a:lnTo>
                  <a:lnTo>
                    <a:pt x="748284" y="10540"/>
                  </a:lnTo>
                  <a:lnTo>
                    <a:pt x="755014" y="11429"/>
                  </a:lnTo>
                  <a:lnTo>
                    <a:pt x="856614" y="11429"/>
                  </a:lnTo>
                  <a:lnTo>
                    <a:pt x="860425" y="11429"/>
                  </a:lnTo>
                </a:path>
                <a:path w="860425" h="319404">
                  <a:moveTo>
                    <a:pt x="0" y="319150"/>
                  </a:moveTo>
                  <a:lnTo>
                    <a:pt x="0" y="319150"/>
                  </a:lnTo>
                  <a:lnTo>
                    <a:pt x="526161" y="319150"/>
                  </a:lnTo>
                  <a:lnTo>
                    <a:pt x="529971" y="31915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8" name="object 8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059432" y="3315589"/>
              <a:ext cx="367919" cy="573786"/>
            </a:xfrm>
            <a:prstGeom prst="rect">
              <a:avLst/>
            </a:prstGeom>
          </p:spPr>
        </p:pic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1920">
              <a:lnSpc>
                <a:spcPts val="1810"/>
              </a:lnSpc>
            </a:pPr>
            <a:fld id="{81D60167-4931-47E6-BA6A-407CBD079E47}" type="slidenum">
              <a:rPr dirty="0" spc="-50"/>
              <a:t>2</a:t>
            </a:fld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pc="-30"/>
              <a:t>데이터베이스</a:t>
            </a:r>
            <a:r>
              <a:rPr dirty="0" spc="-155"/>
              <a:t> </a:t>
            </a:r>
            <a:r>
              <a:rPr dirty="0" spc="-10"/>
              <a:t>설계의</a:t>
            </a:r>
            <a:r>
              <a:rPr dirty="0" spc="-175"/>
              <a:t> </a:t>
            </a:r>
            <a:r>
              <a:rPr dirty="0"/>
              <a:t>주요</a:t>
            </a:r>
            <a:r>
              <a:rPr dirty="0" spc="-130"/>
              <a:t> </a:t>
            </a:r>
            <a:r>
              <a:rPr dirty="0" spc="-25"/>
              <a:t>단계</a:t>
            </a:r>
          </a:p>
          <a:p>
            <a:pPr lvl="1" marL="832485" marR="8255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  <a:tab pos="1969135" algn="l"/>
                <a:tab pos="3570604" algn="l"/>
                <a:tab pos="5376545" algn="l"/>
                <a:tab pos="6978015" algn="l"/>
                <a:tab pos="8464550" algn="l"/>
              </a:tabLst>
            </a:pPr>
            <a:r>
              <a:rPr dirty="0" sz="1950" spc="-20" b="1">
                <a:solidFill>
                  <a:srgbClr val="FF0000"/>
                </a:solidFill>
                <a:latin typeface="Malgun Gothic"/>
                <a:cs typeface="Malgun Gothic"/>
              </a:rPr>
              <a:t>요구사항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60" b="1">
                <a:solidFill>
                  <a:srgbClr val="FF0000"/>
                </a:solidFill>
                <a:latin typeface="Malgun Gothic"/>
                <a:cs typeface="Malgun Gothic"/>
              </a:rPr>
              <a:t>분석,</a:t>
            </a:r>
            <a:r>
              <a:rPr dirty="0" sz="1950" spc="3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개념적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60" b="1">
                <a:solidFill>
                  <a:srgbClr val="FF0000"/>
                </a:solidFill>
                <a:latin typeface="Malgun Gothic"/>
                <a:cs typeface="Malgun Gothic"/>
              </a:rPr>
              <a:t>설계</a:t>
            </a:r>
            <a:r>
              <a:rPr dirty="0" sz="1950" spc="60" b="1">
                <a:latin typeface="Malgun Gothic"/>
                <a:cs typeface="Malgun Gothic"/>
              </a:rPr>
              <a:t>,</a:t>
            </a:r>
            <a:r>
              <a:rPr dirty="0" sz="1950" spc="34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DBMS의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60" b="1">
                <a:latin typeface="Malgun Gothic"/>
                <a:cs typeface="Malgun Gothic"/>
              </a:rPr>
              <a:t>선정,</a:t>
            </a:r>
            <a:r>
              <a:rPr dirty="0" sz="1950" spc="340" b="1"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논리적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설계</a:t>
            </a:r>
            <a:r>
              <a:rPr dirty="0" sz="1950" spc="-10" b="1">
                <a:latin typeface="Malgun Gothic"/>
                <a:cs typeface="Malgun Gothic"/>
              </a:rPr>
              <a:t>(스키마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30" b="1">
                <a:latin typeface="Malgun Gothic"/>
                <a:cs typeface="Malgun Gothic"/>
              </a:rPr>
              <a:t>정제),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물리적</a:t>
            </a:r>
            <a:r>
              <a:rPr dirty="0" sz="1950" spc="-105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설계와</a:t>
            </a:r>
            <a:r>
              <a:rPr dirty="0" sz="1950" spc="-105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튜닝</a:t>
            </a:r>
            <a:r>
              <a:rPr dirty="0" sz="1950" spc="-65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등</a:t>
            </a:r>
            <a:r>
              <a:rPr dirty="0" sz="1950" spc="-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여러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작업들로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20" b="1">
                <a:latin typeface="Malgun Gothic"/>
                <a:cs typeface="Malgun Gothic"/>
              </a:rPr>
              <a:t>이루어짐</a:t>
            </a:r>
            <a:endParaRPr sz="19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2500"/>
              </a:lnSpc>
              <a:spcBef>
                <a:spcPts val="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일반적으로,</a:t>
            </a:r>
            <a:r>
              <a:rPr dirty="0" sz="1950" spc="2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데이터베이스</a:t>
            </a:r>
            <a:r>
              <a:rPr dirty="0" sz="1950" spc="1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설계의</a:t>
            </a:r>
            <a:r>
              <a:rPr dirty="0" sz="1950" spc="1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완성도를</a:t>
            </a:r>
            <a:r>
              <a:rPr dirty="0" sz="1950" spc="1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높이기</a:t>
            </a:r>
            <a:r>
              <a:rPr dirty="0" sz="1950" spc="1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위해서</a:t>
            </a:r>
            <a:r>
              <a:rPr dirty="0" sz="1950" spc="1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이런</a:t>
            </a:r>
            <a:r>
              <a:rPr dirty="0" sz="1950" spc="195" b="1">
                <a:latin typeface="Malgun Gothic"/>
                <a:cs typeface="Malgun Gothic"/>
              </a:rPr>
              <a:t> </a:t>
            </a:r>
            <a:r>
              <a:rPr dirty="0" sz="1950" spc="-20" b="1">
                <a:latin typeface="Malgun Gothic"/>
                <a:cs typeface="Malgun Gothic"/>
              </a:rPr>
              <a:t>작업들을 </a:t>
            </a:r>
            <a:r>
              <a:rPr dirty="0" sz="1950" b="1">
                <a:latin typeface="Malgun Gothic"/>
                <a:cs typeface="Malgun Gothic"/>
              </a:rPr>
              <a:t>앞뒤로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왔다갔다할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필요가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604391" y="2386584"/>
            <a:ext cx="789305" cy="27305"/>
          </a:xfrm>
          <a:custGeom>
            <a:avLst/>
            <a:gdLst/>
            <a:ahLst/>
            <a:cxnLst/>
            <a:rect l="l" t="t" r="r" b="b"/>
            <a:pathLst>
              <a:path w="789305" h="27305">
                <a:moveTo>
                  <a:pt x="0" y="0"/>
                </a:moveTo>
                <a:lnTo>
                  <a:pt x="0" y="3555"/>
                </a:lnTo>
                <a:lnTo>
                  <a:pt x="889" y="5333"/>
                </a:lnTo>
                <a:lnTo>
                  <a:pt x="2793" y="5333"/>
                </a:lnTo>
                <a:lnTo>
                  <a:pt x="4571" y="5333"/>
                </a:lnTo>
                <a:lnTo>
                  <a:pt x="30734" y="5333"/>
                </a:lnTo>
                <a:lnTo>
                  <a:pt x="36957" y="6222"/>
                </a:lnTo>
                <a:lnTo>
                  <a:pt x="75691" y="10794"/>
                </a:lnTo>
                <a:lnTo>
                  <a:pt x="84141" y="10794"/>
                </a:lnTo>
                <a:lnTo>
                  <a:pt x="93281" y="10794"/>
                </a:lnTo>
                <a:lnTo>
                  <a:pt x="103088" y="10794"/>
                </a:lnTo>
                <a:lnTo>
                  <a:pt x="113538" y="10794"/>
                </a:lnTo>
                <a:lnTo>
                  <a:pt x="124710" y="10961"/>
                </a:lnTo>
                <a:lnTo>
                  <a:pt x="136524" y="11461"/>
                </a:lnTo>
                <a:lnTo>
                  <a:pt x="149006" y="12295"/>
                </a:lnTo>
                <a:lnTo>
                  <a:pt x="162178" y="13462"/>
                </a:lnTo>
                <a:lnTo>
                  <a:pt x="176037" y="14797"/>
                </a:lnTo>
                <a:lnTo>
                  <a:pt x="190563" y="16144"/>
                </a:lnTo>
                <a:lnTo>
                  <a:pt x="239684" y="20256"/>
                </a:lnTo>
                <a:lnTo>
                  <a:pt x="287016" y="22923"/>
                </a:lnTo>
                <a:lnTo>
                  <a:pt x="346446" y="25423"/>
                </a:lnTo>
                <a:lnTo>
                  <a:pt x="401829" y="26757"/>
                </a:lnTo>
                <a:lnTo>
                  <a:pt x="426973" y="26924"/>
                </a:lnTo>
                <a:lnTo>
                  <a:pt x="451169" y="26924"/>
                </a:lnTo>
                <a:lnTo>
                  <a:pt x="474995" y="26924"/>
                </a:lnTo>
                <a:lnTo>
                  <a:pt x="632460" y="26924"/>
                </a:lnTo>
                <a:lnTo>
                  <a:pt x="640389" y="26757"/>
                </a:lnTo>
                <a:lnTo>
                  <a:pt x="647985" y="26257"/>
                </a:lnTo>
                <a:lnTo>
                  <a:pt x="655248" y="25423"/>
                </a:lnTo>
                <a:lnTo>
                  <a:pt x="662178" y="24256"/>
                </a:lnTo>
                <a:lnTo>
                  <a:pt x="671195" y="22478"/>
                </a:lnTo>
                <a:lnTo>
                  <a:pt x="678307" y="21589"/>
                </a:lnTo>
                <a:lnTo>
                  <a:pt x="785495" y="21589"/>
                </a:lnTo>
                <a:lnTo>
                  <a:pt x="789178" y="2158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896235" y="2402713"/>
            <a:ext cx="740410" cy="5715"/>
          </a:xfrm>
          <a:custGeom>
            <a:avLst/>
            <a:gdLst/>
            <a:ahLst/>
            <a:cxnLst/>
            <a:rect l="l" t="t" r="r" b="b"/>
            <a:pathLst>
              <a:path w="740410" h="5714">
                <a:moveTo>
                  <a:pt x="0" y="0"/>
                </a:moveTo>
                <a:lnTo>
                  <a:pt x="0" y="0"/>
                </a:lnTo>
                <a:lnTo>
                  <a:pt x="16128" y="0"/>
                </a:lnTo>
                <a:lnTo>
                  <a:pt x="19891" y="168"/>
                </a:lnTo>
                <a:lnTo>
                  <a:pt x="25653" y="682"/>
                </a:lnTo>
                <a:lnTo>
                  <a:pt x="33416" y="1553"/>
                </a:lnTo>
                <a:lnTo>
                  <a:pt x="43179" y="2793"/>
                </a:lnTo>
                <a:lnTo>
                  <a:pt x="54518" y="3960"/>
                </a:lnTo>
                <a:lnTo>
                  <a:pt x="66833" y="4794"/>
                </a:lnTo>
                <a:lnTo>
                  <a:pt x="80148" y="5294"/>
                </a:lnTo>
                <a:lnTo>
                  <a:pt x="94487" y="5461"/>
                </a:lnTo>
                <a:lnTo>
                  <a:pt x="109533" y="5461"/>
                </a:lnTo>
                <a:lnTo>
                  <a:pt x="124936" y="5461"/>
                </a:lnTo>
                <a:lnTo>
                  <a:pt x="736853" y="5461"/>
                </a:lnTo>
                <a:lnTo>
                  <a:pt x="740410" y="546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090540" y="2397379"/>
            <a:ext cx="918844" cy="75565"/>
          </a:xfrm>
          <a:custGeom>
            <a:avLst/>
            <a:gdLst/>
            <a:ahLst/>
            <a:cxnLst/>
            <a:rect l="l" t="t" r="r" b="b"/>
            <a:pathLst>
              <a:path w="918845" h="75564">
                <a:moveTo>
                  <a:pt x="0" y="75564"/>
                </a:moveTo>
                <a:lnTo>
                  <a:pt x="10503" y="75564"/>
                </a:lnTo>
                <a:lnTo>
                  <a:pt x="20304" y="75564"/>
                </a:lnTo>
                <a:lnTo>
                  <a:pt x="29414" y="75564"/>
                </a:lnTo>
                <a:lnTo>
                  <a:pt x="37846" y="75564"/>
                </a:lnTo>
                <a:lnTo>
                  <a:pt x="46277" y="75398"/>
                </a:lnTo>
                <a:lnTo>
                  <a:pt x="55387" y="74898"/>
                </a:lnTo>
                <a:lnTo>
                  <a:pt x="65188" y="74064"/>
                </a:lnTo>
                <a:lnTo>
                  <a:pt x="75692" y="72898"/>
                </a:lnTo>
                <a:lnTo>
                  <a:pt x="86475" y="71564"/>
                </a:lnTo>
                <a:lnTo>
                  <a:pt x="97282" y="70230"/>
                </a:lnTo>
                <a:lnTo>
                  <a:pt x="108088" y="68897"/>
                </a:lnTo>
                <a:lnTo>
                  <a:pt x="118872" y="67563"/>
                </a:lnTo>
                <a:lnTo>
                  <a:pt x="130044" y="66157"/>
                </a:lnTo>
                <a:lnTo>
                  <a:pt x="141859" y="64785"/>
                </a:lnTo>
                <a:lnTo>
                  <a:pt x="154340" y="63438"/>
                </a:lnTo>
                <a:lnTo>
                  <a:pt x="167512" y="62102"/>
                </a:lnTo>
                <a:lnTo>
                  <a:pt x="180871" y="60769"/>
                </a:lnTo>
                <a:lnTo>
                  <a:pt x="193897" y="59436"/>
                </a:lnTo>
                <a:lnTo>
                  <a:pt x="241871" y="53990"/>
                </a:lnTo>
                <a:lnTo>
                  <a:pt x="281717" y="47958"/>
                </a:lnTo>
                <a:lnTo>
                  <a:pt x="302641" y="43180"/>
                </a:lnTo>
                <a:lnTo>
                  <a:pt x="313646" y="40846"/>
                </a:lnTo>
                <a:lnTo>
                  <a:pt x="324961" y="39179"/>
                </a:lnTo>
                <a:lnTo>
                  <a:pt x="336609" y="38179"/>
                </a:lnTo>
                <a:lnTo>
                  <a:pt x="348614" y="37846"/>
                </a:lnTo>
                <a:lnTo>
                  <a:pt x="361307" y="37846"/>
                </a:lnTo>
                <a:lnTo>
                  <a:pt x="374999" y="37846"/>
                </a:lnTo>
                <a:lnTo>
                  <a:pt x="389691" y="37846"/>
                </a:lnTo>
                <a:lnTo>
                  <a:pt x="405384" y="37846"/>
                </a:lnTo>
                <a:lnTo>
                  <a:pt x="422767" y="37492"/>
                </a:lnTo>
                <a:lnTo>
                  <a:pt x="442531" y="36449"/>
                </a:lnTo>
                <a:lnTo>
                  <a:pt x="464677" y="34738"/>
                </a:lnTo>
                <a:lnTo>
                  <a:pt x="489204" y="32385"/>
                </a:lnTo>
                <a:lnTo>
                  <a:pt x="514159" y="29864"/>
                </a:lnTo>
                <a:lnTo>
                  <a:pt x="537781" y="27654"/>
                </a:lnTo>
                <a:lnTo>
                  <a:pt x="581025" y="24257"/>
                </a:lnTo>
                <a:lnTo>
                  <a:pt x="622935" y="21589"/>
                </a:lnTo>
                <a:lnTo>
                  <a:pt x="667512" y="18923"/>
                </a:lnTo>
                <a:lnTo>
                  <a:pt x="690133" y="17516"/>
                </a:lnTo>
                <a:lnTo>
                  <a:pt x="712088" y="16144"/>
                </a:lnTo>
                <a:lnTo>
                  <a:pt x="733377" y="14797"/>
                </a:lnTo>
                <a:lnTo>
                  <a:pt x="753999" y="13462"/>
                </a:lnTo>
                <a:lnTo>
                  <a:pt x="773265" y="12295"/>
                </a:lnTo>
                <a:lnTo>
                  <a:pt x="790495" y="11461"/>
                </a:lnTo>
                <a:lnTo>
                  <a:pt x="805701" y="10961"/>
                </a:lnTo>
                <a:lnTo>
                  <a:pt x="818896" y="10795"/>
                </a:lnTo>
                <a:lnTo>
                  <a:pt x="829992" y="10628"/>
                </a:lnTo>
                <a:lnTo>
                  <a:pt x="839088" y="10128"/>
                </a:lnTo>
                <a:lnTo>
                  <a:pt x="846185" y="9294"/>
                </a:lnTo>
                <a:lnTo>
                  <a:pt x="851281" y="8127"/>
                </a:lnTo>
                <a:lnTo>
                  <a:pt x="856614" y="6223"/>
                </a:lnTo>
                <a:lnTo>
                  <a:pt x="862076" y="5334"/>
                </a:lnTo>
                <a:lnTo>
                  <a:pt x="899922" y="5334"/>
                </a:lnTo>
                <a:lnTo>
                  <a:pt x="903478" y="4445"/>
                </a:lnTo>
                <a:lnTo>
                  <a:pt x="905256" y="2667"/>
                </a:lnTo>
                <a:lnTo>
                  <a:pt x="907161" y="888"/>
                </a:lnTo>
                <a:lnTo>
                  <a:pt x="908938" y="0"/>
                </a:lnTo>
                <a:lnTo>
                  <a:pt x="910717" y="0"/>
                </a:lnTo>
                <a:lnTo>
                  <a:pt x="912495" y="0"/>
                </a:lnTo>
                <a:lnTo>
                  <a:pt x="915162" y="0"/>
                </a:lnTo>
                <a:lnTo>
                  <a:pt x="91884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686814" y="2846832"/>
            <a:ext cx="1397635" cy="21590"/>
          </a:xfrm>
          <a:custGeom>
            <a:avLst/>
            <a:gdLst/>
            <a:ahLst/>
            <a:cxnLst/>
            <a:rect l="l" t="t" r="r" b="b"/>
            <a:pathLst>
              <a:path w="1397635" h="21589">
                <a:moveTo>
                  <a:pt x="0" y="21590"/>
                </a:moveTo>
                <a:lnTo>
                  <a:pt x="0" y="21590"/>
                </a:lnTo>
                <a:lnTo>
                  <a:pt x="307594" y="21590"/>
                </a:lnTo>
                <a:lnTo>
                  <a:pt x="323619" y="21423"/>
                </a:lnTo>
                <a:lnTo>
                  <a:pt x="339312" y="20923"/>
                </a:lnTo>
                <a:lnTo>
                  <a:pt x="354671" y="20089"/>
                </a:lnTo>
                <a:lnTo>
                  <a:pt x="369697" y="18923"/>
                </a:lnTo>
                <a:lnTo>
                  <a:pt x="384482" y="17756"/>
                </a:lnTo>
                <a:lnTo>
                  <a:pt x="399303" y="16922"/>
                </a:lnTo>
                <a:lnTo>
                  <a:pt x="414148" y="16422"/>
                </a:lnTo>
                <a:lnTo>
                  <a:pt x="429006" y="16256"/>
                </a:lnTo>
                <a:lnTo>
                  <a:pt x="445887" y="16256"/>
                </a:lnTo>
                <a:lnTo>
                  <a:pt x="466804" y="16256"/>
                </a:lnTo>
                <a:lnTo>
                  <a:pt x="755523" y="16256"/>
                </a:lnTo>
                <a:lnTo>
                  <a:pt x="784665" y="16089"/>
                </a:lnTo>
                <a:lnTo>
                  <a:pt x="812831" y="15589"/>
                </a:lnTo>
                <a:lnTo>
                  <a:pt x="839997" y="14755"/>
                </a:lnTo>
                <a:lnTo>
                  <a:pt x="866140" y="13589"/>
                </a:lnTo>
                <a:lnTo>
                  <a:pt x="890573" y="12402"/>
                </a:lnTo>
                <a:lnTo>
                  <a:pt x="912637" y="11525"/>
                </a:lnTo>
                <a:lnTo>
                  <a:pt x="932344" y="10981"/>
                </a:lnTo>
                <a:lnTo>
                  <a:pt x="949706" y="10795"/>
                </a:lnTo>
                <a:lnTo>
                  <a:pt x="965565" y="10795"/>
                </a:lnTo>
                <a:lnTo>
                  <a:pt x="980757" y="10795"/>
                </a:lnTo>
                <a:lnTo>
                  <a:pt x="1097280" y="10795"/>
                </a:lnTo>
                <a:lnTo>
                  <a:pt x="1105281" y="9906"/>
                </a:lnTo>
                <a:lnTo>
                  <a:pt x="1148724" y="5294"/>
                </a:lnTo>
                <a:lnTo>
                  <a:pt x="1157493" y="4794"/>
                </a:lnTo>
                <a:lnTo>
                  <a:pt x="1167620" y="3960"/>
                </a:lnTo>
                <a:lnTo>
                  <a:pt x="1179068" y="2794"/>
                </a:lnTo>
                <a:lnTo>
                  <a:pt x="1190904" y="1607"/>
                </a:lnTo>
                <a:lnTo>
                  <a:pt x="1202039" y="730"/>
                </a:lnTo>
                <a:lnTo>
                  <a:pt x="1212482" y="186"/>
                </a:lnTo>
                <a:lnTo>
                  <a:pt x="1222248" y="0"/>
                </a:lnTo>
                <a:lnTo>
                  <a:pt x="1232013" y="0"/>
                </a:lnTo>
                <a:lnTo>
                  <a:pt x="1242456" y="0"/>
                </a:lnTo>
                <a:lnTo>
                  <a:pt x="1394079" y="0"/>
                </a:lnTo>
                <a:lnTo>
                  <a:pt x="139763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/>
          <p:nvPr/>
        </p:nvSpPr>
        <p:spPr>
          <a:xfrm>
            <a:off x="9298869" y="7275359"/>
            <a:ext cx="245110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550" spc="-25">
                <a:latin typeface="Arial MT"/>
                <a:cs typeface="Arial MT"/>
              </a:rPr>
              <a:t>10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14685" y="1496567"/>
            <a:ext cx="3976858" cy="5448300"/>
          </a:xfrm>
          <a:prstGeom prst="rect">
            <a:avLst/>
          </a:prstGeom>
        </p:spPr>
      </p:pic>
      <p:sp>
        <p:nvSpPr>
          <p:cNvPr id="4" name="object 4" descr=""/>
          <p:cNvSpPr txBox="1"/>
          <p:nvPr/>
        </p:nvSpPr>
        <p:spPr>
          <a:xfrm>
            <a:off x="9314168" y="7275359"/>
            <a:ext cx="229235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550" spc="-35">
                <a:latin typeface="Arial MT"/>
                <a:cs typeface="Arial MT"/>
              </a:rPr>
              <a:t>11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pc="-20"/>
              <a:t>요구사항</a:t>
            </a:r>
            <a:r>
              <a:rPr dirty="0" spc="-175"/>
              <a:t> </a:t>
            </a:r>
            <a:r>
              <a:rPr dirty="0"/>
              <a:t>수집과</a:t>
            </a:r>
            <a:r>
              <a:rPr dirty="0" spc="-160"/>
              <a:t> </a:t>
            </a:r>
            <a:r>
              <a:rPr dirty="0" spc="-25"/>
              <a:t>분석</a:t>
            </a:r>
          </a:p>
          <a:p>
            <a:pPr lvl="1" marL="831850" indent="-314960">
              <a:lnSpc>
                <a:spcPct val="100000"/>
              </a:lnSpc>
              <a:spcBef>
                <a:spcPts val="103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흔히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기존의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문서를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조사하고,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인터뷰나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설문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조사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등이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시행됨</a:t>
            </a:r>
            <a:endParaRPr sz="19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2600"/>
              </a:lnSpc>
              <a:spcBef>
                <a:spcPts val="10"/>
              </a:spcBef>
              <a:buFont typeface="MingLiU_HKSCS-ExtB"/>
              <a:buChar char="✓"/>
              <a:tabLst>
                <a:tab pos="832485" algn="l"/>
                <a:tab pos="2381250" algn="l"/>
                <a:tab pos="3098165" algn="l"/>
                <a:tab pos="4088765" algn="l"/>
                <a:tab pos="5361305" algn="l"/>
                <a:tab pos="6075045" algn="l"/>
                <a:tab pos="6786880" algn="l"/>
                <a:tab pos="8338184" algn="l"/>
              </a:tabLst>
            </a:pPr>
            <a:r>
              <a:rPr dirty="0" sz="1950" spc="175" b="1">
                <a:solidFill>
                  <a:srgbClr val="FF0000"/>
                </a:solidFill>
                <a:latin typeface="Malgun Gothic"/>
                <a:cs typeface="Malgun Gothic"/>
              </a:rPr>
              <a:t>요구사항에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관한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130" b="1">
                <a:solidFill>
                  <a:srgbClr val="FF0000"/>
                </a:solidFill>
                <a:latin typeface="Malgun Gothic"/>
                <a:cs typeface="Malgun Gothic"/>
              </a:rPr>
              <a:t>지식을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160" b="1">
                <a:solidFill>
                  <a:srgbClr val="FF0000"/>
                </a:solidFill>
                <a:latin typeface="Malgun Gothic"/>
                <a:cs typeface="Malgun Gothic"/>
              </a:rPr>
              <a:t>기반으로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관련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있는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180" b="1">
                <a:solidFill>
                  <a:srgbClr val="FF0000"/>
                </a:solidFill>
                <a:latin typeface="Malgun Gothic"/>
                <a:cs typeface="Malgun Gothic"/>
              </a:rPr>
              <a:t>엔티티들과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135" b="1">
                <a:solidFill>
                  <a:srgbClr val="FF0000"/>
                </a:solidFill>
                <a:latin typeface="Malgun Gothic"/>
                <a:cs typeface="Malgun Gothic"/>
              </a:rPr>
              <a:t>이들의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애트리뷰트들이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무엇인가,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엔티티들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간의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관계가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무엇인가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등을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파악함</a:t>
            </a:r>
            <a:endParaRPr sz="1950">
              <a:latin typeface="Malgun Gothic"/>
              <a:cs typeface="Malgun Gothic"/>
            </a:endParaRPr>
          </a:p>
          <a:p>
            <a:pPr lvl="1" marL="832485" marR="11430" indent="-315595">
              <a:lnSpc>
                <a:spcPct val="142500"/>
              </a:lnSpc>
              <a:spcBef>
                <a:spcPts val="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또한</a:t>
            </a:r>
            <a:r>
              <a:rPr dirty="0" sz="1950" spc="70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데이터</a:t>
            </a:r>
            <a:r>
              <a:rPr dirty="0" sz="1950" spc="7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처리에</a:t>
            </a:r>
            <a:r>
              <a:rPr dirty="0" sz="1950" spc="5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관한</a:t>
            </a:r>
            <a:r>
              <a:rPr dirty="0" sz="1950" spc="5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요구사항에</a:t>
            </a:r>
            <a:r>
              <a:rPr dirty="0" sz="1950" spc="7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대하여</a:t>
            </a:r>
            <a:r>
              <a:rPr dirty="0" sz="1950" spc="7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전형적인</a:t>
            </a:r>
            <a:r>
              <a:rPr dirty="0" sz="1950" spc="5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연산들은</a:t>
            </a:r>
            <a:r>
              <a:rPr dirty="0" sz="1950" spc="7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10" b="1">
                <a:solidFill>
                  <a:srgbClr val="FF3300"/>
                </a:solidFill>
                <a:latin typeface="Malgun Gothic"/>
                <a:cs typeface="Malgun Gothic"/>
              </a:rPr>
              <a:t>무엇인가, </a:t>
            </a:r>
            <a:r>
              <a:rPr dirty="0" u="sng" sz="1950" b="1">
                <a:solidFill>
                  <a:srgbClr val="FF33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연산들의</a:t>
            </a:r>
            <a:r>
              <a:rPr dirty="0" u="sng" sz="1950" spc="-85" b="1">
                <a:solidFill>
                  <a:srgbClr val="FF33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950" b="1">
                <a:solidFill>
                  <a:srgbClr val="FF33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의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미,</a:t>
            </a:r>
            <a:r>
              <a:rPr dirty="0" sz="1950" spc="-4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접근하는</a:t>
            </a:r>
            <a:r>
              <a:rPr dirty="0" sz="1950" spc="-8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데이터의</a:t>
            </a:r>
            <a:r>
              <a:rPr dirty="0" sz="1950" spc="-8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양</a:t>
            </a:r>
            <a:r>
              <a:rPr dirty="0" sz="1950" spc="-4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등을</a:t>
            </a:r>
            <a:r>
              <a:rPr dirty="0" sz="1950" spc="-4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분석함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7628890" y="2783713"/>
            <a:ext cx="2244725" cy="118745"/>
          </a:xfrm>
          <a:custGeom>
            <a:avLst/>
            <a:gdLst/>
            <a:ahLst/>
            <a:cxnLst/>
            <a:rect l="l" t="t" r="r" b="b"/>
            <a:pathLst>
              <a:path w="2244725" h="118744">
                <a:moveTo>
                  <a:pt x="0" y="118745"/>
                </a:moveTo>
                <a:lnTo>
                  <a:pt x="0" y="118745"/>
                </a:lnTo>
                <a:lnTo>
                  <a:pt x="172211" y="118745"/>
                </a:lnTo>
                <a:lnTo>
                  <a:pt x="187430" y="118365"/>
                </a:lnTo>
                <a:lnTo>
                  <a:pt x="237489" y="112775"/>
                </a:lnTo>
                <a:lnTo>
                  <a:pt x="294300" y="100542"/>
                </a:lnTo>
                <a:lnTo>
                  <a:pt x="314705" y="94996"/>
                </a:lnTo>
                <a:lnTo>
                  <a:pt x="335849" y="89449"/>
                </a:lnTo>
                <a:lnTo>
                  <a:pt x="357743" y="84629"/>
                </a:lnTo>
                <a:lnTo>
                  <a:pt x="380374" y="80547"/>
                </a:lnTo>
                <a:lnTo>
                  <a:pt x="403732" y="77215"/>
                </a:lnTo>
                <a:lnTo>
                  <a:pt x="426352" y="74189"/>
                </a:lnTo>
                <a:lnTo>
                  <a:pt x="446770" y="71199"/>
                </a:lnTo>
                <a:lnTo>
                  <a:pt x="464972" y="68232"/>
                </a:lnTo>
                <a:lnTo>
                  <a:pt x="480949" y="65277"/>
                </a:lnTo>
                <a:lnTo>
                  <a:pt x="495788" y="62325"/>
                </a:lnTo>
                <a:lnTo>
                  <a:pt x="510603" y="59372"/>
                </a:lnTo>
                <a:lnTo>
                  <a:pt x="525418" y="56419"/>
                </a:lnTo>
                <a:lnTo>
                  <a:pt x="540257" y="53466"/>
                </a:lnTo>
                <a:lnTo>
                  <a:pt x="555116" y="50440"/>
                </a:lnTo>
                <a:lnTo>
                  <a:pt x="569975" y="47450"/>
                </a:lnTo>
                <a:lnTo>
                  <a:pt x="584834" y="44483"/>
                </a:lnTo>
                <a:lnTo>
                  <a:pt x="599693" y="41528"/>
                </a:lnTo>
                <a:lnTo>
                  <a:pt x="614533" y="38576"/>
                </a:lnTo>
                <a:lnTo>
                  <a:pt x="629348" y="35623"/>
                </a:lnTo>
                <a:lnTo>
                  <a:pt x="644163" y="32670"/>
                </a:lnTo>
                <a:lnTo>
                  <a:pt x="659002" y="29717"/>
                </a:lnTo>
                <a:lnTo>
                  <a:pt x="673121" y="27070"/>
                </a:lnTo>
                <a:lnTo>
                  <a:pt x="685752" y="25209"/>
                </a:lnTo>
                <a:lnTo>
                  <a:pt x="696882" y="24110"/>
                </a:lnTo>
                <a:lnTo>
                  <a:pt x="706501" y="23749"/>
                </a:lnTo>
                <a:lnTo>
                  <a:pt x="715813" y="23749"/>
                </a:lnTo>
                <a:lnTo>
                  <a:pt x="725852" y="23749"/>
                </a:lnTo>
                <a:lnTo>
                  <a:pt x="854963" y="23749"/>
                </a:lnTo>
                <a:lnTo>
                  <a:pt x="872775" y="23369"/>
                </a:lnTo>
                <a:lnTo>
                  <a:pt x="890587" y="22240"/>
                </a:lnTo>
                <a:lnTo>
                  <a:pt x="908399" y="20373"/>
                </a:lnTo>
                <a:lnTo>
                  <a:pt x="926210" y="17779"/>
                </a:lnTo>
                <a:lnTo>
                  <a:pt x="943643" y="15186"/>
                </a:lnTo>
                <a:lnTo>
                  <a:pt x="960326" y="13319"/>
                </a:lnTo>
                <a:lnTo>
                  <a:pt x="976270" y="12190"/>
                </a:lnTo>
                <a:lnTo>
                  <a:pt x="991488" y="11811"/>
                </a:lnTo>
                <a:lnTo>
                  <a:pt x="1006348" y="11811"/>
                </a:lnTo>
                <a:lnTo>
                  <a:pt x="1021206" y="11811"/>
                </a:lnTo>
                <a:lnTo>
                  <a:pt x="1128140" y="11811"/>
                </a:lnTo>
                <a:lnTo>
                  <a:pt x="1151499" y="11451"/>
                </a:lnTo>
                <a:lnTo>
                  <a:pt x="1174130" y="10366"/>
                </a:lnTo>
                <a:lnTo>
                  <a:pt x="1196024" y="8542"/>
                </a:lnTo>
                <a:lnTo>
                  <a:pt x="1217167" y="5968"/>
                </a:lnTo>
                <a:lnTo>
                  <a:pt x="1237573" y="3321"/>
                </a:lnTo>
                <a:lnTo>
                  <a:pt x="1257252" y="1460"/>
                </a:lnTo>
                <a:lnTo>
                  <a:pt x="1276193" y="361"/>
                </a:lnTo>
                <a:lnTo>
                  <a:pt x="1294383" y="0"/>
                </a:lnTo>
                <a:lnTo>
                  <a:pt x="1311816" y="0"/>
                </a:lnTo>
                <a:lnTo>
                  <a:pt x="1328499" y="0"/>
                </a:lnTo>
                <a:lnTo>
                  <a:pt x="2236342" y="0"/>
                </a:lnTo>
                <a:lnTo>
                  <a:pt x="224434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560957" y="3246755"/>
            <a:ext cx="2161540" cy="95250"/>
          </a:xfrm>
          <a:custGeom>
            <a:avLst/>
            <a:gdLst/>
            <a:ahLst/>
            <a:cxnLst/>
            <a:rect l="l" t="t" r="r" b="b"/>
            <a:pathLst>
              <a:path w="2161540" h="95250">
                <a:moveTo>
                  <a:pt x="0" y="94996"/>
                </a:moveTo>
                <a:lnTo>
                  <a:pt x="0" y="94996"/>
                </a:lnTo>
                <a:lnTo>
                  <a:pt x="124713" y="94996"/>
                </a:lnTo>
                <a:lnTo>
                  <a:pt x="141410" y="94636"/>
                </a:lnTo>
                <a:lnTo>
                  <a:pt x="161797" y="93551"/>
                </a:lnTo>
                <a:lnTo>
                  <a:pt x="185900" y="91727"/>
                </a:lnTo>
                <a:lnTo>
                  <a:pt x="213741" y="89154"/>
                </a:lnTo>
                <a:lnTo>
                  <a:pt x="244556" y="86181"/>
                </a:lnTo>
                <a:lnTo>
                  <a:pt x="277574" y="83185"/>
                </a:lnTo>
                <a:lnTo>
                  <a:pt x="312806" y="80188"/>
                </a:lnTo>
                <a:lnTo>
                  <a:pt x="350266" y="77216"/>
                </a:lnTo>
                <a:lnTo>
                  <a:pt x="390719" y="73884"/>
                </a:lnTo>
                <a:lnTo>
                  <a:pt x="434911" y="69802"/>
                </a:lnTo>
                <a:lnTo>
                  <a:pt x="482818" y="64982"/>
                </a:lnTo>
                <a:lnTo>
                  <a:pt x="534416" y="59436"/>
                </a:lnTo>
                <a:lnTo>
                  <a:pt x="588210" y="53889"/>
                </a:lnTo>
                <a:lnTo>
                  <a:pt x="642731" y="49069"/>
                </a:lnTo>
                <a:lnTo>
                  <a:pt x="697990" y="44987"/>
                </a:lnTo>
                <a:lnTo>
                  <a:pt x="753999" y="41656"/>
                </a:lnTo>
                <a:lnTo>
                  <a:pt x="799595" y="39280"/>
                </a:lnTo>
                <a:lnTo>
                  <a:pt x="846154" y="36886"/>
                </a:lnTo>
                <a:lnTo>
                  <a:pt x="893664" y="34487"/>
                </a:lnTo>
                <a:lnTo>
                  <a:pt x="942113" y="32093"/>
                </a:lnTo>
                <a:lnTo>
                  <a:pt x="991488" y="29718"/>
                </a:lnTo>
                <a:lnTo>
                  <a:pt x="1051262" y="26765"/>
                </a:lnTo>
                <a:lnTo>
                  <a:pt x="1105820" y="23812"/>
                </a:lnTo>
                <a:lnTo>
                  <a:pt x="1155188" y="20859"/>
                </a:lnTo>
                <a:lnTo>
                  <a:pt x="1199388" y="17907"/>
                </a:lnTo>
                <a:lnTo>
                  <a:pt x="1241296" y="14934"/>
                </a:lnTo>
                <a:lnTo>
                  <a:pt x="1283954" y="11938"/>
                </a:lnTo>
                <a:lnTo>
                  <a:pt x="1327350" y="8941"/>
                </a:lnTo>
                <a:lnTo>
                  <a:pt x="1371473" y="5969"/>
                </a:lnTo>
                <a:lnTo>
                  <a:pt x="1415289" y="3375"/>
                </a:lnTo>
                <a:lnTo>
                  <a:pt x="1457594" y="1508"/>
                </a:lnTo>
                <a:lnTo>
                  <a:pt x="1498399" y="379"/>
                </a:lnTo>
                <a:lnTo>
                  <a:pt x="1537716" y="0"/>
                </a:lnTo>
                <a:lnTo>
                  <a:pt x="1577103" y="0"/>
                </a:lnTo>
                <a:lnTo>
                  <a:pt x="1617932" y="0"/>
                </a:lnTo>
                <a:lnTo>
                  <a:pt x="2153285" y="0"/>
                </a:lnTo>
                <a:lnTo>
                  <a:pt x="2161159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4672076" y="3318002"/>
            <a:ext cx="2992755" cy="24130"/>
          </a:xfrm>
          <a:custGeom>
            <a:avLst/>
            <a:gdLst/>
            <a:ahLst/>
            <a:cxnLst/>
            <a:rect l="l" t="t" r="r" b="b"/>
            <a:pathLst>
              <a:path w="2992754" h="24129">
                <a:moveTo>
                  <a:pt x="0" y="23749"/>
                </a:moveTo>
                <a:lnTo>
                  <a:pt x="0" y="23749"/>
                </a:lnTo>
                <a:lnTo>
                  <a:pt x="403733" y="23749"/>
                </a:lnTo>
                <a:lnTo>
                  <a:pt x="439356" y="23389"/>
                </a:lnTo>
                <a:lnTo>
                  <a:pt x="474980" y="22304"/>
                </a:lnTo>
                <a:lnTo>
                  <a:pt x="510603" y="20480"/>
                </a:lnTo>
                <a:lnTo>
                  <a:pt x="546226" y="17907"/>
                </a:lnTo>
                <a:lnTo>
                  <a:pt x="581112" y="15313"/>
                </a:lnTo>
                <a:lnTo>
                  <a:pt x="614521" y="13446"/>
                </a:lnTo>
                <a:lnTo>
                  <a:pt x="646453" y="12317"/>
                </a:lnTo>
                <a:lnTo>
                  <a:pt x="676910" y="11937"/>
                </a:lnTo>
                <a:lnTo>
                  <a:pt x="705437" y="11558"/>
                </a:lnTo>
                <a:lnTo>
                  <a:pt x="731774" y="10429"/>
                </a:lnTo>
                <a:lnTo>
                  <a:pt x="755919" y="8562"/>
                </a:lnTo>
                <a:lnTo>
                  <a:pt x="777875" y="5969"/>
                </a:lnTo>
                <a:lnTo>
                  <a:pt x="798639" y="3375"/>
                </a:lnTo>
                <a:lnTo>
                  <a:pt x="819403" y="1508"/>
                </a:lnTo>
                <a:lnTo>
                  <a:pt x="840168" y="379"/>
                </a:lnTo>
                <a:lnTo>
                  <a:pt x="860933" y="0"/>
                </a:lnTo>
                <a:lnTo>
                  <a:pt x="880959" y="0"/>
                </a:lnTo>
                <a:lnTo>
                  <a:pt x="899509" y="0"/>
                </a:lnTo>
                <a:lnTo>
                  <a:pt x="1781175" y="0"/>
                </a:lnTo>
                <a:lnTo>
                  <a:pt x="1798986" y="379"/>
                </a:lnTo>
                <a:lnTo>
                  <a:pt x="1816798" y="1508"/>
                </a:lnTo>
                <a:lnTo>
                  <a:pt x="1834610" y="3375"/>
                </a:lnTo>
                <a:lnTo>
                  <a:pt x="1852422" y="5969"/>
                </a:lnTo>
                <a:lnTo>
                  <a:pt x="1869495" y="8562"/>
                </a:lnTo>
                <a:lnTo>
                  <a:pt x="1885092" y="10429"/>
                </a:lnTo>
                <a:lnTo>
                  <a:pt x="1899213" y="11558"/>
                </a:lnTo>
                <a:lnTo>
                  <a:pt x="1911857" y="11937"/>
                </a:lnTo>
                <a:lnTo>
                  <a:pt x="1923004" y="11937"/>
                </a:lnTo>
                <a:lnTo>
                  <a:pt x="1932638" y="11937"/>
                </a:lnTo>
                <a:lnTo>
                  <a:pt x="2859785" y="11937"/>
                </a:lnTo>
                <a:lnTo>
                  <a:pt x="2865754" y="9906"/>
                </a:lnTo>
                <a:lnTo>
                  <a:pt x="2873629" y="5969"/>
                </a:lnTo>
                <a:lnTo>
                  <a:pt x="2881629" y="2032"/>
                </a:lnTo>
                <a:lnTo>
                  <a:pt x="2887599" y="0"/>
                </a:lnTo>
                <a:lnTo>
                  <a:pt x="2891535" y="0"/>
                </a:lnTo>
                <a:lnTo>
                  <a:pt x="2895473" y="0"/>
                </a:lnTo>
                <a:lnTo>
                  <a:pt x="2984500" y="0"/>
                </a:lnTo>
                <a:lnTo>
                  <a:pt x="299237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821423" y="3638677"/>
            <a:ext cx="2470150" cy="130810"/>
          </a:xfrm>
          <a:custGeom>
            <a:avLst/>
            <a:gdLst/>
            <a:ahLst/>
            <a:cxnLst/>
            <a:rect l="l" t="t" r="r" b="b"/>
            <a:pathLst>
              <a:path w="2470150" h="130810">
                <a:moveTo>
                  <a:pt x="0" y="130556"/>
                </a:moveTo>
                <a:lnTo>
                  <a:pt x="0" y="130556"/>
                </a:lnTo>
                <a:lnTo>
                  <a:pt x="59308" y="130556"/>
                </a:lnTo>
                <a:lnTo>
                  <a:pt x="78239" y="130196"/>
                </a:lnTo>
                <a:lnTo>
                  <a:pt x="122816" y="127287"/>
                </a:lnTo>
                <a:lnTo>
                  <a:pt x="175152" y="121741"/>
                </a:lnTo>
                <a:lnTo>
                  <a:pt x="201866" y="118745"/>
                </a:lnTo>
                <a:lnTo>
                  <a:pt x="228580" y="115748"/>
                </a:lnTo>
                <a:lnTo>
                  <a:pt x="283132" y="109444"/>
                </a:lnTo>
                <a:lnTo>
                  <a:pt x="345477" y="100542"/>
                </a:lnTo>
                <a:lnTo>
                  <a:pt x="379983" y="94996"/>
                </a:lnTo>
                <a:lnTo>
                  <a:pt x="414867" y="89449"/>
                </a:lnTo>
                <a:lnTo>
                  <a:pt x="448262" y="84629"/>
                </a:lnTo>
                <a:lnTo>
                  <a:pt x="480157" y="80547"/>
                </a:lnTo>
                <a:lnTo>
                  <a:pt x="510540" y="77215"/>
                </a:lnTo>
                <a:lnTo>
                  <a:pt x="539138" y="74243"/>
                </a:lnTo>
                <a:lnTo>
                  <a:pt x="565499" y="71247"/>
                </a:lnTo>
                <a:lnTo>
                  <a:pt x="611504" y="65277"/>
                </a:lnTo>
                <a:lnTo>
                  <a:pt x="650081" y="57864"/>
                </a:lnTo>
                <a:lnTo>
                  <a:pt x="697231" y="42310"/>
                </a:lnTo>
                <a:lnTo>
                  <a:pt x="710961" y="38576"/>
                </a:lnTo>
                <a:lnTo>
                  <a:pt x="723953" y="36318"/>
                </a:lnTo>
                <a:lnTo>
                  <a:pt x="736219" y="35560"/>
                </a:lnTo>
                <a:lnTo>
                  <a:pt x="747365" y="35560"/>
                </a:lnTo>
                <a:lnTo>
                  <a:pt x="756999" y="35560"/>
                </a:lnTo>
                <a:lnTo>
                  <a:pt x="1739646" y="35560"/>
                </a:lnTo>
                <a:lnTo>
                  <a:pt x="1750002" y="35200"/>
                </a:lnTo>
                <a:lnTo>
                  <a:pt x="1798954" y="29717"/>
                </a:lnTo>
                <a:lnTo>
                  <a:pt x="1839039" y="23749"/>
                </a:lnTo>
                <a:lnTo>
                  <a:pt x="1876171" y="17779"/>
                </a:lnTo>
                <a:lnTo>
                  <a:pt x="1895099" y="14827"/>
                </a:lnTo>
                <a:lnTo>
                  <a:pt x="1939625" y="8921"/>
                </a:lnTo>
                <a:lnTo>
                  <a:pt x="1990465" y="3375"/>
                </a:lnTo>
                <a:lnTo>
                  <a:pt x="2032045" y="379"/>
                </a:lnTo>
                <a:lnTo>
                  <a:pt x="2048382" y="0"/>
                </a:lnTo>
                <a:lnTo>
                  <a:pt x="2062862" y="0"/>
                </a:lnTo>
                <a:lnTo>
                  <a:pt x="2076592" y="0"/>
                </a:lnTo>
                <a:lnTo>
                  <a:pt x="2462022" y="0"/>
                </a:lnTo>
                <a:lnTo>
                  <a:pt x="246989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3781552" y="4149217"/>
            <a:ext cx="1959610" cy="47625"/>
          </a:xfrm>
          <a:custGeom>
            <a:avLst/>
            <a:gdLst/>
            <a:ahLst/>
            <a:cxnLst/>
            <a:rect l="l" t="t" r="r" b="b"/>
            <a:pathLst>
              <a:path w="1959610" h="47625">
                <a:moveTo>
                  <a:pt x="0" y="47625"/>
                </a:moveTo>
                <a:lnTo>
                  <a:pt x="0" y="47625"/>
                </a:lnTo>
                <a:lnTo>
                  <a:pt x="207772" y="47625"/>
                </a:lnTo>
                <a:lnTo>
                  <a:pt x="234461" y="47245"/>
                </a:lnTo>
                <a:lnTo>
                  <a:pt x="287889" y="44249"/>
                </a:lnTo>
                <a:lnTo>
                  <a:pt x="342820" y="38324"/>
                </a:lnTo>
                <a:lnTo>
                  <a:pt x="408162" y="29422"/>
                </a:lnTo>
                <a:lnTo>
                  <a:pt x="445262" y="23875"/>
                </a:lnTo>
                <a:lnTo>
                  <a:pt x="484578" y="18635"/>
                </a:lnTo>
                <a:lnTo>
                  <a:pt x="525383" y="14906"/>
                </a:lnTo>
                <a:lnTo>
                  <a:pt x="567688" y="12678"/>
                </a:lnTo>
                <a:lnTo>
                  <a:pt x="611505" y="11937"/>
                </a:lnTo>
                <a:lnTo>
                  <a:pt x="656006" y="11937"/>
                </a:lnTo>
                <a:lnTo>
                  <a:pt x="700532" y="11937"/>
                </a:lnTo>
                <a:lnTo>
                  <a:pt x="1899920" y="11937"/>
                </a:lnTo>
                <a:lnTo>
                  <a:pt x="1906206" y="11558"/>
                </a:lnTo>
                <a:lnTo>
                  <a:pt x="1913255" y="10429"/>
                </a:lnTo>
                <a:lnTo>
                  <a:pt x="1921065" y="8562"/>
                </a:lnTo>
                <a:lnTo>
                  <a:pt x="1929638" y="5969"/>
                </a:lnTo>
                <a:lnTo>
                  <a:pt x="1938137" y="3375"/>
                </a:lnTo>
                <a:lnTo>
                  <a:pt x="1945909" y="1508"/>
                </a:lnTo>
                <a:lnTo>
                  <a:pt x="1952944" y="379"/>
                </a:lnTo>
                <a:lnTo>
                  <a:pt x="195922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1</a:t>
            </a:r>
            <a:r>
              <a:rPr dirty="0" spc="-25"/>
              <a:t>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/>
              <a:t>개념적</a:t>
            </a:r>
            <a:r>
              <a:rPr dirty="0" spc="-195"/>
              <a:t> </a:t>
            </a:r>
            <a:r>
              <a:rPr dirty="0" spc="-25"/>
              <a:t>설계</a:t>
            </a:r>
          </a:p>
          <a:p>
            <a:pPr algn="just" lvl="1" marL="832485" marR="9525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모든</a:t>
            </a:r>
            <a:r>
              <a:rPr dirty="0" sz="1950" spc="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물리적인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사항과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독립적으로,</a:t>
            </a:r>
            <a:r>
              <a:rPr dirty="0" sz="1950" spc="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한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조직체에서</a:t>
            </a:r>
            <a:r>
              <a:rPr dirty="0" sz="1950" spc="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사용되는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정보의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모델을 </a:t>
            </a:r>
            <a:r>
              <a:rPr dirty="0" sz="1950" b="1">
                <a:latin typeface="Malgun Gothic"/>
                <a:cs typeface="Malgun Gothic"/>
              </a:rPr>
              <a:t>구축하는</a:t>
            </a:r>
            <a:r>
              <a:rPr dirty="0" sz="1950" spc="-120" b="1">
                <a:latin typeface="Malgun Gothic"/>
                <a:cs typeface="Malgun Gothic"/>
              </a:rPr>
              <a:t> </a:t>
            </a:r>
            <a:r>
              <a:rPr dirty="0" sz="1950" spc="-35" b="1">
                <a:latin typeface="Malgun Gothic"/>
                <a:cs typeface="Malgun Gothic"/>
              </a:rPr>
              <a:t>과정</a:t>
            </a:r>
            <a:endParaRPr sz="1950">
              <a:latin typeface="Malgun Gothic"/>
              <a:cs typeface="Malgun Gothic"/>
            </a:endParaRPr>
          </a:p>
          <a:p>
            <a:pPr algn="just"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사용자들의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요구사항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명세로부터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개념적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스키마가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0" b="1">
                <a:solidFill>
                  <a:srgbClr val="FF0000"/>
                </a:solidFill>
                <a:latin typeface="Malgun Gothic"/>
                <a:cs typeface="Malgun Gothic"/>
              </a:rPr>
              <a:t>만들어짐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7620" indent="-315595">
              <a:lnSpc>
                <a:spcPct val="142500"/>
              </a:lnSpc>
              <a:spcBef>
                <a:spcPts val="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높은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추상화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수준의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모델을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기반으로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정형적인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언어(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그림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)로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데이터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구조를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명시함</a:t>
            </a:r>
            <a:endParaRPr sz="1950">
              <a:latin typeface="Malgun Gothic"/>
              <a:cs typeface="Malgun Gothic"/>
            </a:endParaRPr>
          </a:p>
          <a:p>
            <a:pPr algn="just"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대표적인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모델이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100" b="1">
                <a:solidFill>
                  <a:srgbClr val="702FA0"/>
                </a:solidFill>
                <a:latin typeface="Malgun Gothic"/>
                <a:cs typeface="Malgun Gothic"/>
              </a:rPr>
              <a:t>ER</a:t>
            </a:r>
            <a:r>
              <a:rPr dirty="0" sz="1950" spc="-80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702FA0"/>
                </a:solidFill>
                <a:latin typeface="Malgun Gothic"/>
                <a:cs typeface="Malgun Gothic"/>
              </a:rPr>
              <a:t>모델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5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spc="85" b="1">
                <a:solidFill>
                  <a:srgbClr val="FF3300"/>
                </a:solidFill>
                <a:latin typeface="Malgun Gothic"/>
                <a:cs typeface="Malgun Gothic"/>
              </a:rPr>
              <a:t>개념적</a:t>
            </a:r>
            <a:r>
              <a:rPr dirty="0" sz="1950" spc="-60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80" b="1">
                <a:solidFill>
                  <a:srgbClr val="FF3300"/>
                </a:solidFill>
                <a:latin typeface="Malgun Gothic"/>
                <a:cs typeface="Malgun Gothic"/>
              </a:rPr>
              <a:t>설계의</a:t>
            </a:r>
            <a:r>
              <a:rPr dirty="0" sz="1950" spc="-60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95" b="1">
                <a:solidFill>
                  <a:srgbClr val="FF3300"/>
                </a:solidFill>
                <a:latin typeface="Malgun Gothic"/>
                <a:cs typeface="Malgun Gothic"/>
              </a:rPr>
              <a:t>단계에서는</a:t>
            </a:r>
            <a:r>
              <a:rPr dirty="0" sz="1950" spc="-50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80" b="1">
                <a:solidFill>
                  <a:srgbClr val="FF33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55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130" b="1">
                <a:solidFill>
                  <a:srgbClr val="FF3300"/>
                </a:solidFill>
                <a:latin typeface="Malgun Gothic"/>
                <a:cs typeface="Malgun Gothic"/>
              </a:rPr>
              <a:t>타입,</a:t>
            </a:r>
            <a:r>
              <a:rPr dirty="0" sz="1950" spc="44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75" b="1">
                <a:solidFill>
                  <a:srgbClr val="FF3300"/>
                </a:solidFill>
                <a:latin typeface="Malgun Gothic"/>
                <a:cs typeface="Malgun Gothic"/>
              </a:rPr>
              <a:t>관계</a:t>
            </a:r>
            <a:r>
              <a:rPr dirty="0" sz="1950" spc="-70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130" b="1">
                <a:solidFill>
                  <a:srgbClr val="FF3300"/>
                </a:solidFill>
                <a:latin typeface="Malgun Gothic"/>
                <a:cs typeface="Malgun Gothic"/>
              </a:rPr>
              <a:t>타입,</a:t>
            </a:r>
            <a:r>
              <a:rPr dirty="0" sz="1950" spc="44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95" b="1">
                <a:solidFill>
                  <a:srgbClr val="FF3300"/>
                </a:solidFill>
                <a:latin typeface="Malgun Gothic"/>
                <a:cs typeface="Malgun Gothic"/>
              </a:rPr>
              <a:t>애트리뷰트들을 </a:t>
            </a:r>
            <a:r>
              <a:rPr dirty="0" sz="1950" spc="180" b="1">
                <a:solidFill>
                  <a:srgbClr val="FF3300"/>
                </a:solidFill>
                <a:latin typeface="Malgun Gothic"/>
                <a:cs typeface="Malgun Gothic"/>
              </a:rPr>
              <a:t>식별하고,</a:t>
            </a:r>
            <a:r>
              <a:rPr dirty="0" sz="1950" spc="49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160" b="1">
                <a:solidFill>
                  <a:srgbClr val="FF3300"/>
                </a:solidFill>
                <a:latin typeface="Malgun Gothic"/>
                <a:cs typeface="Malgun Gothic"/>
              </a:rPr>
              <a:t>애트리뷰트들의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145" b="1">
                <a:solidFill>
                  <a:srgbClr val="FF3300"/>
                </a:solidFill>
                <a:latin typeface="Malgun Gothic"/>
                <a:cs typeface="Malgun Gothic"/>
              </a:rPr>
              <a:t>도메인을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175" b="1">
                <a:solidFill>
                  <a:srgbClr val="FF3300"/>
                </a:solidFill>
                <a:latin typeface="Malgun Gothic"/>
                <a:cs typeface="Malgun Gothic"/>
              </a:rPr>
              <a:t>결정하고,</a:t>
            </a:r>
            <a:r>
              <a:rPr dirty="0" sz="1950" spc="-95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114" b="1">
                <a:solidFill>
                  <a:srgbClr val="FF3300"/>
                </a:solidFill>
                <a:latin typeface="Malgun Gothic"/>
                <a:cs typeface="Malgun Gothic"/>
              </a:rPr>
              <a:t>후보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95" b="1">
                <a:solidFill>
                  <a:srgbClr val="FF3300"/>
                </a:solidFill>
                <a:latin typeface="Malgun Gothic"/>
                <a:cs typeface="Malgun Gothic"/>
              </a:rPr>
              <a:t>키와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105" b="1">
                <a:solidFill>
                  <a:srgbClr val="FF3300"/>
                </a:solidFill>
                <a:latin typeface="Malgun Gothic"/>
                <a:cs typeface="Malgun Gothic"/>
              </a:rPr>
              <a:t>기본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  </a:t>
            </a:r>
            <a:r>
              <a:rPr dirty="0" sz="1950" spc="-50" b="1">
                <a:solidFill>
                  <a:srgbClr val="FF3300"/>
                </a:solidFill>
                <a:latin typeface="Malgun Gothic"/>
                <a:cs typeface="Malgun Gothic"/>
              </a:rPr>
              <a:t>키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애트리뷰트들을</a:t>
            </a:r>
            <a:r>
              <a:rPr dirty="0" sz="1950" spc="-16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결정함</a:t>
            </a:r>
            <a:endParaRPr sz="1950">
              <a:latin typeface="Malgun Gothic"/>
              <a:cs typeface="Malgun Gothic"/>
            </a:endParaRPr>
          </a:p>
          <a:p>
            <a:pPr algn="just" lvl="1" marL="831850" indent="-314960">
              <a:lnSpc>
                <a:spcPct val="100000"/>
              </a:lnSpc>
              <a:spcBef>
                <a:spcPts val="100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완성된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개념적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스키마(ER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스키마)는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spc="100" b="1">
                <a:solidFill>
                  <a:srgbClr val="FF3300"/>
                </a:solidFill>
                <a:latin typeface="Malgun Gothic"/>
                <a:cs typeface="Malgun Gothic"/>
              </a:rPr>
              <a:t>ER</a:t>
            </a:r>
            <a:r>
              <a:rPr dirty="0" sz="1950" spc="-4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다이어그램</a:t>
            </a:r>
            <a:r>
              <a:rPr dirty="0" sz="1950" b="1">
                <a:latin typeface="Malgun Gothic"/>
                <a:cs typeface="Malgun Gothic"/>
              </a:rPr>
              <a:t>으로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표현됨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557009" y="3756914"/>
            <a:ext cx="2676525" cy="71755"/>
          </a:xfrm>
          <a:custGeom>
            <a:avLst/>
            <a:gdLst/>
            <a:ahLst/>
            <a:cxnLst/>
            <a:rect l="l" t="t" r="r" b="b"/>
            <a:pathLst>
              <a:path w="2676525" h="71754">
                <a:moveTo>
                  <a:pt x="0" y="71374"/>
                </a:moveTo>
                <a:lnTo>
                  <a:pt x="27555" y="65827"/>
                </a:lnTo>
                <a:lnTo>
                  <a:pt x="50609" y="61007"/>
                </a:lnTo>
                <a:lnTo>
                  <a:pt x="69187" y="56925"/>
                </a:lnTo>
                <a:lnTo>
                  <a:pt x="83312" y="53594"/>
                </a:lnTo>
                <a:lnTo>
                  <a:pt x="94478" y="51000"/>
                </a:lnTo>
                <a:lnTo>
                  <a:pt x="104155" y="49133"/>
                </a:lnTo>
                <a:lnTo>
                  <a:pt x="112333" y="48004"/>
                </a:lnTo>
                <a:lnTo>
                  <a:pt x="118999" y="47625"/>
                </a:lnTo>
                <a:lnTo>
                  <a:pt x="126873" y="47625"/>
                </a:lnTo>
                <a:lnTo>
                  <a:pt x="134874" y="47625"/>
                </a:lnTo>
                <a:lnTo>
                  <a:pt x="386588" y="47625"/>
                </a:lnTo>
                <a:lnTo>
                  <a:pt x="407806" y="47245"/>
                </a:lnTo>
                <a:lnTo>
                  <a:pt x="429752" y="46116"/>
                </a:lnTo>
                <a:lnTo>
                  <a:pt x="452435" y="44249"/>
                </a:lnTo>
                <a:lnTo>
                  <a:pt x="475869" y="41655"/>
                </a:lnTo>
                <a:lnTo>
                  <a:pt x="499987" y="39062"/>
                </a:lnTo>
                <a:lnTo>
                  <a:pt x="524891" y="37195"/>
                </a:lnTo>
                <a:lnTo>
                  <a:pt x="550556" y="36066"/>
                </a:lnTo>
                <a:lnTo>
                  <a:pt x="576961" y="35687"/>
                </a:lnTo>
                <a:lnTo>
                  <a:pt x="605204" y="35687"/>
                </a:lnTo>
                <a:lnTo>
                  <a:pt x="636412" y="35687"/>
                </a:lnTo>
                <a:lnTo>
                  <a:pt x="987298" y="35687"/>
                </a:lnTo>
                <a:lnTo>
                  <a:pt x="1004750" y="35327"/>
                </a:lnTo>
                <a:lnTo>
                  <a:pt x="1021476" y="34242"/>
                </a:lnTo>
                <a:lnTo>
                  <a:pt x="1037464" y="32418"/>
                </a:lnTo>
                <a:lnTo>
                  <a:pt x="1052703" y="29845"/>
                </a:lnTo>
                <a:lnTo>
                  <a:pt x="1068320" y="27197"/>
                </a:lnTo>
                <a:lnTo>
                  <a:pt x="1085437" y="25336"/>
                </a:lnTo>
                <a:lnTo>
                  <a:pt x="1104030" y="24237"/>
                </a:lnTo>
                <a:lnTo>
                  <a:pt x="1124077" y="23875"/>
                </a:lnTo>
                <a:lnTo>
                  <a:pt x="1144916" y="23496"/>
                </a:lnTo>
                <a:lnTo>
                  <a:pt x="1165733" y="22367"/>
                </a:lnTo>
                <a:lnTo>
                  <a:pt x="1186549" y="20500"/>
                </a:lnTo>
                <a:lnTo>
                  <a:pt x="1207389" y="17907"/>
                </a:lnTo>
                <a:lnTo>
                  <a:pt x="1228173" y="15313"/>
                </a:lnTo>
                <a:lnTo>
                  <a:pt x="1248981" y="13446"/>
                </a:lnTo>
                <a:lnTo>
                  <a:pt x="1269789" y="12317"/>
                </a:lnTo>
                <a:lnTo>
                  <a:pt x="1290574" y="11937"/>
                </a:lnTo>
                <a:lnTo>
                  <a:pt x="1311413" y="11937"/>
                </a:lnTo>
                <a:lnTo>
                  <a:pt x="1332230" y="11937"/>
                </a:lnTo>
                <a:lnTo>
                  <a:pt x="2636647" y="11937"/>
                </a:lnTo>
                <a:lnTo>
                  <a:pt x="2644648" y="9905"/>
                </a:lnTo>
                <a:lnTo>
                  <a:pt x="2652522" y="5969"/>
                </a:lnTo>
                <a:lnTo>
                  <a:pt x="2660396" y="2032"/>
                </a:lnTo>
                <a:lnTo>
                  <a:pt x="2668397" y="0"/>
                </a:lnTo>
                <a:lnTo>
                  <a:pt x="2676271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604391" y="4083177"/>
            <a:ext cx="4653280" cy="593090"/>
          </a:xfrm>
          <a:custGeom>
            <a:avLst/>
            <a:gdLst/>
            <a:ahLst/>
            <a:cxnLst/>
            <a:rect l="l" t="t" r="r" b="b"/>
            <a:pathLst>
              <a:path w="4653280" h="593089">
                <a:moveTo>
                  <a:pt x="0" y="543560"/>
                </a:moveTo>
                <a:lnTo>
                  <a:pt x="40211" y="542512"/>
                </a:lnTo>
                <a:lnTo>
                  <a:pt x="78232" y="539369"/>
                </a:lnTo>
                <a:lnTo>
                  <a:pt x="131595" y="533207"/>
                </a:lnTo>
                <a:lnTo>
                  <a:pt x="148335" y="531113"/>
                </a:lnTo>
                <a:lnTo>
                  <a:pt x="165578" y="529353"/>
                </a:lnTo>
                <a:lnTo>
                  <a:pt x="184356" y="528081"/>
                </a:lnTo>
                <a:lnTo>
                  <a:pt x="204682" y="527309"/>
                </a:lnTo>
                <a:lnTo>
                  <a:pt x="226567" y="527050"/>
                </a:lnTo>
                <a:lnTo>
                  <a:pt x="250261" y="527050"/>
                </a:lnTo>
                <a:lnTo>
                  <a:pt x="276002" y="527050"/>
                </a:lnTo>
                <a:lnTo>
                  <a:pt x="1284859" y="527050"/>
                </a:lnTo>
                <a:lnTo>
                  <a:pt x="1337867" y="526790"/>
                </a:lnTo>
                <a:lnTo>
                  <a:pt x="1389840" y="526018"/>
                </a:lnTo>
                <a:lnTo>
                  <a:pt x="1440789" y="524746"/>
                </a:lnTo>
                <a:lnTo>
                  <a:pt x="1490726" y="522986"/>
                </a:lnTo>
                <a:lnTo>
                  <a:pt x="1540924" y="521152"/>
                </a:lnTo>
                <a:lnTo>
                  <a:pt x="1592659" y="519842"/>
                </a:lnTo>
                <a:lnTo>
                  <a:pt x="1645941" y="519056"/>
                </a:lnTo>
                <a:lnTo>
                  <a:pt x="1700784" y="518794"/>
                </a:lnTo>
                <a:lnTo>
                  <a:pt x="1746094" y="518794"/>
                </a:lnTo>
                <a:lnTo>
                  <a:pt x="1793032" y="518794"/>
                </a:lnTo>
                <a:lnTo>
                  <a:pt x="1841610" y="518794"/>
                </a:lnTo>
                <a:lnTo>
                  <a:pt x="1891840" y="518794"/>
                </a:lnTo>
                <a:lnTo>
                  <a:pt x="1943735" y="518794"/>
                </a:lnTo>
                <a:lnTo>
                  <a:pt x="1995307" y="518628"/>
                </a:lnTo>
                <a:lnTo>
                  <a:pt x="2044562" y="518132"/>
                </a:lnTo>
                <a:lnTo>
                  <a:pt x="2091502" y="517313"/>
                </a:lnTo>
                <a:lnTo>
                  <a:pt x="2136124" y="516177"/>
                </a:lnTo>
                <a:lnTo>
                  <a:pt x="2178431" y="514731"/>
                </a:lnTo>
                <a:lnTo>
                  <a:pt x="2229679" y="512897"/>
                </a:lnTo>
                <a:lnTo>
                  <a:pt x="2280380" y="511587"/>
                </a:lnTo>
                <a:lnTo>
                  <a:pt x="2330557" y="510801"/>
                </a:lnTo>
                <a:lnTo>
                  <a:pt x="2380234" y="510539"/>
                </a:lnTo>
                <a:lnTo>
                  <a:pt x="2428884" y="510280"/>
                </a:lnTo>
                <a:lnTo>
                  <a:pt x="2475976" y="509508"/>
                </a:lnTo>
                <a:lnTo>
                  <a:pt x="2521519" y="508236"/>
                </a:lnTo>
                <a:lnTo>
                  <a:pt x="2565527" y="506475"/>
                </a:lnTo>
                <a:lnTo>
                  <a:pt x="2607222" y="504642"/>
                </a:lnTo>
                <a:lnTo>
                  <a:pt x="2645822" y="503332"/>
                </a:lnTo>
                <a:lnTo>
                  <a:pt x="2681327" y="502546"/>
                </a:lnTo>
                <a:lnTo>
                  <a:pt x="2713736" y="502285"/>
                </a:lnTo>
                <a:lnTo>
                  <a:pt x="2742862" y="502042"/>
                </a:lnTo>
                <a:lnTo>
                  <a:pt x="2768346" y="501300"/>
                </a:lnTo>
                <a:lnTo>
                  <a:pt x="2790209" y="500034"/>
                </a:lnTo>
                <a:lnTo>
                  <a:pt x="2808478" y="498220"/>
                </a:lnTo>
                <a:lnTo>
                  <a:pt x="2824192" y="496407"/>
                </a:lnTo>
                <a:lnTo>
                  <a:pt x="2838370" y="495141"/>
                </a:lnTo>
                <a:lnTo>
                  <a:pt x="2851001" y="494399"/>
                </a:lnTo>
                <a:lnTo>
                  <a:pt x="2862072" y="494156"/>
                </a:lnTo>
                <a:lnTo>
                  <a:pt x="2872097" y="494156"/>
                </a:lnTo>
                <a:lnTo>
                  <a:pt x="2881598" y="494156"/>
                </a:lnTo>
                <a:lnTo>
                  <a:pt x="4002659" y="494156"/>
                </a:lnTo>
                <a:lnTo>
                  <a:pt x="4019137" y="493895"/>
                </a:lnTo>
                <a:lnTo>
                  <a:pt x="4035615" y="493109"/>
                </a:lnTo>
                <a:lnTo>
                  <a:pt x="4052093" y="491799"/>
                </a:lnTo>
                <a:lnTo>
                  <a:pt x="4068572" y="489966"/>
                </a:lnTo>
                <a:lnTo>
                  <a:pt x="4086336" y="488205"/>
                </a:lnTo>
                <a:lnTo>
                  <a:pt x="4106672" y="486933"/>
                </a:lnTo>
                <a:lnTo>
                  <a:pt x="4129579" y="486161"/>
                </a:lnTo>
                <a:lnTo>
                  <a:pt x="4155059" y="485901"/>
                </a:lnTo>
                <a:lnTo>
                  <a:pt x="4181564" y="485901"/>
                </a:lnTo>
                <a:lnTo>
                  <a:pt x="4207557" y="485901"/>
                </a:lnTo>
                <a:lnTo>
                  <a:pt x="4647819" y="485901"/>
                </a:lnTo>
                <a:lnTo>
                  <a:pt x="4653280" y="485901"/>
                </a:lnTo>
              </a:path>
              <a:path w="4653280" h="593089">
                <a:moveTo>
                  <a:pt x="3236722" y="485901"/>
                </a:moveTo>
                <a:lnTo>
                  <a:pt x="3197653" y="493061"/>
                </a:lnTo>
                <a:lnTo>
                  <a:pt x="3146202" y="500034"/>
                </a:lnTo>
                <a:lnTo>
                  <a:pt x="3096768" y="502285"/>
                </a:lnTo>
                <a:lnTo>
                  <a:pt x="3080551" y="502285"/>
                </a:lnTo>
                <a:lnTo>
                  <a:pt x="3064859" y="502285"/>
                </a:lnTo>
                <a:lnTo>
                  <a:pt x="2973197" y="502285"/>
                </a:lnTo>
                <a:lnTo>
                  <a:pt x="2957240" y="502042"/>
                </a:lnTo>
                <a:lnTo>
                  <a:pt x="2915539" y="498220"/>
                </a:lnTo>
                <a:lnTo>
                  <a:pt x="2870327" y="489966"/>
                </a:lnTo>
                <a:lnTo>
                  <a:pt x="2859966" y="487943"/>
                </a:lnTo>
                <a:lnTo>
                  <a:pt x="2818765" y="479169"/>
                </a:lnTo>
                <a:lnTo>
                  <a:pt x="2776591" y="458876"/>
                </a:lnTo>
                <a:lnTo>
                  <a:pt x="2763218" y="451913"/>
                </a:lnTo>
                <a:lnTo>
                  <a:pt x="2747773" y="444450"/>
                </a:lnTo>
                <a:lnTo>
                  <a:pt x="2730246" y="436499"/>
                </a:lnTo>
                <a:lnTo>
                  <a:pt x="2713033" y="428736"/>
                </a:lnTo>
                <a:lnTo>
                  <a:pt x="2698368" y="422020"/>
                </a:lnTo>
                <a:lnTo>
                  <a:pt x="2661269" y="402494"/>
                </a:lnTo>
                <a:lnTo>
                  <a:pt x="2629376" y="370282"/>
                </a:lnTo>
                <a:lnTo>
                  <a:pt x="2606968" y="335291"/>
                </a:lnTo>
                <a:lnTo>
                  <a:pt x="2592574" y="294386"/>
                </a:lnTo>
                <a:lnTo>
                  <a:pt x="2586362" y="255541"/>
                </a:lnTo>
                <a:lnTo>
                  <a:pt x="2586101" y="247014"/>
                </a:lnTo>
                <a:lnTo>
                  <a:pt x="2586101" y="238803"/>
                </a:lnTo>
                <a:lnTo>
                  <a:pt x="2586101" y="230568"/>
                </a:lnTo>
                <a:lnTo>
                  <a:pt x="2586101" y="222333"/>
                </a:lnTo>
                <a:lnTo>
                  <a:pt x="2586101" y="214122"/>
                </a:lnTo>
                <a:lnTo>
                  <a:pt x="2587126" y="205333"/>
                </a:lnTo>
                <a:lnTo>
                  <a:pt x="2611326" y="160799"/>
                </a:lnTo>
                <a:lnTo>
                  <a:pt x="2643759" y="127635"/>
                </a:lnTo>
                <a:lnTo>
                  <a:pt x="2685460" y="99024"/>
                </a:lnTo>
                <a:lnTo>
                  <a:pt x="2738485" y="74056"/>
                </a:lnTo>
                <a:lnTo>
                  <a:pt x="2783840" y="57658"/>
                </a:lnTo>
                <a:lnTo>
                  <a:pt x="2833195" y="43180"/>
                </a:lnTo>
                <a:lnTo>
                  <a:pt x="2882646" y="32892"/>
                </a:lnTo>
                <a:lnTo>
                  <a:pt x="2943336" y="24685"/>
                </a:lnTo>
                <a:lnTo>
                  <a:pt x="2982212" y="20552"/>
                </a:lnTo>
                <a:lnTo>
                  <a:pt x="3026791" y="16383"/>
                </a:lnTo>
                <a:lnTo>
                  <a:pt x="3073104" y="12547"/>
                </a:lnTo>
                <a:lnTo>
                  <a:pt x="3117357" y="9223"/>
                </a:lnTo>
                <a:lnTo>
                  <a:pt x="3159539" y="6399"/>
                </a:lnTo>
                <a:lnTo>
                  <a:pt x="3199638" y="4063"/>
                </a:lnTo>
                <a:lnTo>
                  <a:pt x="3270710" y="984"/>
                </a:lnTo>
                <a:lnTo>
                  <a:pt x="3327400" y="0"/>
                </a:lnTo>
                <a:lnTo>
                  <a:pt x="3351307" y="242"/>
                </a:lnTo>
                <a:lnTo>
                  <a:pt x="3394551" y="2250"/>
                </a:lnTo>
                <a:lnTo>
                  <a:pt x="3446764" y="9223"/>
                </a:lnTo>
                <a:lnTo>
                  <a:pt x="3491071" y="24685"/>
                </a:lnTo>
                <a:lnTo>
                  <a:pt x="3525012" y="42132"/>
                </a:lnTo>
                <a:lnTo>
                  <a:pt x="3550497" y="60162"/>
                </a:lnTo>
                <a:lnTo>
                  <a:pt x="3561032" y="67881"/>
                </a:lnTo>
                <a:lnTo>
                  <a:pt x="3573115" y="76648"/>
                </a:lnTo>
                <a:lnTo>
                  <a:pt x="3586734" y="86487"/>
                </a:lnTo>
                <a:lnTo>
                  <a:pt x="3600670" y="96512"/>
                </a:lnTo>
                <a:lnTo>
                  <a:pt x="3613546" y="106013"/>
                </a:lnTo>
                <a:lnTo>
                  <a:pt x="3625399" y="114990"/>
                </a:lnTo>
                <a:lnTo>
                  <a:pt x="3636264" y="123444"/>
                </a:lnTo>
                <a:lnTo>
                  <a:pt x="3646551" y="131710"/>
                </a:lnTo>
                <a:lnTo>
                  <a:pt x="3656838" y="139954"/>
                </a:lnTo>
                <a:lnTo>
                  <a:pt x="3687177" y="164415"/>
                </a:lnTo>
                <a:lnTo>
                  <a:pt x="3716234" y="191986"/>
                </a:lnTo>
                <a:lnTo>
                  <a:pt x="3734788" y="228213"/>
                </a:lnTo>
                <a:lnTo>
                  <a:pt x="3746357" y="271716"/>
                </a:lnTo>
                <a:lnTo>
                  <a:pt x="3747389" y="288163"/>
                </a:lnTo>
                <a:lnTo>
                  <a:pt x="3747389" y="296429"/>
                </a:lnTo>
                <a:lnTo>
                  <a:pt x="3747389" y="304673"/>
                </a:lnTo>
                <a:lnTo>
                  <a:pt x="3747389" y="312916"/>
                </a:lnTo>
                <a:lnTo>
                  <a:pt x="3747389" y="321182"/>
                </a:lnTo>
                <a:lnTo>
                  <a:pt x="3746363" y="330158"/>
                </a:lnTo>
                <a:lnTo>
                  <a:pt x="3730879" y="366394"/>
                </a:lnTo>
                <a:lnTo>
                  <a:pt x="3696928" y="412025"/>
                </a:lnTo>
                <a:lnTo>
                  <a:pt x="3665259" y="444200"/>
                </a:lnTo>
                <a:lnTo>
                  <a:pt x="3634398" y="473017"/>
                </a:lnTo>
                <a:lnTo>
                  <a:pt x="3619754" y="485901"/>
                </a:lnTo>
                <a:lnTo>
                  <a:pt x="3606133" y="497949"/>
                </a:lnTo>
                <a:lnTo>
                  <a:pt x="3594036" y="509508"/>
                </a:lnTo>
                <a:lnTo>
                  <a:pt x="3583463" y="520567"/>
                </a:lnTo>
                <a:lnTo>
                  <a:pt x="3574415" y="531113"/>
                </a:lnTo>
                <a:lnTo>
                  <a:pt x="3566203" y="540898"/>
                </a:lnTo>
                <a:lnTo>
                  <a:pt x="3557968" y="549671"/>
                </a:lnTo>
                <a:lnTo>
                  <a:pt x="3523980" y="574421"/>
                </a:lnTo>
                <a:lnTo>
                  <a:pt x="3485896" y="583660"/>
                </a:lnTo>
                <a:lnTo>
                  <a:pt x="3471545" y="584707"/>
                </a:lnTo>
                <a:lnTo>
                  <a:pt x="3463290" y="584707"/>
                </a:lnTo>
                <a:lnTo>
                  <a:pt x="3455035" y="586105"/>
                </a:lnTo>
                <a:lnTo>
                  <a:pt x="3446780" y="588772"/>
                </a:lnTo>
                <a:lnTo>
                  <a:pt x="3438525" y="591566"/>
                </a:lnTo>
                <a:lnTo>
                  <a:pt x="3431667" y="592963"/>
                </a:lnTo>
                <a:lnTo>
                  <a:pt x="3426206" y="592963"/>
                </a:lnTo>
                <a:lnTo>
                  <a:pt x="3420745" y="592963"/>
                </a:lnTo>
                <a:lnTo>
                  <a:pt x="3415157" y="591566"/>
                </a:lnTo>
                <a:lnTo>
                  <a:pt x="3409696" y="588772"/>
                </a:lnTo>
                <a:lnTo>
                  <a:pt x="3404235" y="586105"/>
                </a:lnTo>
                <a:lnTo>
                  <a:pt x="3400171" y="583311"/>
                </a:lnTo>
                <a:lnTo>
                  <a:pt x="3397377" y="580517"/>
                </a:lnTo>
                <a:lnTo>
                  <a:pt x="3394583" y="577850"/>
                </a:lnTo>
                <a:lnTo>
                  <a:pt x="3393186" y="575056"/>
                </a:lnTo>
                <a:lnTo>
                  <a:pt x="3393186" y="554482"/>
                </a:lnTo>
                <a:lnTo>
                  <a:pt x="3393186" y="54356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591428" y="6273927"/>
            <a:ext cx="1820545" cy="66040"/>
          </a:xfrm>
          <a:custGeom>
            <a:avLst/>
            <a:gdLst/>
            <a:ahLst/>
            <a:cxnLst/>
            <a:rect l="l" t="t" r="r" b="b"/>
            <a:pathLst>
              <a:path w="1820545" h="66039">
                <a:moveTo>
                  <a:pt x="0" y="65786"/>
                </a:moveTo>
                <a:lnTo>
                  <a:pt x="0" y="65786"/>
                </a:lnTo>
                <a:lnTo>
                  <a:pt x="39750" y="65786"/>
                </a:lnTo>
                <a:lnTo>
                  <a:pt x="46736" y="64515"/>
                </a:lnTo>
                <a:lnTo>
                  <a:pt x="57658" y="61721"/>
                </a:lnTo>
                <a:lnTo>
                  <a:pt x="66895" y="59386"/>
                </a:lnTo>
                <a:lnTo>
                  <a:pt x="78216" y="56562"/>
                </a:lnTo>
                <a:lnTo>
                  <a:pt x="91608" y="53238"/>
                </a:lnTo>
                <a:lnTo>
                  <a:pt x="107061" y="49403"/>
                </a:lnTo>
                <a:lnTo>
                  <a:pt x="165764" y="39294"/>
                </a:lnTo>
                <a:lnTo>
                  <a:pt x="214677" y="34674"/>
                </a:lnTo>
                <a:lnTo>
                  <a:pt x="240919" y="31845"/>
                </a:lnTo>
                <a:lnTo>
                  <a:pt x="268208" y="28491"/>
                </a:lnTo>
                <a:lnTo>
                  <a:pt x="296545" y="24637"/>
                </a:lnTo>
                <a:lnTo>
                  <a:pt x="325834" y="20784"/>
                </a:lnTo>
                <a:lnTo>
                  <a:pt x="387556" y="14601"/>
                </a:lnTo>
                <a:lnTo>
                  <a:pt x="452685" y="10485"/>
                </a:lnTo>
                <a:lnTo>
                  <a:pt x="516554" y="8389"/>
                </a:lnTo>
                <a:lnTo>
                  <a:pt x="578612" y="7885"/>
                </a:lnTo>
                <a:lnTo>
                  <a:pt x="609473" y="7143"/>
                </a:lnTo>
                <a:lnTo>
                  <a:pt x="640334" y="5877"/>
                </a:lnTo>
                <a:lnTo>
                  <a:pt x="671195" y="4064"/>
                </a:lnTo>
                <a:lnTo>
                  <a:pt x="701347" y="2250"/>
                </a:lnTo>
                <a:lnTo>
                  <a:pt x="729916" y="984"/>
                </a:lnTo>
                <a:lnTo>
                  <a:pt x="756937" y="242"/>
                </a:lnTo>
                <a:lnTo>
                  <a:pt x="782447" y="0"/>
                </a:lnTo>
                <a:lnTo>
                  <a:pt x="806876" y="0"/>
                </a:lnTo>
                <a:lnTo>
                  <a:pt x="830818" y="0"/>
                </a:lnTo>
                <a:lnTo>
                  <a:pt x="1815022" y="0"/>
                </a:lnTo>
                <a:lnTo>
                  <a:pt x="182016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1</a:t>
            </a: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1</a:t>
            </a:r>
            <a:r>
              <a:rPr dirty="0" spc="-25"/>
              <a:t>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548072"/>
            <a:ext cx="9155430" cy="305181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spc="-60" b="1">
                <a:latin typeface="Malgun Gothic"/>
                <a:cs typeface="Malgun Gothic"/>
              </a:rPr>
              <a:t>DBMS</a:t>
            </a:r>
            <a:r>
              <a:rPr dirty="0" sz="2200" spc="-120" b="1">
                <a:latin typeface="Malgun Gothic"/>
                <a:cs typeface="Malgun Gothic"/>
              </a:rPr>
              <a:t> </a:t>
            </a:r>
            <a:r>
              <a:rPr dirty="0" sz="2200" spc="-25" b="1">
                <a:latin typeface="Malgun Gothic"/>
                <a:cs typeface="Malgun Gothic"/>
              </a:rPr>
              <a:t>선정</a:t>
            </a:r>
            <a:endParaRPr sz="2200">
              <a:latin typeface="Malgun Gothic"/>
              <a:cs typeface="Malgun Gothic"/>
            </a:endParaRPr>
          </a:p>
          <a:p>
            <a:pPr algn="just" lvl="1" marL="831850" indent="-314960">
              <a:lnSpc>
                <a:spcPct val="100000"/>
              </a:lnSpc>
              <a:spcBef>
                <a:spcPts val="103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여러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가지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요인들을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검토한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후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spc="-20" b="1">
                <a:latin typeface="Malgun Gothic"/>
                <a:cs typeface="Malgun Gothic"/>
              </a:rPr>
              <a:t>DBMS를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선정함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600"/>
              </a:lnSpc>
              <a:spcBef>
                <a:spcPts val="10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기술적인</a:t>
            </a:r>
            <a:r>
              <a:rPr dirty="0" sz="1950" spc="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요인은</a:t>
            </a:r>
            <a:r>
              <a:rPr dirty="0" sz="1950" spc="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DBMS가</a:t>
            </a:r>
            <a:r>
              <a:rPr dirty="0" sz="1950" spc="1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제공하는</a:t>
            </a:r>
            <a:r>
              <a:rPr dirty="0" sz="1950" spc="1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950" spc="1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모델,</a:t>
            </a:r>
            <a:r>
              <a:rPr dirty="0" sz="1950" spc="1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950" spc="1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저장/접근</a:t>
            </a:r>
            <a:r>
              <a:rPr dirty="0" sz="1950" spc="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구조,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인터페이스,</a:t>
            </a:r>
            <a:r>
              <a:rPr dirty="0" sz="1950" spc="-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질의어,</a:t>
            </a:r>
            <a:r>
              <a:rPr dirty="0" sz="1950" spc="-1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도구,</a:t>
            </a:r>
            <a:r>
              <a:rPr dirty="0" sz="1950" spc="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제공되는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서비스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50" b="1">
                <a:latin typeface="Malgun Gothic"/>
                <a:cs typeface="Malgun Gothic"/>
              </a:rPr>
              <a:t>등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500"/>
              </a:lnSpc>
              <a:spcBef>
                <a:spcPts val="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경제적인 요인은</a:t>
            </a:r>
            <a:r>
              <a:rPr dirty="0" sz="1950" spc="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DBMS</a:t>
            </a:r>
            <a:r>
              <a:rPr dirty="0" sz="1950" spc="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구입</a:t>
            </a:r>
            <a:r>
              <a:rPr dirty="0" sz="1950" spc="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비용,</a:t>
            </a:r>
            <a:r>
              <a:rPr dirty="0" sz="1950" spc="3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하드웨어</a:t>
            </a:r>
            <a:r>
              <a:rPr dirty="0" sz="1950" spc="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구입</a:t>
            </a:r>
            <a:r>
              <a:rPr dirty="0" sz="1950" spc="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비용,</a:t>
            </a:r>
            <a:r>
              <a:rPr dirty="0" sz="1950" spc="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유지</a:t>
            </a:r>
            <a:r>
              <a:rPr dirty="0" sz="1950" spc="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보수(서비스) </a:t>
            </a:r>
            <a:r>
              <a:rPr dirty="0" sz="1950" b="1">
                <a:latin typeface="Malgun Gothic"/>
                <a:cs typeface="Malgun Gothic"/>
              </a:rPr>
              <a:t>비용,</a:t>
            </a:r>
            <a:r>
              <a:rPr dirty="0" sz="1950" spc="2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기존의</a:t>
            </a:r>
            <a:r>
              <a:rPr dirty="0" sz="1950" spc="2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시스템을</a:t>
            </a:r>
            <a:r>
              <a:rPr dirty="0" sz="1950" spc="2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새로운</a:t>
            </a:r>
            <a:r>
              <a:rPr dirty="0" sz="1950" spc="2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DBMS에</a:t>
            </a:r>
            <a:r>
              <a:rPr dirty="0" sz="1950" spc="2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맞게</a:t>
            </a:r>
            <a:r>
              <a:rPr dirty="0" sz="1950" spc="2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변환하는데</a:t>
            </a:r>
            <a:r>
              <a:rPr dirty="0" sz="1950" spc="2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소요되는</a:t>
            </a:r>
            <a:r>
              <a:rPr dirty="0" sz="1950" spc="26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비용, </a:t>
            </a:r>
            <a:r>
              <a:rPr dirty="0" sz="1950" b="1">
                <a:latin typeface="Malgun Gothic"/>
                <a:cs typeface="Malgun Gothic"/>
              </a:rPr>
              <a:t>인건비,</a:t>
            </a:r>
            <a:r>
              <a:rPr dirty="0" sz="1950" spc="-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교육비</a:t>
            </a:r>
            <a:r>
              <a:rPr dirty="0" sz="1950" spc="-45" b="1">
                <a:latin typeface="Malgun Gothic"/>
                <a:cs typeface="Malgun Gothic"/>
              </a:rPr>
              <a:t> </a:t>
            </a:r>
            <a:r>
              <a:rPr dirty="0" sz="1950" spc="-50" b="1">
                <a:latin typeface="Malgun Gothic"/>
                <a:cs typeface="Malgun Gothic"/>
              </a:rPr>
              <a:t>등</a:t>
            </a:r>
            <a:endParaRPr sz="1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1</a:t>
            </a:r>
            <a:r>
              <a:rPr dirty="0" spc="-25"/>
              <a:t>5</a:t>
            </a:r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/>
              <a:t>논리적</a:t>
            </a:r>
            <a:r>
              <a:rPr dirty="0" spc="-195"/>
              <a:t> </a:t>
            </a:r>
            <a:r>
              <a:rPr dirty="0" spc="-25"/>
              <a:t>설계</a:t>
            </a:r>
          </a:p>
          <a:p>
            <a:pPr algn="just" lvl="1" marL="832485" marR="6985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데이터베이스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관리를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위해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선택한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DBMS의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모델을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사용하여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논리적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스키마(외부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스키마도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포함)를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생성함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8255" indent="-315595">
              <a:lnSpc>
                <a:spcPct val="142500"/>
              </a:lnSpc>
              <a:spcBef>
                <a:spcPts val="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논리적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스키마를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나타내기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위해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데이터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모델을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사용하는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경우에는,</a:t>
            </a:r>
            <a:r>
              <a:rPr dirty="0" sz="1950" spc="-50" b="1">
                <a:latin typeface="Malgun Gothic"/>
                <a:cs typeface="Malgun Gothic"/>
              </a:rPr>
              <a:t> </a:t>
            </a:r>
            <a:r>
              <a:rPr dirty="0" sz="1950" spc="65" b="1">
                <a:latin typeface="Malgun Gothic"/>
                <a:cs typeface="Malgun Gothic"/>
              </a:rPr>
              <a:t>ER </a:t>
            </a:r>
            <a:r>
              <a:rPr dirty="0" sz="1950" b="1">
                <a:latin typeface="Malgun Gothic"/>
                <a:cs typeface="Malgun Gothic"/>
              </a:rPr>
              <a:t>모델로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표현된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개념적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스키마를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데이터베이스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스키마로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사상함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9525" indent="-315595">
              <a:lnSpc>
                <a:spcPct val="1425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spc="85" b="1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dirty="0" sz="1950" spc="-20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135" b="1">
                <a:solidFill>
                  <a:srgbClr val="FF0000"/>
                </a:solidFill>
                <a:latin typeface="Malgun Gothic"/>
                <a:cs typeface="Malgun Gothic"/>
              </a:rPr>
              <a:t>데이터베이스</a:t>
            </a:r>
            <a:r>
              <a:rPr dirty="0" sz="1950" spc="-20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120" b="1">
                <a:solidFill>
                  <a:srgbClr val="FF0000"/>
                </a:solidFill>
                <a:latin typeface="Malgun Gothic"/>
                <a:cs typeface="Malgun Gothic"/>
              </a:rPr>
              <a:t>스키마를</a:t>
            </a:r>
            <a:r>
              <a:rPr dirty="0" sz="1950" spc="-15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더</a:t>
            </a:r>
            <a:r>
              <a:rPr dirty="0" sz="1950" spc="-20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85" b="1">
                <a:solidFill>
                  <a:srgbClr val="FF0000"/>
                </a:solidFill>
                <a:latin typeface="Malgun Gothic"/>
                <a:cs typeface="Malgun Gothic"/>
              </a:rPr>
              <a:t>좋은</a:t>
            </a:r>
            <a:r>
              <a:rPr dirty="0" sz="1950" spc="-20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85" b="1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dirty="0" sz="1950" spc="-15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135" b="1">
                <a:solidFill>
                  <a:srgbClr val="FF0000"/>
                </a:solidFill>
                <a:latin typeface="Malgun Gothic"/>
                <a:cs typeface="Malgun Gothic"/>
              </a:rPr>
              <a:t>데이터베이스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스키마로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변환하기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위해서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40" b="1">
                <a:solidFill>
                  <a:srgbClr val="FF0000"/>
                </a:solidFill>
                <a:latin typeface="Malgun Gothic"/>
                <a:cs typeface="Malgun Gothic"/>
              </a:rPr>
              <a:t>정규화(normalization)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과정을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적용함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5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spc="55" b="1">
                <a:latin typeface="Malgun Gothic"/>
                <a:cs typeface="Malgun Gothic"/>
              </a:rPr>
              <a:t>데이터베이스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설계자가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요구사항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수집과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분석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후에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바로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논리적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설계 </a:t>
            </a:r>
            <a:r>
              <a:rPr dirty="0" sz="1950" b="1">
                <a:latin typeface="Malgun Gothic"/>
                <a:cs typeface="Malgun Gothic"/>
              </a:rPr>
              <a:t>단계로</a:t>
            </a:r>
            <a:r>
              <a:rPr dirty="0" sz="1950" spc="229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가는</a:t>
            </a:r>
            <a:r>
              <a:rPr dirty="0" sz="1950" spc="2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경우가</a:t>
            </a:r>
            <a:r>
              <a:rPr dirty="0" sz="1950" spc="2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있는데,</a:t>
            </a:r>
            <a:r>
              <a:rPr dirty="0" sz="1950" spc="2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이런</a:t>
            </a:r>
            <a:r>
              <a:rPr dirty="0" sz="1950" spc="2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경우에는</a:t>
            </a:r>
            <a:r>
              <a:rPr dirty="0" sz="1950" spc="2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흔히</a:t>
            </a:r>
            <a:r>
              <a:rPr dirty="0" sz="1950" spc="2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좋은</a:t>
            </a:r>
            <a:r>
              <a:rPr dirty="0" sz="1950" spc="23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21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데이터베이스 </a:t>
            </a:r>
            <a:r>
              <a:rPr dirty="0" sz="1950" b="1">
                <a:latin typeface="Malgun Gothic"/>
                <a:cs typeface="Malgun Gothic"/>
              </a:rPr>
              <a:t>스키마가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생성되지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않음</a:t>
            </a:r>
            <a:endParaRPr sz="1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530985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1.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25">
                <a:solidFill>
                  <a:srgbClr val="3333CC"/>
                </a:solidFill>
              </a:rPr>
              <a:t>개요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1</a:t>
            </a:r>
            <a:r>
              <a:rPr dirty="0" spc="-25"/>
              <a:t>6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548072"/>
            <a:ext cx="9115425" cy="305181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b="1">
                <a:latin typeface="Malgun Gothic"/>
                <a:cs typeface="Malgun Gothic"/>
              </a:rPr>
              <a:t>물리적</a:t>
            </a:r>
            <a:r>
              <a:rPr dirty="0" sz="2200" spc="-195" b="1">
                <a:latin typeface="Malgun Gothic"/>
                <a:cs typeface="Malgun Gothic"/>
              </a:rPr>
              <a:t> </a:t>
            </a:r>
            <a:r>
              <a:rPr dirty="0" sz="2200" spc="-25" b="1">
                <a:latin typeface="Malgun Gothic"/>
                <a:cs typeface="Malgun Gothic"/>
              </a:rPr>
              <a:t>설계</a:t>
            </a:r>
            <a:endParaRPr sz="220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3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처리</a:t>
            </a:r>
            <a:r>
              <a:rPr dirty="0" sz="1950" spc="-90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요구사항들을</a:t>
            </a:r>
            <a:r>
              <a:rPr dirty="0" sz="1950" spc="-110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만족시키기</a:t>
            </a:r>
            <a:r>
              <a:rPr dirty="0" sz="1950" spc="-105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위해</a:t>
            </a:r>
            <a:r>
              <a:rPr dirty="0" sz="1950" spc="-90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저장</a:t>
            </a:r>
            <a:r>
              <a:rPr dirty="0" sz="1950" spc="-85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구조와</a:t>
            </a:r>
            <a:r>
              <a:rPr dirty="0" sz="1950" spc="-90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접근</a:t>
            </a:r>
            <a:r>
              <a:rPr dirty="0" sz="1950" spc="-65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경로</a:t>
            </a:r>
            <a:r>
              <a:rPr dirty="0" sz="1950" spc="-70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702FA0"/>
                </a:solidFill>
                <a:latin typeface="Malgun Gothic"/>
                <a:cs typeface="Malgun Gothic"/>
              </a:rPr>
              <a:t>등을</a:t>
            </a:r>
            <a:r>
              <a:rPr dirty="0" sz="1950" spc="-85" b="1">
                <a:solidFill>
                  <a:srgbClr val="702FA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702FA0"/>
                </a:solidFill>
                <a:latin typeface="Malgun Gothic"/>
                <a:cs typeface="Malgun Gothic"/>
              </a:rPr>
              <a:t>결정함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1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성능상의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주요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기준은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몇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가지로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구분할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  <a:p>
            <a:pPr lvl="2" marL="1274445" marR="5715" indent="-260985">
              <a:lnSpc>
                <a:spcPct val="142500"/>
              </a:lnSpc>
              <a:buFont typeface="MingLiU_HKSCS-ExtB"/>
              <a:buChar char="▪"/>
              <a:tabLst>
                <a:tab pos="1274445" algn="l"/>
              </a:tabLst>
            </a:pP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응답</a:t>
            </a:r>
            <a:r>
              <a:rPr dirty="0" sz="1950" spc="12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시간</a:t>
            </a:r>
            <a:r>
              <a:rPr dirty="0" sz="1950" b="1">
                <a:latin typeface="Malgun Gothic"/>
                <a:cs typeface="Malgun Gothic"/>
              </a:rPr>
              <a:t>:</a:t>
            </a:r>
            <a:r>
              <a:rPr dirty="0" sz="1950" spc="13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질의와</a:t>
            </a:r>
            <a:r>
              <a:rPr dirty="0" sz="1950" spc="1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갱신이</a:t>
            </a:r>
            <a:r>
              <a:rPr dirty="0" sz="1950" spc="1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평균적으로</a:t>
            </a:r>
            <a:r>
              <a:rPr dirty="0" sz="1950" spc="1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또는</a:t>
            </a:r>
            <a:r>
              <a:rPr dirty="0" sz="1950" spc="1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피크</a:t>
            </a:r>
            <a:r>
              <a:rPr dirty="0" sz="1950" spc="1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시간</a:t>
            </a:r>
            <a:r>
              <a:rPr dirty="0" sz="1950" spc="1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때</a:t>
            </a:r>
            <a:r>
              <a:rPr dirty="0" sz="1950" spc="1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얼마나</a:t>
            </a:r>
            <a:r>
              <a:rPr dirty="0" sz="1950" spc="12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오래 </a:t>
            </a:r>
            <a:r>
              <a:rPr dirty="0" sz="1950" b="1">
                <a:latin typeface="Malgun Gothic"/>
                <a:cs typeface="Malgun Gothic"/>
              </a:rPr>
              <a:t>걸릴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spc="-20" b="1">
                <a:latin typeface="Malgun Gothic"/>
                <a:cs typeface="Malgun Gothic"/>
              </a:rPr>
              <a:t>것인가?</a:t>
            </a:r>
            <a:endParaRPr sz="1950">
              <a:latin typeface="Malgun Gothic"/>
              <a:cs typeface="Malgun Gothic"/>
            </a:endParaRPr>
          </a:p>
          <a:p>
            <a:pPr lvl="2" marL="1274445" marR="5080" indent="-260985">
              <a:lnSpc>
                <a:spcPct val="142500"/>
              </a:lnSpc>
              <a:buFont typeface="MingLiU_HKSCS-ExtB"/>
              <a:buChar char="▪"/>
              <a:tabLst>
                <a:tab pos="1274445" algn="l"/>
              </a:tabLst>
            </a:pPr>
            <a:r>
              <a:rPr dirty="0" sz="1950" b="1">
                <a:latin typeface="Malgun Gothic"/>
                <a:cs typeface="Malgun Gothic"/>
              </a:rPr>
              <a:t>트랜잭션</a:t>
            </a:r>
            <a:r>
              <a:rPr dirty="0" sz="1950" spc="3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처리율:</a:t>
            </a:r>
            <a:r>
              <a:rPr dirty="0" sz="1950" spc="3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온라인</a:t>
            </a:r>
            <a:r>
              <a:rPr dirty="0" sz="1950" spc="3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응용에서</a:t>
            </a:r>
            <a:r>
              <a:rPr dirty="0" sz="1950" spc="3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1초당</a:t>
            </a:r>
            <a:r>
              <a:rPr dirty="0" sz="1950" spc="3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얼마나</a:t>
            </a:r>
            <a:r>
              <a:rPr dirty="0" sz="1950" spc="3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많은</a:t>
            </a:r>
            <a:r>
              <a:rPr dirty="0" sz="1950" spc="32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트랜잭션들이 </a:t>
            </a:r>
            <a:r>
              <a:rPr dirty="0" sz="1950" b="1">
                <a:latin typeface="Malgun Gothic"/>
                <a:cs typeface="Malgun Gothic"/>
              </a:rPr>
              <a:t>평균적으로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또는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피크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시간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때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처리될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spc="-20" b="1">
                <a:latin typeface="Malgun Gothic"/>
                <a:cs typeface="Malgun Gothic"/>
              </a:rPr>
              <a:t>있는가?</a:t>
            </a:r>
            <a:endParaRPr sz="1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3355993" y="2299310"/>
            <a:ext cx="6588759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60119" algn="l"/>
                <a:tab pos="2177415" algn="l"/>
                <a:tab pos="2858770" algn="l"/>
                <a:tab pos="3806825" algn="l"/>
                <a:tab pos="4432935" algn="l"/>
                <a:tab pos="5471795" algn="l"/>
              </a:tabLst>
            </a:pPr>
            <a:r>
              <a:rPr dirty="0" sz="1950" spc="75" b="1">
                <a:latin typeface="Malgun Gothic"/>
                <a:cs typeface="Malgun Gothic"/>
              </a:rPr>
              <a:t>설계를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95" b="1">
                <a:latin typeface="Malgun Gothic"/>
                <a:cs typeface="Malgun Gothic"/>
              </a:rPr>
              <a:t>용이하게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50" b="1">
                <a:latin typeface="Malgun Gothic"/>
                <a:cs typeface="Malgun Gothic"/>
              </a:rPr>
              <a:t>하기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70" b="1">
                <a:latin typeface="Malgun Gothic"/>
                <a:cs typeface="Malgun Gothic"/>
              </a:rPr>
              <a:t>위해서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60" b="1">
                <a:latin typeface="Malgun Gothic"/>
                <a:cs typeface="Malgun Gothic"/>
              </a:rPr>
              <a:t>P.P.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-10" b="1">
                <a:latin typeface="Malgun Gothic"/>
                <a:cs typeface="Malgun Gothic"/>
              </a:rPr>
              <a:t>Chen이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-10" b="1">
                <a:latin typeface="Malgun Gothic"/>
                <a:cs typeface="Malgun Gothic"/>
              </a:rPr>
              <a:t>1976년에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85932" y="1694521"/>
            <a:ext cx="2434590" cy="135763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spc="100" b="1">
                <a:latin typeface="Malgun Gothic"/>
                <a:cs typeface="Malgun Gothic"/>
              </a:rPr>
              <a:t>ER</a:t>
            </a:r>
            <a:r>
              <a:rPr dirty="0" sz="2200" spc="-105" b="1">
                <a:latin typeface="Malgun Gothic"/>
                <a:cs typeface="Malgun Gothic"/>
              </a:rPr>
              <a:t> </a:t>
            </a:r>
            <a:r>
              <a:rPr dirty="0" sz="2200" spc="-25" b="1">
                <a:latin typeface="Malgun Gothic"/>
                <a:cs typeface="Malgun Gothic"/>
              </a:rPr>
              <a:t>모델</a:t>
            </a:r>
            <a:endParaRPr sz="220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spc="110" b="1">
                <a:latin typeface="Malgun Gothic"/>
                <a:cs typeface="Malgun Gothic"/>
              </a:rPr>
              <a:t>데이터베이스 </a:t>
            </a:r>
            <a:r>
              <a:rPr dirty="0" sz="1950" spc="-10" b="1">
                <a:latin typeface="Malgun Gothic"/>
                <a:cs typeface="Malgun Gothic"/>
              </a:rPr>
              <a:t>제안하였음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290268" y="3026096"/>
            <a:ext cx="8655685" cy="3415029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90"/>
              </a:spcBef>
              <a:buFont typeface="MingLiU_HKSCS-ExtB"/>
              <a:buChar char="✓"/>
              <a:tabLst>
                <a:tab pos="327660" algn="l"/>
              </a:tabLst>
            </a:pPr>
            <a:r>
              <a:rPr dirty="0" sz="1950" b="1">
                <a:latin typeface="Malgun Gothic"/>
                <a:cs typeface="Malgun Gothic"/>
              </a:rPr>
              <a:t>그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후에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많은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학자들이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이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모델을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강화시켰음</a:t>
            </a:r>
            <a:endParaRPr sz="1950">
              <a:latin typeface="Malgun Gothic"/>
              <a:cs typeface="Malgun Gothic"/>
            </a:endParaRPr>
          </a:p>
          <a:p>
            <a:pPr marL="327660" marR="5080" indent="-315595">
              <a:lnSpc>
                <a:spcPct val="142500"/>
              </a:lnSpc>
              <a:buFont typeface="MingLiU_HKSCS-ExtB"/>
              <a:buChar char="✓"/>
              <a:tabLst>
                <a:tab pos="327660" algn="l"/>
                <a:tab pos="1249680" algn="l"/>
                <a:tab pos="4377690" algn="l"/>
                <a:tab pos="7088505" algn="l"/>
              </a:tabLst>
            </a:pPr>
            <a:r>
              <a:rPr dirty="0" sz="1950" spc="35" b="1">
                <a:latin typeface="Malgun Gothic"/>
                <a:cs typeface="Malgun Gothic"/>
              </a:rPr>
              <a:t>현재는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-10" b="1">
                <a:solidFill>
                  <a:srgbClr val="FF3300"/>
                </a:solidFill>
                <a:latin typeface="Malgun Gothic"/>
                <a:cs typeface="Malgun Gothic"/>
              </a:rPr>
              <a:t>EER</a:t>
            </a:r>
            <a:r>
              <a:rPr dirty="0" sz="1950" spc="-10" b="1">
                <a:latin typeface="Malgun Gothic"/>
                <a:cs typeface="Malgun Gothic"/>
              </a:rPr>
              <a:t>(Enhanced(Extended)</a:t>
            </a:r>
            <a:r>
              <a:rPr dirty="0" sz="1950" b="1">
                <a:latin typeface="Malgun Gothic"/>
                <a:cs typeface="Malgun Gothic"/>
              </a:rPr>
              <a:t>	Entity-</a:t>
            </a:r>
            <a:r>
              <a:rPr dirty="0" sz="1950" spc="-10" b="1">
                <a:latin typeface="Malgun Gothic"/>
                <a:cs typeface="Malgun Gothic"/>
              </a:rPr>
              <a:t>Relationship)이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65" b="1">
                <a:latin typeface="Malgun Gothic"/>
                <a:cs typeface="Malgun Gothic"/>
              </a:rPr>
              <a:t>데이터베이스 </a:t>
            </a:r>
            <a:r>
              <a:rPr dirty="0" sz="1950" b="1">
                <a:latin typeface="Malgun Gothic"/>
                <a:cs typeface="Malgun Gothic"/>
              </a:rPr>
              <a:t>설계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과정에</a:t>
            </a:r>
            <a:r>
              <a:rPr dirty="0" sz="1950" spc="-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널리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사용되고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  <a:p>
            <a:pPr marL="327660" indent="-315595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327660" algn="l"/>
                <a:tab pos="1250950" algn="l"/>
                <a:tab pos="2171065" algn="l"/>
                <a:tab pos="2830195" algn="l"/>
                <a:tab pos="3491229" algn="l"/>
                <a:tab pos="4150360" algn="l"/>
                <a:tab pos="5412105" algn="l"/>
                <a:tab pos="6073775" algn="l"/>
                <a:tab pos="7252970" algn="l"/>
              </a:tabLst>
            </a:pPr>
            <a:r>
              <a:rPr dirty="0" sz="1950" spc="35" b="1">
                <a:solidFill>
                  <a:srgbClr val="FF0000"/>
                </a:solidFill>
                <a:latin typeface="Malgun Gothic"/>
                <a:cs typeface="Malgun Gothic"/>
              </a:rPr>
              <a:t>개념적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30" b="1">
                <a:solidFill>
                  <a:srgbClr val="FF0000"/>
                </a:solidFill>
                <a:latin typeface="Malgun Gothic"/>
                <a:cs typeface="Malgun Gothic"/>
              </a:rPr>
              <a:t>설계를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위한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인기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35" b="1">
                <a:solidFill>
                  <a:srgbClr val="FF0000"/>
                </a:solidFill>
                <a:latin typeface="Malgun Gothic"/>
                <a:cs typeface="Malgun Gothic"/>
              </a:rPr>
              <a:t>있는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75" b="1">
                <a:solidFill>
                  <a:srgbClr val="FF0000"/>
                </a:solidFill>
                <a:latin typeface="Malgun Gothic"/>
                <a:cs typeface="Malgun Gothic"/>
              </a:rPr>
              <a:t>모델로서,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30" b="1">
                <a:solidFill>
                  <a:srgbClr val="FF0000"/>
                </a:solidFill>
                <a:latin typeface="Malgun Gothic"/>
                <a:cs typeface="Malgun Gothic"/>
              </a:rPr>
              <a:t>높은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50" b="1">
                <a:solidFill>
                  <a:srgbClr val="FF0000"/>
                </a:solidFill>
                <a:latin typeface="Malgun Gothic"/>
                <a:cs typeface="Malgun Gothic"/>
              </a:rPr>
              <a:t>수준으로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85" b="1">
                <a:solidFill>
                  <a:srgbClr val="FF0000"/>
                </a:solidFill>
                <a:latin typeface="Malgun Gothic"/>
                <a:cs typeface="Malgun Gothic"/>
              </a:rPr>
              <a:t>추상화하며,</a:t>
            </a:r>
            <a:endParaRPr sz="1950">
              <a:latin typeface="Malgun Gothic"/>
              <a:cs typeface="Malgun Gothic"/>
            </a:endParaRPr>
          </a:p>
          <a:p>
            <a:pPr marL="327660" marR="5715">
              <a:lnSpc>
                <a:spcPct val="142500"/>
              </a:lnSpc>
              <a:spcBef>
                <a:spcPts val="5"/>
              </a:spcBef>
              <a:tabLst>
                <a:tab pos="1504950" algn="l"/>
                <a:tab pos="2505710" algn="l"/>
                <a:tab pos="3684904" algn="l"/>
                <a:tab pos="4859020" algn="l"/>
                <a:tab pos="6036310" algn="l"/>
                <a:tab pos="7215505" algn="l"/>
                <a:tab pos="8130540" algn="l"/>
              </a:tabLst>
            </a:pPr>
            <a:r>
              <a:rPr dirty="0" sz="1950" spc="45" b="1">
                <a:solidFill>
                  <a:srgbClr val="FF0000"/>
                </a:solidFill>
                <a:latin typeface="Malgun Gothic"/>
                <a:cs typeface="Malgun Gothic"/>
              </a:rPr>
              <a:t>이해하기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75" b="1">
                <a:solidFill>
                  <a:srgbClr val="FF0000"/>
                </a:solidFill>
                <a:latin typeface="Malgun Gothic"/>
                <a:cs typeface="Malgun Gothic"/>
              </a:rPr>
              <a:t>쉬우며,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45" b="1">
                <a:solidFill>
                  <a:srgbClr val="FF0000"/>
                </a:solidFill>
                <a:latin typeface="Malgun Gothic"/>
                <a:cs typeface="Malgun Gothic"/>
              </a:rPr>
              <a:t>구문들의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40" b="1">
                <a:solidFill>
                  <a:srgbClr val="FF0000"/>
                </a:solidFill>
                <a:latin typeface="Malgun Gothic"/>
                <a:cs typeface="Malgun Gothic"/>
              </a:rPr>
              <a:t>표현력이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45" b="1">
                <a:solidFill>
                  <a:srgbClr val="FF0000"/>
                </a:solidFill>
                <a:latin typeface="Malgun Gothic"/>
                <a:cs typeface="Malgun Gothic"/>
              </a:rPr>
              <a:t>뛰어나고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45" b="1">
                <a:solidFill>
                  <a:srgbClr val="FF0000"/>
                </a:solidFill>
                <a:latin typeface="Malgun Gothic"/>
                <a:cs typeface="Malgun Gothic"/>
              </a:rPr>
              <a:t>사람들이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30" b="1">
                <a:solidFill>
                  <a:srgbClr val="FF0000"/>
                </a:solidFill>
                <a:latin typeface="Malgun Gothic"/>
                <a:cs typeface="Malgun Gothic"/>
              </a:rPr>
              <a:t>응용에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대해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생각하는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방식과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가깝고,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많은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85" b="1">
                <a:solidFill>
                  <a:srgbClr val="FF0000"/>
                </a:solidFill>
                <a:latin typeface="Malgun Gothic"/>
                <a:cs typeface="Malgun Gothic"/>
              </a:rPr>
              <a:t>CASE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도구들에서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지원됨</a:t>
            </a:r>
            <a:endParaRPr sz="19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32766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실세계를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엔티티,</a:t>
            </a:r>
            <a:r>
              <a:rPr dirty="0" sz="1950" spc="-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애트리뷰트,</a:t>
            </a:r>
            <a:r>
              <a:rPr dirty="0" sz="1950" spc="-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엔티티들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간의</a:t>
            </a:r>
            <a:r>
              <a:rPr dirty="0" sz="1950" spc="-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관계로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표현함</a:t>
            </a:r>
            <a:endParaRPr sz="19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32766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쉽게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데이터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모델로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사상됨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4437760" y="673481"/>
            <a:ext cx="1845310" cy="576580"/>
          </a:xfrm>
          <a:custGeom>
            <a:avLst/>
            <a:gdLst/>
            <a:ahLst/>
            <a:cxnLst/>
            <a:rect l="l" t="t" r="r" b="b"/>
            <a:pathLst>
              <a:path w="1845310" h="576580">
                <a:moveTo>
                  <a:pt x="1696592" y="510666"/>
                </a:moveTo>
                <a:lnTo>
                  <a:pt x="1660572" y="542528"/>
                </a:lnTo>
                <a:lnTo>
                  <a:pt x="1619128" y="555650"/>
                </a:lnTo>
                <a:lnTo>
                  <a:pt x="1580024" y="561798"/>
                </a:lnTo>
                <a:lnTo>
                  <a:pt x="1530348" y="566209"/>
                </a:lnTo>
                <a:lnTo>
                  <a:pt x="1468574" y="570313"/>
                </a:lnTo>
                <a:lnTo>
                  <a:pt x="1396275" y="574149"/>
                </a:lnTo>
                <a:lnTo>
                  <a:pt x="1324215" y="576193"/>
                </a:lnTo>
                <a:lnTo>
                  <a:pt x="1288923" y="576452"/>
                </a:lnTo>
                <a:lnTo>
                  <a:pt x="1254468" y="576452"/>
                </a:lnTo>
                <a:lnTo>
                  <a:pt x="1221025" y="576452"/>
                </a:lnTo>
                <a:lnTo>
                  <a:pt x="840104" y="576452"/>
                </a:lnTo>
                <a:lnTo>
                  <a:pt x="811506" y="576193"/>
                </a:lnTo>
                <a:lnTo>
                  <a:pt x="783431" y="575421"/>
                </a:lnTo>
                <a:lnTo>
                  <a:pt x="755880" y="574149"/>
                </a:lnTo>
                <a:lnTo>
                  <a:pt x="728852" y="572388"/>
                </a:lnTo>
                <a:lnTo>
                  <a:pt x="701583" y="570313"/>
                </a:lnTo>
                <a:lnTo>
                  <a:pt x="673290" y="568261"/>
                </a:lnTo>
                <a:lnTo>
                  <a:pt x="613537" y="564133"/>
                </a:lnTo>
                <a:lnTo>
                  <a:pt x="541512" y="560006"/>
                </a:lnTo>
                <a:lnTo>
                  <a:pt x="497754" y="557954"/>
                </a:lnTo>
                <a:lnTo>
                  <a:pt x="448817" y="555878"/>
                </a:lnTo>
                <a:lnTo>
                  <a:pt x="400718" y="553596"/>
                </a:lnTo>
                <a:lnTo>
                  <a:pt x="359298" y="550767"/>
                </a:lnTo>
                <a:lnTo>
                  <a:pt x="296544" y="543559"/>
                </a:lnTo>
                <a:lnTo>
                  <a:pt x="250158" y="535304"/>
                </a:lnTo>
                <a:lnTo>
                  <a:pt x="210058" y="527049"/>
                </a:lnTo>
                <a:lnTo>
                  <a:pt x="163712" y="514762"/>
                </a:lnTo>
                <a:lnTo>
                  <a:pt x="126093" y="498254"/>
                </a:lnTo>
                <a:lnTo>
                  <a:pt x="90550" y="473582"/>
                </a:lnTo>
                <a:lnTo>
                  <a:pt x="61849" y="440562"/>
                </a:lnTo>
                <a:lnTo>
                  <a:pt x="55657" y="430275"/>
                </a:lnTo>
                <a:lnTo>
                  <a:pt x="49466" y="419988"/>
                </a:lnTo>
                <a:lnTo>
                  <a:pt x="25749" y="377793"/>
                </a:lnTo>
                <a:lnTo>
                  <a:pt x="9302" y="331501"/>
                </a:lnTo>
                <a:lnTo>
                  <a:pt x="261" y="283638"/>
                </a:lnTo>
                <a:lnTo>
                  <a:pt x="0" y="271779"/>
                </a:lnTo>
                <a:lnTo>
                  <a:pt x="781" y="259155"/>
                </a:lnTo>
                <a:lnTo>
                  <a:pt x="12318" y="218185"/>
                </a:lnTo>
                <a:lnTo>
                  <a:pt x="37857" y="179591"/>
                </a:lnTo>
                <a:lnTo>
                  <a:pt x="72072" y="150288"/>
                </a:lnTo>
                <a:lnTo>
                  <a:pt x="107061" y="124555"/>
                </a:lnTo>
                <a:lnTo>
                  <a:pt x="142049" y="107013"/>
                </a:lnTo>
                <a:lnTo>
                  <a:pt x="178629" y="94708"/>
                </a:lnTo>
                <a:lnTo>
                  <a:pt x="238887" y="82296"/>
                </a:lnTo>
                <a:lnTo>
                  <a:pt x="293433" y="74104"/>
                </a:lnTo>
                <a:lnTo>
                  <a:pt x="358266" y="65912"/>
                </a:lnTo>
                <a:lnTo>
                  <a:pt x="393299" y="61481"/>
                </a:lnTo>
                <a:lnTo>
                  <a:pt x="428307" y="56562"/>
                </a:lnTo>
                <a:lnTo>
                  <a:pt x="463315" y="51143"/>
                </a:lnTo>
                <a:lnTo>
                  <a:pt x="498348" y="45211"/>
                </a:lnTo>
                <a:lnTo>
                  <a:pt x="534610" y="39354"/>
                </a:lnTo>
                <a:lnTo>
                  <a:pt x="573468" y="33972"/>
                </a:lnTo>
                <a:lnTo>
                  <a:pt x="614898" y="29067"/>
                </a:lnTo>
                <a:lnTo>
                  <a:pt x="658876" y="24637"/>
                </a:lnTo>
                <a:lnTo>
                  <a:pt x="704455" y="20802"/>
                </a:lnTo>
                <a:lnTo>
                  <a:pt x="750522" y="17478"/>
                </a:lnTo>
                <a:lnTo>
                  <a:pt x="797089" y="14654"/>
                </a:lnTo>
                <a:lnTo>
                  <a:pt x="844168" y="12318"/>
                </a:lnTo>
                <a:lnTo>
                  <a:pt x="889980" y="10243"/>
                </a:lnTo>
                <a:lnTo>
                  <a:pt x="932719" y="8191"/>
                </a:lnTo>
                <a:lnTo>
                  <a:pt x="972363" y="6139"/>
                </a:lnTo>
                <a:lnTo>
                  <a:pt x="1008888" y="4063"/>
                </a:lnTo>
                <a:lnTo>
                  <a:pt x="1043154" y="2303"/>
                </a:lnTo>
                <a:lnTo>
                  <a:pt x="1075848" y="1031"/>
                </a:lnTo>
                <a:lnTo>
                  <a:pt x="1106971" y="259"/>
                </a:lnTo>
                <a:lnTo>
                  <a:pt x="1136523" y="0"/>
                </a:lnTo>
                <a:lnTo>
                  <a:pt x="1165381" y="0"/>
                </a:lnTo>
                <a:lnTo>
                  <a:pt x="1194228" y="0"/>
                </a:lnTo>
                <a:lnTo>
                  <a:pt x="1346580" y="0"/>
                </a:lnTo>
                <a:lnTo>
                  <a:pt x="1364108" y="259"/>
                </a:lnTo>
                <a:lnTo>
                  <a:pt x="1404239" y="4063"/>
                </a:lnTo>
                <a:lnTo>
                  <a:pt x="1453641" y="20574"/>
                </a:lnTo>
                <a:lnTo>
                  <a:pt x="1467784" y="26503"/>
                </a:lnTo>
                <a:lnTo>
                  <a:pt x="1481439" y="31908"/>
                </a:lnTo>
                <a:lnTo>
                  <a:pt x="1494593" y="36790"/>
                </a:lnTo>
                <a:lnTo>
                  <a:pt x="1507236" y="41148"/>
                </a:lnTo>
                <a:lnTo>
                  <a:pt x="1519805" y="45505"/>
                </a:lnTo>
                <a:lnTo>
                  <a:pt x="1560702" y="61722"/>
                </a:lnTo>
                <a:lnTo>
                  <a:pt x="1603958" y="82599"/>
                </a:lnTo>
                <a:lnTo>
                  <a:pt x="1648221" y="110172"/>
                </a:lnTo>
                <a:lnTo>
                  <a:pt x="1680083" y="135889"/>
                </a:lnTo>
                <a:lnTo>
                  <a:pt x="1696319" y="150030"/>
                </a:lnTo>
                <a:lnTo>
                  <a:pt x="1712055" y="163671"/>
                </a:lnTo>
                <a:lnTo>
                  <a:pt x="1727267" y="176787"/>
                </a:lnTo>
                <a:lnTo>
                  <a:pt x="1741931" y="189356"/>
                </a:lnTo>
                <a:lnTo>
                  <a:pt x="1755552" y="201477"/>
                </a:lnTo>
                <a:lnTo>
                  <a:pt x="1787271" y="234696"/>
                </a:lnTo>
                <a:lnTo>
                  <a:pt x="1811909" y="267588"/>
                </a:lnTo>
                <a:lnTo>
                  <a:pt x="1826565" y="305206"/>
                </a:lnTo>
                <a:lnTo>
                  <a:pt x="1829403" y="315007"/>
                </a:lnTo>
                <a:lnTo>
                  <a:pt x="1832764" y="325832"/>
                </a:lnTo>
                <a:lnTo>
                  <a:pt x="1836674" y="337692"/>
                </a:lnTo>
                <a:lnTo>
                  <a:pt x="1840247" y="349236"/>
                </a:lnTo>
                <a:lnTo>
                  <a:pt x="1842785" y="359267"/>
                </a:lnTo>
                <a:lnTo>
                  <a:pt x="1844299" y="367750"/>
                </a:lnTo>
                <a:lnTo>
                  <a:pt x="1844802" y="374650"/>
                </a:lnTo>
                <a:lnTo>
                  <a:pt x="1844802" y="382904"/>
                </a:lnTo>
                <a:lnTo>
                  <a:pt x="1828418" y="424179"/>
                </a:lnTo>
                <a:lnTo>
                  <a:pt x="1801653" y="454747"/>
                </a:lnTo>
                <a:lnTo>
                  <a:pt x="1767633" y="477647"/>
                </a:lnTo>
                <a:lnTo>
                  <a:pt x="1721342" y="493109"/>
                </a:lnTo>
                <a:lnTo>
                  <a:pt x="1683448" y="500296"/>
                </a:lnTo>
                <a:lnTo>
                  <a:pt x="1634871" y="506475"/>
                </a:lnTo>
                <a:lnTo>
                  <a:pt x="1616317" y="508811"/>
                </a:lnTo>
                <a:lnTo>
                  <a:pt x="1597787" y="511635"/>
                </a:lnTo>
                <a:lnTo>
                  <a:pt x="1579256" y="514959"/>
                </a:lnTo>
                <a:lnTo>
                  <a:pt x="1560702" y="518794"/>
                </a:lnTo>
                <a:lnTo>
                  <a:pt x="1542968" y="522704"/>
                </a:lnTo>
                <a:lnTo>
                  <a:pt x="1526746" y="526065"/>
                </a:lnTo>
                <a:lnTo>
                  <a:pt x="1487382" y="533001"/>
                </a:lnTo>
                <a:lnTo>
                  <a:pt x="1461897" y="535304"/>
                </a:lnTo>
                <a:lnTo>
                  <a:pt x="1453641" y="535304"/>
                </a:lnTo>
                <a:lnTo>
                  <a:pt x="1446784" y="535304"/>
                </a:lnTo>
                <a:lnTo>
                  <a:pt x="1441323" y="53530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2510535" y="3877183"/>
            <a:ext cx="799465" cy="8255"/>
          </a:xfrm>
          <a:custGeom>
            <a:avLst/>
            <a:gdLst/>
            <a:ahLst/>
            <a:cxnLst/>
            <a:rect l="l" t="t" r="r" b="b"/>
            <a:pathLst>
              <a:path w="799464" h="8254">
                <a:moveTo>
                  <a:pt x="0" y="8254"/>
                </a:moveTo>
                <a:lnTo>
                  <a:pt x="0" y="8254"/>
                </a:lnTo>
                <a:lnTo>
                  <a:pt x="45338" y="8254"/>
                </a:lnTo>
                <a:lnTo>
                  <a:pt x="56147" y="7995"/>
                </a:lnTo>
                <a:lnTo>
                  <a:pt x="67992" y="7223"/>
                </a:lnTo>
                <a:lnTo>
                  <a:pt x="80861" y="5951"/>
                </a:lnTo>
                <a:lnTo>
                  <a:pt x="94741" y="4190"/>
                </a:lnTo>
                <a:lnTo>
                  <a:pt x="109908" y="2357"/>
                </a:lnTo>
                <a:lnTo>
                  <a:pt x="126634" y="1047"/>
                </a:lnTo>
                <a:lnTo>
                  <a:pt x="144908" y="261"/>
                </a:lnTo>
                <a:lnTo>
                  <a:pt x="164719" y="0"/>
                </a:lnTo>
                <a:lnTo>
                  <a:pt x="185554" y="0"/>
                </a:lnTo>
                <a:lnTo>
                  <a:pt x="206914" y="0"/>
                </a:lnTo>
                <a:lnTo>
                  <a:pt x="793368" y="0"/>
                </a:lnTo>
                <a:lnTo>
                  <a:pt x="79895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1</a:t>
            </a:r>
            <a:r>
              <a:rPr dirty="0" spc="-25"/>
              <a:t>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694521"/>
            <a:ext cx="9237980" cy="432308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spc="100" b="1">
                <a:latin typeface="Malgun Gothic"/>
                <a:cs typeface="Malgun Gothic"/>
              </a:rPr>
              <a:t>ER</a:t>
            </a:r>
            <a:r>
              <a:rPr dirty="0" sz="2200" spc="-105" b="1">
                <a:latin typeface="Malgun Gothic"/>
                <a:cs typeface="Malgun Gothic"/>
              </a:rPr>
              <a:t> </a:t>
            </a:r>
            <a:r>
              <a:rPr dirty="0" sz="2200" spc="-10" b="1">
                <a:latin typeface="Malgun Gothic"/>
                <a:cs typeface="Malgun Gothic"/>
              </a:rPr>
              <a:t>모델(계속)</a:t>
            </a:r>
            <a:endParaRPr sz="220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기본적인</a:t>
            </a:r>
            <a:r>
              <a:rPr dirty="0" sz="1950" spc="-1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표현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내용(구문)으로는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엔티티, 관계,</a:t>
            </a:r>
            <a:r>
              <a:rPr dirty="0" sz="1950" spc="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애트리뷰트(키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선정)가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있고,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기타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내용으로는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카디날리티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비율,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참</a:t>
            </a:r>
            <a:r>
              <a:rPr dirty="0" u="heavy" sz="1950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여</a:t>
            </a:r>
            <a:r>
              <a:rPr dirty="0" u="heavy" sz="1950" spc="-65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heavy" sz="1950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제약조건</a:t>
            </a:r>
            <a:r>
              <a:rPr dirty="0" u="heavy" sz="1950" spc="-90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heavy" sz="1950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등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이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81280" indent="-315595">
              <a:lnSpc>
                <a:spcPct val="1426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적은</a:t>
            </a:r>
            <a:r>
              <a:rPr dirty="0" sz="1950" spc="3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노력으로</a:t>
            </a:r>
            <a:r>
              <a:rPr dirty="0" sz="1950" spc="3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쉽게</a:t>
            </a:r>
            <a:r>
              <a:rPr dirty="0" sz="1950" spc="3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배울</a:t>
            </a:r>
            <a:r>
              <a:rPr dirty="0" sz="1950" spc="3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수</a:t>
            </a:r>
            <a:r>
              <a:rPr dirty="0" sz="1950" spc="3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55" b="1">
                <a:solidFill>
                  <a:srgbClr val="FF0000"/>
                </a:solidFill>
                <a:latin typeface="Malgun Gothic"/>
                <a:cs typeface="Malgun Gothic"/>
              </a:rPr>
              <a:t>있고,</a:t>
            </a:r>
            <a:r>
              <a:rPr dirty="0" sz="1950" spc="33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전문가가</a:t>
            </a:r>
            <a:r>
              <a:rPr dirty="0" sz="1950" spc="3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아니어도</a:t>
            </a:r>
            <a:r>
              <a:rPr dirty="0" sz="1950" spc="3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이해하기</a:t>
            </a:r>
            <a:r>
              <a:rPr dirty="0" sz="1950" spc="3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0" b="1">
                <a:solidFill>
                  <a:srgbClr val="FF0000"/>
                </a:solidFill>
                <a:latin typeface="Malgun Gothic"/>
                <a:cs typeface="Malgun Gothic"/>
              </a:rPr>
              <a:t>쉬우며, </a:t>
            </a:r>
            <a:r>
              <a:rPr dirty="0" sz="1950" spc="125" b="1">
                <a:solidFill>
                  <a:srgbClr val="FF0000"/>
                </a:solidFill>
                <a:latin typeface="Malgun Gothic"/>
                <a:cs typeface="Malgun Gothic"/>
              </a:rPr>
              <a:t>자연어보다는</a:t>
            </a:r>
            <a:r>
              <a:rPr dirty="0" sz="1950" spc="-35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75" b="1">
                <a:solidFill>
                  <a:srgbClr val="FF0000"/>
                </a:solidFill>
                <a:latin typeface="Malgun Gothic"/>
                <a:cs typeface="Malgun Gothic"/>
              </a:rPr>
              <a:t>좀더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145" b="1">
                <a:solidFill>
                  <a:srgbClr val="FF0000"/>
                </a:solidFill>
                <a:latin typeface="Malgun Gothic"/>
                <a:cs typeface="Malgun Gothic"/>
              </a:rPr>
              <a:t>정형적이고,</a:t>
            </a:r>
            <a:r>
              <a:rPr dirty="0" sz="1950" spc="4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구현에</a:t>
            </a:r>
            <a:r>
              <a:rPr dirty="0" sz="1950" spc="-35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125" b="1">
                <a:solidFill>
                  <a:srgbClr val="FF0000"/>
                </a:solidFill>
                <a:latin typeface="Malgun Gothic"/>
                <a:cs typeface="Malgun Gothic"/>
              </a:rPr>
              <a:t>독립적이어서</a:t>
            </a:r>
            <a:r>
              <a:rPr dirty="0" sz="1950" spc="-40" b="1">
                <a:solidFill>
                  <a:srgbClr val="FF0000"/>
                </a:solidFill>
                <a:latin typeface="Malgun Gothic"/>
                <a:cs typeface="Malgun Gothic"/>
              </a:rPr>
              <a:t>  </a:t>
            </a:r>
            <a:r>
              <a:rPr dirty="0" sz="1950" spc="114" b="1">
                <a:solidFill>
                  <a:srgbClr val="FF0000"/>
                </a:solidFill>
                <a:latin typeface="Malgun Gothic"/>
                <a:cs typeface="Malgun Gothic"/>
              </a:rPr>
              <a:t>데이터베이스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설계자들이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최종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사용자들과</a:t>
            </a:r>
            <a:r>
              <a:rPr dirty="0" sz="19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의사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소통을</a:t>
            </a:r>
            <a:r>
              <a:rPr dirty="0" sz="19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하는데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적합함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82550" indent="-315595">
              <a:lnSpc>
                <a:spcPts val="3340"/>
              </a:lnSpc>
              <a:spcBef>
                <a:spcPts val="270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spc="90" b="1">
                <a:latin typeface="Malgun Gothic"/>
                <a:cs typeface="Malgun Gothic"/>
              </a:rPr>
              <a:t>ER</a:t>
            </a:r>
            <a:r>
              <a:rPr dirty="0" sz="1950" spc="370" b="1">
                <a:latin typeface="Malgun Gothic"/>
                <a:cs typeface="Malgun Gothic"/>
              </a:rPr>
              <a:t> </a:t>
            </a:r>
            <a:r>
              <a:rPr dirty="0" sz="1950" spc="65" b="1">
                <a:latin typeface="Malgun Gothic"/>
                <a:cs typeface="Malgun Gothic"/>
              </a:rPr>
              <a:t>모델을</a:t>
            </a:r>
            <a:r>
              <a:rPr dirty="0" sz="1950" spc="440" b="1">
                <a:latin typeface="Malgun Gothic"/>
                <a:cs typeface="Malgun Gothic"/>
              </a:rPr>
              <a:t> </a:t>
            </a:r>
            <a:r>
              <a:rPr dirty="0" sz="1950" spc="70" b="1">
                <a:latin typeface="Malgun Gothic"/>
                <a:cs typeface="Malgun Gothic"/>
              </a:rPr>
              <a:t>기반으로</a:t>
            </a:r>
            <a:r>
              <a:rPr dirty="0" sz="1950" spc="455" b="1">
                <a:latin typeface="Malgun Gothic"/>
                <a:cs typeface="Malgun Gothic"/>
              </a:rPr>
              <a:t> </a:t>
            </a:r>
            <a:r>
              <a:rPr dirty="0" sz="1950" spc="65" b="1">
                <a:latin typeface="Malgun Gothic"/>
                <a:cs typeface="Malgun Gothic"/>
              </a:rPr>
              <a:t>만들어진</a:t>
            </a:r>
            <a:r>
              <a:rPr dirty="0" sz="1950" spc="459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다수의</a:t>
            </a:r>
            <a:r>
              <a:rPr dirty="0" sz="1950" spc="459" b="1">
                <a:latin typeface="Malgun Gothic"/>
                <a:cs typeface="Malgun Gothic"/>
              </a:rPr>
              <a:t> </a:t>
            </a:r>
            <a:r>
              <a:rPr dirty="0" sz="1950" spc="70" b="1">
                <a:latin typeface="Malgun Gothic"/>
                <a:cs typeface="Malgun Gothic"/>
              </a:rPr>
              <a:t>CASE</a:t>
            </a:r>
            <a:r>
              <a:rPr dirty="0" sz="1950" spc="370" b="1">
                <a:latin typeface="Malgun Gothic"/>
                <a:cs typeface="Malgun Gothic"/>
              </a:rPr>
              <a:t> </a:t>
            </a:r>
            <a:r>
              <a:rPr dirty="0" sz="1950" spc="105" b="1">
                <a:latin typeface="Malgun Gothic"/>
                <a:cs typeface="Malgun Gothic"/>
              </a:rPr>
              <a:t>도구(예,</a:t>
            </a:r>
            <a:r>
              <a:rPr dirty="0" sz="1950" spc="375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ERWin</a:t>
            </a:r>
            <a:r>
              <a:rPr dirty="0" sz="1950" spc="37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60" b="1">
                <a:latin typeface="Malgun Gothic"/>
                <a:cs typeface="Malgun Gothic"/>
              </a:rPr>
              <a:t>등)들이 </a:t>
            </a:r>
            <a:r>
              <a:rPr dirty="0" sz="1950" spc="-25" b="1">
                <a:latin typeface="Malgun Gothic"/>
                <a:cs typeface="Malgun Gothic"/>
              </a:rPr>
              <a:t>존재함</a:t>
            </a:r>
            <a:endParaRPr sz="1950">
              <a:latin typeface="Malgun Gothic"/>
              <a:cs typeface="Malgun Gothic"/>
            </a:endParaRPr>
          </a:p>
          <a:p>
            <a:pPr algn="just" lvl="1" marL="831850" indent="-314960">
              <a:lnSpc>
                <a:spcPct val="100000"/>
              </a:lnSpc>
              <a:spcBef>
                <a:spcPts val="715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이런</a:t>
            </a:r>
            <a:r>
              <a:rPr dirty="0" sz="1950" spc="4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도구들은</a:t>
            </a:r>
            <a:r>
              <a:rPr dirty="0" sz="1950" spc="409" b="1">
                <a:latin typeface="Malgun Gothic"/>
                <a:cs typeface="Malgun Gothic"/>
              </a:rPr>
              <a:t> </a:t>
            </a:r>
            <a:r>
              <a:rPr dirty="0" sz="1950" spc="90" b="1">
                <a:latin typeface="Malgun Gothic"/>
                <a:cs typeface="Malgun Gothic"/>
              </a:rPr>
              <a:t>ER</a:t>
            </a:r>
            <a:r>
              <a:rPr dirty="0" sz="1950" spc="3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설계를</a:t>
            </a:r>
            <a:r>
              <a:rPr dirty="0" sz="1950" spc="409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자동적으로</a:t>
            </a:r>
            <a:r>
              <a:rPr dirty="0" sz="1950" spc="430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SQL</a:t>
            </a:r>
            <a:r>
              <a:rPr dirty="0" sz="1950" spc="3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Server,</a:t>
            </a:r>
            <a:r>
              <a:rPr dirty="0" sz="1950" spc="380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오라클,</a:t>
            </a:r>
            <a:r>
              <a:rPr dirty="0" sz="1950" spc="40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사이베이스</a:t>
            </a:r>
            <a:endParaRPr sz="1950">
              <a:latin typeface="Malgun Gothic"/>
              <a:cs typeface="Malgun Gothic"/>
            </a:endParaRPr>
          </a:p>
          <a:p>
            <a:pPr algn="just" marL="832485">
              <a:lnSpc>
                <a:spcPct val="100000"/>
              </a:lnSpc>
              <a:spcBef>
                <a:spcPts val="1000"/>
              </a:spcBef>
            </a:pPr>
            <a:r>
              <a:rPr dirty="0" sz="1950" b="1">
                <a:latin typeface="Malgun Gothic"/>
                <a:cs typeface="Malgun Gothic"/>
              </a:rPr>
              <a:t>등의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데이터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정의어로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변환하고,</a:t>
            </a:r>
            <a:r>
              <a:rPr dirty="0" sz="1950" spc="-5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어떤</a:t>
            </a:r>
            <a:r>
              <a:rPr dirty="0" sz="1950" spc="-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도구는</a:t>
            </a:r>
            <a:r>
              <a:rPr dirty="0" sz="1950" spc="-70" b="1">
                <a:latin typeface="Malgun Gothic"/>
                <a:cs typeface="Malgun Gothic"/>
              </a:rPr>
              <a:t> XML로 </a:t>
            </a:r>
            <a:r>
              <a:rPr dirty="0" sz="1950" spc="-25" b="1">
                <a:latin typeface="Malgun Gothic"/>
                <a:cs typeface="Malgun Gothic"/>
              </a:rPr>
              <a:t>변환함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620900" y="3440684"/>
            <a:ext cx="3673475" cy="41275"/>
          </a:xfrm>
          <a:custGeom>
            <a:avLst/>
            <a:gdLst/>
            <a:ahLst/>
            <a:cxnLst/>
            <a:rect l="l" t="t" r="r" b="b"/>
            <a:pathLst>
              <a:path w="3673475" h="41275">
                <a:moveTo>
                  <a:pt x="0" y="41275"/>
                </a:moveTo>
                <a:lnTo>
                  <a:pt x="5461" y="35687"/>
                </a:lnTo>
                <a:lnTo>
                  <a:pt x="9651" y="33019"/>
                </a:lnTo>
                <a:lnTo>
                  <a:pt x="12318" y="33019"/>
                </a:lnTo>
                <a:lnTo>
                  <a:pt x="15112" y="33019"/>
                </a:lnTo>
                <a:lnTo>
                  <a:pt x="71374" y="33019"/>
                </a:lnTo>
                <a:lnTo>
                  <a:pt x="79629" y="31622"/>
                </a:lnTo>
                <a:lnTo>
                  <a:pt x="123571" y="24764"/>
                </a:lnTo>
                <a:lnTo>
                  <a:pt x="132548" y="24503"/>
                </a:lnTo>
                <a:lnTo>
                  <a:pt x="143097" y="23717"/>
                </a:lnTo>
                <a:lnTo>
                  <a:pt x="155217" y="22407"/>
                </a:lnTo>
                <a:lnTo>
                  <a:pt x="168910" y="20574"/>
                </a:lnTo>
                <a:lnTo>
                  <a:pt x="183554" y="18813"/>
                </a:lnTo>
                <a:lnTo>
                  <a:pt x="198723" y="17541"/>
                </a:lnTo>
                <a:lnTo>
                  <a:pt x="214415" y="16769"/>
                </a:lnTo>
                <a:lnTo>
                  <a:pt x="230631" y="16509"/>
                </a:lnTo>
                <a:lnTo>
                  <a:pt x="247614" y="16509"/>
                </a:lnTo>
                <a:lnTo>
                  <a:pt x="265620" y="16509"/>
                </a:lnTo>
                <a:lnTo>
                  <a:pt x="650621" y="16509"/>
                </a:lnTo>
                <a:lnTo>
                  <a:pt x="671718" y="16250"/>
                </a:lnTo>
                <a:lnTo>
                  <a:pt x="693864" y="15478"/>
                </a:lnTo>
                <a:lnTo>
                  <a:pt x="717057" y="14206"/>
                </a:lnTo>
                <a:lnTo>
                  <a:pt x="741299" y="12445"/>
                </a:lnTo>
                <a:lnTo>
                  <a:pt x="766752" y="10612"/>
                </a:lnTo>
                <a:lnTo>
                  <a:pt x="793765" y="9302"/>
                </a:lnTo>
                <a:lnTo>
                  <a:pt x="822326" y="8516"/>
                </a:lnTo>
                <a:lnTo>
                  <a:pt x="852424" y="8254"/>
                </a:lnTo>
                <a:lnTo>
                  <a:pt x="883304" y="8254"/>
                </a:lnTo>
                <a:lnTo>
                  <a:pt x="914209" y="8254"/>
                </a:lnTo>
                <a:lnTo>
                  <a:pt x="3596386" y="8254"/>
                </a:lnTo>
                <a:lnTo>
                  <a:pt x="3600450" y="6857"/>
                </a:lnTo>
                <a:lnTo>
                  <a:pt x="3603244" y="4190"/>
                </a:lnTo>
                <a:lnTo>
                  <a:pt x="3605911" y="1396"/>
                </a:lnTo>
                <a:lnTo>
                  <a:pt x="3610102" y="0"/>
                </a:lnTo>
                <a:lnTo>
                  <a:pt x="3667760" y="0"/>
                </a:lnTo>
                <a:lnTo>
                  <a:pt x="3673221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5294121" y="2592451"/>
            <a:ext cx="4134485" cy="8255"/>
          </a:xfrm>
          <a:custGeom>
            <a:avLst/>
            <a:gdLst/>
            <a:ahLst/>
            <a:cxnLst/>
            <a:rect l="l" t="t" r="r" b="b"/>
            <a:pathLst>
              <a:path w="4134484" h="8255">
                <a:moveTo>
                  <a:pt x="0" y="8254"/>
                </a:moveTo>
                <a:lnTo>
                  <a:pt x="0" y="8254"/>
                </a:lnTo>
                <a:lnTo>
                  <a:pt x="3870832" y="8254"/>
                </a:lnTo>
                <a:lnTo>
                  <a:pt x="3883215" y="7993"/>
                </a:lnTo>
                <a:lnTo>
                  <a:pt x="3895598" y="7207"/>
                </a:lnTo>
                <a:lnTo>
                  <a:pt x="3907980" y="5897"/>
                </a:lnTo>
                <a:lnTo>
                  <a:pt x="3920362" y="4063"/>
                </a:lnTo>
                <a:lnTo>
                  <a:pt x="3932672" y="2303"/>
                </a:lnTo>
                <a:lnTo>
                  <a:pt x="3945016" y="1031"/>
                </a:lnTo>
                <a:lnTo>
                  <a:pt x="3957385" y="259"/>
                </a:lnTo>
                <a:lnTo>
                  <a:pt x="3969766" y="0"/>
                </a:lnTo>
                <a:lnTo>
                  <a:pt x="3982335" y="0"/>
                </a:lnTo>
                <a:lnTo>
                  <a:pt x="3995451" y="0"/>
                </a:lnTo>
                <a:lnTo>
                  <a:pt x="4128897" y="0"/>
                </a:lnTo>
                <a:lnTo>
                  <a:pt x="413448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3523360" y="2971292"/>
            <a:ext cx="1623060" cy="57785"/>
          </a:xfrm>
          <a:custGeom>
            <a:avLst/>
            <a:gdLst/>
            <a:ahLst/>
            <a:cxnLst/>
            <a:rect l="l" t="t" r="r" b="b"/>
            <a:pathLst>
              <a:path w="1623060" h="57785">
                <a:moveTo>
                  <a:pt x="0" y="57658"/>
                </a:moveTo>
                <a:lnTo>
                  <a:pt x="0" y="52197"/>
                </a:lnTo>
                <a:lnTo>
                  <a:pt x="2793" y="49402"/>
                </a:lnTo>
                <a:lnTo>
                  <a:pt x="8254" y="49402"/>
                </a:lnTo>
                <a:lnTo>
                  <a:pt x="13715" y="49402"/>
                </a:lnTo>
                <a:lnTo>
                  <a:pt x="17906" y="48006"/>
                </a:lnTo>
                <a:lnTo>
                  <a:pt x="20700" y="45338"/>
                </a:lnTo>
                <a:lnTo>
                  <a:pt x="23747" y="43245"/>
                </a:lnTo>
                <a:lnTo>
                  <a:pt x="28876" y="41163"/>
                </a:lnTo>
                <a:lnTo>
                  <a:pt x="36077" y="39106"/>
                </a:lnTo>
                <a:lnTo>
                  <a:pt x="45338" y="37084"/>
                </a:lnTo>
                <a:lnTo>
                  <a:pt x="55366" y="34990"/>
                </a:lnTo>
                <a:lnTo>
                  <a:pt x="64881" y="32908"/>
                </a:lnTo>
                <a:lnTo>
                  <a:pt x="73896" y="30851"/>
                </a:lnTo>
                <a:lnTo>
                  <a:pt x="82423" y="28829"/>
                </a:lnTo>
                <a:lnTo>
                  <a:pt x="91400" y="26995"/>
                </a:lnTo>
                <a:lnTo>
                  <a:pt x="101949" y="25685"/>
                </a:lnTo>
                <a:lnTo>
                  <a:pt x="114069" y="24899"/>
                </a:lnTo>
                <a:lnTo>
                  <a:pt x="127762" y="24637"/>
                </a:lnTo>
                <a:lnTo>
                  <a:pt x="142406" y="24637"/>
                </a:lnTo>
                <a:lnTo>
                  <a:pt x="157575" y="24637"/>
                </a:lnTo>
                <a:lnTo>
                  <a:pt x="280035" y="24637"/>
                </a:lnTo>
                <a:lnTo>
                  <a:pt x="309657" y="24395"/>
                </a:lnTo>
                <a:lnTo>
                  <a:pt x="340804" y="23653"/>
                </a:lnTo>
                <a:lnTo>
                  <a:pt x="373475" y="22387"/>
                </a:lnTo>
                <a:lnTo>
                  <a:pt x="407669" y="20574"/>
                </a:lnTo>
                <a:lnTo>
                  <a:pt x="442198" y="18760"/>
                </a:lnTo>
                <a:lnTo>
                  <a:pt x="475678" y="17494"/>
                </a:lnTo>
                <a:lnTo>
                  <a:pt x="508111" y="16752"/>
                </a:lnTo>
                <a:lnTo>
                  <a:pt x="539496" y="16510"/>
                </a:lnTo>
                <a:lnTo>
                  <a:pt x="569090" y="16248"/>
                </a:lnTo>
                <a:lnTo>
                  <a:pt x="596138" y="15462"/>
                </a:lnTo>
                <a:lnTo>
                  <a:pt x="620613" y="14152"/>
                </a:lnTo>
                <a:lnTo>
                  <a:pt x="642492" y="12319"/>
                </a:lnTo>
                <a:lnTo>
                  <a:pt x="662041" y="10558"/>
                </a:lnTo>
                <a:lnTo>
                  <a:pt x="679529" y="9286"/>
                </a:lnTo>
                <a:lnTo>
                  <a:pt x="694945" y="8514"/>
                </a:lnTo>
                <a:lnTo>
                  <a:pt x="708278" y="8255"/>
                </a:lnTo>
                <a:lnTo>
                  <a:pt x="720399" y="8255"/>
                </a:lnTo>
                <a:lnTo>
                  <a:pt x="731996" y="8255"/>
                </a:lnTo>
                <a:lnTo>
                  <a:pt x="1453641" y="8255"/>
                </a:lnTo>
                <a:lnTo>
                  <a:pt x="1467576" y="7993"/>
                </a:lnTo>
                <a:lnTo>
                  <a:pt x="1480439" y="7207"/>
                </a:lnTo>
                <a:lnTo>
                  <a:pt x="1492253" y="5897"/>
                </a:lnTo>
                <a:lnTo>
                  <a:pt x="1503044" y="4063"/>
                </a:lnTo>
                <a:lnTo>
                  <a:pt x="1512883" y="2303"/>
                </a:lnTo>
                <a:lnTo>
                  <a:pt x="1521650" y="1031"/>
                </a:lnTo>
                <a:lnTo>
                  <a:pt x="1529369" y="259"/>
                </a:lnTo>
                <a:lnTo>
                  <a:pt x="1536064" y="0"/>
                </a:lnTo>
                <a:lnTo>
                  <a:pt x="1542498" y="0"/>
                </a:lnTo>
                <a:lnTo>
                  <a:pt x="1549431" y="0"/>
                </a:lnTo>
                <a:lnTo>
                  <a:pt x="1617090" y="0"/>
                </a:lnTo>
                <a:lnTo>
                  <a:pt x="162255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1</a:t>
            </a: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01388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pc="-25"/>
              <a:t>엔티티</a:t>
            </a:r>
          </a:p>
          <a:p>
            <a:pPr lvl="1" marL="832485" marR="5080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하나의</a:t>
            </a:r>
            <a:r>
              <a:rPr dirty="0" sz="1950" spc="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엔티티는</a:t>
            </a:r>
            <a:r>
              <a:rPr dirty="0" sz="1950" spc="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사람,</a:t>
            </a:r>
            <a:r>
              <a:rPr dirty="0" sz="1950" spc="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장소,</a:t>
            </a:r>
            <a:r>
              <a:rPr dirty="0" sz="1950" spc="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사물,</a:t>
            </a:r>
            <a:r>
              <a:rPr dirty="0" sz="1950" spc="1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사건</a:t>
            </a:r>
            <a:r>
              <a:rPr dirty="0" sz="1950" spc="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등과</a:t>
            </a:r>
            <a:r>
              <a:rPr dirty="0" sz="1950" spc="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같이</a:t>
            </a:r>
            <a:r>
              <a:rPr dirty="0" sz="1950" spc="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독립적으로</a:t>
            </a:r>
            <a:r>
              <a:rPr dirty="0" sz="1950" spc="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존재하면서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고유하게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식별이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가능한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실세계의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객체</a:t>
            </a:r>
            <a:endParaRPr sz="1950">
              <a:latin typeface="Malgun Gothic"/>
              <a:cs typeface="Malgun Gothic"/>
            </a:endParaRPr>
          </a:p>
          <a:p>
            <a:pPr lvl="1" marL="832485" marR="7620" indent="-315595">
              <a:lnSpc>
                <a:spcPct val="1426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사원처럼</a:t>
            </a:r>
            <a:r>
              <a:rPr dirty="0" sz="1950" spc="2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실체가</a:t>
            </a:r>
            <a:r>
              <a:rPr dirty="0" sz="1950" spc="2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있는</a:t>
            </a:r>
            <a:r>
              <a:rPr dirty="0" sz="1950" spc="2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것도</a:t>
            </a:r>
            <a:r>
              <a:rPr dirty="0" sz="1950" spc="2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있지만</a:t>
            </a:r>
            <a:r>
              <a:rPr dirty="0" sz="1950" spc="270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생각이나</a:t>
            </a:r>
            <a:r>
              <a:rPr dirty="0" sz="1950" spc="2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개념과</a:t>
            </a:r>
            <a:r>
              <a:rPr dirty="0" sz="1950" spc="2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같이</a:t>
            </a:r>
            <a:r>
              <a:rPr dirty="0" sz="1950" spc="2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추상</a:t>
            </a:r>
            <a:r>
              <a:rPr dirty="0" sz="1950" b="1">
                <a:latin typeface="Malgun Gothic"/>
                <a:cs typeface="Malgun Gothic"/>
              </a:rPr>
              <a:t>적인</a:t>
            </a:r>
            <a:r>
              <a:rPr dirty="0" sz="1950" spc="27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것도 있음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872994" y="3877183"/>
            <a:ext cx="198120" cy="1878330"/>
          </a:xfrm>
          <a:custGeom>
            <a:avLst/>
            <a:gdLst/>
            <a:ahLst/>
            <a:cxnLst/>
            <a:rect l="l" t="t" r="r" b="b"/>
            <a:pathLst>
              <a:path w="198119" h="1878329">
                <a:moveTo>
                  <a:pt x="197738" y="0"/>
                </a:moveTo>
                <a:lnTo>
                  <a:pt x="177593" y="40165"/>
                </a:lnTo>
                <a:lnTo>
                  <a:pt x="168876" y="57669"/>
                </a:lnTo>
                <a:lnTo>
                  <a:pt x="164766" y="65912"/>
                </a:lnTo>
                <a:lnTo>
                  <a:pt x="160633" y="74156"/>
                </a:lnTo>
                <a:lnTo>
                  <a:pt x="156463" y="82422"/>
                </a:lnTo>
                <a:lnTo>
                  <a:pt x="152106" y="91138"/>
                </a:lnTo>
                <a:lnTo>
                  <a:pt x="147224" y="100901"/>
                </a:lnTo>
                <a:lnTo>
                  <a:pt x="141819" y="111712"/>
                </a:lnTo>
                <a:lnTo>
                  <a:pt x="135889" y="123570"/>
                </a:lnTo>
                <a:lnTo>
                  <a:pt x="130482" y="134647"/>
                </a:lnTo>
                <a:lnTo>
                  <a:pt x="126634" y="143128"/>
                </a:lnTo>
                <a:lnTo>
                  <a:pt x="124334" y="149038"/>
                </a:lnTo>
                <a:lnTo>
                  <a:pt x="123570" y="152400"/>
                </a:lnTo>
                <a:lnTo>
                  <a:pt x="123570" y="155193"/>
                </a:lnTo>
                <a:lnTo>
                  <a:pt x="123570" y="157860"/>
                </a:lnTo>
                <a:lnTo>
                  <a:pt x="123570" y="189483"/>
                </a:lnTo>
                <a:lnTo>
                  <a:pt x="123311" y="201846"/>
                </a:lnTo>
                <a:lnTo>
                  <a:pt x="117413" y="251007"/>
                </a:lnTo>
                <a:lnTo>
                  <a:pt x="108914" y="295017"/>
                </a:lnTo>
                <a:lnTo>
                  <a:pt x="98806" y="333628"/>
                </a:lnTo>
                <a:lnTo>
                  <a:pt x="95232" y="347769"/>
                </a:lnTo>
                <a:lnTo>
                  <a:pt x="92694" y="361410"/>
                </a:lnTo>
                <a:lnTo>
                  <a:pt x="91180" y="374526"/>
                </a:lnTo>
                <a:lnTo>
                  <a:pt x="90678" y="387095"/>
                </a:lnTo>
                <a:lnTo>
                  <a:pt x="90416" y="399476"/>
                </a:lnTo>
                <a:lnTo>
                  <a:pt x="89630" y="411845"/>
                </a:lnTo>
                <a:lnTo>
                  <a:pt x="88320" y="424189"/>
                </a:lnTo>
                <a:lnTo>
                  <a:pt x="86487" y="436498"/>
                </a:lnTo>
                <a:lnTo>
                  <a:pt x="84464" y="449645"/>
                </a:lnTo>
                <a:lnTo>
                  <a:pt x="82407" y="464327"/>
                </a:lnTo>
                <a:lnTo>
                  <a:pt x="80325" y="480558"/>
                </a:lnTo>
                <a:lnTo>
                  <a:pt x="78231" y="498347"/>
                </a:lnTo>
                <a:lnTo>
                  <a:pt x="75949" y="517350"/>
                </a:lnTo>
                <a:lnTo>
                  <a:pt x="73120" y="537400"/>
                </a:lnTo>
                <a:lnTo>
                  <a:pt x="69766" y="558498"/>
                </a:lnTo>
                <a:lnTo>
                  <a:pt x="65912" y="580643"/>
                </a:lnTo>
                <a:lnTo>
                  <a:pt x="61815" y="604077"/>
                </a:lnTo>
                <a:lnTo>
                  <a:pt x="57705" y="629046"/>
                </a:lnTo>
                <a:lnTo>
                  <a:pt x="53572" y="655564"/>
                </a:lnTo>
                <a:lnTo>
                  <a:pt x="49403" y="683640"/>
                </a:lnTo>
                <a:lnTo>
                  <a:pt x="44785" y="713263"/>
                </a:lnTo>
                <a:lnTo>
                  <a:pt x="39131" y="744410"/>
                </a:lnTo>
                <a:lnTo>
                  <a:pt x="32454" y="777081"/>
                </a:lnTo>
                <a:lnTo>
                  <a:pt x="24764" y="811275"/>
                </a:lnTo>
                <a:lnTo>
                  <a:pt x="17264" y="845542"/>
                </a:lnTo>
                <a:lnTo>
                  <a:pt x="6977" y="909359"/>
                </a:lnTo>
                <a:lnTo>
                  <a:pt x="2357" y="968273"/>
                </a:lnTo>
                <a:lnTo>
                  <a:pt x="261" y="1030047"/>
                </a:lnTo>
                <a:lnTo>
                  <a:pt x="0" y="1062481"/>
                </a:lnTo>
                <a:lnTo>
                  <a:pt x="0" y="1095680"/>
                </a:lnTo>
                <a:lnTo>
                  <a:pt x="0" y="1129379"/>
                </a:lnTo>
                <a:lnTo>
                  <a:pt x="0" y="1667763"/>
                </a:lnTo>
                <a:lnTo>
                  <a:pt x="521" y="1685813"/>
                </a:lnTo>
                <a:lnTo>
                  <a:pt x="2079" y="1702815"/>
                </a:lnTo>
                <a:lnTo>
                  <a:pt x="4661" y="1718770"/>
                </a:lnTo>
                <a:lnTo>
                  <a:pt x="8255" y="1733676"/>
                </a:lnTo>
                <a:lnTo>
                  <a:pt x="12108" y="1747351"/>
                </a:lnTo>
                <a:lnTo>
                  <a:pt x="15462" y="1759442"/>
                </a:lnTo>
                <a:lnTo>
                  <a:pt x="18291" y="1769985"/>
                </a:lnTo>
                <a:lnTo>
                  <a:pt x="20574" y="1779015"/>
                </a:lnTo>
                <a:lnTo>
                  <a:pt x="22667" y="1787227"/>
                </a:lnTo>
                <a:lnTo>
                  <a:pt x="24749" y="1795462"/>
                </a:lnTo>
                <a:lnTo>
                  <a:pt x="26806" y="1803697"/>
                </a:lnTo>
                <a:lnTo>
                  <a:pt x="28829" y="1811908"/>
                </a:lnTo>
                <a:lnTo>
                  <a:pt x="31166" y="1819913"/>
                </a:lnTo>
                <a:lnTo>
                  <a:pt x="34004" y="1827371"/>
                </a:lnTo>
                <a:lnTo>
                  <a:pt x="37365" y="1834304"/>
                </a:lnTo>
                <a:lnTo>
                  <a:pt x="41275" y="1840737"/>
                </a:lnTo>
                <a:lnTo>
                  <a:pt x="45110" y="1846929"/>
                </a:lnTo>
                <a:lnTo>
                  <a:pt x="48434" y="1853120"/>
                </a:lnTo>
                <a:lnTo>
                  <a:pt x="51258" y="1859311"/>
                </a:lnTo>
                <a:lnTo>
                  <a:pt x="53593" y="1865502"/>
                </a:lnTo>
                <a:lnTo>
                  <a:pt x="56261" y="1873757"/>
                </a:lnTo>
                <a:lnTo>
                  <a:pt x="59055" y="1877821"/>
                </a:lnTo>
                <a:lnTo>
                  <a:pt x="61849" y="1877821"/>
                </a:lnTo>
                <a:lnTo>
                  <a:pt x="64516" y="1877821"/>
                </a:lnTo>
                <a:lnTo>
                  <a:pt x="68706" y="1877821"/>
                </a:lnTo>
                <a:lnTo>
                  <a:pt x="74168" y="187782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3329230" y="3772027"/>
            <a:ext cx="6290310" cy="3286125"/>
            <a:chOff x="3329230" y="3772027"/>
            <a:chExt cx="6290310" cy="328612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29230" y="3805427"/>
              <a:ext cx="6290000" cy="3252494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4281423" y="3778377"/>
              <a:ext cx="2355850" cy="2014220"/>
            </a:xfrm>
            <a:custGeom>
              <a:avLst/>
              <a:gdLst/>
              <a:ahLst/>
              <a:cxnLst/>
              <a:rect l="l" t="t" r="r" b="b"/>
              <a:pathLst>
                <a:path w="2355850" h="2014220">
                  <a:moveTo>
                    <a:pt x="0" y="0"/>
                  </a:moveTo>
                  <a:lnTo>
                    <a:pt x="8191" y="58689"/>
                  </a:lnTo>
                  <a:lnTo>
                    <a:pt x="16383" y="102997"/>
                  </a:lnTo>
                  <a:lnTo>
                    <a:pt x="20552" y="121999"/>
                  </a:lnTo>
                  <a:lnTo>
                    <a:pt x="24685" y="142049"/>
                  </a:lnTo>
                  <a:lnTo>
                    <a:pt x="32892" y="185292"/>
                  </a:lnTo>
                  <a:lnTo>
                    <a:pt x="41100" y="234727"/>
                  </a:lnTo>
                  <a:lnTo>
                    <a:pt x="49402" y="292353"/>
                  </a:lnTo>
                  <a:lnTo>
                    <a:pt x="57594" y="357250"/>
                  </a:lnTo>
                  <a:lnTo>
                    <a:pt x="65786" y="428244"/>
                  </a:lnTo>
                  <a:lnTo>
                    <a:pt x="74088" y="502412"/>
                  </a:lnTo>
                  <a:lnTo>
                    <a:pt x="82296" y="576580"/>
                  </a:lnTo>
                  <a:lnTo>
                    <a:pt x="90550" y="651716"/>
                  </a:lnTo>
                  <a:lnTo>
                    <a:pt x="94690" y="690040"/>
                  </a:lnTo>
                  <a:lnTo>
                    <a:pt x="98805" y="728853"/>
                  </a:lnTo>
                  <a:lnTo>
                    <a:pt x="102641" y="767998"/>
                  </a:lnTo>
                  <a:lnTo>
                    <a:pt x="105965" y="807132"/>
                  </a:lnTo>
                  <a:lnTo>
                    <a:pt x="108789" y="846242"/>
                  </a:lnTo>
                  <a:lnTo>
                    <a:pt x="111125" y="885317"/>
                  </a:lnTo>
                  <a:lnTo>
                    <a:pt x="114204" y="958469"/>
                  </a:lnTo>
                  <a:lnTo>
                    <a:pt x="115188" y="1021334"/>
                  </a:lnTo>
                  <a:lnTo>
                    <a:pt x="115188" y="1048573"/>
                  </a:lnTo>
                  <a:lnTo>
                    <a:pt x="115188" y="1072753"/>
                  </a:lnTo>
                  <a:lnTo>
                    <a:pt x="115188" y="1202436"/>
                  </a:lnTo>
                  <a:lnTo>
                    <a:pt x="114946" y="1230512"/>
                  </a:lnTo>
                  <a:lnTo>
                    <a:pt x="114204" y="1257030"/>
                  </a:lnTo>
                  <a:lnTo>
                    <a:pt x="112938" y="1281999"/>
                  </a:lnTo>
                  <a:lnTo>
                    <a:pt x="111125" y="1305433"/>
                  </a:lnTo>
                  <a:lnTo>
                    <a:pt x="109049" y="1328082"/>
                  </a:lnTo>
                  <a:lnTo>
                    <a:pt x="106997" y="1350708"/>
                  </a:lnTo>
                  <a:lnTo>
                    <a:pt x="104945" y="1373334"/>
                  </a:lnTo>
                  <a:lnTo>
                    <a:pt x="102870" y="1395984"/>
                  </a:lnTo>
                  <a:lnTo>
                    <a:pt x="100847" y="1419417"/>
                  </a:lnTo>
                  <a:lnTo>
                    <a:pt x="98790" y="1444386"/>
                  </a:lnTo>
                  <a:lnTo>
                    <a:pt x="96708" y="1470904"/>
                  </a:lnTo>
                  <a:lnTo>
                    <a:pt x="94614" y="1498981"/>
                  </a:lnTo>
                  <a:lnTo>
                    <a:pt x="92592" y="1527506"/>
                  </a:lnTo>
                  <a:lnTo>
                    <a:pt x="90535" y="1555543"/>
                  </a:lnTo>
                  <a:lnTo>
                    <a:pt x="86360" y="1610106"/>
                  </a:lnTo>
                  <a:lnTo>
                    <a:pt x="82296" y="1660572"/>
                  </a:lnTo>
                  <a:lnTo>
                    <a:pt x="78231" y="1704848"/>
                  </a:lnTo>
                  <a:lnTo>
                    <a:pt x="76398" y="1724658"/>
                  </a:lnTo>
                  <a:lnTo>
                    <a:pt x="75088" y="1742932"/>
                  </a:lnTo>
                  <a:lnTo>
                    <a:pt x="74302" y="1759658"/>
                  </a:lnTo>
                  <a:lnTo>
                    <a:pt x="74040" y="1774825"/>
                  </a:lnTo>
                  <a:lnTo>
                    <a:pt x="74040" y="1788257"/>
                  </a:lnTo>
                  <a:lnTo>
                    <a:pt x="74040" y="1799605"/>
                  </a:lnTo>
                  <a:lnTo>
                    <a:pt x="74040" y="1808882"/>
                  </a:lnTo>
                  <a:lnTo>
                    <a:pt x="74040" y="1816100"/>
                  </a:lnTo>
                  <a:lnTo>
                    <a:pt x="74040" y="1824228"/>
                  </a:lnTo>
                  <a:lnTo>
                    <a:pt x="71374" y="1828419"/>
                  </a:lnTo>
                  <a:lnTo>
                    <a:pt x="65786" y="1828419"/>
                  </a:lnTo>
                </a:path>
                <a:path w="2355850" h="2014220">
                  <a:moveTo>
                    <a:pt x="362330" y="98806"/>
                  </a:moveTo>
                  <a:lnTo>
                    <a:pt x="340693" y="150336"/>
                  </a:lnTo>
                  <a:lnTo>
                    <a:pt x="325247" y="189484"/>
                  </a:lnTo>
                  <a:lnTo>
                    <a:pt x="311880" y="227584"/>
                  </a:lnTo>
                  <a:lnTo>
                    <a:pt x="296417" y="275971"/>
                  </a:lnTo>
                  <a:lnTo>
                    <a:pt x="279971" y="335629"/>
                  </a:lnTo>
                  <a:lnTo>
                    <a:pt x="263525" y="407670"/>
                  </a:lnTo>
                  <a:lnTo>
                    <a:pt x="255258" y="447319"/>
                  </a:lnTo>
                  <a:lnTo>
                    <a:pt x="247014" y="487981"/>
                  </a:lnTo>
                  <a:lnTo>
                    <a:pt x="238771" y="529667"/>
                  </a:lnTo>
                  <a:lnTo>
                    <a:pt x="230504" y="572388"/>
                  </a:lnTo>
                  <a:lnTo>
                    <a:pt x="221789" y="615632"/>
                  </a:lnTo>
                  <a:lnTo>
                    <a:pt x="212026" y="658876"/>
                  </a:lnTo>
                  <a:lnTo>
                    <a:pt x="201215" y="702119"/>
                  </a:lnTo>
                  <a:lnTo>
                    <a:pt x="189356" y="745363"/>
                  </a:lnTo>
                  <a:lnTo>
                    <a:pt x="177254" y="787842"/>
                  </a:lnTo>
                  <a:lnTo>
                    <a:pt x="165687" y="828786"/>
                  </a:lnTo>
                  <a:lnTo>
                    <a:pt x="154620" y="868181"/>
                  </a:lnTo>
                  <a:lnTo>
                    <a:pt x="144017" y="906018"/>
                  </a:lnTo>
                  <a:lnTo>
                    <a:pt x="133992" y="944096"/>
                  </a:lnTo>
                  <a:lnTo>
                    <a:pt x="124491" y="984234"/>
                  </a:lnTo>
                  <a:lnTo>
                    <a:pt x="115514" y="1026443"/>
                  </a:lnTo>
                  <a:lnTo>
                    <a:pt x="107061" y="1070737"/>
                  </a:lnTo>
                  <a:lnTo>
                    <a:pt x="99558" y="1113932"/>
                  </a:lnTo>
                  <a:lnTo>
                    <a:pt x="93614" y="1153033"/>
                  </a:lnTo>
                  <a:lnTo>
                    <a:pt x="86360" y="1218945"/>
                  </a:lnTo>
                  <a:lnTo>
                    <a:pt x="84077" y="1247786"/>
                  </a:lnTo>
                  <a:lnTo>
                    <a:pt x="81248" y="1276603"/>
                  </a:lnTo>
                  <a:lnTo>
                    <a:pt x="77894" y="1305421"/>
                  </a:lnTo>
                  <a:lnTo>
                    <a:pt x="74040" y="1334262"/>
                  </a:lnTo>
                  <a:lnTo>
                    <a:pt x="70447" y="1363049"/>
                  </a:lnTo>
                  <a:lnTo>
                    <a:pt x="67865" y="1391872"/>
                  </a:lnTo>
                  <a:lnTo>
                    <a:pt x="66307" y="1420719"/>
                  </a:lnTo>
                  <a:lnTo>
                    <a:pt x="65786" y="1449578"/>
                  </a:lnTo>
                  <a:lnTo>
                    <a:pt x="65786" y="1478625"/>
                  </a:lnTo>
                  <a:lnTo>
                    <a:pt x="65786" y="1508220"/>
                  </a:lnTo>
                  <a:lnTo>
                    <a:pt x="65786" y="1890141"/>
                  </a:lnTo>
                  <a:lnTo>
                    <a:pt x="66307" y="1904283"/>
                  </a:lnTo>
                  <a:lnTo>
                    <a:pt x="74040" y="1943735"/>
                  </a:lnTo>
                  <a:lnTo>
                    <a:pt x="90550" y="1988947"/>
                  </a:lnTo>
                  <a:lnTo>
                    <a:pt x="102870" y="2013712"/>
                  </a:lnTo>
                  <a:lnTo>
                    <a:pt x="103659" y="2011928"/>
                  </a:lnTo>
                  <a:lnTo>
                    <a:pt x="101854" y="2002393"/>
                  </a:lnTo>
                  <a:lnTo>
                    <a:pt x="97476" y="1985119"/>
                  </a:lnTo>
                  <a:lnTo>
                    <a:pt x="90550" y="1960118"/>
                  </a:lnTo>
                </a:path>
                <a:path w="2355850" h="2014220">
                  <a:moveTo>
                    <a:pt x="782320" y="214122"/>
                  </a:moveTo>
                  <a:lnTo>
                    <a:pt x="821451" y="260476"/>
                  </a:lnTo>
                  <a:lnTo>
                    <a:pt x="856488" y="317119"/>
                  </a:lnTo>
                  <a:lnTo>
                    <a:pt x="888396" y="378856"/>
                  </a:lnTo>
                  <a:lnTo>
                    <a:pt x="918210" y="440689"/>
                  </a:lnTo>
                  <a:lnTo>
                    <a:pt x="946054" y="507555"/>
                  </a:lnTo>
                  <a:lnTo>
                    <a:pt x="959179" y="544845"/>
                  </a:lnTo>
                  <a:lnTo>
                    <a:pt x="971803" y="584707"/>
                  </a:lnTo>
                  <a:lnTo>
                    <a:pt x="983906" y="629025"/>
                  </a:lnTo>
                  <a:lnTo>
                    <a:pt x="995473" y="679497"/>
                  </a:lnTo>
                  <a:lnTo>
                    <a:pt x="1006540" y="736137"/>
                  </a:lnTo>
                  <a:lnTo>
                    <a:pt x="1017142" y="798957"/>
                  </a:lnTo>
                  <a:lnTo>
                    <a:pt x="1026386" y="861198"/>
                  </a:lnTo>
                  <a:lnTo>
                    <a:pt x="1033557" y="916273"/>
                  </a:lnTo>
                  <a:lnTo>
                    <a:pt x="1038681" y="964156"/>
                  </a:lnTo>
                  <a:lnTo>
                    <a:pt x="1041780" y="1004824"/>
                  </a:lnTo>
                  <a:lnTo>
                    <a:pt x="1043856" y="1041354"/>
                  </a:lnTo>
                  <a:lnTo>
                    <a:pt x="1045908" y="1076848"/>
                  </a:lnTo>
                  <a:lnTo>
                    <a:pt x="1047960" y="1111319"/>
                  </a:lnTo>
                  <a:lnTo>
                    <a:pt x="1050036" y="1144778"/>
                  </a:lnTo>
                  <a:lnTo>
                    <a:pt x="1051849" y="1177472"/>
                  </a:lnTo>
                  <a:lnTo>
                    <a:pt x="1053115" y="1209643"/>
                  </a:lnTo>
                  <a:lnTo>
                    <a:pt x="1053857" y="1241290"/>
                  </a:lnTo>
                  <a:lnTo>
                    <a:pt x="1054100" y="1272413"/>
                  </a:lnTo>
                  <a:lnTo>
                    <a:pt x="1053857" y="1302825"/>
                  </a:lnTo>
                  <a:lnTo>
                    <a:pt x="1051849" y="1360459"/>
                  </a:lnTo>
                  <a:lnTo>
                    <a:pt x="1047700" y="1414756"/>
                  </a:lnTo>
                  <a:lnTo>
                    <a:pt x="1041552" y="1470382"/>
                  </a:lnTo>
                  <a:lnTo>
                    <a:pt x="1033807" y="1527002"/>
                  </a:lnTo>
                  <a:lnTo>
                    <a:pt x="1030446" y="1553511"/>
                  </a:lnTo>
                  <a:lnTo>
                    <a:pt x="1027608" y="1578473"/>
                  </a:lnTo>
                  <a:lnTo>
                    <a:pt x="1025271" y="1601851"/>
                  </a:lnTo>
                  <a:lnTo>
                    <a:pt x="1023250" y="1623998"/>
                  </a:lnTo>
                  <a:lnTo>
                    <a:pt x="1021207" y="1645110"/>
                  </a:lnTo>
                  <a:lnTo>
                    <a:pt x="1019163" y="1665198"/>
                  </a:lnTo>
                  <a:lnTo>
                    <a:pt x="1017142" y="1684274"/>
                  </a:lnTo>
                  <a:lnTo>
                    <a:pt x="1015309" y="1701486"/>
                  </a:lnTo>
                  <a:lnTo>
                    <a:pt x="1013999" y="1716151"/>
                  </a:lnTo>
                  <a:lnTo>
                    <a:pt x="1013213" y="1728243"/>
                  </a:lnTo>
                  <a:lnTo>
                    <a:pt x="1012951" y="1737741"/>
                  </a:lnTo>
                  <a:lnTo>
                    <a:pt x="1012951" y="1745763"/>
                  </a:lnTo>
                  <a:lnTo>
                    <a:pt x="1012951" y="1753250"/>
                  </a:lnTo>
                  <a:lnTo>
                    <a:pt x="1012951" y="1760190"/>
                  </a:lnTo>
                  <a:lnTo>
                    <a:pt x="1012951" y="1766570"/>
                  </a:lnTo>
                  <a:lnTo>
                    <a:pt x="1012951" y="1774825"/>
                  </a:lnTo>
                  <a:lnTo>
                    <a:pt x="1012951" y="1781683"/>
                  </a:lnTo>
                  <a:lnTo>
                    <a:pt x="1012951" y="1787270"/>
                  </a:lnTo>
                </a:path>
                <a:path w="2355850" h="2014220">
                  <a:moveTo>
                    <a:pt x="1301241" y="49402"/>
                  </a:moveTo>
                  <a:lnTo>
                    <a:pt x="1296580" y="105802"/>
                  </a:lnTo>
                  <a:lnTo>
                    <a:pt x="1288367" y="150826"/>
                  </a:lnTo>
                  <a:lnTo>
                    <a:pt x="1275984" y="200304"/>
                  </a:lnTo>
                  <a:lnTo>
                    <a:pt x="1268222" y="226567"/>
                  </a:lnTo>
                  <a:lnTo>
                    <a:pt x="1259506" y="257190"/>
                  </a:lnTo>
                  <a:lnTo>
                    <a:pt x="1249743" y="295528"/>
                  </a:lnTo>
                  <a:lnTo>
                    <a:pt x="1238932" y="341582"/>
                  </a:lnTo>
                  <a:lnTo>
                    <a:pt x="1227074" y="395350"/>
                  </a:lnTo>
                  <a:lnTo>
                    <a:pt x="1215215" y="451189"/>
                  </a:lnTo>
                  <a:lnTo>
                    <a:pt x="1204404" y="503443"/>
                  </a:lnTo>
                  <a:lnTo>
                    <a:pt x="1194641" y="552102"/>
                  </a:lnTo>
                  <a:lnTo>
                    <a:pt x="1185926" y="597154"/>
                  </a:lnTo>
                  <a:lnTo>
                    <a:pt x="1177921" y="640639"/>
                  </a:lnTo>
                  <a:lnTo>
                    <a:pt x="1170463" y="684625"/>
                  </a:lnTo>
                  <a:lnTo>
                    <a:pt x="1163530" y="729134"/>
                  </a:lnTo>
                  <a:lnTo>
                    <a:pt x="1157097" y="774192"/>
                  </a:lnTo>
                  <a:lnTo>
                    <a:pt x="1151427" y="819771"/>
                  </a:lnTo>
                  <a:lnTo>
                    <a:pt x="1146794" y="865838"/>
                  </a:lnTo>
                  <a:lnTo>
                    <a:pt x="1143184" y="912405"/>
                  </a:lnTo>
                  <a:lnTo>
                    <a:pt x="1140587" y="959485"/>
                  </a:lnTo>
                  <a:lnTo>
                    <a:pt x="1138304" y="1007348"/>
                  </a:lnTo>
                  <a:lnTo>
                    <a:pt x="1135475" y="1056259"/>
                  </a:lnTo>
                  <a:lnTo>
                    <a:pt x="1132121" y="1106217"/>
                  </a:lnTo>
                  <a:lnTo>
                    <a:pt x="1128267" y="1157224"/>
                  </a:lnTo>
                  <a:lnTo>
                    <a:pt x="1123388" y="1208156"/>
                  </a:lnTo>
                  <a:lnTo>
                    <a:pt x="1116949" y="1258077"/>
                  </a:lnTo>
                  <a:lnTo>
                    <a:pt x="1108962" y="1306974"/>
                  </a:lnTo>
                  <a:lnTo>
                    <a:pt x="1099439" y="1354836"/>
                  </a:lnTo>
                  <a:lnTo>
                    <a:pt x="1090175" y="1402175"/>
                  </a:lnTo>
                  <a:lnTo>
                    <a:pt x="1082960" y="1449514"/>
                  </a:lnTo>
                  <a:lnTo>
                    <a:pt x="1077793" y="1496853"/>
                  </a:lnTo>
                  <a:lnTo>
                    <a:pt x="1074674" y="1544193"/>
                  </a:lnTo>
                  <a:lnTo>
                    <a:pt x="1072653" y="1588771"/>
                  </a:lnTo>
                  <a:lnTo>
                    <a:pt x="1070610" y="1627647"/>
                  </a:lnTo>
                  <a:lnTo>
                    <a:pt x="1068566" y="1660832"/>
                  </a:lnTo>
                  <a:lnTo>
                    <a:pt x="1066546" y="1688338"/>
                  </a:lnTo>
                  <a:lnTo>
                    <a:pt x="1064712" y="1712317"/>
                  </a:lnTo>
                  <a:lnTo>
                    <a:pt x="1063402" y="1734724"/>
                  </a:lnTo>
                  <a:lnTo>
                    <a:pt x="1062616" y="1755560"/>
                  </a:lnTo>
                  <a:lnTo>
                    <a:pt x="1062354" y="1774825"/>
                  </a:lnTo>
                  <a:lnTo>
                    <a:pt x="1062354" y="1791848"/>
                  </a:lnTo>
                  <a:lnTo>
                    <a:pt x="1062354" y="1805765"/>
                  </a:lnTo>
                  <a:lnTo>
                    <a:pt x="1062354" y="1816562"/>
                  </a:lnTo>
                  <a:lnTo>
                    <a:pt x="1062354" y="1824228"/>
                  </a:lnTo>
                  <a:lnTo>
                    <a:pt x="1062354" y="1832483"/>
                  </a:lnTo>
                  <a:lnTo>
                    <a:pt x="1063752" y="1839341"/>
                  </a:lnTo>
                  <a:lnTo>
                    <a:pt x="1066546" y="1844802"/>
                  </a:lnTo>
                  <a:lnTo>
                    <a:pt x="1069213" y="1850389"/>
                  </a:lnTo>
                  <a:lnTo>
                    <a:pt x="1070610" y="1854454"/>
                  </a:lnTo>
                  <a:lnTo>
                    <a:pt x="1070610" y="1857248"/>
                  </a:lnTo>
                  <a:lnTo>
                    <a:pt x="1070610" y="1859914"/>
                  </a:lnTo>
                  <a:lnTo>
                    <a:pt x="1073403" y="1861312"/>
                  </a:lnTo>
                  <a:lnTo>
                    <a:pt x="1078864" y="1861312"/>
                  </a:lnTo>
                </a:path>
                <a:path w="2355850" h="2014220">
                  <a:moveTo>
                    <a:pt x="1993011" y="164719"/>
                  </a:moveTo>
                  <a:lnTo>
                    <a:pt x="2016730" y="197675"/>
                  </a:lnTo>
                  <a:lnTo>
                    <a:pt x="2038365" y="230631"/>
                  </a:lnTo>
                  <a:lnTo>
                    <a:pt x="2057929" y="263588"/>
                  </a:lnTo>
                  <a:lnTo>
                    <a:pt x="2091390" y="330525"/>
                  </a:lnTo>
                  <a:lnTo>
                    <a:pt x="2106310" y="366553"/>
                  </a:lnTo>
                  <a:lnTo>
                    <a:pt x="2120207" y="404629"/>
                  </a:lnTo>
                  <a:lnTo>
                    <a:pt x="2133091" y="444753"/>
                  </a:lnTo>
                  <a:lnTo>
                    <a:pt x="2145401" y="487207"/>
                  </a:lnTo>
                  <a:lnTo>
                    <a:pt x="2157745" y="532256"/>
                  </a:lnTo>
                  <a:lnTo>
                    <a:pt x="2170114" y="579878"/>
                  </a:lnTo>
                  <a:lnTo>
                    <a:pt x="2182495" y="630047"/>
                  </a:lnTo>
                  <a:lnTo>
                    <a:pt x="2194542" y="682077"/>
                  </a:lnTo>
                  <a:lnTo>
                    <a:pt x="2206101" y="735107"/>
                  </a:lnTo>
                  <a:lnTo>
                    <a:pt x="2217160" y="789138"/>
                  </a:lnTo>
                  <a:lnTo>
                    <a:pt x="2227706" y="844169"/>
                  </a:lnTo>
                  <a:lnTo>
                    <a:pt x="2238013" y="897985"/>
                  </a:lnTo>
                  <a:lnTo>
                    <a:pt x="2248344" y="948182"/>
                  </a:lnTo>
                  <a:lnTo>
                    <a:pt x="2258675" y="994759"/>
                  </a:lnTo>
                  <a:lnTo>
                    <a:pt x="2268981" y="1037717"/>
                  </a:lnTo>
                  <a:lnTo>
                    <a:pt x="2278747" y="1078416"/>
                  </a:lnTo>
                  <a:lnTo>
                    <a:pt x="2287476" y="1118044"/>
                  </a:lnTo>
                  <a:lnTo>
                    <a:pt x="2295181" y="1156624"/>
                  </a:lnTo>
                  <a:lnTo>
                    <a:pt x="2301875" y="1194181"/>
                  </a:lnTo>
                  <a:lnTo>
                    <a:pt x="2313209" y="1267301"/>
                  </a:lnTo>
                  <a:lnTo>
                    <a:pt x="2322449" y="1338326"/>
                  </a:lnTo>
                  <a:lnTo>
                    <a:pt x="2326564" y="1372332"/>
                  </a:lnTo>
                  <a:lnTo>
                    <a:pt x="2330704" y="1404254"/>
                  </a:lnTo>
                  <a:lnTo>
                    <a:pt x="2334843" y="1434105"/>
                  </a:lnTo>
                  <a:lnTo>
                    <a:pt x="2338958" y="1461897"/>
                  </a:lnTo>
                  <a:lnTo>
                    <a:pt x="2342812" y="1488140"/>
                  </a:lnTo>
                  <a:lnTo>
                    <a:pt x="2348995" y="1537531"/>
                  </a:lnTo>
                  <a:lnTo>
                    <a:pt x="2353111" y="1583372"/>
                  </a:lnTo>
                  <a:lnTo>
                    <a:pt x="2355207" y="1628711"/>
                  </a:lnTo>
                  <a:lnTo>
                    <a:pt x="2355469" y="1651381"/>
                  </a:lnTo>
                  <a:lnTo>
                    <a:pt x="2355469" y="1672691"/>
                  </a:lnTo>
                  <a:lnTo>
                    <a:pt x="2355469" y="1691465"/>
                  </a:lnTo>
                  <a:lnTo>
                    <a:pt x="2355469" y="1763041"/>
                  </a:lnTo>
                  <a:lnTo>
                    <a:pt x="2355469" y="1779016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1</a:t>
            </a: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694521"/>
            <a:ext cx="9158605" cy="347599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b="1">
                <a:latin typeface="Malgun Gothic"/>
                <a:cs typeface="Malgun Gothic"/>
              </a:rPr>
              <a:t>엔티티</a:t>
            </a:r>
            <a:r>
              <a:rPr dirty="0" sz="2200" spc="-195" b="1">
                <a:latin typeface="Malgun Gothic"/>
                <a:cs typeface="Malgun Gothic"/>
              </a:rPr>
              <a:t> </a:t>
            </a:r>
            <a:r>
              <a:rPr dirty="0" sz="2200" spc="-25" b="1">
                <a:latin typeface="Malgun Gothic"/>
                <a:cs typeface="Malgun Gothic"/>
              </a:rPr>
              <a:t>타입</a:t>
            </a:r>
            <a:endParaRPr sz="220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같은</a:t>
            </a:r>
            <a:r>
              <a:rPr dirty="0" sz="1950" spc="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종류의</a:t>
            </a:r>
            <a:r>
              <a:rPr dirty="0" sz="1950" spc="-1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엔티티들이</a:t>
            </a:r>
            <a:r>
              <a:rPr dirty="0" sz="1950" spc="1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많이(최소</a:t>
            </a:r>
            <a:r>
              <a:rPr dirty="0" sz="1950" spc="1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2개</a:t>
            </a:r>
            <a:r>
              <a:rPr dirty="0" sz="1950" spc="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이상)</a:t>
            </a:r>
            <a:r>
              <a:rPr dirty="0" sz="1950" spc="2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존재하며,</a:t>
            </a:r>
            <a:r>
              <a:rPr dirty="0" sz="1950" spc="2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엔티티들은</a:t>
            </a:r>
            <a:r>
              <a:rPr dirty="0" sz="1950" spc="1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엔티티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타입(또는</a:t>
            </a:r>
            <a:r>
              <a:rPr dirty="0" sz="1950" spc="-9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7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집합)들로</a:t>
            </a:r>
            <a:r>
              <a:rPr dirty="0" sz="1950" spc="-9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분류됨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집합은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동일한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애트리뷰트들을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가진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엔티티들의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모임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타입은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동일한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애트리뷰트들을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가진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엔티티들의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틀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0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하나의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엔티티는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한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개</a:t>
            </a:r>
            <a:r>
              <a:rPr dirty="0" sz="1950" spc="-5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이상의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집합에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속할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5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집합과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타입을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엄격하게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구분할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필요는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없음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ER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다이어그램에서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타입은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직사각형으로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나타냄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588008" y="3416046"/>
            <a:ext cx="1227455" cy="66040"/>
          </a:xfrm>
          <a:custGeom>
            <a:avLst/>
            <a:gdLst/>
            <a:ahLst/>
            <a:cxnLst/>
            <a:rect l="l" t="t" r="r" b="b"/>
            <a:pathLst>
              <a:path w="1227455" h="66039">
                <a:moveTo>
                  <a:pt x="0" y="65912"/>
                </a:moveTo>
                <a:lnTo>
                  <a:pt x="0" y="65912"/>
                </a:lnTo>
                <a:lnTo>
                  <a:pt x="144144" y="65912"/>
                </a:lnTo>
                <a:lnTo>
                  <a:pt x="155195" y="65651"/>
                </a:lnTo>
                <a:lnTo>
                  <a:pt x="197611" y="61721"/>
                </a:lnTo>
                <a:lnTo>
                  <a:pt x="247046" y="55560"/>
                </a:lnTo>
                <a:lnTo>
                  <a:pt x="263524" y="53466"/>
                </a:lnTo>
                <a:lnTo>
                  <a:pt x="281549" y="51184"/>
                </a:lnTo>
                <a:lnTo>
                  <a:pt x="326836" y="45001"/>
                </a:lnTo>
                <a:lnTo>
                  <a:pt x="381631" y="36790"/>
                </a:lnTo>
                <a:lnTo>
                  <a:pt x="428978" y="26503"/>
                </a:lnTo>
                <a:lnTo>
                  <a:pt x="466086" y="15166"/>
                </a:lnTo>
                <a:lnTo>
                  <a:pt x="480758" y="11318"/>
                </a:lnTo>
                <a:lnTo>
                  <a:pt x="492859" y="9018"/>
                </a:lnTo>
                <a:lnTo>
                  <a:pt x="502411" y="8254"/>
                </a:lnTo>
                <a:lnTo>
                  <a:pt x="511387" y="7993"/>
                </a:lnTo>
                <a:lnTo>
                  <a:pt x="521922" y="7207"/>
                </a:lnTo>
                <a:lnTo>
                  <a:pt x="534005" y="5897"/>
                </a:lnTo>
                <a:lnTo>
                  <a:pt x="547623" y="4063"/>
                </a:lnTo>
                <a:lnTo>
                  <a:pt x="561000" y="2303"/>
                </a:lnTo>
                <a:lnTo>
                  <a:pt x="572341" y="1031"/>
                </a:lnTo>
                <a:lnTo>
                  <a:pt x="581610" y="259"/>
                </a:lnTo>
                <a:lnTo>
                  <a:pt x="588772" y="0"/>
                </a:lnTo>
                <a:lnTo>
                  <a:pt x="595485" y="0"/>
                </a:lnTo>
                <a:lnTo>
                  <a:pt x="603234" y="0"/>
                </a:lnTo>
                <a:lnTo>
                  <a:pt x="1221612" y="0"/>
                </a:lnTo>
                <a:lnTo>
                  <a:pt x="1227073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7855457" y="2501773"/>
            <a:ext cx="1795780" cy="90805"/>
          </a:xfrm>
          <a:custGeom>
            <a:avLst/>
            <a:gdLst/>
            <a:ahLst/>
            <a:cxnLst/>
            <a:rect l="l" t="t" r="r" b="b"/>
            <a:pathLst>
              <a:path w="1795779" h="90805">
                <a:moveTo>
                  <a:pt x="0" y="90677"/>
                </a:moveTo>
                <a:lnTo>
                  <a:pt x="9290" y="90677"/>
                </a:lnTo>
                <a:lnTo>
                  <a:pt x="20605" y="90677"/>
                </a:lnTo>
                <a:lnTo>
                  <a:pt x="33968" y="90677"/>
                </a:lnTo>
                <a:lnTo>
                  <a:pt x="49402" y="90677"/>
                </a:lnTo>
                <a:lnTo>
                  <a:pt x="70522" y="89896"/>
                </a:lnTo>
                <a:lnTo>
                  <a:pt x="100917" y="87566"/>
                </a:lnTo>
                <a:lnTo>
                  <a:pt x="140575" y="83712"/>
                </a:lnTo>
                <a:lnTo>
                  <a:pt x="189484" y="78358"/>
                </a:lnTo>
                <a:lnTo>
                  <a:pt x="241728" y="72427"/>
                </a:lnTo>
                <a:lnTo>
                  <a:pt x="291401" y="67008"/>
                </a:lnTo>
                <a:lnTo>
                  <a:pt x="338502" y="62089"/>
                </a:lnTo>
                <a:lnTo>
                  <a:pt x="383032" y="57657"/>
                </a:lnTo>
                <a:lnTo>
                  <a:pt x="425491" y="53822"/>
                </a:lnTo>
                <a:lnTo>
                  <a:pt x="466391" y="50498"/>
                </a:lnTo>
                <a:lnTo>
                  <a:pt x="505743" y="47674"/>
                </a:lnTo>
                <a:lnTo>
                  <a:pt x="579346" y="43316"/>
                </a:lnTo>
                <a:lnTo>
                  <a:pt x="612584" y="41259"/>
                </a:lnTo>
                <a:lnTo>
                  <a:pt x="671322" y="37083"/>
                </a:lnTo>
                <a:lnTo>
                  <a:pt x="720693" y="33004"/>
                </a:lnTo>
                <a:lnTo>
                  <a:pt x="761873" y="28828"/>
                </a:lnTo>
                <a:lnTo>
                  <a:pt x="779347" y="27068"/>
                </a:lnTo>
                <a:lnTo>
                  <a:pt x="794797" y="25796"/>
                </a:lnTo>
                <a:lnTo>
                  <a:pt x="808200" y="25024"/>
                </a:lnTo>
                <a:lnTo>
                  <a:pt x="819531" y="24764"/>
                </a:lnTo>
                <a:lnTo>
                  <a:pt x="830843" y="24764"/>
                </a:lnTo>
                <a:lnTo>
                  <a:pt x="844216" y="24764"/>
                </a:lnTo>
                <a:lnTo>
                  <a:pt x="1165478" y="24764"/>
                </a:lnTo>
                <a:lnTo>
                  <a:pt x="1185767" y="24505"/>
                </a:lnTo>
                <a:lnTo>
                  <a:pt x="1209675" y="23733"/>
                </a:lnTo>
                <a:lnTo>
                  <a:pt x="1237202" y="22461"/>
                </a:lnTo>
                <a:lnTo>
                  <a:pt x="1268349" y="20700"/>
                </a:lnTo>
                <a:lnTo>
                  <a:pt x="1300019" y="18867"/>
                </a:lnTo>
                <a:lnTo>
                  <a:pt x="1329118" y="17557"/>
                </a:lnTo>
                <a:lnTo>
                  <a:pt x="1355645" y="16771"/>
                </a:lnTo>
                <a:lnTo>
                  <a:pt x="1379601" y="16510"/>
                </a:lnTo>
                <a:lnTo>
                  <a:pt x="1403223" y="16510"/>
                </a:lnTo>
                <a:lnTo>
                  <a:pt x="1428940" y="16510"/>
                </a:lnTo>
                <a:lnTo>
                  <a:pt x="1456753" y="16510"/>
                </a:lnTo>
                <a:lnTo>
                  <a:pt x="1486662" y="16510"/>
                </a:lnTo>
                <a:lnTo>
                  <a:pt x="1517020" y="16250"/>
                </a:lnTo>
                <a:lnTo>
                  <a:pt x="1546367" y="15478"/>
                </a:lnTo>
                <a:lnTo>
                  <a:pt x="1574690" y="14206"/>
                </a:lnTo>
                <a:lnTo>
                  <a:pt x="1601977" y="12445"/>
                </a:lnTo>
                <a:lnTo>
                  <a:pt x="1627699" y="10612"/>
                </a:lnTo>
                <a:lnTo>
                  <a:pt x="1651349" y="9302"/>
                </a:lnTo>
                <a:lnTo>
                  <a:pt x="1672951" y="8516"/>
                </a:lnTo>
                <a:lnTo>
                  <a:pt x="1692528" y="8254"/>
                </a:lnTo>
                <a:lnTo>
                  <a:pt x="1710003" y="8254"/>
                </a:lnTo>
                <a:lnTo>
                  <a:pt x="1725453" y="8254"/>
                </a:lnTo>
                <a:lnTo>
                  <a:pt x="1738856" y="8254"/>
                </a:lnTo>
                <a:lnTo>
                  <a:pt x="1750187" y="8254"/>
                </a:lnTo>
                <a:lnTo>
                  <a:pt x="1760735" y="7750"/>
                </a:lnTo>
                <a:lnTo>
                  <a:pt x="1771808" y="6222"/>
                </a:lnTo>
                <a:lnTo>
                  <a:pt x="1783405" y="3647"/>
                </a:lnTo>
                <a:lnTo>
                  <a:pt x="1795526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703323" y="3028950"/>
            <a:ext cx="2190750" cy="16510"/>
          </a:xfrm>
          <a:custGeom>
            <a:avLst/>
            <a:gdLst/>
            <a:ahLst/>
            <a:cxnLst/>
            <a:rect l="l" t="t" r="r" b="b"/>
            <a:pathLst>
              <a:path w="2190750" h="16510">
                <a:moveTo>
                  <a:pt x="0" y="0"/>
                </a:moveTo>
                <a:lnTo>
                  <a:pt x="0" y="0"/>
                </a:lnTo>
                <a:lnTo>
                  <a:pt x="31495" y="0"/>
                </a:lnTo>
                <a:lnTo>
                  <a:pt x="35687" y="1397"/>
                </a:lnTo>
                <a:lnTo>
                  <a:pt x="41148" y="4063"/>
                </a:lnTo>
                <a:lnTo>
                  <a:pt x="46608" y="6858"/>
                </a:lnTo>
                <a:lnTo>
                  <a:pt x="50673" y="8254"/>
                </a:lnTo>
                <a:lnTo>
                  <a:pt x="234695" y="8254"/>
                </a:lnTo>
                <a:lnTo>
                  <a:pt x="266600" y="8497"/>
                </a:lnTo>
                <a:lnTo>
                  <a:pt x="300577" y="9239"/>
                </a:lnTo>
                <a:lnTo>
                  <a:pt x="336601" y="10505"/>
                </a:lnTo>
                <a:lnTo>
                  <a:pt x="374650" y="12318"/>
                </a:lnTo>
                <a:lnTo>
                  <a:pt x="413535" y="14152"/>
                </a:lnTo>
                <a:lnTo>
                  <a:pt x="451897" y="15462"/>
                </a:lnTo>
                <a:lnTo>
                  <a:pt x="489735" y="16248"/>
                </a:lnTo>
                <a:lnTo>
                  <a:pt x="527050" y="16510"/>
                </a:lnTo>
                <a:lnTo>
                  <a:pt x="564886" y="16510"/>
                </a:lnTo>
                <a:lnTo>
                  <a:pt x="604281" y="16510"/>
                </a:lnTo>
                <a:lnTo>
                  <a:pt x="1712976" y="16510"/>
                </a:lnTo>
                <a:lnTo>
                  <a:pt x="1725096" y="16248"/>
                </a:lnTo>
                <a:lnTo>
                  <a:pt x="1736693" y="15462"/>
                </a:lnTo>
                <a:lnTo>
                  <a:pt x="1747766" y="14152"/>
                </a:lnTo>
                <a:lnTo>
                  <a:pt x="1758314" y="12318"/>
                </a:lnTo>
                <a:lnTo>
                  <a:pt x="1769627" y="10505"/>
                </a:lnTo>
                <a:lnTo>
                  <a:pt x="1783000" y="9239"/>
                </a:lnTo>
                <a:lnTo>
                  <a:pt x="1798445" y="8497"/>
                </a:lnTo>
                <a:lnTo>
                  <a:pt x="1815973" y="8254"/>
                </a:lnTo>
                <a:lnTo>
                  <a:pt x="1834473" y="8254"/>
                </a:lnTo>
                <a:lnTo>
                  <a:pt x="1853009" y="8254"/>
                </a:lnTo>
                <a:lnTo>
                  <a:pt x="2171446" y="8254"/>
                </a:lnTo>
                <a:lnTo>
                  <a:pt x="2175637" y="6858"/>
                </a:lnTo>
                <a:lnTo>
                  <a:pt x="2178304" y="4063"/>
                </a:lnTo>
                <a:lnTo>
                  <a:pt x="2181098" y="1397"/>
                </a:lnTo>
                <a:lnTo>
                  <a:pt x="2185162" y="0"/>
                </a:lnTo>
                <a:lnTo>
                  <a:pt x="219075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629155" y="3885438"/>
            <a:ext cx="1243965" cy="16510"/>
          </a:xfrm>
          <a:custGeom>
            <a:avLst/>
            <a:gdLst/>
            <a:ahLst/>
            <a:cxnLst/>
            <a:rect l="l" t="t" r="r" b="b"/>
            <a:pathLst>
              <a:path w="1243964" h="16510">
                <a:moveTo>
                  <a:pt x="0" y="8254"/>
                </a:moveTo>
                <a:lnTo>
                  <a:pt x="0" y="2793"/>
                </a:lnTo>
                <a:lnTo>
                  <a:pt x="2793" y="0"/>
                </a:lnTo>
                <a:lnTo>
                  <a:pt x="8255" y="0"/>
                </a:lnTo>
                <a:lnTo>
                  <a:pt x="13716" y="0"/>
                </a:lnTo>
                <a:lnTo>
                  <a:pt x="172974" y="0"/>
                </a:lnTo>
                <a:lnTo>
                  <a:pt x="186828" y="521"/>
                </a:lnTo>
                <a:lnTo>
                  <a:pt x="203803" y="2079"/>
                </a:lnTo>
                <a:lnTo>
                  <a:pt x="223873" y="4661"/>
                </a:lnTo>
                <a:lnTo>
                  <a:pt x="247014" y="8254"/>
                </a:lnTo>
                <a:lnTo>
                  <a:pt x="270734" y="11848"/>
                </a:lnTo>
                <a:lnTo>
                  <a:pt x="292369" y="14430"/>
                </a:lnTo>
                <a:lnTo>
                  <a:pt x="311933" y="15988"/>
                </a:lnTo>
                <a:lnTo>
                  <a:pt x="329438" y="16510"/>
                </a:lnTo>
                <a:lnTo>
                  <a:pt x="345916" y="16510"/>
                </a:lnTo>
                <a:lnTo>
                  <a:pt x="362394" y="16510"/>
                </a:lnTo>
                <a:lnTo>
                  <a:pt x="1058291" y="16510"/>
                </a:lnTo>
                <a:lnTo>
                  <a:pt x="1068318" y="16248"/>
                </a:lnTo>
                <a:lnTo>
                  <a:pt x="1077833" y="15462"/>
                </a:lnTo>
                <a:lnTo>
                  <a:pt x="1086848" y="14152"/>
                </a:lnTo>
                <a:lnTo>
                  <a:pt x="1095375" y="12318"/>
                </a:lnTo>
                <a:lnTo>
                  <a:pt x="1106296" y="9651"/>
                </a:lnTo>
                <a:lnTo>
                  <a:pt x="1114552" y="8254"/>
                </a:lnTo>
                <a:lnTo>
                  <a:pt x="1238123" y="8254"/>
                </a:lnTo>
                <a:lnTo>
                  <a:pt x="1243583" y="8254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6677786" y="3778377"/>
            <a:ext cx="1424940" cy="123825"/>
          </a:xfrm>
          <a:custGeom>
            <a:avLst/>
            <a:gdLst/>
            <a:ahLst/>
            <a:cxnLst/>
            <a:rect l="l" t="t" r="r" b="b"/>
            <a:pathLst>
              <a:path w="1424940" h="123825">
                <a:moveTo>
                  <a:pt x="0" y="123571"/>
                </a:moveTo>
                <a:lnTo>
                  <a:pt x="0" y="123571"/>
                </a:lnTo>
                <a:lnTo>
                  <a:pt x="148209" y="123571"/>
                </a:lnTo>
                <a:lnTo>
                  <a:pt x="156995" y="123049"/>
                </a:lnTo>
                <a:lnTo>
                  <a:pt x="166782" y="121491"/>
                </a:lnTo>
                <a:lnTo>
                  <a:pt x="177569" y="118909"/>
                </a:lnTo>
                <a:lnTo>
                  <a:pt x="189357" y="115315"/>
                </a:lnTo>
                <a:lnTo>
                  <a:pt x="204311" y="110958"/>
                </a:lnTo>
                <a:lnTo>
                  <a:pt x="224409" y="106076"/>
                </a:lnTo>
                <a:lnTo>
                  <a:pt x="249650" y="100671"/>
                </a:lnTo>
                <a:lnTo>
                  <a:pt x="280035" y="94741"/>
                </a:lnTo>
                <a:lnTo>
                  <a:pt x="311443" y="88550"/>
                </a:lnTo>
                <a:lnTo>
                  <a:pt x="339756" y="82359"/>
                </a:lnTo>
                <a:lnTo>
                  <a:pt x="364974" y="76168"/>
                </a:lnTo>
                <a:lnTo>
                  <a:pt x="387096" y="69976"/>
                </a:lnTo>
                <a:lnTo>
                  <a:pt x="407410" y="64101"/>
                </a:lnTo>
                <a:lnTo>
                  <a:pt x="427212" y="58689"/>
                </a:lnTo>
                <a:lnTo>
                  <a:pt x="465328" y="49402"/>
                </a:lnTo>
                <a:lnTo>
                  <a:pt x="520870" y="39419"/>
                </a:lnTo>
                <a:lnTo>
                  <a:pt x="556637" y="35008"/>
                </a:lnTo>
                <a:lnTo>
                  <a:pt x="571309" y="32956"/>
                </a:lnTo>
                <a:lnTo>
                  <a:pt x="583410" y="30904"/>
                </a:lnTo>
                <a:lnTo>
                  <a:pt x="592963" y="28828"/>
                </a:lnTo>
                <a:lnTo>
                  <a:pt x="600914" y="27068"/>
                </a:lnTo>
                <a:lnTo>
                  <a:pt x="608377" y="25796"/>
                </a:lnTo>
                <a:lnTo>
                  <a:pt x="615340" y="25024"/>
                </a:lnTo>
                <a:lnTo>
                  <a:pt x="621792" y="24764"/>
                </a:lnTo>
                <a:lnTo>
                  <a:pt x="630047" y="24764"/>
                </a:lnTo>
                <a:lnTo>
                  <a:pt x="638302" y="23367"/>
                </a:lnTo>
                <a:lnTo>
                  <a:pt x="646430" y="20574"/>
                </a:lnTo>
                <a:lnTo>
                  <a:pt x="654685" y="17907"/>
                </a:lnTo>
                <a:lnTo>
                  <a:pt x="662940" y="16510"/>
                </a:lnTo>
                <a:lnTo>
                  <a:pt x="671195" y="16510"/>
                </a:lnTo>
                <a:lnTo>
                  <a:pt x="679450" y="16510"/>
                </a:lnTo>
                <a:lnTo>
                  <a:pt x="901827" y="16510"/>
                </a:lnTo>
                <a:lnTo>
                  <a:pt x="912114" y="16248"/>
                </a:lnTo>
                <a:lnTo>
                  <a:pt x="922401" y="15462"/>
                </a:lnTo>
                <a:lnTo>
                  <a:pt x="932687" y="14152"/>
                </a:lnTo>
                <a:lnTo>
                  <a:pt x="942975" y="12319"/>
                </a:lnTo>
                <a:lnTo>
                  <a:pt x="953262" y="10558"/>
                </a:lnTo>
                <a:lnTo>
                  <a:pt x="963549" y="9286"/>
                </a:lnTo>
                <a:lnTo>
                  <a:pt x="973836" y="8514"/>
                </a:lnTo>
                <a:lnTo>
                  <a:pt x="984123" y="8254"/>
                </a:lnTo>
                <a:lnTo>
                  <a:pt x="993907" y="8254"/>
                </a:lnTo>
                <a:lnTo>
                  <a:pt x="1002680" y="8254"/>
                </a:lnTo>
                <a:lnTo>
                  <a:pt x="1206500" y="8254"/>
                </a:lnTo>
                <a:lnTo>
                  <a:pt x="1216544" y="7995"/>
                </a:lnTo>
                <a:lnTo>
                  <a:pt x="1226089" y="7223"/>
                </a:lnTo>
                <a:lnTo>
                  <a:pt x="1235110" y="5951"/>
                </a:lnTo>
                <a:lnTo>
                  <a:pt x="1243584" y="4190"/>
                </a:lnTo>
                <a:lnTo>
                  <a:pt x="1252370" y="2357"/>
                </a:lnTo>
                <a:lnTo>
                  <a:pt x="1262157" y="1047"/>
                </a:lnTo>
                <a:lnTo>
                  <a:pt x="1272944" y="261"/>
                </a:lnTo>
                <a:lnTo>
                  <a:pt x="1284732" y="0"/>
                </a:lnTo>
                <a:lnTo>
                  <a:pt x="1296330" y="0"/>
                </a:lnTo>
                <a:lnTo>
                  <a:pt x="1306369" y="0"/>
                </a:lnTo>
                <a:lnTo>
                  <a:pt x="1419352" y="0"/>
                </a:lnTo>
                <a:lnTo>
                  <a:pt x="142481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6661277" y="3366642"/>
            <a:ext cx="1606550" cy="74295"/>
          </a:xfrm>
          <a:custGeom>
            <a:avLst/>
            <a:gdLst/>
            <a:ahLst/>
            <a:cxnLst/>
            <a:rect l="l" t="t" r="r" b="b"/>
            <a:pathLst>
              <a:path w="1606550" h="74295">
                <a:moveTo>
                  <a:pt x="0" y="74041"/>
                </a:moveTo>
                <a:lnTo>
                  <a:pt x="0" y="74041"/>
                </a:lnTo>
                <a:lnTo>
                  <a:pt x="107061" y="74041"/>
                </a:lnTo>
                <a:lnTo>
                  <a:pt x="137187" y="73798"/>
                </a:lnTo>
                <a:lnTo>
                  <a:pt x="169862" y="73056"/>
                </a:lnTo>
                <a:lnTo>
                  <a:pt x="205108" y="71790"/>
                </a:lnTo>
                <a:lnTo>
                  <a:pt x="242950" y="69976"/>
                </a:lnTo>
                <a:lnTo>
                  <a:pt x="281314" y="68143"/>
                </a:lnTo>
                <a:lnTo>
                  <a:pt x="318119" y="66833"/>
                </a:lnTo>
                <a:lnTo>
                  <a:pt x="353375" y="66047"/>
                </a:lnTo>
                <a:lnTo>
                  <a:pt x="387096" y="65786"/>
                </a:lnTo>
                <a:lnTo>
                  <a:pt x="419790" y="65786"/>
                </a:lnTo>
                <a:lnTo>
                  <a:pt x="451961" y="65786"/>
                </a:lnTo>
                <a:lnTo>
                  <a:pt x="819530" y="65786"/>
                </a:lnTo>
                <a:lnTo>
                  <a:pt x="834939" y="65543"/>
                </a:lnTo>
                <a:lnTo>
                  <a:pt x="852408" y="64801"/>
                </a:lnTo>
                <a:lnTo>
                  <a:pt x="871948" y="63535"/>
                </a:lnTo>
                <a:lnTo>
                  <a:pt x="893572" y="61722"/>
                </a:lnTo>
                <a:lnTo>
                  <a:pt x="916241" y="59908"/>
                </a:lnTo>
                <a:lnTo>
                  <a:pt x="938910" y="58642"/>
                </a:lnTo>
                <a:lnTo>
                  <a:pt x="961580" y="57900"/>
                </a:lnTo>
                <a:lnTo>
                  <a:pt x="984250" y="57658"/>
                </a:lnTo>
                <a:lnTo>
                  <a:pt x="1006342" y="57396"/>
                </a:lnTo>
                <a:lnTo>
                  <a:pt x="1027445" y="56610"/>
                </a:lnTo>
                <a:lnTo>
                  <a:pt x="1047525" y="55300"/>
                </a:lnTo>
                <a:lnTo>
                  <a:pt x="1066546" y="53467"/>
                </a:lnTo>
                <a:lnTo>
                  <a:pt x="1085099" y="51706"/>
                </a:lnTo>
                <a:lnTo>
                  <a:pt x="1103629" y="50434"/>
                </a:lnTo>
                <a:lnTo>
                  <a:pt x="1122160" y="49662"/>
                </a:lnTo>
                <a:lnTo>
                  <a:pt x="1140714" y="49403"/>
                </a:lnTo>
                <a:lnTo>
                  <a:pt x="1159716" y="49141"/>
                </a:lnTo>
                <a:lnTo>
                  <a:pt x="1179766" y="48355"/>
                </a:lnTo>
                <a:lnTo>
                  <a:pt x="1223009" y="45212"/>
                </a:lnTo>
                <a:lnTo>
                  <a:pt x="1267301" y="41132"/>
                </a:lnTo>
                <a:lnTo>
                  <a:pt x="1309497" y="36957"/>
                </a:lnTo>
                <a:lnTo>
                  <a:pt x="1348628" y="32893"/>
                </a:lnTo>
                <a:lnTo>
                  <a:pt x="1399359" y="26735"/>
                </a:lnTo>
                <a:lnTo>
                  <a:pt x="1437131" y="20574"/>
                </a:lnTo>
                <a:lnTo>
                  <a:pt x="1446916" y="18740"/>
                </a:lnTo>
                <a:lnTo>
                  <a:pt x="1455689" y="17430"/>
                </a:lnTo>
                <a:lnTo>
                  <a:pt x="1463438" y="16644"/>
                </a:lnTo>
                <a:lnTo>
                  <a:pt x="1470152" y="16383"/>
                </a:lnTo>
                <a:lnTo>
                  <a:pt x="1478406" y="16383"/>
                </a:lnTo>
                <a:lnTo>
                  <a:pt x="1486534" y="15112"/>
                </a:lnTo>
                <a:lnTo>
                  <a:pt x="1494790" y="12319"/>
                </a:lnTo>
                <a:lnTo>
                  <a:pt x="1503045" y="9525"/>
                </a:lnTo>
                <a:lnTo>
                  <a:pt x="1509902" y="6858"/>
                </a:lnTo>
                <a:lnTo>
                  <a:pt x="1515364" y="4063"/>
                </a:lnTo>
                <a:lnTo>
                  <a:pt x="1520952" y="1270"/>
                </a:lnTo>
                <a:lnTo>
                  <a:pt x="1525016" y="0"/>
                </a:lnTo>
                <a:lnTo>
                  <a:pt x="1527809" y="0"/>
                </a:lnTo>
                <a:lnTo>
                  <a:pt x="1530477" y="0"/>
                </a:lnTo>
                <a:lnTo>
                  <a:pt x="1579879" y="0"/>
                </a:lnTo>
                <a:lnTo>
                  <a:pt x="1584071" y="1270"/>
                </a:lnTo>
                <a:lnTo>
                  <a:pt x="1589531" y="4063"/>
                </a:lnTo>
                <a:lnTo>
                  <a:pt x="1594993" y="6858"/>
                </a:lnTo>
                <a:lnTo>
                  <a:pt x="1600580" y="8255"/>
                </a:lnTo>
                <a:lnTo>
                  <a:pt x="1606042" y="825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5014086" y="4601972"/>
            <a:ext cx="2825115" cy="66040"/>
          </a:xfrm>
          <a:custGeom>
            <a:avLst/>
            <a:gdLst/>
            <a:ahLst/>
            <a:cxnLst/>
            <a:rect l="l" t="t" r="r" b="b"/>
            <a:pathLst>
              <a:path w="2825115" h="66039">
                <a:moveTo>
                  <a:pt x="0" y="65913"/>
                </a:moveTo>
                <a:lnTo>
                  <a:pt x="0" y="65913"/>
                </a:lnTo>
                <a:lnTo>
                  <a:pt x="362458" y="65913"/>
                </a:lnTo>
                <a:lnTo>
                  <a:pt x="413154" y="65651"/>
                </a:lnTo>
                <a:lnTo>
                  <a:pt x="458184" y="64865"/>
                </a:lnTo>
                <a:lnTo>
                  <a:pt x="497546" y="63555"/>
                </a:lnTo>
                <a:lnTo>
                  <a:pt x="561859" y="59701"/>
                </a:lnTo>
                <a:lnTo>
                  <a:pt x="621573" y="55614"/>
                </a:lnTo>
                <a:lnTo>
                  <a:pt x="679479" y="51500"/>
                </a:lnTo>
                <a:lnTo>
                  <a:pt x="708326" y="49418"/>
                </a:lnTo>
                <a:lnTo>
                  <a:pt x="765937" y="45339"/>
                </a:lnTo>
                <a:lnTo>
                  <a:pt x="821563" y="42195"/>
                </a:lnTo>
                <a:lnTo>
                  <a:pt x="872998" y="41148"/>
                </a:lnTo>
                <a:lnTo>
                  <a:pt x="897481" y="41148"/>
                </a:lnTo>
                <a:lnTo>
                  <a:pt x="921416" y="41148"/>
                </a:lnTo>
                <a:lnTo>
                  <a:pt x="944828" y="41148"/>
                </a:lnTo>
                <a:lnTo>
                  <a:pt x="967739" y="41148"/>
                </a:lnTo>
                <a:lnTo>
                  <a:pt x="990147" y="40905"/>
                </a:lnTo>
                <a:lnTo>
                  <a:pt x="1033391" y="38897"/>
                </a:lnTo>
                <a:lnTo>
                  <a:pt x="1074037" y="35008"/>
                </a:lnTo>
                <a:lnTo>
                  <a:pt x="1124203" y="28829"/>
                </a:lnTo>
                <a:lnTo>
                  <a:pt x="1138866" y="27015"/>
                </a:lnTo>
                <a:lnTo>
                  <a:pt x="1154064" y="25749"/>
                </a:lnTo>
                <a:lnTo>
                  <a:pt x="1169763" y="25007"/>
                </a:lnTo>
                <a:lnTo>
                  <a:pt x="1185926" y="24765"/>
                </a:lnTo>
                <a:lnTo>
                  <a:pt x="1202162" y="24765"/>
                </a:lnTo>
                <a:lnTo>
                  <a:pt x="1217898" y="24765"/>
                </a:lnTo>
                <a:lnTo>
                  <a:pt x="2684907" y="24765"/>
                </a:lnTo>
                <a:lnTo>
                  <a:pt x="2692911" y="24503"/>
                </a:lnTo>
                <a:lnTo>
                  <a:pt x="2700369" y="23717"/>
                </a:lnTo>
                <a:lnTo>
                  <a:pt x="2707302" y="22407"/>
                </a:lnTo>
                <a:lnTo>
                  <a:pt x="2713736" y="20574"/>
                </a:lnTo>
                <a:lnTo>
                  <a:pt x="2721991" y="17907"/>
                </a:lnTo>
                <a:lnTo>
                  <a:pt x="2730245" y="16510"/>
                </a:lnTo>
                <a:lnTo>
                  <a:pt x="2738501" y="16510"/>
                </a:lnTo>
                <a:lnTo>
                  <a:pt x="2746756" y="16510"/>
                </a:lnTo>
                <a:lnTo>
                  <a:pt x="2753614" y="15113"/>
                </a:lnTo>
                <a:lnTo>
                  <a:pt x="2759074" y="12319"/>
                </a:lnTo>
                <a:lnTo>
                  <a:pt x="2764536" y="9652"/>
                </a:lnTo>
                <a:lnTo>
                  <a:pt x="2769996" y="8255"/>
                </a:lnTo>
                <a:lnTo>
                  <a:pt x="2775458" y="8255"/>
                </a:lnTo>
                <a:lnTo>
                  <a:pt x="2781045" y="8255"/>
                </a:lnTo>
                <a:lnTo>
                  <a:pt x="2783713" y="6858"/>
                </a:lnTo>
                <a:lnTo>
                  <a:pt x="2783713" y="4191"/>
                </a:lnTo>
                <a:lnTo>
                  <a:pt x="2783713" y="1397"/>
                </a:lnTo>
                <a:lnTo>
                  <a:pt x="2785110" y="0"/>
                </a:lnTo>
                <a:lnTo>
                  <a:pt x="2787904" y="0"/>
                </a:lnTo>
                <a:lnTo>
                  <a:pt x="2790570" y="0"/>
                </a:lnTo>
                <a:lnTo>
                  <a:pt x="2819399" y="0"/>
                </a:lnTo>
                <a:lnTo>
                  <a:pt x="282498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3836415" y="5162042"/>
            <a:ext cx="1202690" cy="16510"/>
          </a:xfrm>
          <a:custGeom>
            <a:avLst/>
            <a:gdLst/>
            <a:ahLst/>
            <a:cxnLst/>
            <a:rect l="l" t="t" r="r" b="b"/>
            <a:pathLst>
              <a:path w="1202689" h="16510">
                <a:moveTo>
                  <a:pt x="0" y="16510"/>
                </a:moveTo>
                <a:lnTo>
                  <a:pt x="0" y="16510"/>
                </a:lnTo>
                <a:lnTo>
                  <a:pt x="481711" y="16510"/>
                </a:lnTo>
                <a:lnTo>
                  <a:pt x="502332" y="16248"/>
                </a:lnTo>
                <a:lnTo>
                  <a:pt x="527050" y="15462"/>
                </a:lnTo>
                <a:lnTo>
                  <a:pt x="555863" y="14152"/>
                </a:lnTo>
                <a:lnTo>
                  <a:pt x="588772" y="12319"/>
                </a:lnTo>
                <a:lnTo>
                  <a:pt x="622778" y="10558"/>
                </a:lnTo>
                <a:lnTo>
                  <a:pt x="654700" y="9286"/>
                </a:lnTo>
                <a:lnTo>
                  <a:pt x="684551" y="8514"/>
                </a:lnTo>
                <a:lnTo>
                  <a:pt x="712343" y="8255"/>
                </a:lnTo>
                <a:lnTo>
                  <a:pt x="739630" y="8255"/>
                </a:lnTo>
                <a:lnTo>
                  <a:pt x="767953" y="8255"/>
                </a:lnTo>
                <a:lnTo>
                  <a:pt x="988313" y="8255"/>
                </a:lnTo>
                <a:lnTo>
                  <a:pt x="1004270" y="7993"/>
                </a:lnTo>
                <a:lnTo>
                  <a:pt x="1019190" y="7207"/>
                </a:lnTo>
                <a:lnTo>
                  <a:pt x="1033087" y="5897"/>
                </a:lnTo>
                <a:lnTo>
                  <a:pt x="1045972" y="4064"/>
                </a:lnTo>
                <a:lnTo>
                  <a:pt x="1057759" y="2303"/>
                </a:lnTo>
                <a:lnTo>
                  <a:pt x="1068546" y="1031"/>
                </a:lnTo>
                <a:lnTo>
                  <a:pt x="1078333" y="259"/>
                </a:lnTo>
                <a:lnTo>
                  <a:pt x="1087120" y="0"/>
                </a:lnTo>
                <a:lnTo>
                  <a:pt x="1098042" y="0"/>
                </a:lnTo>
                <a:lnTo>
                  <a:pt x="1104900" y="0"/>
                </a:lnTo>
                <a:lnTo>
                  <a:pt x="1196848" y="0"/>
                </a:lnTo>
                <a:lnTo>
                  <a:pt x="1202436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5425947" y="4832604"/>
            <a:ext cx="1127125" cy="469900"/>
          </a:xfrm>
          <a:custGeom>
            <a:avLst/>
            <a:gdLst/>
            <a:ahLst/>
            <a:cxnLst/>
            <a:rect l="l" t="t" r="r" b="b"/>
            <a:pathLst>
              <a:path w="1127125" h="469900">
                <a:moveTo>
                  <a:pt x="24637" y="16510"/>
                </a:moveTo>
                <a:lnTo>
                  <a:pt x="24637" y="16510"/>
                </a:lnTo>
                <a:lnTo>
                  <a:pt x="24637" y="144145"/>
                </a:lnTo>
                <a:lnTo>
                  <a:pt x="24899" y="150578"/>
                </a:lnTo>
                <a:lnTo>
                  <a:pt x="32892" y="188388"/>
                </a:lnTo>
                <a:lnTo>
                  <a:pt x="39050" y="208236"/>
                </a:lnTo>
                <a:lnTo>
                  <a:pt x="41132" y="215169"/>
                </a:lnTo>
                <a:lnTo>
                  <a:pt x="43189" y="222627"/>
                </a:lnTo>
                <a:lnTo>
                  <a:pt x="45212" y="230632"/>
                </a:lnTo>
                <a:lnTo>
                  <a:pt x="48005" y="241554"/>
                </a:lnTo>
                <a:lnTo>
                  <a:pt x="49402" y="249809"/>
                </a:lnTo>
                <a:lnTo>
                  <a:pt x="49402" y="255270"/>
                </a:lnTo>
                <a:lnTo>
                  <a:pt x="49402" y="260731"/>
                </a:lnTo>
                <a:lnTo>
                  <a:pt x="49402" y="468122"/>
                </a:lnTo>
                <a:lnTo>
                  <a:pt x="52069" y="469392"/>
                </a:lnTo>
                <a:lnTo>
                  <a:pt x="57657" y="469392"/>
                </a:lnTo>
                <a:lnTo>
                  <a:pt x="64327" y="469149"/>
                </a:lnTo>
                <a:lnTo>
                  <a:pt x="115315" y="465328"/>
                </a:lnTo>
                <a:lnTo>
                  <a:pt x="160559" y="461200"/>
                </a:lnTo>
                <a:lnTo>
                  <a:pt x="213568" y="454997"/>
                </a:lnTo>
                <a:lnTo>
                  <a:pt x="255269" y="448818"/>
                </a:lnTo>
                <a:lnTo>
                  <a:pt x="268676" y="446795"/>
                </a:lnTo>
                <a:lnTo>
                  <a:pt x="321182" y="440563"/>
                </a:lnTo>
                <a:lnTo>
                  <a:pt x="373689" y="436758"/>
                </a:lnTo>
                <a:lnTo>
                  <a:pt x="387096" y="436499"/>
                </a:lnTo>
                <a:lnTo>
                  <a:pt x="398883" y="436499"/>
                </a:lnTo>
                <a:lnTo>
                  <a:pt x="409670" y="436499"/>
                </a:lnTo>
                <a:lnTo>
                  <a:pt x="419457" y="436499"/>
                </a:lnTo>
                <a:lnTo>
                  <a:pt x="428243" y="436499"/>
                </a:lnTo>
                <a:lnTo>
                  <a:pt x="436959" y="436239"/>
                </a:lnTo>
                <a:lnTo>
                  <a:pt x="446722" y="435467"/>
                </a:lnTo>
                <a:lnTo>
                  <a:pt x="457533" y="434195"/>
                </a:lnTo>
                <a:lnTo>
                  <a:pt x="469391" y="432435"/>
                </a:lnTo>
                <a:lnTo>
                  <a:pt x="482536" y="430601"/>
                </a:lnTo>
                <a:lnTo>
                  <a:pt x="497205" y="429291"/>
                </a:lnTo>
                <a:lnTo>
                  <a:pt x="513397" y="428505"/>
                </a:lnTo>
                <a:lnTo>
                  <a:pt x="531113" y="428244"/>
                </a:lnTo>
                <a:lnTo>
                  <a:pt x="550189" y="428244"/>
                </a:lnTo>
                <a:lnTo>
                  <a:pt x="570277" y="428244"/>
                </a:lnTo>
                <a:lnTo>
                  <a:pt x="716534" y="428244"/>
                </a:lnTo>
                <a:lnTo>
                  <a:pt x="744799" y="427984"/>
                </a:lnTo>
                <a:lnTo>
                  <a:pt x="798329" y="425940"/>
                </a:lnTo>
                <a:lnTo>
                  <a:pt x="847762" y="422086"/>
                </a:lnTo>
                <a:lnTo>
                  <a:pt x="893050" y="417947"/>
                </a:lnTo>
                <a:lnTo>
                  <a:pt x="914146" y="415925"/>
                </a:lnTo>
                <a:lnTo>
                  <a:pt x="933434" y="414091"/>
                </a:lnTo>
                <a:lnTo>
                  <a:pt x="950150" y="412781"/>
                </a:lnTo>
                <a:lnTo>
                  <a:pt x="964295" y="411995"/>
                </a:lnTo>
                <a:lnTo>
                  <a:pt x="975867" y="411734"/>
                </a:lnTo>
                <a:lnTo>
                  <a:pt x="985391" y="411734"/>
                </a:lnTo>
                <a:lnTo>
                  <a:pt x="993378" y="411734"/>
                </a:lnTo>
                <a:lnTo>
                  <a:pt x="1036319" y="411734"/>
                </a:lnTo>
                <a:lnTo>
                  <a:pt x="1038987" y="410464"/>
                </a:lnTo>
                <a:lnTo>
                  <a:pt x="1041780" y="407670"/>
                </a:lnTo>
                <a:lnTo>
                  <a:pt x="1044575" y="404876"/>
                </a:lnTo>
                <a:lnTo>
                  <a:pt x="1048639" y="403606"/>
                </a:lnTo>
                <a:lnTo>
                  <a:pt x="1054100" y="403606"/>
                </a:lnTo>
                <a:lnTo>
                  <a:pt x="1059688" y="403606"/>
                </a:lnTo>
                <a:lnTo>
                  <a:pt x="1126871" y="403606"/>
                </a:lnTo>
                <a:lnTo>
                  <a:pt x="1124203" y="403606"/>
                </a:lnTo>
                <a:lnTo>
                  <a:pt x="1121409" y="403606"/>
                </a:lnTo>
                <a:lnTo>
                  <a:pt x="1118616" y="403606"/>
                </a:lnTo>
                <a:lnTo>
                  <a:pt x="1115949" y="403606"/>
                </a:lnTo>
                <a:lnTo>
                  <a:pt x="1113154" y="403606"/>
                </a:lnTo>
                <a:lnTo>
                  <a:pt x="1110487" y="402209"/>
                </a:lnTo>
                <a:lnTo>
                  <a:pt x="1097625" y="364938"/>
                </a:lnTo>
                <a:lnTo>
                  <a:pt x="1095375" y="341757"/>
                </a:lnTo>
                <a:lnTo>
                  <a:pt x="1095375" y="334801"/>
                </a:lnTo>
                <a:lnTo>
                  <a:pt x="1095375" y="326310"/>
                </a:lnTo>
                <a:lnTo>
                  <a:pt x="1095375" y="35687"/>
                </a:lnTo>
                <a:lnTo>
                  <a:pt x="1093977" y="31496"/>
                </a:lnTo>
                <a:lnTo>
                  <a:pt x="1091183" y="28829"/>
                </a:lnTo>
                <a:lnTo>
                  <a:pt x="1088517" y="26035"/>
                </a:lnTo>
                <a:lnTo>
                  <a:pt x="1085723" y="24637"/>
                </a:lnTo>
                <a:lnTo>
                  <a:pt x="1072006" y="24637"/>
                </a:lnTo>
                <a:lnTo>
                  <a:pt x="1069213" y="23368"/>
                </a:lnTo>
                <a:lnTo>
                  <a:pt x="1066546" y="20574"/>
                </a:lnTo>
                <a:lnTo>
                  <a:pt x="1063752" y="17780"/>
                </a:lnTo>
                <a:lnTo>
                  <a:pt x="1060957" y="16510"/>
                </a:lnTo>
                <a:lnTo>
                  <a:pt x="1058290" y="16510"/>
                </a:lnTo>
                <a:lnTo>
                  <a:pt x="1055497" y="16510"/>
                </a:lnTo>
                <a:lnTo>
                  <a:pt x="1004697" y="16510"/>
                </a:lnTo>
                <a:lnTo>
                  <a:pt x="987716" y="16248"/>
                </a:lnTo>
                <a:lnTo>
                  <a:pt x="930655" y="12318"/>
                </a:lnTo>
                <a:lnTo>
                  <a:pt x="889396" y="8239"/>
                </a:lnTo>
                <a:lnTo>
                  <a:pt x="848232" y="4064"/>
                </a:lnTo>
                <a:lnTo>
                  <a:pt x="827397" y="2303"/>
                </a:lnTo>
                <a:lnTo>
                  <a:pt x="806037" y="1031"/>
                </a:lnTo>
                <a:lnTo>
                  <a:pt x="784153" y="259"/>
                </a:lnTo>
                <a:lnTo>
                  <a:pt x="761746" y="0"/>
                </a:lnTo>
                <a:lnTo>
                  <a:pt x="740122" y="0"/>
                </a:lnTo>
                <a:lnTo>
                  <a:pt x="720582" y="0"/>
                </a:lnTo>
                <a:lnTo>
                  <a:pt x="424052" y="0"/>
                </a:lnTo>
                <a:lnTo>
                  <a:pt x="406336" y="259"/>
                </a:lnTo>
                <a:lnTo>
                  <a:pt x="390144" y="1031"/>
                </a:lnTo>
                <a:lnTo>
                  <a:pt x="375475" y="2303"/>
                </a:lnTo>
                <a:lnTo>
                  <a:pt x="362330" y="4064"/>
                </a:lnTo>
                <a:lnTo>
                  <a:pt x="349446" y="6157"/>
                </a:lnTo>
                <a:lnTo>
                  <a:pt x="335549" y="8239"/>
                </a:lnTo>
                <a:lnTo>
                  <a:pt x="320629" y="10296"/>
                </a:lnTo>
                <a:lnTo>
                  <a:pt x="304673" y="12318"/>
                </a:lnTo>
                <a:lnTo>
                  <a:pt x="289220" y="14394"/>
                </a:lnTo>
                <a:lnTo>
                  <a:pt x="275828" y="16446"/>
                </a:lnTo>
                <a:lnTo>
                  <a:pt x="264507" y="18498"/>
                </a:lnTo>
                <a:lnTo>
                  <a:pt x="255269" y="20574"/>
                </a:lnTo>
                <a:lnTo>
                  <a:pt x="246743" y="22387"/>
                </a:lnTo>
                <a:lnTo>
                  <a:pt x="237728" y="23653"/>
                </a:lnTo>
                <a:lnTo>
                  <a:pt x="228213" y="24395"/>
                </a:lnTo>
                <a:lnTo>
                  <a:pt x="218186" y="24637"/>
                </a:lnTo>
                <a:lnTo>
                  <a:pt x="208158" y="24637"/>
                </a:lnTo>
                <a:lnTo>
                  <a:pt x="198643" y="24637"/>
                </a:lnTo>
                <a:lnTo>
                  <a:pt x="5461" y="24637"/>
                </a:lnTo>
                <a:lnTo>
                  <a:pt x="0" y="2463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/>
          <p:nvPr/>
        </p:nvSpPr>
        <p:spPr>
          <a:xfrm>
            <a:off x="9298869" y="7275359"/>
            <a:ext cx="245110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550" spc="-25">
                <a:latin typeface="Arial MT"/>
                <a:cs typeface="Arial MT"/>
              </a:rPr>
              <a:t>20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grpSp>
        <p:nvGrpSpPr>
          <p:cNvPr id="3" name="object 3" descr=""/>
          <p:cNvGrpSpPr/>
          <p:nvPr/>
        </p:nvGrpSpPr>
        <p:grpSpPr>
          <a:xfrm>
            <a:off x="1309750" y="2072640"/>
            <a:ext cx="7936865" cy="4295140"/>
            <a:chOff x="1309750" y="2072640"/>
            <a:chExt cx="7936865" cy="429514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56359" y="2072640"/>
              <a:ext cx="7889697" cy="429463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316100" y="2518283"/>
              <a:ext cx="2882900" cy="2281555"/>
            </a:xfrm>
            <a:custGeom>
              <a:avLst/>
              <a:gdLst/>
              <a:ahLst/>
              <a:cxnLst/>
              <a:rect l="l" t="t" r="r" b="b"/>
              <a:pathLst>
                <a:path w="2882900" h="2281554">
                  <a:moveTo>
                    <a:pt x="757682" y="1465960"/>
                  </a:moveTo>
                  <a:lnTo>
                    <a:pt x="748444" y="1465960"/>
                  </a:lnTo>
                  <a:lnTo>
                    <a:pt x="737123" y="1465960"/>
                  </a:lnTo>
                  <a:lnTo>
                    <a:pt x="723731" y="1465960"/>
                  </a:lnTo>
                  <a:lnTo>
                    <a:pt x="708279" y="1465960"/>
                  </a:lnTo>
                  <a:lnTo>
                    <a:pt x="691036" y="1466222"/>
                  </a:lnTo>
                  <a:lnTo>
                    <a:pt x="672258" y="1467008"/>
                  </a:lnTo>
                  <a:lnTo>
                    <a:pt x="651932" y="1468318"/>
                  </a:lnTo>
                  <a:lnTo>
                    <a:pt x="630047" y="1470152"/>
                  </a:lnTo>
                  <a:lnTo>
                    <a:pt x="606615" y="1471912"/>
                  </a:lnTo>
                  <a:lnTo>
                    <a:pt x="581660" y="1473184"/>
                  </a:lnTo>
                  <a:lnTo>
                    <a:pt x="555180" y="1473956"/>
                  </a:lnTo>
                  <a:lnTo>
                    <a:pt x="527176" y="1474215"/>
                  </a:lnTo>
                  <a:lnTo>
                    <a:pt x="499604" y="1474477"/>
                  </a:lnTo>
                  <a:lnTo>
                    <a:pt x="474614" y="1475263"/>
                  </a:lnTo>
                  <a:lnTo>
                    <a:pt x="452221" y="1476573"/>
                  </a:lnTo>
                  <a:lnTo>
                    <a:pt x="432435" y="1478406"/>
                  </a:lnTo>
                  <a:lnTo>
                    <a:pt x="414143" y="1480167"/>
                  </a:lnTo>
                  <a:lnTo>
                    <a:pt x="396398" y="1481439"/>
                  </a:lnTo>
                  <a:lnTo>
                    <a:pt x="379178" y="1482211"/>
                  </a:lnTo>
                  <a:lnTo>
                    <a:pt x="362457" y="1482470"/>
                  </a:lnTo>
                  <a:lnTo>
                    <a:pt x="347003" y="1482470"/>
                  </a:lnTo>
                  <a:lnTo>
                    <a:pt x="333597" y="1482470"/>
                  </a:lnTo>
                  <a:lnTo>
                    <a:pt x="288290" y="1482470"/>
                  </a:lnTo>
                  <a:lnTo>
                    <a:pt x="283670" y="1481949"/>
                  </a:lnTo>
                  <a:lnTo>
                    <a:pt x="278003" y="1480391"/>
                  </a:lnTo>
                  <a:lnTo>
                    <a:pt x="271287" y="1477809"/>
                  </a:lnTo>
                  <a:lnTo>
                    <a:pt x="263525" y="1474215"/>
                  </a:lnTo>
                  <a:lnTo>
                    <a:pt x="255313" y="1470380"/>
                  </a:lnTo>
                  <a:lnTo>
                    <a:pt x="247078" y="1467056"/>
                  </a:lnTo>
                  <a:lnTo>
                    <a:pt x="238843" y="1464232"/>
                  </a:lnTo>
                  <a:lnTo>
                    <a:pt x="230632" y="1461896"/>
                  </a:lnTo>
                  <a:lnTo>
                    <a:pt x="221132" y="1459039"/>
                  </a:lnTo>
                  <a:lnTo>
                    <a:pt x="177037" y="1441322"/>
                  </a:lnTo>
                  <a:lnTo>
                    <a:pt x="135372" y="1421231"/>
                  </a:lnTo>
                  <a:lnTo>
                    <a:pt x="121255" y="1412462"/>
                  </a:lnTo>
                  <a:lnTo>
                    <a:pt x="114315" y="1408366"/>
                  </a:lnTo>
                  <a:lnTo>
                    <a:pt x="106828" y="1404270"/>
                  </a:lnTo>
                  <a:lnTo>
                    <a:pt x="98806" y="1400175"/>
                  </a:lnTo>
                  <a:lnTo>
                    <a:pt x="91116" y="1396005"/>
                  </a:lnTo>
                  <a:lnTo>
                    <a:pt x="84439" y="1391872"/>
                  </a:lnTo>
                  <a:lnTo>
                    <a:pt x="78785" y="1387762"/>
                  </a:lnTo>
                  <a:lnTo>
                    <a:pt x="74168" y="1383664"/>
                  </a:lnTo>
                  <a:lnTo>
                    <a:pt x="68707" y="1378203"/>
                  </a:lnTo>
                  <a:lnTo>
                    <a:pt x="63118" y="1372615"/>
                  </a:lnTo>
                  <a:lnTo>
                    <a:pt x="57658" y="1367154"/>
                  </a:lnTo>
                  <a:lnTo>
                    <a:pt x="52196" y="1361693"/>
                  </a:lnTo>
                  <a:lnTo>
                    <a:pt x="46736" y="1356232"/>
                  </a:lnTo>
                  <a:lnTo>
                    <a:pt x="41148" y="1350644"/>
                  </a:lnTo>
                  <a:lnTo>
                    <a:pt x="35687" y="1345183"/>
                  </a:lnTo>
                  <a:lnTo>
                    <a:pt x="30226" y="1339722"/>
                  </a:lnTo>
                  <a:lnTo>
                    <a:pt x="15988" y="1301545"/>
                  </a:lnTo>
                  <a:lnTo>
                    <a:pt x="14430" y="1294082"/>
                  </a:lnTo>
                  <a:lnTo>
                    <a:pt x="11848" y="1287119"/>
                  </a:lnTo>
                  <a:lnTo>
                    <a:pt x="8255" y="1280667"/>
                  </a:lnTo>
                  <a:lnTo>
                    <a:pt x="4661" y="1274496"/>
                  </a:lnTo>
                  <a:lnTo>
                    <a:pt x="2079" y="1268349"/>
                  </a:lnTo>
                  <a:lnTo>
                    <a:pt x="521" y="1262201"/>
                  </a:lnTo>
                  <a:lnTo>
                    <a:pt x="0" y="1256029"/>
                  </a:lnTo>
                  <a:lnTo>
                    <a:pt x="0" y="1247775"/>
                  </a:lnTo>
                  <a:lnTo>
                    <a:pt x="0" y="1239519"/>
                  </a:lnTo>
                  <a:lnTo>
                    <a:pt x="0" y="1202435"/>
                  </a:lnTo>
                  <a:lnTo>
                    <a:pt x="261" y="1193962"/>
                  </a:lnTo>
                  <a:lnTo>
                    <a:pt x="6473" y="1155326"/>
                  </a:lnTo>
                  <a:lnTo>
                    <a:pt x="25749" y="1113916"/>
                  </a:lnTo>
                  <a:lnTo>
                    <a:pt x="44039" y="1098490"/>
                  </a:lnTo>
                  <a:lnTo>
                    <a:pt x="52530" y="1091279"/>
                  </a:lnTo>
                  <a:lnTo>
                    <a:pt x="62569" y="1082020"/>
                  </a:lnTo>
                  <a:lnTo>
                    <a:pt x="74168" y="1070736"/>
                  </a:lnTo>
                  <a:lnTo>
                    <a:pt x="87052" y="1058616"/>
                  </a:lnTo>
                  <a:lnTo>
                    <a:pt x="131826" y="1025397"/>
                  </a:lnTo>
                  <a:lnTo>
                    <a:pt x="165766" y="1004823"/>
                  </a:lnTo>
                  <a:lnTo>
                    <a:pt x="201803" y="984250"/>
                  </a:lnTo>
                  <a:lnTo>
                    <a:pt x="238887" y="964660"/>
                  </a:lnTo>
                  <a:lnTo>
                    <a:pt x="275971" y="947165"/>
                  </a:lnTo>
                  <a:lnTo>
                    <a:pt x="312991" y="932735"/>
                  </a:lnTo>
                  <a:lnTo>
                    <a:pt x="350012" y="922401"/>
                  </a:lnTo>
                  <a:lnTo>
                    <a:pt x="367035" y="918305"/>
                  </a:lnTo>
                  <a:lnTo>
                    <a:pt x="380952" y="914209"/>
                  </a:lnTo>
                  <a:lnTo>
                    <a:pt x="391749" y="910113"/>
                  </a:lnTo>
                  <a:lnTo>
                    <a:pt x="399415" y="906017"/>
                  </a:lnTo>
                  <a:lnTo>
                    <a:pt x="407669" y="900429"/>
                  </a:lnTo>
                  <a:lnTo>
                    <a:pt x="414528" y="897763"/>
                  </a:lnTo>
                  <a:lnTo>
                    <a:pt x="441960" y="897763"/>
                  </a:lnTo>
                  <a:lnTo>
                    <a:pt x="450215" y="899159"/>
                  </a:lnTo>
                  <a:lnTo>
                    <a:pt x="490093" y="910081"/>
                  </a:lnTo>
                  <a:lnTo>
                    <a:pt x="521182" y="932763"/>
                  </a:lnTo>
                  <a:lnTo>
                    <a:pt x="528145" y="938910"/>
                  </a:lnTo>
                  <a:lnTo>
                    <a:pt x="560069" y="962564"/>
                  </a:lnTo>
                  <a:lnTo>
                    <a:pt x="576580" y="971803"/>
                  </a:lnTo>
                  <a:lnTo>
                    <a:pt x="584531" y="976477"/>
                  </a:lnTo>
                  <a:lnTo>
                    <a:pt x="591994" y="982138"/>
                  </a:lnTo>
                  <a:lnTo>
                    <a:pt x="598957" y="988823"/>
                  </a:lnTo>
                  <a:lnTo>
                    <a:pt x="605409" y="996568"/>
                  </a:lnTo>
                  <a:lnTo>
                    <a:pt x="611284" y="1004260"/>
                  </a:lnTo>
                  <a:lnTo>
                    <a:pt x="616696" y="1010951"/>
                  </a:lnTo>
                  <a:lnTo>
                    <a:pt x="621607" y="1016642"/>
                  </a:lnTo>
                  <a:lnTo>
                    <a:pt x="625982" y="1021333"/>
                  </a:lnTo>
                  <a:lnTo>
                    <a:pt x="630340" y="1025691"/>
                  </a:lnTo>
                  <a:lnTo>
                    <a:pt x="635222" y="1030573"/>
                  </a:lnTo>
                  <a:lnTo>
                    <a:pt x="640627" y="1035978"/>
                  </a:lnTo>
                  <a:lnTo>
                    <a:pt x="646557" y="1041907"/>
                  </a:lnTo>
                  <a:lnTo>
                    <a:pt x="652226" y="1047783"/>
                  </a:lnTo>
                  <a:lnTo>
                    <a:pt x="671194" y="1083055"/>
                  </a:lnTo>
                  <a:lnTo>
                    <a:pt x="673988" y="1091310"/>
                  </a:lnTo>
                  <a:lnTo>
                    <a:pt x="676782" y="1096771"/>
                  </a:lnTo>
                  <a:lnTo>
                    <a:pt x="679450" y="1099565"/>
                  </a:lnTo>
                  <a:lnTo>
                    <a:pt x="682244" y="1102232"/>
                  </a:lnTo>
                  <a:lnTo>
                    <a:pt x="686307" y="1107693"/>
                  </a:lnTo>
                  <a:lnTo>
                    <a:pt x="704183" y="1141434"/>
                  </a:lnTo>
                  <a:lnTo>
                    <a:pt x="716029" y="1183161"/>
                  </a:lnTo>
                  <a:lnTo>
                    <a:pt x="716534" y="1190116"/>
                  </a:lnTo>
                  <a:lnTo>
                    <a:pt x="716534" y="1198371"/>
                  </a:lnTo>
                  <a:lnTo>
                    <a:pt x="717931" y="1206627"/>
                  </a:lnTo>
                  <a:lnTo>
                    <a:pt x="720725" y="1214754"/>
                  </a:lnTo>
                  <a:lnTo>
                    <a:pt x="722745" y="1220946"/>
                  </a:lnTo>
                  <a:lnTo>
                    <a:pt x="724788" y="1227137"/>
                  </a:lnTo>
                  <a:lnTo>
                    <a:pt x="726832" y="1233328"/>
                  </a:lnTo>
                  <a:lnTo>
                    <a:pt x="728853" y="1239519"/>
                  </a:lnTo>
                  <a:lnTo>
                    <a:pt x="731647" y="1247775"/>
                  </a:lnTo>
                  <a:lnTo>
                    <a:pt x="733044" y="1253235"/>
                  </a:lnTo>
                  <a:lnTo>
                    <a:pt x="733044" y="1256029"/>
                  </a:lnTo>
                  <a:lnTo>
                    <a:pt x="733044" y="1258696"/>
                  </a:lnTo>
                  <a:lnTo>
                    <a:pt x="733044" y="1262888"/>
                  </a:lnTo>
                  <a:lnTo>
                    <a:pt x="733044" y="1268348"/>
                  </a:lnTo>
                  <a:lnTo>
                    <a:pt x="733044" y="1273809"/>
                  </a:lnTo>
                  <a:lnTo>
                    <a:pt x="733044" y="1279270"/>
                  </a:lnTo>
                  <a:lnTo>
                    <a:pt x="733044" y="1284858"/>
                  </a:lnTo>
                </a:path>
                <a:path w="2882900" h="2281554">
                  <a:moveTo>
                    <a:pt x="123571" y="33019"/>
                  </a:moveTo>
                  <a:lnTo>
                    <a:pt x="123571" y="33019"/>
                  </a:lnTo>
                  <a:lnTo>
                    <a:pt x="453009" y="33019"/>
                  </a:lnTo>
                  <a:lnTo>
                    <a:pt x="461220" y="32758"/>
                  </a:lnTo>
                  <a:lnTo>
                    <a:pt x="469455" y="31972"/>
                  </a:lnTo>
                  <a:lnTo>
                    <a:pt x="477690" y="30662"/>
                  </a:lnTo>
                  <a:lnTo>
                    <a:pt x="485901" y="28828"/>
                  </a:lnTo>
                  <a:lnTo>
                    <a:pt x="494428" y="26806"/>
                  </a:lnTo>
                  <a:lnTo>
                    <a:pt x="503443" y="24749"/>
                  </a:lnTo>
                  <a:lnTo>
                    <a:pt x="541543" y="17541"/>
                  </a:lnTo>
                  <a:lnTo>
                    <a:pt x="556006" y="16509"/>
                  </a:lnTo>
                  <a:lnTo>
                    <a:pt x="562645" y="16248"/>
                  </a:lnTo>
                  <a:lnTo>
                    <a:pt x="607393" y="8254"/>
                  </a:lnTo>
                  <a:lnTo>
                    <a:pt x="630047" y="1396"/>
                  </a:lnTo>
                  <a:lnTo>
                    <a:pt x="638301" y="0"/>
                  </a:lnTo>
                  <a:lnTo>
                    <a:pt x="760476" y="0"/>
                  </a:lnTo>
                  <a:lnTo>
                    <a:pt x="765937" y="0"/>
                  </a:lnTo>
                </a:path>
                <a:path w="2882900" h="2281554">
                  <a:moveTo>
                    <a:pt x="1976627" y="2256662"/>
                  </a:moveTo>
                  <a:lnTo>
                    <a:pt x="1976627" y="2256662"/>
                  </a:lnTo>
                  <a:lnTo>
                    <a:pt x="2104263" y="2256662"/>
                  </a:lnTo>
                  <a:lnTo>
                    <a:pt x="2114811" y="2256922"/>
                  </a:lnTo>
                  <a:lnTo>
                    <a:pt x="2125884" y="2257694"/>
                  </a:lnTo>
                  <a:lnTo>
                    <a:pt x="2137481" y="2258966"/>
                  </a:lnTo>
                  <a:lnTo>
                    <a:pt x="2149602" y="2260726"/>
                  </a:lnTo>
                  <a:lnTo>
                    <a:pt x="2161964" y="2262820"/>
                  </a:lnTo>
                  <a:lnTo>
                    <a:pt x="2174303" y="2264902"/>
                  </a:lnTo>
                  <a:lnTo>
                    <a:pt x="2212411" y="2271057"/>
                  </a:lnTo>
                  <a:lnTo>
                    <a:pt x="2264918" y="2277236"/>
                  </a:lnTo>
                  <a:lnTo>
                    <a:pt x="2304049" y="2280380"/>
                  </a:lnTo>
                  <a:lnTo>
                    <a:pt x="2339086" y="2281428"/>
                  </a:lnTo>
                  <a:lnTo>
                    <a:pt x="2354726" y="2281428"/>
                  </a:lnTo>
                  <a:lnTo>
                    <a:pt x="2368867" y="2281428"/>
                  </a:lnTo>
                  <a:lnTo>
                    <a:pt x="2381484" y="2281428"/>
                  </a:lnTo>
                  <a:lnTo>
                    <a:pt x="2392553" y="2281428"/>
                  </a:lnTo>
                  <a:lnTo>
                    <a:pt x="2402580" y="2281166"/>
                  </a:lnTo>
                  <a:lnTo>
                    <a:pt x="2412095" y="2280380"/>
                  </a:lnTo>
                  <a:lnTo>
                    <a:pt x="2421110" y="2279070"/>
                  </a:lnTo>
                  <a:lnTo>
                    <a:pt x="2429637" y="2277236"/>
                  </a:lnTo>
                  <a:lnTo>
                    <a:pt x="2440559" y="2274442"/>
                  </a:lnTo>
                  <a:lnTo>
                    <a:pt x="2448814" y="2273172"/>
                  </a:lnTo>
                  <a:lnTo>
                    <a:pt x="2454275" y="2273172"/>
                  </a:lnTo>
                  <a:lnTo>
                    <a:pt x="2459863" y="2273172"/>
                  </a:lnTo>
                  <a:lnTo>
                    <a:pt x="2466721" y="2271775"/>
                  </a:lnTo>
                  <a:lnTo>
                    <a:pt x="2474976" y="2268981"/>
                  </a:lnTo>
                  <a:lnTo>
                    <a:pt x="2483104" y="2266314"/>
                  </a:lnTo>
                  <a:lnTo>
                    <a:pt x="2489962" y="2264917"/>
                  </a:lnTo>
                  <a:lnTo>
                    <a:pt x="2495550" y="2264917"/>
                  </a:lnTo>
                  <a:lnTo>
                    <a:pt x="2501011" y="2264917"/>
                  </a:lnTo>
                  <a:lnTo>
                    <a:pt x="2877058" y="2264917"/>
                  </a:lnTo>
                  <a:lnTo>
                    <a:pt x="2882646" y="2264917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2</a:t>
            </a:r>
            <a:r>
              <a:rPr dirty="0" spc="-25"/>
              <a:t>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694521"/>
            <a:ext cx="9159875" cy="479425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b="1">
                <a:latin typeface="Malgun Gothic"/>
                <a:cs typeface="Malgun Gothic"/>
              </a:rPr>
              <a:t>강한</a:t>
            </a:r>
            <a:r>
              <a:rPr dirty="0" sz="2200" spc="-165" b="1">
                <a:latin typeface="Malgun Gothic"/>
                <a:cs typeface="Malgun Gothic"/>
              </a:rPr>
              <a:t> </a:t>
            </a:r>
            <a:r>
              <a:rPr dirty="0" sz="2200" spc="-10" b="1">
                <a:latin typeface="Malgun Gothic"/>
                <a:cs typeface="Malgun Gothic"/>
              </a:rPr>
              <a:t>엔티티</a:t>
            </a:r>
            <a:r>
              <a:rPr dirty="0" sz="2200" spc="-160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타입</a:t>
            </a:r>
            <a:r>
              <a:rPr dirty="0" sz="2200" spc="-140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(그냥</a:t>
            </a:r>
            <a:r>
              <a:rPr dirty="0" sz="2200" spc="-150" b="1">
                <a:latin typeface="Malgun Gothic"/>
                <a:cs typeface="Malgun Gothic"/>
              </a:rPr>
              <a:t> </a:t>
            </a:r>
            <a:r>
              <a:rPr dirty="0" sz="220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2200" spc="-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2200" spc="-30" b="1">
                <a:solidFill>
                  <a:srgbClr val="FF0000"/>
                </a:solidFill>
                <a:latin typeface="Malgun Gothic"/>
                <a:cs typeface="Malgun Gothic"/>
              </a:rPr>
              <a:t>타입</a:t>
            </a:r>
            <a:r>
              <a:rPr dirty="0" sz="2200" spc="-30" b="1">
                <a:latin typeface="Malgun Gothic"/>
                <a:cs typeface="Malgun Gothic"/>
              </a:rPr>
              <a:t>이라고</a:t>
            </a:r>
            <a:r>
              <a:rPr dirty="0" sz="2200" spc="-165" b="1">
                <a:latin typeface="Malgun Gothic"/>
                <a:cs typeface="Malgun Gothic"/>
              </a:rPr>
              <a:t> </a:t>
            </a:r>
            <a:r>
              <a:rPr dirty="0" sz="2200" spc="-25" b="1">
                <a:latin typeface="Malgun Gothic"/>
                <a:cs typeface="Malgun Gothic"/>
              </a:rPr>
              <a:t>함)</a:t>
            </a:r>
            <a:endParaRPr sz="220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800"/>
              </a:lnSpc>
              <a:spcBef>
                <a:spcPts val="30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강한</a:t>
            </a:r>
            <a:r>
              <a:rPr dirty="0" sz="1950" spc="2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2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타입(정규</a:t>
            </a:r>
            <a:r>
              <a:rPr dirty="0" sz="1950" spc="2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21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타입)은</a:t>
            </a:r>
            <a:r>
              <a:rPr dirty="0" sz="1950" spc="2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u="sng" sz="1950" b="1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Malgun Gothic"/>
                <a:cs typeface="Malgun Gothic"/>
              </a:rPr>
              <a:t>독자적으로</a:t>
            </a:r>
            <a:r>
              <a:rPr dirty="0" u="sng" sz="1950" spc="210" b="1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sng" sz="1950" b="1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Malgun Gothic"/>
                <a:cs typeface="Malgun Gothic"/>
              </a:rPr>
              <a:t>존재하며</a:t>
            </a:r>
            <a:r>
              <a:rPr dirty="0" u="sng" sz="1950" spc="215" b="1">
                <a:solidFill>
                  <a:srgbClr val="663300"/>
                </a:solidFill>
                <a:uFill>
                  <a:solidFill>
                    <a:srgbClr val="663300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21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타입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내에서</a:t>
            </a:r>
            <a:r>
              <a:rPr dirty="0" sz="1950" spc="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자신의</a:t>
            </a:r>
            <a:r>
              <a:rPr dirty="0" sz="1950" spc="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키</a:t>
            </a:r>
            <a:r>
              <a:rPr dirty="0" sz="1950" spc="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애트리뷰트를</a:t>
            </a:r>
            <a:r>
              <a:rPr dirty="0" sz="1950" spc="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사용하여</a:t>
            </a:r>
            <a:r>
              <a:rPr dirty="0" sz="1950" spc="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고유하게</a:t>
            </a:r>
            <a:r>
              <a:rPr dirty="0" sz="1950" spc="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엔티티들을</a:t>
            </a:r>
            <a:r>
              <a:rPr dirty="0" sz="1950" spc="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식별할</a:t>
            </a:r>
            <a:r>
              <a:rPr dirty="0" sz="1950" spc="1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수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있는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타입</a:t>
            </a:r>
            <a:endParaRPr sz="1950">
              <a:latin typeface="Malgun Gothic"/>
              <a:cs typeface="Malgun Gothic"/>
            </a:endParaRPr>
          </a:p>
          <a:p>
            <a:pPr lvl="1">
              <a:lnSpc>
                <a:spcPct val="100000"/>
              </a:lnSpc>
              <a:spcBef>
                <a:spcPts val="819"/>
              </a:spcBef>
              <a:buFont typeface="MingLiU_HKSCS-ExtB"/>
              <a:buChar char="✓"/>
            </a:pPr>
            <a:endParaRPr sz="1950">
              <a:latin typeface="Malgun Gothic"/>
              <a:cs typeface="Malgun Gothic"/>
            </a:endParaRPr>
          </a:p>
          <a:p>
            <a:pPr marL="389890" indent="-377190">
              <a:lnSpc>
                <a:spcPct val="100000"/>
              </a:lnSpc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b="1">
                <a:latin typeface="Malgun Gothic"/>
                <a:cs typeface="Malgun Gothic"/>
              </a:rPr>
              <a:t>약한</a:t>
            </a:r>
            <a:r>
              <a:rPr dirty="0" sz="2200" spc="-150" b="1">
                <a:latin typeface="Malgun Gothic"/>
                <a:cs typeface="Malgun Gothic"/>
              </a:rPr>
              <a:t> </a:t>
            </a:r>
            <a:r>
              <a:rPr dirty="0" sz="2200" spc="-10" b="1">
                <a:latin typeface="Malgun Gothic"/>
                <a:cs typeface="Malgun Gothic"/>
              </a:rPr>
              <a:t>엔티티</a:t>
            </a:r>
            <a:r>
              <a:rPr dirty="0" sz="2200" spc="-165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타입</a:t>
            </a:r>
            <a:r>
              <a:rPr dirty="0" sz="2200" spc="-150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(뒤에서</a:t>
            </a:r>
            <a:r>
              <a:rPr dirty="0" sz="2200" spc="-190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자세히</a:t>
            </a:r>
            <a:r>
              <a:rPr dirty="0" sz="2200" spc="-165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설명</a:t>
            </a:r>
            <a:r>
              <a:rPr dirty="0" sz="2200" spc="-150" b="1">
                <a:latin typeface="Malgun Gothic"/>
                <a:cs typeface="Malgun Gothic"/>
              </a:rPr>
              <a:t> </a:t>
            </a:r>
            <a:r>
              <a:rPr dirty="0" sz="2200" spc="-25" b="1">
                <a:latin typeface="Malgun Gothic"/>
                <a:cs typeface="Malgun Gothic"/>
              </a:rPr>
              <a:t>예정)</a:t>
            </a:r>
            <a:endParaRPr sz="2200">
              <a:latin typeface="Malgun Gothic"/>
              <a:cs typeface="Malgun Gothic"/>
            </a:endParaRPr>
          </a:p>
          <a:p>
            <a:pPr lvl="1" marL="832485" marR="8255" indent="-315595">
              <a:lnSpc>
                <a:spcPct val="142500"/>
              </a:lnSpc>
              <a:spcBef>
                <a:spcPts val="50"/>
              </a:spcBef>
              <a:buFont typeface="MingLiU_HKSCS-ExtB"/>
              <a:buChar char="✓"/>
              <a:tabLst>
                <a:tab pos="832485" algn="l"/>
                <a:tab pos="8642350" algn="l"/>
              </a:tabLst>
            </a:pPr>
            <a:r>
              <a:rPr dirty="0" sz="1950" b="1">
                <a:latin typeface="Malgun Gothic"/>
                <a:cs typeface="Malgun Gothic"/>
              </a:rPr>
              <a:t>약한</a:t>
            </a:r>
            <a:r>
              <a:rPr dirty="0" sz="1950" spc="3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3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타입은</a:t>
            </a:r>
            <a:r>
              <a:rPr dirty="0" sz="1950" spc="3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키를</a:t>
            </a:r>
            <a:r>
              <a:rPr dirty="0" sz="1950" spc="3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형성하기에</a:t>
            </a:r>
            <a:r>
              <a:rPr dirty="0" sz="1950" spc="3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충분한</a:t>
            </a:r>
            <a:r>
              <a:rPr dirty="0" sz="1950" spc="3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36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갖지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-25" b="1">
                <a:latin typeface="Malgun Gothic"/>
                <a:cs typeface="Malgun Gothic"/>
              </a:rPr>
              <a:t>못한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타입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이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타입이</a:t>
            </a:r>
            <a:r>
              <a:rPr dirty="0" sz="19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존재하려면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소유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타입이</a:t>
            </a:r>
            <a:r>
              <a:rPr dirty="0" sz="19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340" b="1">
                <a:solidFill>
                  <a:srgbClr val="FF0000"/>
                </a:solidFill>
                <a:latin typeface="Malgun Gothic"/>
                <a:cs typeface="Malgun Gothic"/>
              </a:rPr>
              <a:t>있어🅓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함</a:t>
            </a:r>
            <a:endParaRPr sz="1950">
              <a:latin typeface="Malgun Gothic"/>
              <a:cs typeface="Malgun Gothic"/>
            </a:endParaRPr>
          </a:p>
          <a:p>
            <a:pPr lvl="1" marL="832485" marR="8255" indent="-315595">
              <a:lnSpc>
                <a:spcPct val="142600"/>
              </a:lnSpc>
              <a:buFont typeface="MingLiU_HKSCS-ExtB"/>
              <a:buChar char="✓"/>
              <a:tabLst>
                <a:tab pos="832485" algn="l"/>
                <a:tab pos="8390890" algn="l"/>
              </a:tabLst>
            </a:pPr>
            <a:r>
              <a:rPr dirty="0" sz="1950" b="1">
                <a:latin typeface="Malgun Gothic"/>
                <a:cs typeface="Malgun Gothic"/>
              </a:rPr>
              <a:t>소유</a:t>
            </a:r>
            <a:r>
              <a:rPr dirty="0" sz="1950" spc="3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3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타입의</a:t>
            </a:r>
            <a:r>
              <a:rPr dirty="0" sz="1950" spc="3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키</a:t>
            </a:r>
            <a:r>
              <a:rPr dirty="0" sz="1950" spc="3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애트리뷰트를</a:t>
            </a:r>
            <a:r>
              <a:rPr dirty="0" sz="1950" spc="375" b="1">
                <a:latin typeface="Malgun Gothic"/>
                <a:cs typeface="Malgun Gothic"/>
              </a:rPr>
              <a:t> </a:t>
            </a:r>
            <a:r>
              <a:rPr dirty="0" sz="1950" spc="215" b="1">
                <a:latin typeface="Malgun Gothic"/>
                <a:cs typeface="Malgun Gothic"/>
              </a:rPr>
              <a:t>결합해🅓만</a:t>
            </a:r>
            <a:r>
              <a:rPr dirty="0" sz="1950" spc="3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고유하게</a:t>
            </a:r>
            <a:r>
              <a:rPr dirty="0" sz="1950" spc="37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약한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-25" b="1">
                <a:latin typeface="Malgun Gothic"/>
                <a:cs typeface="Malgun Gothic"/>
              </a:rPr>
              <a:t>엔티티 </a:t>
            </a:r>
            <a:r>
              <a:rPr dirty="0" sz="1950" b="1">
                <a:latin typeface="Malgun Gothic"/>
                <a:cs typeface="Malgun Gothic"/>
              </a:rPr>
              <a:t>타입의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엔티티들을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식별할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4042155" y="1785366"/>
            <a:ext cx="1638935" cy="461645"/>
          </a:xfrm>
          <a:custGeom>
            <a:avLst/>
            <a:gdLst/>
            <a:ahLst/>
            <a:cxnLst/>
            <a:rect l="l" t="t" r="r" b="b"/>
            <a:pathLst>
              <a:path w="1638935" h="461644">
                <a:moveTo>
                  <a:pt x="1523619" y="370586"/>
                </a:moveTo>
                <a:lnTo>
                  <a:pt x="1518158" y="376047"/>
                </a:lnTo>
                <a:lnTo>
                  <a:pt x="1514094" y="380111"/>
                </a:lnTo>
                <a:lnTo>
                  <a:pt x="1511300" y="382905"/>
                </a:lnTo>
                <a:lnTo>
                  <a:pt x="1508633" y="385699"/>
                </a:lnTo>
                <a:lnTo>
                  <a:pt x="1505839" y="388365"/>
                </a:lnTo>
                <a:lnTo>
                  <a:pt x="1503045" y="391160"/>
                </a:lnTo>
                <a:lnTo>
                  <a:pt x="1500378" y="393953"/>
                </a:lnTo>
                <a:lnTo>
                  <a:pt x="1497584" y="396621"/>
                </a:lnTo>
                <a:lnTo>
                  <a:pt x="1494790" y="399414"/>
                </a:lnTo>
                <a:lnTo>
                  <a:pt x="1492123" y="402082"/>
                </a:lnTo>
                <a:lnTo>
                  <a:pt x="1487932" y="403478"/>
                </a:lnTo>
                <a:lnTo>
                  <a:pt x="1482471" y="403478"/>
                </a:lnTo>
                <a:lnTo>
                  <a:pt x="1477853" y="404000"/>
                </a:lnTo>
                <a:lnTo>
                  <a:pt x="1472199" y="405558"/>
                </a:lnTo>
                <a:lnTo>
                  <a:pt x="1465522" y="408140"/>
                </a:lnTo>
                <a:lnTo>
                  <a:pt x="1457833" y="411734"/>
                </a:lnTo>
                <a:lnTo>
                  <a:pt x="1449044" y="415831"/>
                </a:lnTo>
                <a:lnTo>
                  <a:pt x="1403988" y="432079"/>
                </a:lnTo>
                <a:lnTo>
                  <a:pt x="1363091" y="440563"/>
                </a:lnTo>
                <a:lnTo>
                  <a:pt x="1317478" y="446742"/>
                </a:lnTo>
                <a:lnTo>
                  <a:pt x="1284837" y="450840"/>
                </a:lnTo>
                <a:lnTo>
                  <a:pt x="1268396" y="452897"/>
                </a:lnTo>
                <a:lnTo>
                  <a:pt x="1251932" y="454979"/>
                </a:lnTo>
                <a:lnTo>
                  <a:pt x="1235456" y="457073"/>
                </a:lnTo>
                <a:lnTo>
                  <a:pt x="1219237" y="458833"/>
                </a:lnTo>
                <a:lnTo>
                  <a:pt x="1203531" y="460105"/>
                </a:lnTo>
                <a:lnTo>
                  <a:pt x="1188325" y="460877"/>
                </a:lnTo>
                <a:lnTo>
                  <a:pt x="1173607" y="461137"/>
                </a:lnTo>
                <a:lnTo>
                  <a:pt x="1159222" y="461137"/>
                </a:lnTo>
                <a:lnTo>
                  <a:pt x="1144825" y="461137"/>
                </a:lnTo>
                <a:lnTo>
                  <a:pt x="230632" y="461137"/>
                </a:lnTo>
                <a:lnTo>
                  <a:pt x="218511" y="460877"/>
                </a:lnTo>
                <a:lnTo>
                  <a:pt x="175527" y="454979"/>
                </a:lnTo>
                <a:lnTo>
                  <a:pt x="144145" y="446024"/>
                </a:lnTo>
                <a:lnTo>
                  <a:pt x="135890" y="444626"/>
                </a:lnTo>
                <a:lnTo>
                  <a:pt x="127635" y="444626"/>
                </a:lnTo>
                <a:lnTo>
                  <a:pt x="119507" y="444626"/>
                </a:lnTo>
                <a:lnTo>
                  <a:pt x="112649" y="443357"/>
                </a:lnTo>
                <a:lnTo>
                  <a:pt x="107061" y="440563"/>
                </a:lnTo>
                <a:lnTo>
                  <a:pt x="101600" y="437769"/>
                </a:lnTo>
                <a:lnTo>
                  <a:pt x="96139" y="433705"/>
                </a:lnTo>
                <a:lnTo>
                  <a:pt x="90678" y="428244"/>
                </a:lnTo>
                <a:lnTo>
                  <a:pt x="86246" y="423814"/>
                </a:lnTo>
                <a:lnTo>
                  <a:pt x="81327" y="418909"/>
                </a:lnTo>
                <a:lnTo>
                  <a:pt x="75908" y="413527"/>
                </a:lnTo>
                <a:lnTo>
                  <a:pt x="69977" y="407670"/>
                </a:lnTo>
                <a:lnTo>
                  <a:pt x="63859" y="401218"/>
                </a:lnTo>
                <a:lnTo>
                  <a:pt x="39409" y="370818"/>
                </a:lnTo>
                <a:lnTo>
                  <a:pt x="15113" y="334899"/>
                </a:lnTo>
                <a:lnTo>
                  <a:pt x="12446" y="329438"/>
                </a:lnTo>
                <a:lnTo>
                  <a:pt x="9652" y="323850"/>
                </a:lnTo>
                <a:lnTo>
                  <a:pt x="8255" y="318388"/>
                </a:lnTo>
                <a:lnTo>
                  <a:pt x="8255" y="312927"/>
                </a:lnTo>
                <a:lnTo>
                  <a:pt x="8255" y="307467"/>
                </a:lnTo>
                <a:lnTo>
                  <a:pt x="6858" y="301878"/>
                </a:lnTo>
                <a:lnTo>
                  <a:pt x="4191" y="296418"/>
                </a:lnTo>
                <a:lnTo>
                  <a:pt x="1397" y="290957"/>
                </a:lnTo>
                <a:lnTo>
                  <a:pt x="0" y="285496"/>
                </a:lnTo>
                <a:lnTo>
                  <a:pt x="0" y="181101"/>
                </a:lnTo>
                <a:lnTo>
                  <a:pt x="521" y="176222"/>
                </a:lnTo>
                <a:lnTo>
                  <a:pt x="16510" y="135810"/>
                </a:lnTo>
                <a:lnTo>
                  <a:pt x="29122" y="125037"/>
                </a:lnTo>
                <a:lnTo>
                  <a:pt x="34004" y="121427"/>
                </a:lnTo>
                <a:lnTo>
                  <a:pt x="39409" y="116794"/>
                </a:lnTo>
                <a:lnTo>
                  <a:pt x="45339" y="111125"/>
                </a:lnTo>
                <a:lnTo>
                  <a:pt x="51268" y="105195"/>
                </a:lnTo>
                <a:lnTo>
                  <a:pt x="56673" y="99790"/>
                </a:lnTo>
                <a:lnTo>
                  <a:pt x="61555" y="94908"/>
                </a:lnTo>
                <a:lnTo>
                  <a:pt x="65913" y="90550"/>
                </a:lnTo>
                <a:lnTo>
                  <a:pt x="70270" y="86435"/>
                </a:lnTo>
                <a:lnTo>
                  <a:pt x="75152" y="82295"/>
                </a:lnTo>
                <a:lnTo>
                  <a:pt x="80557" y="78156"/>
                </a:lnTo>
                <a:lnTo>
                  <a:pt x="86487" y="74040"/>
                </a:lnTo>
                <a:lnTo>
                  <a:pt x="92416" y="69943"/>
                </a:lnTo>
                <a:lnTo>
                  <a:pt x="97821" y="65833"/>
                </a:lnTo>
                <a:lnTo>
                  <a:pt x="102703" y="61700"/>
                </a:lnTo>
                <a:lnTo>
                  <a:pt x="107061" y="57531"/>
                </a:lnTo>
                <a:lnTo>
                  <a:pt x="112649" y="52070"/>
                </a:lnTo>
                <a:lnTo>
                  <a:pt x="118110" y="49402"/>
                </a:lnTo>
                <a:lnTo>
                  <a:pt x="123571" y="49402"/>
                </a:lnTo>
                <a:lnTo>
                  <a:pt x="129032" y="49402"/>
                </a:lnTo>
                <a:lnTo>
                  <a:pt x="134493" y="48006"/>
                </a:lnTo>
                <a:lnTo>
                  <a:pt x="140081" y="45212"/>
                </a:lnTo>
                <a:lnTo>
                  <a:pt x="144698" y="42929"/>
                </a:lnTo>
                <a:lnTo>
                  <a:pt x="150352" y="40100"/>
                </a:lnTo>
                <a:lnTo>
                  <a:pt x="189472" y="25159"/>
                </a:lnTo>
                <a:lnTo>
                  <a:pt x="206454" y="24378"/>
                </a:lnTo>
                <a:lnTo>
                  <a:pt x="216217" y="23606"/>
                </a:lnTo>
                <a:lnTo>
                  <a:pt x="227028" y="22334"/>
                </a:lnTo>
                <a:lnTo>
                  <a:pt x="238887" y="20574"/>
                </a:lnTo>
                <a:lnTo>
                  <a:pt x="251771" y="18480"/>
                </a:lnTo>
                <a:lnTo>
                  <a:pt x="265668" y="16398"/>
                </a:lnTo>
                <a:lnTo>
                  <a:pt x="314309" y="10243"/>
                </a:lnTo>
                <a:lnTo>
                  <a:pt x="357552" y="6139"/>
                </a:lnTo>
                <a:lnTo>
                  <a:pt x="408249" y="2250"/>
                </a:lnTo>
                <a:lnTo>
                  <a:pt x="449397" y="242"/>
                </a:lnTo>
                <a:lnTo>
                  <a:pt x="465328" y="0"/>
                </a:lnTo>
                <a:lnTo>
                  <a:pt x="479002" y="0"/>
                </a:lnTo>
                <a:lnTo>
                  <a:pt x="491093" y="0"/>
                </a:lnTo>
                <a:lnTo>
                  <a:pt x="1400175" y="0"/>
                </a:lnTo>
                <a:lnTo>
                  <a:pt x="1412484" y="502"/>
                </a:lnTo>
                <a:lnTo>
                  <a:pt x="1424828" y="2016"/>
                </a:lnTo>
                <a:lnTo>
                  <a:pt x="1437197" y="4554"/>
                </a:lnTo>
                <a:lnTo>
                  <a:pt x="1449578" y="8127"/>
                </a:lnTo>
                <a:lnTo>
                  <a:pt x="1461887" y="11775"/>
                </a:lnTo>
                <a:lnTo>
                  <a:pt x="1474231" y="14350"/>
                </a:lnTo>
                <a:lnTo>
                  <a:pt x="1486600" y="15878"/>
                </a:lnTo>
                <a:lnTo>
                  <a:pt x="1498981" y="16383"/>
                </a:lnTo>
                <a:lnTo>
                  <a:pt x="1510579" y="16644"/>
                </a:lnTo>
                <a:lnTo>
                  <a:pt x="1520618" y="17430"/>
                </a:lnTo>
                <a:lnTo>
                  <a:pt x="1529109" y="18740"/>
                </a:lnTo>
                <a:lnTo>
                  <a:pt x="1536065" y="20574"/>
                </a:lnTo>
                <a:lnTo>
                  <a:pt x="1544320" y="23240"/>
                </a:lnTo>
                <a:lnTo>
                  <a:pt x="1551178" y="24637"/>
                </a:lnTo>
                <a:lnTo>
                  <a:pt x="1580007" y="24637"/>
                </a:lnTo>
                <a:lnTo>
                  <a:pt x="1582674" y="28828"/>
                </a:lnTo>
                <a:lnTo>
                  <a:pt x="1601902" y="67651"/>
                </a:lnTo>
                <a:lnTo>
                  <a:pt x="1619758" y="87757"/>
                </a:lnTo>
                <a:lnTo>
                  <a:pt x="1622552" y="94614"/>
                </a:lnTo>
                <a:lnTo>
                  <a:pt x="1622552" y="102870"/>
                </a:lnTo>
                <a:lnTo>
                  <a:pt x="1622552" y="111125"/>
                </a:lnTo>
                <a:lnTo>
                  <a:pt x="1623822" y="117983"/>
                </a:lnTo>
                <a:lnTo>
                  <a:pt x="1626616" y="123444"/>
                </a:lnTo>
                <a:lnTo>
                  <a:pt x="1629410" y="129032"/>
                </a:lnTo>
                <a:lnTo>
                  <a:pt x="1630680" y="134493"/>
                </a:lnTo>
                <a:lnTo>
                  <a:pt x="1630680" y="139953"/>
                </a:lnTo>
                <a:lnTo>
                  <a:pt x="1630680" y="145414"/>
                </a:lnTo>
                <a:lnTo>
                  <a:pt x="1632077" y="152273"/>
                </a:lnTo>
                <a:lnTo>
                  <a:pt x="1634871" y="160527"/>
                </a:lnTo>
                <a:lnTo>
                  <a:pt x="1636684" y="166979"/>
                </a:lnTo>
                <a:lnTo>
                  <a:pt x="1637950" y="173942"/>
                </a:lnTo>
                <a:lnTo>
                  <a:pt x="1638692" y="181405"/>
                </a:lnTo>
                <a:lnTo>
                  <a:pt x="1638935" y="189357"/>
                </a:lnTo>
                <a:lnTo>
                  <a:pt x="1638935" y="200406"/>
                </a:lnTo>
                <a:lnTo>
                  <a:pt x="1638935" y="208534"/>
                </a:lnTo>
                <a:lnTo>
                  <a:pt x="1638935" y="295021"/>
                </a:lnTo>
                <a:lnTo>
                  <a:pt x="1636268" y="299212"/>
                </a:lnTo>
                <a:lnTo>
                  <a:pt x="1630680" y="304673"/>
                </a:lnTo>
                <a:lnTo>
                  <a:pt x="1625219" y="310134"/>
                </a:lnTo>
                <a:lnTo>
                  <a:pt x="1622552" y="315595"/>
                </a:lnTo>
                <a:lnTo>
                  <a:pt x="1622552" y="321183"/>
                </a:lnTo>
                <a:lnTo>
                  <a:pt x="1622552" y="326644"/>
                </a:lnTo>
                <a:lnTo>
                  <a:pt x="1621155" y="330708"/>
                </a:lnTo>
                <a:lnTo>
                  <a:pt x="1618361" y="333501"/>
                </a:lnTo>
                <a:lnTo>
                  <a:pt x="1615694" y="336296"/>
                </a:lnTo>
                <a:lnTo>
                  <a:pt x="1612900" y="338963"/>
                </a:lnTo>
                <a:lnTo>
                  <a:pt x="1610106" y="341757"/>
                </a:lnTo>
                <a:lnTo>
                  <a:pt x="1607439" y="344424"/>
                </a:lnTo>
                <a:lnTo>
                  <a:pt x="1604645" y="347218"/>
                </a:lnTo>
                <a:lnTo>
                  <a:pt x="1601851" y="350012"/>
                </a:lnTo>
                <a:lnTo>
                  <a:pt x="1599184" y="352678"/>
                </a:lnTo>
                <a:lnTo>
                  <a:pt x="1596390" y="355473"/>
                </a:lnTo>
                <a:lnTo>
                  <a:pt x="1593723" y="358139"/>
                </a:lnTo>
                <a:lnTo>
                  <a:pt x="1590929" y="360934"/>
                </a:lnTo>
                <a:lnTo>
                  <a:pt x="1589532" y="363727"/>
                </a:lnTo>
                <a:lnTo>
                  <a:pt x="1589532" y="366395"/>
                </a:lnTo>
                <a:lnTo>
                  <a:pt x="1589532" y="369188"/>
                </a:lnTo>
                <a:lnTo>
                  <a:pt x="1589532" y="371983"/>
                </a:lnTo>
                <a:lnTo>
                  <a:pt x="1589532" y="374650"/>
                </a:lnTo>
                <a:lnTo>
                  <a:pt x="1589532" y="377444"/>
                </a:lnTo>
                <a:lnTo>
                  <a:pt x="1588135" y="380111"/>
                </a:lnTo>
                <a:lnTo>
                  <a:pt x="1585468" y="382905"/>
                </a:lnTo>
                <a:lnTo>
                  <a:pt x="1582674" y="385699"/>
                </a:lnTo>
                <a:lnTo>
                  <a:pt x="1580007" y="389763"/>
                </a:lnTo>
                <a:lnTo>
                  <a:pt x="1577213" y="395224"/>
                </a:lnTo>
                <a:lnTo>
                  <a:pt x="1574419" y="400812"/>
                </a:lnTo>
                <a:lnTo>
                  <a:pt x="1571752" y="403478"/>
                </a:lnTo>
                <a:lnTo>
                  <a:pt x="1568958" y="403478"/>
                </a:lnTo>
                <a:lnTo>
                  <a:pt x="1566164" y="403478"/>
                </a:lnTo>
                <a:lnTo>
                  <a:pt x="1564894" y="404875"/>
                </a:lnTo>
                <a:lnTo>
                  <a:pt x="1564894" y="407670"/>
                </a:lnTo>
                <a:lnTo>
                  <a:pt x="1564894" y="410337"/>
                </a:lnTo>
                <a:lnTo>
                  <a:pt x="1563497" y="411734"/>
                </a:lnTo>
                <a:lnTo>
                  <a:pt x="1516761" y="411734"/>
                </a:lnTo>
                <a:lnTo>
                  <a:pt x="1512697" y="417195"/>
                </a:lnTo>
                <a:lnTo>
                  <a:pt x="1507236" y="42824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184275" y="4396104"/>
            <a:ext cx="2026285" cy="8255"/>
          </a:xfrm>
          <a:custGeom>
            <a:avLst/>
            <a:gdLst/>
            <a:ahLst/>
            <a:cxnLst/>
            <a:rect l="l" t="t" r="r" b="b"/>
            <a:pathLst>
              <a:path w="2026285" h="8254">
                <a:moveTo>
                  <a:pt x="0" y="0"/>
                </a:moveTo>
                <a:lnTo>
                  <a:pt x="0" y="0"/>
                </a:lnTo>
                <a:lnTo>
                  <a:pt x="1136650" y="0"/>
                </a:lnTo>
                <a:lnTo>
                  <a:pt x="1156198" y="259"/>
                </a:lnTo>
                <a:lnTo>
                  <a:pt x="1173686" y="1031"/>
                </a:lnTo>
                <a:lnTo>
                  <a:pt x="1189102" y="2303"/>
                </a:lnTo>
                <a:lnTo>
                  <a:pt x="1202436" y="4063"/>
                </a:lnTo>
                <a:lnTo>
                  <a:pt x="1214556" y="5897"/>
                </a:lnTo>
                <a:lnTo>
                  <a:pt x="1226153" y="7207"/>
                </a:lnTo>
                <a:lnTo>
                  <a:pt x="1237226" y="7993"/>
                </a:lnTo>
                <a:lnTo>
                  <a:pt x="1247775" y="8254"/>
                </a:lnTo>
                <a:lnTo>
                  <a:pt x="1258062" y="8254"/>
                </a:lnTo>
                <a:lnTo>
                  <a:pt x="1268349" y="8254"/>
                </a:lnTo>
                <a:lnTo>
                  <a:pt x="2020570" y="8254"/>
                </a:lnTo>
                <a:lnTo>
                  <a:pt x="2026031" y="825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6027039" y="2608834"/>
            <a:ext cx="2339340" cy="49530"/>
          </a:xfrm>
          <a:custGeom>
            <a:avLst/>
            <a:gdLst/>
            <a:ahLst/>
            <a:cxnLst/>
            <a:rect l="l" t="t" r="r" b="b"/>
            <a:pathLst>
              <a:path w="2339340" h="49530">
                <a:moveTo>
                  <a:pt x="82296" y="49529"/>
                </a:moveTo>
                <a:lnTo>
                  <a:pt x="82296" y="49529"/>
                </a:lnTo>
                <a:lnTo>
                  <a:pt x="642365" y="49529"/>
                </a:lnTo>
                <a:lnTo>
                  <a:pt x="663201" y="49268"/>
                </a:lnTo>
                <a:lnTo>
                  <a:pt x="706445" y="47172"/>
                </a:lnTo>
                <a:lnTo>
                  <a:pt x="749974" y="43316"/>
                </a:lnTo>
                <a:lnTo>
                  <a:pt x="794765" y="37083"/>
                </a:lnTo>
                <a:lnTo>
                  <a:pt x="804548" y="35323"/>
                </a:lnTo>
                <a:lnTo>
                  <a:pt x="813308" y="34051"/>
                </a:lnTo>
                <a:lnTo>
                  <a:pt x="821019" y="33279"/>
                </a:lnTo>
                <a:lnTo>
                  <a:pt x="827659" y="33019"/>
                </a:lnTo>
                <a:lnTo>
                  <a:pt x="835913" y="33019"/>
                </a:lnTo>
                <a:lnTo>
                  <a:pt x="844168" y="33019"/>
                </a:lnTo>
                <a:lnTo>
                  <a:pt x="1935480" y="33019"/>
                </a:lnTo>
                <a:lnTo>
                  <a:pt x="1947789" y="32758"/>
                </a:lnTo>
                <a:lnTo>
                  <a:pt x="1960133" y="31972"/>
                </a:lnTo>
                <a:lnTo>
                  <a:pt x="1972502" y="30662"/>
                </a:lnTo>
                <a:lnTo>
                  <a:pt x="1984883" y="28828"/>
                </a:lnTo>
                <a:lnTo>
                  <a:pt x="1997192" y="27068"/>
                </a:lnTo>
                <a:lnTo>
                  <a:pt x="2009536" y="25796"/>
                </a:lnTo>
                <a:lnTo>
                  <a:pt x="2021905" y="25024"/>
                </a:lnTo>
                <a:lnTo>
                  <a:pt x="2034286" y="24764"/>
                </a:lnTo>
                <a:lnTo>
                  <a:pt x="2046388" y="24764"/>
                </a:lnTo>
                <a:lnTo>
                  <a:pt x="2057955" y="24764"/>
                </a:lnTo>
                <a:lnTo>
                  <a:pt x="2333497" y="24764"/>
                </a:lnTo>
                <a:lnTo>
                  <a:pt x="2338959" y="24764"/>
                </a:lnTo>
              </a:path>
              <a:path w="2339340" h="49530">
                <a:moveTo>
                  <a:pt x="0" y="0"/>
                </a:moveTo>
                <a:lnTo>
                  <a:pt x="0" y="0"/>
                </a:lnTo>
                <a:lnTo>
                  <a:pt x="78232" y="0"/>
                </a:lnTo>
                <a:lnTo>
                  <a:pt x="98071" y="261"/>
                </a:lnTo>
                <a:lnTo>
                  <a:pt x="145418" y="2357"/>
                </a:lnTo>
                <a:lnTo>
                  <a:pt x="201499" y="6266"/>
                </a:lnTo>
                <a:lnTo>
                  <a:pt x="257073" y="10370"/>
                </a:lnTo>
                <a:lnTo>
                  <a:pt x="284099" y="12445"/>
                </a:lnTo>
                <a:lnTo>
                  <a:pt x="311386" y="14468"/>
                </a:lnTo>
                <a:lnTo>
                  <a:pt x="339709" y="16525"/>
                </a:lnTo>
                <a:lnTo>
                  <a:pt x="369056" y="18607"/>
                </a:lnTo>
                <a:lnTo>
                  <a:pt x="399414" y="20700"/>
                </a:lnTo>
                <a:lnTo>
                  <a:pt x="429773" y="22721"/>
                </a:lnTo>
                <a:lnTo>
                  <a:pt x="459120" y="24764"/>
                </a:lnTo>
                <a:lnTo>
                  <a:pt x="487443" y="26808"/>
                </a:lnTo>
                <a:lnTo>
                  <a:pt x="514731" y="28828"/>
                </a:lnTo>
                <a:lnTo>
                  <a:pt x="541236" y="30662"/>
                </a:lnTo>
                <a:lnTo>
                  <a:pt x="567229" y="31972"/>
                </a:lnTo>
                <a:lnTo>
                  <a:pt x="592722" y="32758"/>
                </a:lnTo>
                <a:lnTo>
                  <a:pt x="617728" y="33019"/>
                </a:lnTo>
                <a:lnTo>
                  <a:pt x="642155" y="33019"/>
                </a:lnTo>
                <a:lnTo>
                  <a:pt x="666083" y="33019"/>
                </a:lnTo>
                <a:lnTo>
                  <a:pt x="2152268" y="33019"/>
                </a:lnTo>
                <a:lnTo>
                  <a:pt x="2157857" y="33019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1587880" y="5582030"/>
            <a:ext cx="5345430" cy="115570"/>
          </a:xfrm>
          <a:custGeom>
            <a:avLst/>
            <a:gdLst/>
            <a:ahLst/>
            <a:cxnLst/>
            <a:rect l="l" t="t" r="r" b="b"/>
            <a:pathLst>
              <a:path w="5345430" h="115570">
                <a:moveTo>
                  <a:pt x="0" y="49402"/>
                </a:moveTo>
                <a:lnTo>
                  <a:pt x="0" y="49402"/>
                </a:lnTo>
                <a:lnTo>
                  <a:pt x="41148" y="49402"/>
                </a:lnTo>
                <a:lnTo>
                  <a:pt x="50196" y="49160"/>
                </a:lnTo>
                <a:lnTo>
                  <a:pt x="60769" y="48418"/>
                </a:lnTo>
                <a:lnTo>
                  <a:pt x="72866" y="47152"/>
                </a:lnTo>
                <a:lnTo>
                  <a:pt x="86487" y="45338"/>
                </a:lnTo>
                <a:lnTo>
                  <a:pt x="101393" y="43505"/>
                </a:lnTo>
                <a:lnTo>
                  <a:pt x="117347" y="42195"/>
                </a:lnTo>
                <a:lnTo>
                  <a:pt x="134350" y="41409"/>
                </a:lnTo>
                <a:lnTo>
                  <a:pt x="152400" y="41147"/>
                </a:lnTo>
                <a:lnTo>
                  <a:pt x="171160" y="41147"/>
                </a:lnTo>
                <a:lnTo>
                  <a:pt x="190468" y="41147"/>
                </a:lnTo>
                <a:lnTo>
                  <a:pt x="1375410" y="41147"/>
                </a:lnTo>
                <a:lnTo>
                  <a:pt x="1408366" y="41409"/>
                </a:lnTo>
                <a:lnTo>
                  <a:pt x="1474279" y="43505"/>
                </a:lnTo>
                <a:lnTo>
                  <a:pt x="1539615" y="47414"/>
                </a:lnTo>
                <a:lnTo>
                  <a:pt x="1601372" y="51518"/>
                </a:lnTo>
                <a:lnTo>
                  <a:pt x="1630680" y="53593"/>
                </a:lnTo>
                <a:lnTo>
                  <a:pt x="1659278" y="55354"/>
                </a:lnTo>
                <a:lnTo>
                  <a:pt x="1687353" y="56626"/>
                </a:lnTo>
                <a:lnTo>
                  <a:pt x="1714904" y="57398"/>
                </a:lnTo>
                <a:lnTo>
                  <a:pt x="1741932" y="57657"/>
                </a:lnTo>
                <a:lnTo>
                  <a:pt x="1768435" y="57657"/>
                </a:lnTo>
                <a:lnTo>
                  <a:pt x="1794414" y="57657"/>
                </a:lnTo>
                <a:lnTo>
                  <a:pt x="2149602" y="57657"/>
                </a:lnTo>
                <a:lnTo>
                  <a:pt x="2175055" y="57919"/>
                </a:lnTo>
                <a:lnTo>
                  <a:pt x="2202068" y="58705"/>
                </a:lnTo>
                <a:lnTo>
                  <a:pt x="2230629" y="60015"/>
                </a:lnTo>
                <a:lnTo>
                  <a:pt x="2260727" y="61848"/>
                </a:lnTo>
                <a:lnTo>
                  <a:pt x="2291401" y="63609"/>
                </a:lnTo>
                <a:lnTo>
                  <a:pt x="2321528" y="64881"/>
                </a:lnTo>
                <a:lnTo>
                  <a:pt x="2351131" y="65653"/>
                </a:lnTo>
                <a:lnTo>
                  <a:pt x="2380234" y="65912"/>
                </a:lnTo>
                <a:lnTo>
                  <a:pt x="2409019" y="66434"/>
                </a:lnTo>
                <a:lnTo>
                  <a:pt x="2437828" y="67992"/>
                </a:lnTo>
                <a:lnTo>
                  <a:pt x="2466637" y="70574"/>
                </a:lnTo>
                <a:lnTo>
                  <a:pt x="2495422" y="74167"/>
                </a:lnTo>
                <a:lnTo>
                  <a:pt x="2526855" y="78021"/>
                </a:lnTo>
                <a:lnTo>
                  <a:pt x="2605151" y="84204"/>
                </a:lnTo>
                <a:lnTo>
                  <a:pt x="2652014" y="86486"/>
                </a:lnTo>
                <a:lnTo>
                  <a:pt x="2698541" y="88320"/>
                </a:lnTo>
                <a:lnTo>
                  <a:pt x="2739437" y="89630"/>
                </a:lnTo>
                <a:lnTo>
                  <a:pt x="2804286" y="90677"/>
                </a:lnTo>
                <a:lnTo>
                  <a:pt x="2830550" y="90920"/>
                </a:lnTo>
                <a:lnTo>
                  <a:pt x="2855801" y="91662"/>
                </a:lnTo>
                <a:lnTo>
                  <a:pt x="2880028" y="92928"/>
                </a:lnTo>
                <a:lnTo>
                  <a:pt x="2903220" y="94741"/>
                </a:lnTo>
                <a:lnTo>
                  <a:pt x="2925294" y="96555"/>
                </a:lnTo>
                <a:lnTo>
                  <a:pt x="2946368" y="97821"/>
                </a:lnTo>
                <a:lnTo>
                  <a:pt x="2966442" y="98563"/>
                </a:lnTo>
                <a:lnTo>
                  <a:pt x="2985516" y="98805"/>
                </a:lnTo>
                <a:lnTo>
                  <a:pt x="3004591" y="98805"/>
                </a:lnTo>
                <a:lnTo>
                  <a:pt x="3024679" y="98805"/>
                </a:lnTo>
                <a:lnTo>
                  <a:pt x="3158490" y="98805"/>
                </a:lnTo>
                <a:lnTo>
                  <a:pt x="3180375" y="99067"/>
                </a:lnTo>
                <a:lnTo>
                  <a:pt x="3200701" y="99853"/>
                </a:lnTo>
                <a:lnTo>
                  <a:pt x="3219479" y="101163"/>
                </a:lnTo>
                <a:lnTo>
                  <a:pt x="3236722" y="102996"/>
                </a:lnTo>
                <a:lnTo>
                  <a:pt x="3253704" y="104757"/>
                </a:lnTo>
                <a:lnTo>
                  <a:pt x="3271710" y="106029"/>
                </a:lnTo>
                <a:lnTo>
                  <a:pt x="3290764" y="106801"/>
                </a:lnTo>
                <a:lnTo>
                  <a:pt x="3310890" y="107060"/>
                </a:lnTo>
                <a:lnTo>
                  <a:pt x="3330942" y="107060"/>
                </a:lnTo>
                <a:lnTo>
                  <a:pt x="3349958" y="107060"/>
                </a:lnTo>
                <a:lnTo>
                  <a:pt x="4249674" y="107060"/>
                </a:lnTo>
                <a:lnTo>
                  <a:pt x="4273653" y="107322"/>
                </a:lnTo>
                <a:lnTo>
                  <a:pt x="4296060" y="108108"/>
                </a:lnTo>
                <a:lnTo>
                  <a:pt x="4316896" y="109418"/>
                </a:lnTo>
                <a:lnTo>
                  <a:pt x="4336160" y="111251"/>
                </a:lnTo>
                <a:lnTo>
                  <a:pt x="4354714" y="113012"/>
                </a:lnTo>
                <a:lnTo>
                  <a:pt x="4373245" y="114284"/>
                </a:lnTo>
                <a:lnTo>
                  <a:pt x="4391775" y="115056"/>
                </a:lnTo>
                <a:lnTo>
                  <a:pt x="4410329" y="115315"/>
                </a:lnTo>
                <a:lnTo>
                  <a:pt x="4428620" y="115315"/>
                </a:lnTo>
                <a:lnTo>
                  <a:pt x="4446365" y="115315"/>
                </a:lnTo>
                <a:lnTo>
                  <a:pt x="4673854" y="115315"/>
                </a:lnTo>
                <a:lnTo>
                  <a:pt x="4688310" y="115056"/>
                </a:lnTo>
                <a:lnTo>
                  <a:pt x="4702730" y="114284"/>
                </a:lnTo>
                <a:lnTo>
                  <a:pt x="4717127" y="113012"/>
                </a:lnTo>
                <a:lnTo>
                  <a:pt x="4731511" y="111251"/>
                </a:lnTo>
                <a:lnTo>
                  <a:pt x="4745132" y="109418"/>
                </a:lnTo>
                <a:lnTo>
                  <a:pt x="4757229" y="108108"/>
                </a:lnTo>
                <a:lnTo>
                  <a:pt x="4767802" y="107322"/>
                </a:lnTo>
                <a:lnTo>
                  <a:pt x="4776851" y="107060"/>
                </a:lnTo>
                <a:lnTo>
                  <a:pt x="4785062" y="106801"/>
                </a:lnTo>
                <a:lnTo>
                  <a:pt x="4793297" y="106029"/>
                </a:lnTo>
                <a:lnTo>
                  <a:pt x="4801532" y="104757"/>
                </a:lnTo>
                <a:lnTo>
                  <a:pt x="4809744" y="102996"/>
                </a:lnTo>
                <a:lnTo>
                  <a:pt x="4818270" y="100921"/>
                </a:lnTo>
                <a:lnTo>
                  <a:pt x="4827285" y="98869"/>
                </a:lnTo>
                <a:lnTo>
                  <a:pt x="4868449" y="90614"/>
                </a:lnTo>
                <a:lnTo>
                  <a:pt x="4892167" y="86486"/>
                </a:lnTo>
                <a:lnTo>
                  <a:pt x="4904997" y="84204"/>
                </a:lnTo>
                <a:lnTo>
                  <a:pt x="4918900" y="81375"/>
                </a:lnTo>
                <a:lnTo>
                  <a:pt x="4933850" y="78021"/>
                </a:lnTo>
                <a:lnTo>
                  <a:pt x="4949825" y="74167"/>
                </a:lnTo>
                <a:lnTo>
                  <a:pt x="4966041" y="70314"/>
                </a:lnTo>
                <a:lnTo>
                  <a:pt x="5011547" y="61848"/>
                </a:lnTo>
                <a:lnTo>
                  <a:pt x="5057052" y="55616"/>
                </a:lnTo>
                <a:lnTo>
                  <a:pt x="5073269" y="53593"/>
                </a:lnTo>
                <a:lnTo>
                  <a:pt x="5090009" y="51256"/>
                </a:lnTo>
                <a:lnTo>
                  <a:pt x="5107273" y="48418"/>
                </a:lnTo>
                <a:lnTo>
                  <a:pt x="5125061" y="45057"/>
                </a:lnTo>
                <a:lnTo>
                  <a:pt x="5143373" y="41147"/>
                </a:lnTo>
                <a:lnTo>
                  <a:pt x="5161089" y="37312"/>
                </a:lnTo>
                <a:lnTo>
                  <a:pt x="5177282" y="33988"/>
                </a:lnTo>
                <a:lnTo>
                  <a:pt x="5191950" y="31164"/>
                </a:lnTo>
                <a:lnTo>
                  <a:pt x="5205095" y="28828"/>
                </a:lnTo>
                <a:lnTo>
                  <a:pt x="5217215" y="26806"/>
                </a:lnTo>
                <a:lnTo>
                  <a:pt x="5228812" y="24749"/>
                </a:lnTo>
                <a:lnTo>
                  <a:pt x="5239885" y="22667"/>
                </a:lnTo>
                <a:lnTo>
                  <a:pt x="5250434" y="20573"/>
                </a:lnTo>
                <a:lnTo>
                  <a:pt x="5260980" y="18553"/>
                </a:lnTo>
                <a:lnTo>
                  <a:pt x="5306740" y="10612"/>
                </a:lnTo>
                <a:lnTo>
                  <a:pt x="5324475" y="8254"/>
                </a:lnTo>
                <a:lnTo>
                  <a:pt x="5327269" y="8254"/>
                </a:lnTo>
                <a:lnTo>
                  <a:pt x="5334127" y="5460"/>
                </a:lnTo>
                <a:lnTo>
                  <a:pt x="534504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2</a:t>
            </a:r>
            <a:r>
              <a:rPr dirty="0" spc="-25"/>
              <a:t>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/>
          <p:nvPr/>
        </p:nvSpPr>
        <p:spPr>
          <a:xfrm>
            <a:off x="9680448" y="5414771"/>
            <a:ext cx="247015" cy="12700"/>
          </a:xfrm>
          <a:custGeom>
            <a:avLst/>
            <a:gdLst/>
            <a:ahLst/>
            <a:cxnLst/>
            <a:rect l="l" t="t" r="r" b="b"/>
            <a:pathLst>
              <a:path w="247015" h="12700">
                <a:moveTo>
                  <a:pt x="246887" y="12192"/>
                </a:moveTo>
                <a:lnTo>
                  <a:pt x="0" y="12192"/>
                </a:lnTo>
                <a:lnTo>
                  <a:pt x="0" y="0"/>
                </a:lnTo>
                <a:lnTo>
                  <a:pt x="246887" y="0"/>
                </a:lnTo>
                <a:lnTo>
                  <a:pt x="246887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 descr=""/>
          <p:cNvSpPr/>
          <p:nvPr/>
        </p:nvSpPr>
        <p:spPr>
          <a:xfrm>
            <a:off x="1618487" y="5838444"/>
            <a:ext cx="5189220" cy="12700"/>
          </a:xfrm>
          <a:custGeom>
            <a:avLst/>
            <a:gdLst/>
            <a:ahLst/>
            <a:cxnLst/>
            <a:rect l="l" t="t" r="r" b="b"/>
            <a:pathLst>
              <a:path w="5189220" h="12700">
                <a:moveTo>
                  <a:pt x="5189219" y="12192"/>
                </a:moveTo>
                <a:lnTo>
                  <a:pt x="0" y="12192"/>
                </a:lnTo>
                <a:lnTo>
                  <a:pt x="0" y="0"/>
                </a:lnTo>
                <a:lnTo>
                  <a:pt x="5189219" y="0"/>
                </a:lnTo>
                <a:lnTo>
                  <a:pt x="5189219" y="12192"/>
                </a:lnTo>
                <a:close/>
              </a:path>
            </a:pathLst>
          </a:custGeom>
          <a:solidFill>
            <a:srgbClr val="FF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/>
          <p:nvPr/>
        </p:nvSpPr>
        <p:spPr>
          <a:xfrm>
            <a:off x="785932" y="1694521"/>
            <a:ext cx="9158605" cy="4605020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spc="-10" b="1">
                <a:latin typeface="Malgun Gothic"/>
                <a:cs typeface="Malgun Gothic"/>
              </a:rPr>
              <a:t>애트리뷰트</a:t>
            </a:r>
            <a:endParaRPr sz="220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3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하나의</a:t>
            </a:r>
            <a:r>
              <a:rPr dirty="0" sz="1950" spc="-1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엔티티는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연관된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애트리뷰트들의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집합으로</a:t>
            </a:r>
            <a:r>
              <a:rPr dirty="0" sz="1950" spc="-1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설명됨</a:t>
            </a:r>
            <a:endParaRPr sz="1950">
              <a:latin typeface="Malgun Gothic"/>
              <a:cs typeface="Malgun Gothic"/>
            </a:endParaRPr>
          </a:p>
          <a:p>
            <a:pPr lvl="2" marL="1273810" indent="-252729">
              <a:lnSpc>
                <a:spcPct val="100000"/>
              </a:lnSpc>
              <a:spcBef>
                <a:spcPts val="919"/>
              </a:spcBef>
              <a:buFont typeface="MingLiU_HKSCS-ExtB"/>
              <a:buChar char="▪"/>
              <a:tabLst>
                <a:tab pos="1273810" algn="l"/>
              </a:tabLst>
            </a:pPr>
            <a:r>
              <a:rPr dirty="0" sz="1750" spc="50" b="1">
                <a:latin typeface="Malgun Gothic"/>
                <a:cs typeface="Malgun Gothic"/>
              </a:rPr>
              <a:t>예:</a:t>
            </a:r>
            <a:r>
              <a:rPr dirty="0" sz="1750" spc="-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사원</a:t>
            </a:r>
            <a:r>
              <a:rPr dirty="0" sz="1750" spc="-5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엔티티는</a:t>
            </a:r>
            <a:r>
              <a:rPr dirty="0" sz="1750" spc="-9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사원번호,</a:t>
            </a:r>
            <a:r>
              <a:rPr dirty="0" sz="1750" spc="-6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이름,</a:t>
            </a:r>
            <a:r>
              <a:rPr dirty="0" sz="1750" spc="-6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직책,</a:t>
            </a:r>
            <a:r>
              <a:rPr dirty="0" sz="1750" spc="-6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급여</a:t>
            </a:r>
            <a:r>
              <a:rPr dirty="0" sz="1750" spc="-5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등의</a:t>
            </a:r>
            <a:r>
              <a:rPr dirty="0" sz="1750" spc="-50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애트리뷰트를</a:t>
            </a:r>
            <a:r>
              <a:rPr dirty="0" sz="1750" spc="-90" b="1">
                <a:latin typeface="Malgun Gothic"/>
                <a:cs typeface="Malgun Gothic"/>
              </a:rPr>
              <a:t> </a:t>
            </a:r>
            <a:r>
              <a:rPr dirty="0" sz="1750" spc="-35" b="1">
                <a:latin typeface="Malgun Gothic"/>
                <a:cs typeface="Malgun Gothic"/>
              </a:rPr>
              <a:t>가짐</a:t>
            </a:r>
            <a:endParaRPr sz="17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ts val="3340"/>
              </a:lnSpc>
              <a:spcBef>
                <a:spcPts val="229"/>
              </a:spcBef>
              <a:buFont typeface="MingLiU_HKSCS-ExtB"/>
              <a:buChar char="✓"/>
              <a:tabLst>
                <a:tab pos="832485" algn="l"/>
                <a:tab pos="1219200" algn="l"/>
                <a:tab pos="4025900" algn="l"/>
                <a:tab pos="4415790" algn="l"/>
                <a:tab pos="6072505" algn="l"/>
                <a:tab pos="6713855" algn="l"/>
                <a:tab pos="7101205" algn="l"/>
                <a:tab pos="7742555" algn="l"/>
                <a:tab pos="8385809" algn="l"/>
              </a:tabLst>
            </a:pP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한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애트리뷰트의</a:t>
            </a:r>
            <a:r>
              <a:rPr dirty="0" u="heavy" sz="1950" spc="140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Times New Roman"/>
                <a:cs typeface="Times New Roman"/>
              </a:rPr>
              <a:t>  </a:t>
            </a:r>
            <a:r>
              <a:rPr dirty="0" u="heavy" sz="1950" spc="-20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도메인은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그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애트리뷰트가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가질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수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있는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모든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가능한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값들의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집합을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의미</a:t>
            </a:r>
            <a:endParaRPr sz="1950">
              <a:latin typeface="Malgun Gothic"/>
              <a:cs typeface="Malgun Gothic"/>
            </a:endParaRPr>
          </a:p>
          <a:p>
            <a:pPr lvl="2" marL="1273810" indent="-252729">
              <a:lnSpc>
                <a:spcPct val="100000"/>
              </a:lnSpc>
              <a:spcBef>
                <a:spcPts val="640"/>
              </a:spcBef>
              <a:buFont typeface="MingLiU_HKSCS-ExtB"/>
              <a:buChar char="▪"/>
              <a:tabLst>
                <a:tab pos="1273810" algn="l"/>
              </a:tabLst>
            </a:pPr>
            <a:r>
              <a:rPr dirty="0" sz="1750" spc="50" b="1">
                <a:latin typeface="Malgun Gothic"/>
                <a:cs typeface="Malgun Gothic"/>
              </a:rPr>
              <a:t>예:</a:t>
            </a:r>
            <a:r>
              <a:rPr dirty="0" sz="1750" spc="-7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사원번호는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1000부터</a:t>
            </a:r>
            <a:r>
              <a:rPr dirty="0" sz="1750" spc="-105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9999까지의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값을</a:t>
            </a:r>
            <a:r>
              <a:rPr dirty="0" sz="1750" spc="-8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가짐</a:t>
            </a:r>
            <a:endParaRPr sz="17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4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여러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애트리뷰트가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동일한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도메인을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공유할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  <a:p>
            <a:pPr lvl="2" marL="1273810" indent="-252729">
              <a:lnSpc>
                <a:spcPct val="100000"/>
              </a:lnSpc>
              <a:spcBef>
                <a:spcPts val="920"/>
              </a:spcBef>
              <a:buFont typeface="MingLiU_HKSCS-ExtB"/>
              <a:buChar char="▪"/>
              <a:tabLst>
                <a:tab pos="1273810" algn="l"/>
              </a:tabLst>
            </a:pPr>
            <a:r>
              <a:rPr dirty="0" sz="1750" spc="50" b="1">
                <a:latin typeface="Malgun Gothic"/>
                <a:cs typeface="Malgun Gothic"/>
              </a:rPr>
              <a:t>예:</a:t>
            </a:r>
            <a:r>
              <a:rPr dirty="0" sz="1750" spc="-7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사원번호와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부서번호가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네</a:t>
            </a:r>
            <a:r>
              <a:rPr dirty="0" sz="1750" spc="-8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자리</a:t>
            </a:r>
            <a:r>
              <a:rPr dirty="0" sz="1750" spc="-10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정수를</a:t>
            </a:r>
            <a:r>
              <a:rPr dirty="0" sz="1750" spc="-10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가질</a:t>
            </a:r>
            <a:r>
              <a:rPr dirty="0" sz="1750" spc="-8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수</a:t>
            </a:r>
            <a:r>
              <a:rPr dirty="0" sz="1750" spc="-8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있음</a:t>
            </a:r>
            <a:endParaRPr sz="17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ts val="3340"/>
              </a:lnSpc>
              <a:spcBef>
                <a:spcPts val="215"/>
              </a:spcBef>
              <a:buFont typeface="MingLiU_HKSCS-ExtB"/>
              <a:buChar char="✓"/>
              <a:tabLst>
                <a:tab pos="832485" algn="l"/>
                <a:tab pos="1236980" algn="l"/>
                <a:tab pos="2949575" algn="l"/>
                <a:tab pos="3352165" algn="l"/>
                <a:tab pos="4802505" algn="l"/>
                <a:tab pos="5469255" algn="l"/>
                <a:tab pos="7442834" algn="l"/>
                <a:tab pos="8893810" algn="l"/>
              </a:tabLst>
            </a:pPr>
            <a:r>
              <a:rPr dirty="0" u="sng" sz="1950" spc="-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키</a:t>
            </a:r>
            <a:r>
              <a:rPr dirty="0" u="sng" sz="195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	</a:t>
            </a:r>
            <a:r>
              <a:rPr dirty="0" u="sng" sz="1950" spc="70" b="1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Malgun Gothic"/>
                <a:cs typeface="Malgun Gothic"/>
              </a:rPr>
              <a:t>애트리뷰트</a:t>
            </a:r>
            <a:r>
              <a:rPr dirty="0" sz="1950" spc="70" b="1">
                <a:solidFill>
                  <a:srgbClr val="FF0000"/>
                </a:solidFill>
                <a:latin typeface="Malgun Gothic"/>
                <a:cs typeface="Malgun Gothic"/>
              </a:rPr>
              <a:t>는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한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70" b="1">
                <a:solidFill>
                  <a:srgbClr val="FF0000"/>
                </a:solidFill>
                <a:latin typeface="Malgun Gothic"/>
                <a:cs typeface="Malgun Gothic"/>
              </a:rPr>
              <a:t>애트리뷰트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30" b="1">
                <a:solidFill>
                  <a:srgbClr val="FF0000"/>
                </a:solidFill>
                <a:latin typeface="Malgun Gothic"/>
                <a:cs typeface="Malgun Gothic"/>
              </a:rPr>
              <a:t>또는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70" b="1">
                <a:solidFill>
                  <a:srgbClr val="FF0000"/>
                </a:solidFill>
                <a:latin typeface="Malgun Gothic"/>
                <a:cs typeface="Malgun Gothic"/>
              </a:rPr>
              <a:t>애트리뷰트들의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65" b="1">
                <a:solidFill>
                  <a:srgbClr val="FF0000"/>
                </a:solidFill>
                <a:latin typeface="Malgun Gothic"/>
                <a:cs typeface="Malgun Gothic"/>
              </a:rPr>
              <a:t>모임으로서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한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내에서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각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엔티티를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고유하게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식별함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715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ER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다이어그램에서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기본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키에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속하는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애트리뷰트는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밑줄을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그어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표시함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645539" y="2617089"/>
            <a:ext cx="5205095" cy="8255"/>
          </a:xfrm>
          <a:custGeom>
            <a:avLst/>
            <a:gdLst/>
            <a:ahLst/>
            <a:cxnLst/>
            <a:rect l="l" t="t" r="r" b="b"/>
            <a:pathLst>
              <a:path w="5205095" h="8255">
                <a:moveTo>
                  <a:pt x="0" y="8254"/>
                </a:moveTo>
                <a:lnTo>
                  <a:pt x="0" y="8254"/>
                </a:lnTo>
                <a:lnTo>
                  <a:pt x="1453642" y="8254"/>
                </a:lnTo>
                <a:lnTo>
                  <a:pt x="1464452" y="7995"/>
                </a:lnTo>
                <a:lnTo>
                  <a:pt x="1476311" y="7223"/>
                </a:lnTo>
                <a:lnTo>
                  <a:pt x="1489217" y="5951"/>
                </a:lnTo>
                <a:lnTo>
                  <a:pt x="1503172" y="4190"/>
                </a:lnTo>
                <a:lnTo>
                  <a:pt x="1517294" y="2357"/>
                </a:lnTo>
                <a:lnTo>
                  <a:pt x="1530905" y="1047"/>
                </a:lnTo>
                <a:lnTo>
                  <a:pt x="1544016" y="261"/>
                </a:lnTo>
                <a:lnTo>
                  <a:pt x="1556639" y="0"/>
                </a:lnTo>
                <a:lnTo>
                  <a:pt x="1569001" y="0"/>
                </a:lnTo>
                <a:lnTo>
                  <a:pt x="1581340" y="0"/>
                </a:lnTo>
                <a:lnTo>
                  <a:pt x="3459099" y="0"/>
                </a:lnTo>
                <a:lnTo>
                  <a:pt x="3475317" y="261"/>
                </a:lnTo>
                <a:lnTo>
                  <a:pt x="3491023" y="1047"/>
                </a:lnTo>
                <a:lnTo>
                  <a:pt x="3506229" y="2357"/>
                </a:lnTo>
                <a:lnTo>
                  <a:pt x="3520948" y="4190"/>
                </a:lnTo>
                <a:lnTo>
                  <a:pt x="3535088" y="5951"/>
                </a:lnTo>
                <a:lnTo>
                  <a:pt x="3548729" y="7223"/>
                </a:lnTo>
                <a:lnTo>
                  <a:pt x="3561845" y="7995"/>
                </a:lnTo>
                <a:lnTo>
                  <a:pt x="3574415" y="8254"/>
                </a:lnTo>
                <a:lnTo>
                  <a:pt x="3587039" y="8254"/>
                </a:lnTo>
                <a:lnTo>
                  <a:pt x="3600164" y="8254"/>
                </a:lnTo>
                <a:lnTo>
                  <a:pt x="5199634" y="8254"/>
                </a:lnTo>
                <a:lnTo>
                  <a:pt x="5205095" y="825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7031863" y="3440684"/>
            <a:ext cx="2783840" cy="16510"/>
          </a:xfrm>
          <a:custGeom>
            <a:avLst/>
            <a:gdLst/>
            <a:ahLst/>
            <a:cxnLst/>
            <a:rect l="l" t="t" r="r" b="b"/>
            <a:pathLst>
              <a:path w="2783840" h="16510">
                <a:moveTo>
                  <a:pt x="0" y="8254"/>
                </a:moveTo>
                <a:lnTo>
                  <a:pt x="0" y="8254"/>
                </a:lnTo>
                <a:lnTo>
                  <a:pt x="1041907" y="8254"/>
                </a:lnTo>
                <a:lnTo>
                  <a:pt x="1065285" y="8516"/>
                </a:lnTo>
                <a:lnTo>
                  <a:pt x="1090247" y="9302"/>
                </a:lnTo>
                <a:lnTo>
                  <a:pt x="1116756" y="10612"/>
                </a:lnTo>
                <a:lnTo>
                  <a:pt x="1144777" y="12445"/>
                </a:lnTo>
                <a:lnTo>
                  <a:pt x="1174140" y="14206"/>
                </a:lnTo>
                <a:lnTo>
                  <a:pt x="1204515" y="15478"/>
                </a:lnTo>
                <a:lnTo>
                  <a:pt x="1235914" y="16250"/>
                </a:lnTo>
                <a:lnTo>
                  <a:pt x="1268348" y="16509"/>
                </a:lnTo>
                <a:lnTo>
                  <a:pt x="1301565" y="16509"/>
                </a:lnTo>
                <a:lnTo>
                  <a:pt x="1335293" y="16509"/>
                </a:lnTo>
                <a:lnTo>
                  <a:pt x="2161920" y="16509"/>
                </a:lnTo>
                <a:lnTo>
                  <a:pt x="2172729" y="16250"/>
                </a:lnTo>
                <a:lnTo>
                  <a:pt x="2184574" y="15478"/>
                </a:lnTo>
                <a:lnTo>
                  <a:pt x="2197443" y="14206"/>
                </a:lnTo>
                <a:lnTo>
                  <a:pt x="2211323" y="12445"/>
                </a:lnTo>
                <a:lnTo>
                  <a:pt x="2225258" y="10612"/>
                </a:lnTo>
                <a:lnTo>
                  <a:pt x="2238120" y="9302"/>
                </a:lnTo>
                <a:lnTo>
                  <a:pt x="2249935" y="8516"/>
                </a:lnTo>
                <a:lnTo>
                  <a:pt x="2260727" y="8254"/>
                </a:lnTo>
                <a:lnTo>
                  <a:pt x="2271535" y="7995"/>
                </a:lnTo>
                <a:lnTo>
                  <a:pt x="2283380" y="7223"/>
                </a:lnTo>
                <a:lnTo>
                  <a:pt x="2296249" y="5951"/>
                </a:lnTo>
                <a:lnTo>
                  <a:pt x="2310129" y="4190"/>
                </a:lnTo>
                <a:lnTo>
                  <a:pt x="2325370" y="2357"/>
                </a:lnTo>
                <a:lnTo>
                  <a:pt x="2342134" y="1047"/>
                </a:lnTo>
                <a:lnTo>
                  <a:pt x="2360422" y="261"/>
                </a:lnTo>
                <a:lnTo>
                  <a:pt x="2380233" y="0"/>
                </a:lnTo>
                <a:lnTo>
                  <a:pt x="2400286" y="0"/>
                </a:lnTo>
                <a:lnTo>
                  <a:pt x="2419302" y="0"/>
                </a:lnTo>
                <a:lnTo>
                  <a:pt x="2778252" y="0"/>
                </a:lnTo>
                <a:lnTo>
                  <a:pt x="2783712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480819" y="3753739"/>
            <a:ext cx="1433195" cy="49530"/>
          </a:xfrm>
          <a:custGeom>
            <a:avLst/>
            <a:gdLst/>
            <a:ahLst/>
            <a:cxnLst/>
            <a:rect l="l" t="t" r="r" b="b"/>
            <a:pathLst>
              <a:path w="1433195" h="49529">
                <a:moveTo>
                  <a:pt x="0" y="49402"/>
                </a:moveTo>
                <a:lnTo>
                  <a:pt x="5588" y="49402"/>
                </a:lnTo>
                <a:lnTo>
                  <a:pt x="9652" y="49402"/>
                </a:lnTo>
                <a:lnTo>
                  <a:pt x="12446" y="49402"/>
                </a:lnTo>
                <a:lnTo>
                  <a:pt x="16275" y="48881"/>
                </a:lnTo>
                <a:lnTo>
                  <a:pt x="23749" y="47323"/>
                </a:lnTo>
                <a:lnTo>
                  <a:pt x="34841" y="44741"/>
                </a:lnTo>
                <a:lnTo>
                  <a:pt x="49530" y="41148"/>
                </a:lnTo>
                <a:lnTo>
                  <a:pt x="69812" y="36790"/>
                </a:lnTo>
                <a:lnTo>
                  <a:pt x="133665" y="26503"/>
                </a:lnTo>
                <a:lnTo>
                  <a:pt x="177165" y="20574"/>
                </a:lnTo>
                <a:lnTo>
                  <a:pt x="223740" y="15146"/>
                </a:lnTo>
                <a:lnTo>
                  <a:pt x="268779" y="11255"/>
                </a:lnTo>
                <a:lnTo>
                  <a:pt x="312271" y="8911"/>
                </a:lnTo>
                <a:lnTo>
                  <a:pt x="354203" y="8127"/>
                </a:lnTo>
                <a:lnTo>
                  <a:pt x="395370" y="8127"/>
                </a:lnTo>
                <a:lnTo>
                  <a:pt x="436562" y="8127"/>
                </a:lnTo>
                <a:lnTo>
                  <a:pt x="1394714" y="8127"/>
                </a:lnTo>
                <a:lnTo>
                  <a:pt x="1401572" y="6858"/>
                </a:lnTo>
                <a:lnTo>
                  <a:pt x="1404239" y="4063"/>
                </a:lnTo>
                <a:lnTo>
                  <a:pt x="1407033" y="1270"/>
                </a:lnTo>
                <a:lnTo>
                  <a:pt x="1409827" y="0"/>
                </a:lnTo>
                <a:lnTo>
                  <a:pt x="1412494" y="0"/>
                </a:lnTo>
                <a:lnTo>
                  <a:pt x="1415288" y="0"/>
                </a:lnTo>
                <a:lnTo>
                  <a:pt x="1417955" y="0"/>
                </a:lnTo>
                <a:lnTo>
                  <a:pt x="1420749" y="0"/>
                </a:lnTo>
                <a:lnTo>
                  <a:pt x="1423543" y="0"/>
                </a:lnTo>
                <a:lnTo>
                  <a:pt x="1427607" y="0"/>
                </a:lnTo>
                <a:lnTo>
                  <a:pt x="143306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629155" y="5450332"/>
            <a:ext cx="1630680" cy="24765"/>
          </a:xfrm>
          <a:custGeom>
            <a:avLst/>
            <a:gdLst/>
            <a:ahLst/>
            <a:cxnLst/>
            <a:rect l="l" t="t" r="r" b="b"/>
            <a:pathLst>
              <a:path w="1630679" h="24764">
                <a:moveTo>
                  <a:pt x="0" y="24637"/>
                </a:moveTo>
                <a:lnTo>
                  <a:pt x="0" y="24637"/>
                </a:lnTo>
                <a:lnTo>
                  <a:pt x="98806" y="24637"/>
                </a:lnTo>
                <a:lnTo>
                  <a:pt x="107279" y="24378"/>
                </a:lnTo>
                <a:lnTo>
                  <a:pt x="116300" y="23606"/>
                </a:lnTo>
                <a:lnTo>
                  <a:pt x="125845" y="22334"/>
                </a:lnTo>
                <a:lnTo>
                  <a:pt x="135889" y="20573"/>
                </a:lnTo>
                <a:lnTo>
                  <a:pt x="146436" y="18498"/>
                </a:lnTo>
                <a:lnTo>
                  <a:pt x="157495" y="16446"/>
                </a:lnTo>
                <a:lnTo>
                  <a:pt x="203787" y="9175"/>
                </a:lnTo>
                <a:lnTo>
                  <a:pt x="222376" y="8127"/>
                </a:lnTo>
                <a:lnTo>
                  <a:pt x="230588" y="8127"/>
                </a:lnTo>
                <a:lnTo>
                  <a:pt x="238823" y="8127"/>
                </a:lnTo>
                <a:lnTo>
                  <a:pt x="288163" y="8127"/>
                </a:lnTo>
                <a:lnTo>
                  <a:pt x="296429" y="7885"/>
                </a:lnTo>
                <a:lnTo>
                  <a:pt x="304672" y="7143"/>
                </a:lnTo>
                <a:lnTo>
                  <a:pt x="312916" y="5877"/>
                </a:lnTo>
                <a:lnTo>
                  <a:pt x="321182" y="4063"/>
                </a:lnTo>
                <a:lnTo>
                  <a:pt x="329656" y="2250"/>
                </a:lnTo>
                <a:lnTo>
                  <a:pt x="338677" y="984"/>
                </a:lnTo>
                <a:lnTo>
                  <a:pt x="348222" y="242"/>
                </a:lnTo>
                <a:lnTo>
                  <a:pt x="358267" y="0"/>
                </a:lnTo>
                <a:lnTo>
                  <a:pt x="368554" y="0"/>
                </a:lnTo>
                <a:lnTo>
                  <a:pt x="378841" y="0"/>
                </a:lnTo>
                <a:lnTo>
                  <a:pt x="1625219" y="0"/>
                </a:lnTo>
                <a:lnTo>
                  <a:pt x="1630680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/>
          <p:nvPr/>
        </p:nvSpPr>
        <p:spPr>
          <a:xfrm>
            <a:off x="9757918" y="5417311"/>
            <a:ext cx="255904" cy="0"/>
          </a:xfrm>
          <a:custGeom>
            <a:avLst/>
            <a:gdLst/>
            <a:ahLst/>
            <a:cxnLst/>
            <a:rect l="l" t="t" r="r" b="b"/>
            <a:pathLst>
              <a:path w="255904" h="0">
                <a:moveTo>
                  <a:pt x="0" y="0"/>
                </a:moveTo>
                <a:lnTo>
                  <a:pt x="0" y="0"/>
                </a:lnTo>
                <a:lnTo>
                  <a:pt x="249808" y="0"/>
                </a:lnTo>
                <a:lnTo>
                  <a:pt x="255397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1579752" y="5804408"/>
            <a:ext cx="4604385" cy="41275"/>
          </a:xfrm>
          <a:custGeom>
            <a:avLst/>
            <a:gdLst/>
            <a:ahLst/>
            <a:cxnLst/>
            <a:rect l="l" t="t" r="r" b="b"/>
            <a:pathLst>
              <a:path w="4604385" h="41275">
                <a:moveTo>
                  <a:pt x="0" y="41147"/>
                </a:moveTo>
                <a:lnTo>
                  <a:pt x="5460" y="41147"/>
                </a:lnTo>
                <a:lnTo>
                  <a:pt x="13715" y="41147"/>
                </a:lnTo>
                <a:lnTo>
                  <a:pt x="24637" y="41147"/>
                </a:lnTo>
                <a:lnTo>
                  <a:pt x="34972" y="40905"/>
                </a:lnTo>
                <a:lnTo>
                  <a:pt x="49403" y="40163"/>
                </a:lnTo>
                <a:lnTo>
                  <a:pt x="67929" y="38897"/>
                </a:lnTo>
                <a:lnTo>
                  <a:pt x="90551" y="37083"/>
                </a:lnTo>
                <a:lnTo>
                  <a:pt x="116004" y="35008"/>
                </a:lnTo>
                <a:lnTo>
                  <a:pt x="143017" y="32956"/>
                </a:lnTo>
                <a:lnTo>
                  <a:pt x="201676" y="28828"/>
                </a:lnTo>
                <a:lnTo>
                  <a:pt x="265588" y="24749"/>
                </a:lnTo>
                <a:lnTo>
                  <a:pt x="333502" y="20573"/>
                </a:lnTo>
                <a:lnTo>
                  <a:pt x="369054" y="18291"/>
                </a:lnTo>
                <a:lnTo>
                  <a:pt x="405606" y="15462"/>
                </a:lnTo>
                <a:lnTo>
                  <a:pt x="443158" y="12108"/>
                </a:lnTo>
                <a:lnTo>
                  <a:pt x="481710" y="8254"/>
                </a:lnTo>
                <a:lnTo>
                  <a:pt x="520074" y="4661"/>
                </a:lnTo>
                <a:lnTo>
                  <a:pt x="556879" y="2079"/>
                </a:lnTo>
                <a:lnTo>
                  <a:pt x="592135" y="521"/>
                </a:lnTo>
                <a:lnTo>
                  <a:pt x="625855" y="0"/>
                </a:lnTo>
                <a:lnTo>
                  <a:pt x="657786" y="0"/>
                </a:lnTo>
                <a:lnTo>
                  <a:pt x="687657" y="0"/>
                </a:lnTo>
                <a:lnTo>
                  <a:pt x="1947799" y="0"/>
                </a:lnTo>
                <a:lnTo>
                  <a:pt x="1962443" y="261"/>
                </a:lnTo>
                <a:lnTo>
                  <a:pt x="1977612" y="1047"/>
                </a:lnTo>
                <a:lnTo>
                  <a:pt x="1993304" y="2357"/>
                </a:lnTo>
                <a:lnTo>
                  <a:pt x="2009521" y="4190"/>
                </a:lnTo>
                <a:lnTo>
                  <a:pt x="2026259" y="5951"/>
                </a:lnTo>
                <a:lnTo>
                  <a:pt x="2043509" y="7223"/>
                </a:lnTo>
                <a:lnTo>
                  <a:pt x="2061259" y="7995"/>
                </a:lnTo>
                <a:lnTo>
                  <a:pt x="2079498" y="8254"/>
                </a:lnTo>
                <a:lnTo>
                  <a:pt x="2098573" y="8254"/>
                </a:lnTo>
                <a:lnTo>
                  <a:pt x="2118661" y="8254"/>
                </a:lnTo>
                <a:lnTo>
                  <a:pt x="2343023" y="8254"/>
                </a:lnTo>
                <a:lnTo>
                  <a:pt x="2349996" y="8514"/>
                </a:lnTo>
                <a:lnTo>
                  <a:pt x="2358516" y="9286"/>
                </a:lnTo>
                <a:lnTo>
                  <a:pt x="2368561" y="10558"/>
                </a:lnTo>
                <a:lnTo>
                  <a:pt x="2380107" y="12318"/>
                </a:lnTo>
                <a:lnTo>
                  <a:pt x="2392487" y="14152"/>
                </a:lnTo>
                <a:lnTo>
                  <a:pt x="2404856" y="15462"/>
                </a:lnTo>
                <a:lnTo>
                  <a:pt x="2417200" y="16248"/>
                </a:lnTo>
                <a:lnTo>
                  <a:pt x="2429510" y="16509"/>
                </a:lnTo>
                <a:lnTo>
                  <a:pt x="2442916" y="16509"/>
                </a:lnTo>
                <a:lnTo>
                  <a:pt x="2458370" y="16509"/>
                </a:lnTo>
                <a:lnTo>
                  <a:pt x="2475872" y="16509"/>
                </a:lnTo>
                <a:lnTo>
                  <a:pt x="2495423" y="16509"/>
                </a:lnTo>
                <a:lnTo>
                  <a:pt x="2518066" y="16769"/>
                </a:lnTo>
                <a:lnTo>
                  <a:pt x="2544841" y="17541"/>
                </a:lnTo>
                <a:lnTo>
                  <a:pt x="2575736" y="18813"/>
                </a:lnTo>
                <a:lnTo>
                  <a:pt x="2610739" y="20573"/>
                </a:lnTo>
                <a:lnTo>
                  <a:pt x="2647287" y="22407"/>
                </a:lnTo>
                <a:lnTo>
                  <a:pt x="2682811" y="23717"/>
                </a:lnTo>
                <a:lnTo>
                  <a:pt x="2717288" y="24503"/>
                </a:lnTo>
                <a:lnTo>
                  <a:pt x="2750693" y="24764"/>
                </a:lnTo>
                <a:lnTo>
                  <a:pt x="2783649" y="24764"/>
                </a:lnTo>
                <a:lnTo>
                  <a:pt x="2816605" y="24764"/>
                </a:lnTo>
                <a:lnTo>
                  <a:pt x="4598289" y="24764"/>
                </a:lnTo>
                <a:lnTo>
                  <a:pt x="4603877" y="2476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/>
          <p:nvPr/>
        </p:nvSpPr>
        <p:spPr>
          <a:xfrm>
            <a:off x="3902709" y="5919723"/>
            <a:ext cx="3879215" cy="461645"/>
          </a:xfrm>
          <a:custGeom>
            <a:avLst/>
            <a:gdLst/>
            <a:ahLst/>
            <a:cxnLst/>
            <a:rect l="l" t="t" r="r" b="b"/>
            <a:pathLst>
              <a:path w="3879215" h="461645">
                <a:moveTo>
                  <a:pt x="0" y="395350"/>
                </a:moveTo>
                <a:lnTo>
                  <a:pt x="0" y="395350"/>
                </a:lnTo>
                <a:lnTo>
                  <a:pt x="782447" y="395350"/>
                </a:lnTo>
                <a:lnTo>
                  <a:pt x="828232" y="395089"/>
                </a:lnTo>
                <a:lnTo>
                  <a:pt x="875077" y="394303"/>
                </a:lnTo>
                <a:lnTo>
                  <a:pt x="922946" y="392993"/>
                </a:lnTo>
                <a:lnTo>
                  <a:pt x="971803" y="391159"/>
                </a:lnTo>
                <a:lnTo>
                  <a:pt x="1020212" y="389139"/>
                </a:lnTo>
                <a:lnTo>
                  <a:pt x="1066561" y="387095"/>
                </a:lnTo>
                <a:lnTo>
                  <a:pt x="1110839" y="385052"/>
                </a:lnTo>
                <a:lnTo>
                  <a:pt x="1153032" y="383031"/>
                </a:lnTo>
                <a:lnTo>
                  <a:pt x="1192393" y="381198"/>
                </a:lnTo>
                <a:lnTo>
                  <a:pt x="1228169" y="379888"/>
                </a:lnTo>
                <a:lnTo>
                  <a:pt x="1260349" y="379102"/>
                </a:lnTo>
                <a:lnTo>
                  <a:pt x="1288923" y="378840"/>
                </a:lnTo>
                <a:lnTo>
                  <a:pt x="1314662" y="378581"/>
                </a:lnTo>
                <a:lnTo>
                  <a:pt x="1338341" y="377809"/>
                </a:lnTo>
                <a:lnTo>
                  <a:pt x="1359949" y="376537"/>
                </a:lnTo>
                <a:lnTo>
                  <a:pt x="1379474" y="374776"/>
                </a:lnTo>
                <a:lnTo>
                  <a:pt x="1396238" y="372943"/>
                </a:lnTo>
                <a:lnTo>
                  <a:pt x="1409382" y="371633"/>
                </a:lnTo>
                <a:lnTo>
                  <a:pt x="1418907" y="370847"/>
                </a:lnTo>
                <a:lnTo>
                  <a:pt x="1424813" y="370585"/>
                </a:lnTo>
                <a:lnTo>
                  <a:pt x="1430274" y="370585"/>
                </a:lnTo>
                <a:lnTo>
                  <a:pt x="1437131" y="370585"/>
                </a:lnTo>
                <a:lnTo>
                  <a:pt x="2524379" y="370585"/>
                </a:lnTo>
                <a:lnTo>
                  <a:pt x="2543381" y="370847"/>
                </a:lnTo>
                <a:lnTo>
                  <a:pt x="2563431" y="371633"/>
                </a:lnTo>
                <a:lnTo>
                  <a:pt x="2584529" y="372943"/>
                </a:lnTo>
                <a:lnTo>
                  <a:pt x="2606674" y="374776"/>
                </a:lnTo>
                <a:lnTo>
                  <a:pt x="2628056" y="376537"/>
                </a:lnTo>
                <a:lnTo>
                  <a:pt x="2646854" y="377809"/>
                </a:lnTo>
                <a:lnTo>
                  <a:pt x="2663057" y="378581"/>
                </a:lnTo>
                <a:lnTo>
                  <a:pt x="2676651" y="378840"/>
                </a:lnTo>
                <a:lnTo>
                  <a:pt x="2689536" y="378840"/>
                </a:lnTo>
                <a:lnTo>
                  <a:pt x="2703433" y="378840"/>
                </a:lnTo>
                <a:lnTo>
                  <a:pt x="3253232" y="378840"/>
                </a:lnTo>
                <a:lnTo>
                  <a:pt x="3273042" y="379102"/>
                </a:lnTo>
                <a:lnTo>
                  <a:pt x="3291316" y="379888"/>
                </a:lnTo>
                <a:lnTo>
                  <a:pt x="3308042" y="381198"/>
                </a:lnTo>
                <a:lnTo>
                  <a:pt x="3323209" y="383031"/>
                </a:lnTo>
                <a:lnTo>
                  <a:pt x="3337351" y="384792"/>
                </a:lnTo>
                <a:lnTo>
                  <a:pt x="3351006" y="386064"/>
                </a:lnTo>
                <a:lnTo>
                  <a:pt x="3364160" y="386836"/>
                </a:lnTo>
                <a:lnTo>
                  <a:pt x="3376803" y="387095"/>
                </a:lnTo>
                <a:lnTo>
                  <a:pt x="3388328" y="387095"/>
                </a:lnTo>
                <a:lnTo>
                  <a:pt x="3398329" y="387095"/>
                </a:lnTo>
                <a:lnTo>
                  <a:pt x="3879088" y="387095"/>
                </a:lnTo>
                <a:lnTo>
                  <a:pt x="3877038" y="391715"/>
                </a:lnTo>
                <a:lnTo>
                  <a:pt x="3828952" y="419550"/>
                </a:lnTo>
                <a:lnTo>
                  <a:pt x="3789848" y="431881"/>
                </a:lnTo>
                <a:lnTo>
                  <a:pt x="3744269" y="440614"/>
                </a:lnTo>
                <a:lnTo>
                  <a:pt x="3690739" y="448893"/>
                </a:lnTo>
                <a:lnTo>
                  <a:pt x="3629517" y="456602"/>
                </a:lnTo>
                <a:lnTo>
                  <a:pt x="3563604" y="460742"/>
                </a:lnTo>
                <a:lnTo>
                  <a:pt x="3529075" y="461263"/>
                </a:lnTo>
                <a:lnTo>
                  <a:pt x="3496931" y="461002"/>
                </a:lnTo>
                <a:lnTo>
                  <a:pt x="3449548" y="458906"/>
                </a:lnTo>
                <a:lnTo>
                  <a:pt x="3404276" y="448607"/>
                </a:lnTo>
                <a:lnTo>
                  <a:pt x="3368547" y="419988"/>
                </a:lnTo>
                <a:lnTo>
                  <a:pt x="3352037" y="403542"/>
                </a:lnTo>
                <a:lnTo>
                  <a:pt x="3343794" y="395307"/>
                </a:lnTo>
                <a:lnTo>
                  <a:pt x="3313150" y="357753"/>
                </a:lnTo>
                <a:lnTo>
                  <a:pt x="3292840" y="315819"/>
                </a:lnTo>
                <a:lnTo>
                  <a:pt x="3287978" y="302170"/>
                </a:lnTo>
                <a:lnTo>
                  <a:pt x="3285140" y="294465"/>
                </a:lnTo>
                <a:lnTo>
                  <a:pt x="3281779" y="285736"/>
                </a:lnTo>
                <a:lnTo>
                  <a:pt x="3277869" y="275970"/>
                </a:lnTo>
                <a:lnTo>
                  <a:pt x="3274276" y="265872"/>
                </a:lnTo>
                <a:lnTo>
                  <a:pt x="3271694" y="256333"/>
                </a:lnTo>
                <a:lnTo>
                  <a:pt x="3270136" y="247342"/>
                </a:lnTo>
                <a:lnTo>
                  <a:pt x="3269615" y="238886"/>
                </a:lnTo>
                <a:lnTo>
                  <a:pt x="3269615" y="230882"/>
                </a:lnTo>
                <a:lnTo>
                  <a:pt x="3269615" y="223424"/>
                </a:lnTo>
                <a:lnTo>
                  <a:pt x="3269615" y="216491"/>
                </a:lnTo>
                <a:lnTo>
                  <a:pt x="3269615" y="210057"/>
                </a:lnTo>
                <a:lnTo>
                  <a:pt x="3269876" y="203606"/>
                </a:lnTo>
                <a:lnTo>
                  <a:pt x="3278917" y="164718"/>
                </a:lnTo>
                <a:lnTo>
                  <a:pt x="3301555" y="128698"/>
                </a:lnTo>
                <a:lnTo>
                  <a:pt x="3331464" y="102996"/>
                </a:lnTo>
                <a:lnTo>
                  <a:pt x="3367452" y="77184"/>
                </a:lnTo>
                <a:lnTo>
                  <a:pt x="3401441" y="57657"/>
                </a:lnTo>
                <a:lnTo>
                  <a:pt x="3417397" y="49706"/>
                </a:lnTo>
                <a:lnTo>
                  <a:pt x="3432317" y="42243"/>
                </a:lnTo>
                <a:lnTo>
                  <a:pt x="3471219" y="23159"/>
                </a:lnTo>
                <a:lnTo>
                  <a:pt x="3514984" y="10296"/>
                </a:lnTo>
                <a:lnTo>
                  <a:pt x="3561510" y="2303"/>
                </a:lnTo>
                <a:lnTo>
                  <a:pt x="3590924" y="0"/>
                </a:lnTo>
                <a:lnTo>
                  <a:pt x="3598876" y="0"/>
                </a:lnTo>
                <a:lnTo>
                  <a:pt x="3606339" y="0"/>
                </a:lnTo>
                <a:lnTo>
                  <a:pt x="3613302" y="0"/>
                </a:lnTo>
                <a:lnTo>
                  <a:pt x="3619754" y="0"/>
                </a:lnTo>
                <a:lnTo>
                  <a:pt x="3626393" y="763"/>
                </a:lnTo>
                <a:lnTo>
                  <a:pt x="3662934" y="18770"/>
                </a:lnTo>
                <a:lnTo>
                  <a:pt x="3693794" y="41147"/>
                </a:lnTo>
                <a:lnTo>
                  <a:pt x="3726815" y="69976"/>
                </a:lnTo>
                <a:lnTo>
                  <a:pt x="3733194" y="76428"/>
                </a:lnTo>
                <a:lnTo>
                  <a:pt x="3740134" y="83391"/>
                </a:lnTo>
                <a:lnTo>
                  <a:pt x="3747621" y="90854"/>
                </a:lnTo>
                <a:lnTo>
                  <a:pt x="3755643" y="98805"/>
                </a:lnTo>
                <a:lnTo>
                  <a:pt x="3763855" y="107332"/>
                </a:lnTo>
                <a:lnTo>
                  <a:pt x="3796228" y="145917"/>
                </a:lnTo>
                <a:lnTo>
                  <a:pt x="3817397" y="180925"/>
                </a:lnTo>
                <a:lnTo>
                  <a:pt x="3821493" y="188388"/>
                </a:lnTo>
                <a:lnTo>
                  <a:pt x="3825589" y="195351"/>
                </a:lnTo>
                <a:lnTo>
                  <a:pt x="3829685" y="201802"/>
                </a:lnTo>
                <a:lnTo>
                  <a:pt x="3833800" y="208236"/>
                </a:lnTo>
                <a:lnTo>
                  <a:pt x="3837940" y="215169"/>
                </a:lnTo>
                <a:lnTo>
                  <a:pt x="3853928" y="253009"/>
                </a:lnTo>
                <a:lnTo>
                  <a:pt x="3854449" y="259460"/>
                </a:lnTo>
                <a:lnTo>
                  <a:pt x="3854449" y="265894"/>
                </a:lnTo>
                <a:lnTo>
                  <a:pt x="3854449" y="272827"/>
                </a:lnTo>
                <a:lnTo>
                  <a:pt x="3854449" y="341756"/>
                </a:lnTo>
                <a:lnTo>
                  <a:pt x="3853053" y="347344"/>
                </a:lnTo>
                <a:lnTo>
                  <a:pt x="3850259" y="350011"/>
                </a:lnTo>
                <a:lnTo>
                  <a:pt x="3847591" y="352805"/>
                </a:lnTo>
                <a:lnTo>
                  <a:pt x="3843400" y="355472"/>
                </a:lnTo>
                <a:lnTo>
                  <a:pt x="3837940" y="358266"/>
                </a:lnTo>
                <a:lnTo>
                  <a:pt x="3832479" y="361060"/>
                </a:lnTo>
                <a:lnTo>
                  <a:pt x="3825620" y="365124"/>
                </a:lnTo>
                <a:lnTo>
                  <a:pt x="3817366" y="370585"/>
                </a:lnTo>
                <a:lnTo>
                  <a:pt x="3809111" y="376173"/>
                </a:lnTo>
                <a:lnTo>
                  <a:pt x="3802253" y="378840"/>
                </a:lnTo>
                <a:lnTo>
                  <a:pt x="3796791" y="378840"/>
                </a:lnTo>
                <a:lnTo>
                  <a:pt x="3792172" y="379362"/>
                </a:lnTo>
                <a:lnTo>
                  <a:pt x="3786505" y="380920"/>
                </a:lnTo>
                <a:lnTo>
                  <a:pt x="3779789" y="383502"/>
                </a:lnTo>
                <a:lnTo>
                  <a:pt x="3772026" y="38709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2</a:t>
            </a: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694521"/>
            <a:ext cx="9158605" cy="262826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spc="-10" b="1">
                <a:latin typeface="Malgun Gothic"/>
                <a:cs typeface="Malgun Gothic"/>
              </a:rPr>
              <a:t>애트리뷰트(계속)</a:t>
            </a:r>
            <a:endParaRPr sz="220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3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요구사항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명세에서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명사나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형용사로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표현됨</a:t>
            </a:r>
            <a:endParaRPr sz="19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2500"/>
              </a:lnSpc>
              <a:spcBef>
                <a:spcPts val="1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엔티티는</a:t>
            </a:r>
            <a:r>
              <a:rPr dirty="0" sz="1950" spc="2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독립적인</a:t>
            </a:r>
            <a:r>
              <a:rPr dirty="0" sz="1950" spc="2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의미를</a:t>
            </a:r>
            <a:r>
              <a:rPr dirty="0" sz="1950" spc="2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갖는데</a:t>
            </a:r>
            <a:r>
              <a:rPr dirty="0" sz="1950" spc="2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반해서</a:t>
            </a:r>
            <a:r>
              <a:rPr dirty="0" sz="1950" spc="2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애트리뷰트는</a:t>
            </a:r>
            <a:r>
              <a:rPr dirty="0" sz="1950" spc="2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독립적인</a:t>
            </a:r>
            <a:r>
              <a:rPr dirty="0" sz="1950" spc="2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의미를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갖지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35" b="1">
                <a:solidFill>
                  <a:srgbClr val="FF0000"/>
                </a:solidFill>
                <a:latin typeface="Malgun Gothic"/>
                <a:cs typeface="Malgun Gothic"/>
              </a:rPr>
              <a:t>않음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spc="100" b="1">
                <a:solidFill>
                  <a:srgbClr val="FF3300"/>
                </a:solidFill>
                <a:latin typeface="Malgun Gothic"/>
                <a:cs typeface="Malgun Gothic"/>
              </a:rPr>
              <a:t>ER</a:t>
            </a:r>
            <a:r>
              <a:rPr dirty="0" sz="1950" spc="-9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다이어그램에서</a:t>
            </a:r>
            <a:r>
              <a:rPr dirty="0" sz="1950" spc="-12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타원형으로</a:t>
            </a:r>
            <a:r>
              <a:rPr dirty="0" sz="1950" spc="-12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나타냄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애트리뷰트와</a:t>
            </a:r>
            <a:r>
              <a:rPr dirty="0" sz="1950" spc="-12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8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타입은</a:t>
            </a:r>
            <a:r>
              <a:rPr dirty="0" sz="1950" spc="-10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실선으로</a:t>
            </a:r>
            <a:r>
              <a:rPr dirty="0" sz="1950" spc="-12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연결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727961" y="3424301"/>
            <a:ext cx="2981960" cy="518795"/>
          </a:xfrm>
          <a:custGeom>
            <a:avLst/>
            <a:gdLst/>
            <a:ahLst/>
            <a:cxnLst/>
            <a:rect l="l" t="t" r="r" b="b"/>
            <a:pathLst>
              <a:path w="2981960" h="518795">
                <a:moveTo>
                  <a:pt x="0" y="502285"/>
                </a:moveTo>
                <a:lnTo>
                  <a:pt x="0" y="502285"/>
                </a:lnTo>
                <a:lnTo>
                  <a:pt x="164719" y="502285"/>
                </a:lnTo>
                <a:lnTo>
                  <a:pt x="191009" y="501782"/>
                </a:lnTo>
                <a:lnTo>
                  <a:pt x="220360" y="500268"/>
                </a:lnTo>
                <a:lnTo>
                  <a:pt x="252783" y="497730"/>
                </a:lnTo>
                <a:lnTo>
                  <a:pt x="288289" y="494157"/>
                </a:lnTo>
                <a:lnTo>
                  <a:pt x="325342" y="490247"/>
                </a:lnTo>
                <a:lnTo>
                  <a:pt x="362394" y="486886"/>
                </a:lnTo>
                <a:lnTo>
                  <a:pt x="436499" y="481711"/>
                </a:lnTo>
                <a:lnTo>
                  <a:pt x="474595" y="479688"/>
                </a:lnTo>
                <a:lnTo>
                  <a:pt x="514762" y="477631"/>
                </a:lnTo>
                <a:lnTo>
                  <a:pt x="556978" y="475549"/>
                </a:lnTo>
                <a:lnTo>
                  <a:pt x="601218" y="473455"/>
                </a:lnTo>
                <a:lnTo>
                  <a:pt x="645251" y="471435"/>
                </a:lnTo>
                <a:lnTo>
                  <a:pt x="686688" y="469391"/>
                </a:lnTo>
                <a:lnTo>
                  <a:pt x="725554" y="467348"/>
                </a:lnTo>
                <a:lnTo>
                  <a:pt x="761873" y="465327"/>
                </a:lnTo>
                <a:lnTo>
                  <a:pt x="797111" y="463494"/>
                </a:lnTo>
                <a:lnTo>
                  <a:pt x="832897" y="462184"/>
                </a:lnTo>
                <a:lnTo>
                  <a:pt x="869207" y="461398"/>
                </a:lnTo>
                <a:lnTo>
                  <a:pt x="906018" y="461137"/>
                </a:lnTo>
                <a:lnTo>
                  <a:pt x="942306" y="460877"/>
                </a:lnTo>
                <a:lnTo>
                  <a:pt x="977058" y="460105"/>
                </a:lnTo>
                <a:lnTo>
                  <a:pt x="1010263" y="458833"/>
                </a:lnTo>
                <a:lnTo>
                  <a:pt x="1041907" y="457073"/>
                </a:lnTo>
                <a:lnTo>
                  <a:pt x="1071223" y="455239"/>
                </a:lnTo>
                <a:lnTo>
                  <a:pt x="1097454" y="453929"/>
                </a:lnTo>
                <a:lnTo>
                  <a:pt x="1120614" y="453143"/>
                </a:lnTo>
                <a:lnTo>
                  <a:pt x="1140714" y="452882"/>
                </a:lnTo>
                <a:lnTo>
                  <a:pt x="1160049" y="452882"/>
                </a:lnTo>
                <a:lnTo>
                  <a:pt x="1180909" y="452882"/>
                </a:lnTo>
                <a:lnTo>
                  <a:pt x="1515490" y="452882"/>
                </a:lnTo>
                <a:lnTo>
                  <a:pt x="1539398" y="453143"/>
                </a:lnTo>
                <a:lnTo>
                  <a:pt x="1582642" y="455239"/>
                </a:lnTo>
                <a:lnTo>
                  <a:pt x="1620980" y="459355"/>
                </a:lnTo>
                <a:lnTo>
                  <a:pt x="1662128" y="465538"/>
                </a:lnTo>
                <a:lnTo>
                  <a:pt x="1684274" y="469391"/>
                </a:lnTo>
                <a:lnTo>
                  <a:pt x="1707445" y="472985"/>
                </a:lnTo>
                <a:lnTo>
                  <a:pt x="1731629" y="475567"/>
                </a:lnTo>
                <a:lnTo>
                  <a:pt x="1756836" y="477125"/>
                </a:lnTo>
                <a:lnTo>
                  <a:pt x="1783079" y="477647"/>
                </a:lnTo>
                <a:lnTo>
                  <a:pt x="1810107" y="477647"/>
                </a:lnTo>
                <a:lnTo>
                  <a:pt x="1837658" y="477647"/>
                </a:lnTo>
                <a:lnTo>
                  <a:pt x="1865733" y="477647"/>
                </a:lnTo>
                <a:lnTo>
                  <a:pt x="1894332" y="477647"/>
                </a:lnTo>
                <a:lnTo>
                  <a:pt x="1923119" y="477906"/>
                </a:lnTo>
                <a:lnTo>
                  <a:pt x="1951942" y="478678"/>
                </a:lnTo>
                <a:lnTo>
                  <a:pt x="1980789" y="479950"/>
                </a:lnTo>
                <a:lnTo>
                  <a:pt x="2009648" y="481711"/>
                </a:lnTo>
                <a:lnTo>
                  <a:pt x="2037409" y="483544"/>
                </a:lnTo>
                <a:lnTo>
                  <a:pt x="2063146" y="484854"/>
                </a:lnTo>
                <a:lnTo>
                  <a:pt x="2086836" y="485640"/>
                </a:lnTo>
                <a:lnTo>
                  <a:pt x="2108454" y="485901"/>
                </a:lnTo>
                <a:lnTo>
                  <a:pt x="2128768" y="486161"/>
                </a:lnTo>
                <a:lnTo>
                  <a:pt x="2148570" y="486933"/>
                </a:lnTo>
                <a:lnTo>
                  <a:pt x="2167872" y="488205"/>
                </a:lnTo>
                <a:lnTo>
                  <a:pt x="2186686" y="489965"/>
                </a:lnTo>
                <a:lnTo>
                  <a:pt x="2204420" y="491799"/>
                </a:lnTo>
                <a:lnTo>
                  <a:pt x="2220642" y="493109"/>
                </a:lnTo>
                <a:lnTo>
                  <a:pt x="2235317" y="493895"/>
                </a:lnTo>
                <a:lnTo>
                  <a:pt x="2248408" y="494157"/>
                </a:lnTo>
                <a:lnTo>
                  <a:pt x="2260788" y="494399"/>
                </a:lnTo>
                <a:lnTo>
                  <a:pt x="2273157" y="495141"/>
                </a:lnTo>
                <a:lnTo>
                  <a:pt x="2285501" y="496407"/>
                </a:lnTo>
                <a:lnTo>
                  <a:pt x="2297811" y="498221"/>
                </a:lnTo>
                <a:lnTo>
                  <a:pt x="2310191" y="500296"/>
                </a:lnTo>
                <a:lnTo>
                  <a:pt x="2322560" y="502348"/>
                </a:lnTo>
                <a:lnTo>
                  <a:pt x="2334904" y="504400"/>
                </a:lnTo>
                <a:lnTo>
                  <a:pt x="2347214" y="506475"/>
                </a:lnTo>
                <a:lnTo>
                  <a:pt x="2359334" y="508236"/>
                </a:lnTo>
                <a:lnTo>
                  <a:pt x="2370931" y="509508"/>
                </a:lnTo>
                <a:lnTo>
                  <a:pt x="2382004" y="510280"/>
                </a:lnTo>
                <a:lnTo>
                  <a:pt x="2392553" y="510539"/>
                </a:lnTo>
                <a:lnTo>
                  <a:pt x="2403361" y="510539"/>
                </a:lnTo>
                <a:lnTo>
                  <a:pt x="2415206" y="510539"/>
                </a:lnTo>
                <a:lnTo>
                  <a:pt x="2687701" y="510539"/>
                </a:lnTo>
                <a:lnTo>
                  <a:pt x="2693162" y="510539"/>
                </a:lnTo>
              </a:path>
              <a:path w="2981960" h="518795">
                <a:moveTo>
                  <a:pt x="2759075" y="510539"/>
                </a:moveTo>
                <a:lnTo>
                  <a:pt x="2742858" y="510801"/>
                </a:lnTo>
                <a:lnTo>
                  <a:pt x="2727166" y="511587"/>
                </a:lnTo>
                <a:lnTo>
                  <a:pt x="2711997" y="512897"/>
                </a:lnTo>
                <a:lnTo>
                  <a:pt x="2697353" y="514730"/>
                </a:lnTo>
                <a:lnTo>
                  <a:pt x="2680844" y="516491"/>
                </a:lnTo>
                <a:lnTo>
                  <a:pt x="2660253" y="517763"/>
                </a:lnTo>
                <a:lnTo>
                  <a:pt x="2635541" y="518535"/>
                </a:lnTo>
                <a:lnTo>
                  <a:pt x="2606675" y="518795"/>
                </a:lnTo>
                <a:lnTo>
                  <a:pt x="2575552" y="518795"/>
                </a:lnTo>
                <a:lnTo>
                  <a:pt x="2543905" y="518795"/>
                </a:lnTo>
                <a:lnTo>
                  <a:pt x="2351404" y="518795"/>
                </a:lnTo>
                <a:lnTo>
                  <a:pt x="2321567" y="518535"/>
                </a:lnTo>
                <a:lnTo>
                  <a:pt x="2268037" y="516491"/>
                </a:lnTo>
                <a:lnTo>
                  <a:pt x="2222718" y="512393"/>
                </a:lnTo>
                <a:lnTo>
                  <a:pt x="2170176" y="502285"/>
                </a:lnTo>
                <a:lnTo>
                  <a:pt x="2155269" y="498449"/>
                </a:lnTo>
                <a:lnTo>
                  <a:pt x="2139315" y="495125"/>
                </a:lnTo>
                <a:lnTo>
                  <a:pt x="2122312" y="492301"/>
                </a:lnTo>
                <a:lnTo>
                  <a:pt x="2104263" y="489965"/>
                </a:lnTo>
                <a:lnTo>
                  <a:pt x="2087050" y="487683"/>
                </a:lnTo>
                <a:lnTo>
                  <a:pt x="2042009" y="473289"/>
                </a:lnTo>
                <a:lnTo>
                  <a:pt x="1997787" y="450359"/>
                </a:lnTo>
                <a:lnTo>
                  <a:pt x="1968373" y="424052"/>
                </a:lnTo>
                <a:lnTo>
                  <a:pt x="1941441" y="388584"/>
                </a:lnTo>
                <a:lnTo>
                  <a:pt x="1912858" y="347900"/>
                </a:lnTo>
                <a:lnTo>
                  <a:pt x="1892988" y="315219"/>
                </a:lnTo>
                <a:lnTo>
                  <a:pt x="1886077" y="288163"/>
                </a:lnTo>
                <a:lnTo>
                  <a:pt x="1886077" y="280211"/>
                </a:lnTo>
                <a:lnTo>
                  <a:pt x="1886077" y="272748"/>
                </a:lnTo>
                <a:lnTo>
                  <a:pt x="1886077" y="265785"/>
                </a:lnTo>
                <a:lnTo>
                  <a:pt x="1886077" y="259334"/>
                </a:lnTo>
                <a:lnTo>
                  <a:pt x="1886077" y="251205"/>
                </a:lnTo>
                <a:lnTo>
                  <a:pt x="1887474" y="242950"/>
                </a:lnTo>
                <a:lnTo>
                  <a:pt x="1910714" y="205866"/>
                </a:lnTo>
                <a:lnTo>
                  <a:pt x="1954006" y="176506"/>
                </a:lnTo>
                <a:lnTo>
                  <a:pt x="2001371" y="152598"/>
                </a:lnTo>
                <a:lnTo>
                  <a:pt x="2050762" y="129928"/>
                </a:lnTo>
                <a:lnTo>
                  <a:pt x="2103794" y="108831"/>
                </a:lnTo>
                <a:lnTo>
                  <a:pt x="2182090" y="86161"/>
                </a:lnTo>
                <a:lnTo>
                  <a:pt x="2232025" y="74040"/>
                </a:lnTo>
                <a:lnTo>
                  <a:pt x="2283485" y="62235"/>
                </a:lnTo>
                <a:lnTo>
                  <a:pt x="2330815" y="51419"/>
                </a:lnTo>
                <a:lnTo>
                  <a:pt x="2374024" y="41626"/>
                </a:lnTo>
                <a:lnTo>
                  <a:pt x="2413127" y="32892"/>
                </a:lnTo>
                <a:lnTo>
                  <a:pt x="2482087" y="19558"/>
                </a:lnTo>
                <a:lnTo>
                  <a:pt x="2540762" y="12318"/>
                </a:lnTo>
                <a:lnTo>
                  <a:pt x="2566503" y="10243"/>
                </a:lnTo>
                <a:lnTo>
                  <a:pt x="2590196" y="8191"/>
                </a:lnTo>
                <a:lnTo>
                  <a:pt x="2611842" y="6139"/>
                </a:lnTo>
                <a:lnTo>
                  <a:pt x="2631440" y="4063"/>
                </a:lnTo>
                <a:lnTo>
                  <a:pt x="2648652" y="2250"/>
                </a:lnTo>
                <a:lnTo>
                  <a:pt x="2663317" y="984"/>
                </a:lnTo>
                <a:lnTo>
                  <a:pt x="2675409" y="242"/>
                </a:lnTo>
                <a:lnTo>
                  <a:pt x="2684907" y="0"/>
                </a:lnTo>
                <a:lnTo>
                  <a:pt x="2693695" y="0"/>
                </a:lnTo>
                <a:lnTo>
                  <a:pt x="2703496" y="0"/>
                </a:lnTo>
                <a:lnTo>
                  <a:pt x="2714321" y="0"/>
                </a:lnTo>
                <a:lnTo>
                  <a:pt x="2726182" y="0"/>
                </a:lnTo>
                <a:lnTo>
                  <a:pt x="2739012" y="242"/>
                </a:lnTo>
                <a:lnTo>
                  <a:pt x="2783840" y="4063"/>
                </a:lnTo>
                <a:lnTo>
                  <a:pt x="2821576" y="12547"/>
                </a:lnTo>
                <a:lnTo>
                  <a:pt x="2835765" y="20552"/>
                </a:lnTo>
                <a:lnTo>
                  <a:pt x="2843514" y="24685"/>
                </a:lnTo>
                <a:lnTo>
                  <a:pt x="2852287" y="28795"/>
                </a:lnTo>
                <a:lnTo>
                  <a:pt x="2862072" y="32892"/>
                </a:lnTo>
                <a:lnTo>
                  <a:pt x="2872097" y="37512"/>
                </a:lnTo>
                <a:lnTo>
                  <a:pt x="2907295" y="65851"/>
                </a:lnTo>
                <a:lnTo>
                  <a:pt x="2940000" y="99024"/>
                </a:lnTo>
                <a:lnTo>
                  <a:pt x="2966545" y="139469"/>
                </a:lnTo>
                <a:lnTo>
                  <a:pt x="2977261" y="193548"/>
                </a:lnTo>
                <a:lnTo>
                  <a:pt x="2980404" y="233632"/>
                </a:lnTo>
                <a:lnTo>
                  <a:pt x="2981452" y="263525"/>
                </a:lnTo>
                <a:lnTo>
                  <a:pt x="2980930" y="275887"/>
                </a:lnTo>
                <a:lnTo>
                  <a:pt x="2968839" y="324786"/>
                </a:lnTo>
                <a:lnTo>
                  <a:pt x="2946431" y="362342"/>
                </a:lnTo>
                <a:lnTo>
                  <a:pt x="2940240" y="370586"/>
                </a:lnTo>
                <a:lnTo>
                  <a:pt x="2934049" y="378829"/>
                </a:lnTo>
                <a:lnTo>
                  <a:pt x="2909409" y="409473"/>
                </a:lnTo>
                <a:lnTo>
                  <a:pt x="2874391" y="440563"/>
                </a:lnTo>
                <a:lnTo>
                  <a:pt x="2866645" y="446492"/>
                </a:lnTo>
                <a:lnTo>
                  <a:pt x="2859960" y="451897"/>
                </a:lnTo>
                <a:lnTo>
                  <a:pt x="2854299" y="456779"/>
                </a:lnTo>
                <a:lnTo>
                  <a:pt x="2849626" y="461137"/>
                </a:lnTo>
                <a:lnTo>
                  <a:pt x="2844165" y="466598"/>
                </a:lnTo>
                <a:lnTo>
                  <a:pt x="2838704" y="469391"/>
                </a:lnTo>
                <a:lnTo>
                  <a:pt x="2833242" y="469391"/>
                </a:lnTo>
                <a:lnTo>
                  <a:pt x="2827654" y="469391"/>
                </a:lnTo>
                <a:lnTo>
                  <a:pt x="2823591" y="470788"/>
                </a:lnTo>
                <a:lnTo>
                  <a:pt x="2820797" y="473455"/>
                </a:lnTo>
                <a:lnTo>
                  <a:pt x="2818129" y="476250"/>
                </a:lnTo>
                <a:lnTo>
                  <a:pt x="2815336" y="477647"/>
                </a:lnTo>
                <a:lnTo>
                  <a:pt x="2794762" y="477647"/>
                </a:lnTo>
                <a:lnTo>
                  <a:pt x="2783840" y="47764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2</a:t>
            </a:r>
            <a:r>
              <a:rPr dirty="0" spc="-25"/>
              <a:t>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6"/>
            <a:ext cx="427609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480059" indent="-467359">
              <a:lnSpc>
                <a:spcPct val="100000"/>
              </a:lnSpc>
              <a:spcBef>
                <a:spcPts val="130"/>
              </a:spcBef>
              <a:buClr>
                <a:srgbClr val="000000"/>
              </a:buClr>
              <a:buSzPct val="110256"/>
              <a:buFont typeface="MingLiU_HKSCS-ExtB"/>
              <a:buChar char="❑"/>
              <a:tabLst>
                <a:tab pos="480059" algn="l"/>
              </a:tabLst>
            </a:pP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단순</a:t>
            </a:r>
            <a:r>
              <a:rPr dirty="0" sz="1950" spc="-7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0" b="1">
                <a:solidFill>
                  <a:srgbClr val="FF3300"/>
                </a:solidFill>
                <a:latin typeface="Malgun Gothic"/>
                <a:cs typeface="Malgun Gothic"/>
              </a:rPr>
              <a:t>애트리뷰트</a:t>
            </a:r>
            <a:r>
              <a:rPr dirty="0" sz="1950" spc="-20" b="1">
                <a:latin typeface="Malgun Gothic"/>
                <a:cs typeface="Malgun Gothic"/>
              </a:rPr>
              <a:t>(simple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spc="-45" b="1">
                <a:latin typeface="Malgun Gothic"/>
                <a:cs typeface="Malgun Gothic"/>
              </a:rPr>
              <a:t>attribute)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7214082" y="2293171"/>
            <a:ext cx="126809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1950" spc="-10" b="1">
                <a:latin typeface="Malgun Gothic"/>
                <a:cs typeface="Malgun Gothic"/>
              </a:rPr>
              <a:t>애트리뷰트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17772" y="2171307"/>
            <a:ext cx="7007225" cy="129667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090"/>
              </a:spcBef>
              <a:buFont typeface="MingLiU_HKSCS-ExtB"/>
              <a:buChar char="✓"/>
              <a:tabLst>
                <a:tab pos="327660" algn="l"/>
              </a:tabLst>
            </a:pPr>
            <a:r>
              <a:rPr dirty="0" sz="1950" b="1">
                <a:latin typeface="Malgun Gothic"/>
                <a:cs typeface="Malgun Gothic"/>
              </a:rPr>
              <a:t>더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이상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다른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애트리뷰트로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나눌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없는</a:t>
            </a:r>
            <a:r>
              <a:rPr dirty="0" sz="1950" spc="-10" b="1">
                <a:solidFill>
                  <a:srgbClr val="FF3300"/>
                </a:solidFill>
                <a:latin typeface="Malgun Gothic"/>
                <a:cs typeface="Malgun Gothic"/>
              </a:rPr>
              <a:t>(atomic)</a:t>
            </a:r>
            <a:endParaRPr sz="19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995"/>
              </a:spcBef>
              <a:buFont typeface="MingLiU_HKSCS-ExtB"/>
              <a:buChar char="✓"/>
              <a:tabLst>
                <a:tab pos="327660" algn="l"/>
              </a:tabLst>
            </a:pP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다이어그램에서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실선</a:t>
            </a:r>
            <a:r>
              <a:rPr dirty="0" sz="1950" spc="-9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타원</a:t>
            </a:r>
            <a:r>
              <a:rPr dirty="0" sz="1950" b="1">
                <a:latin typeface="Malgun Gothic"/>
                <a:cs typeface="Malgun Gothic"/>
              </a:rPr>
              <a:t>으로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표현함</a:t>
            </a:r>
            <a:endParaRPr sz="1950">
              <a:latin typeface="Malgun Gothic"/>
              <a:cs typeface="Malgun Gothic"/>
            </a:endParaRPr>
          </a:p>
          <a:p>
            <a:pPr marL="32766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327660" algn="l"/>
              </a:tabLst>
            </a:pP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다이어그램에서</a:t>
            </a:r>
            <a:r>
              <a:rPr dirty="0" sz="1950" spc="-1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대부분의</a:t>
            </a:r>
            <a:r>
              <a:rPr dirty="0" sz="1950" spc="-1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애트리뷰트는</a:t>
            </a:r>
            <a:r>
              <a:rPr dirty="0" sz="1950" spc="-1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단순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애트리뷰트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/>
          <p:nvPr/>
        </p:nvSpPr>
        <p:spPr>
          <a:xfrm>
            <a:off x="1291463" y="2213610"/>
            <a:ext cx="1837055" cy="8255"/>
          </a:xfrm>
          <a:custGeom>
            <a:avLst/>
            <a:gdLst/>
            <a:ahLst/>
            <a:cxnLst/>
            <a:rect l="l" t="t" r="r" b="b"/>
            <a:pathLst>
              <a:path w="1837055" h="8255">
                <a:moveTo>
                  <a:pt x="0" y="0"/>
                </a:moveTo>
                <a:lnTo>
                  <a:pt x="0" y="0"/>
                </a:lnTo>
                <a:lnTo>
                  <a:pt x="1099439" y="0"/>
                </a:lnTo>
                <a:lnTo>
                  <a:pt x="1117992" y="259"/>
                </a:lnTo>
                <a:lnTo>
                  <a:pt x="1136523" y="1031"/>
                </a:lnTo>
                <a:lnTo>
                  <a:pt x="1155053" y="2303"/>
                </a:lnTo>
                <a:lnTo>
                  <a:pt x="1173607" y="4063"/>
                </a:lnTo>
                <a:lnTo>
                  <a:pt x="1191583" y="5897"/>
                </a:lnTo>
                <a:lnTo>
                  <a:pt x="1208547" y="7207"/>
                </a:lnTo>
                <a:lnTo>
                  <a:pt x="1224488" y="7993"/>
                </a:lnTo>
                <a:lnTo>
                  <a:pt x="1239393" y="8254"/>
                </a:lnTo>
                <a:lnTo>
                  <a:pt x="1253085" y="8254"/>
                </a:lnTo>
                <a:lnTo>
                  <a:pt x="1265205" y="8254"/>
                </a:lnTo>
                <a:lnTo>
                  <a:pt x="1831086" y="8254"/>
                </a:lnTo>
                <a:lnTo>
                  <a:pt x="1836547" y="825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2508961" y="4014216"/>
            <a:ext cx="5790565" cy="2382520"/>
            <a:chOff x="2508961" y="4014216"/>
            <a:chExt cx="5790565" cy="238252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508961" y="4014216"/>
              <a:ext cx="4491304" cy="2382012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6835266" y="4462018"/>
              <a:ext cx="1457960" cy="823594"/>
            </a:xfrm>
            <a:custGeom>
              <a:avLst/>
              <a:gdLst/>
              <a:ahLst/>
              <a:cxnLst/>
              <a:rect l="l" t="t" r="r" b="b"/>
              <a:pathLst>
                <a:path w="1457959" h="823595">
                  <a:moveTo>
                    <a:pt x="0" y="823595"/>
                  </a:moveTo>
                  <a:lnTo>
                    <a:pt x="24749" y="777208"/>
                  </a:lnTo>
                  <a:lnTo>
                    <a:pt x="49402" y="737108"/>
                  </a:lnTo>
                  <a:lnTo>
                    <a:pt x="83407" y="695864"/>
                  </a:lnTo>
                  <a:lnTo>
                    <a:pt x="135889" y="646430"/>
                  </a:lnTo>
                  <a:lnTo>
                    <a:pt x="169136" y="619160"/>
                  </a:lnTo>
                  <a:lnTo>
                    <a:pt x="206978" y="590867"/>
                  </a:lnTo>
                  <a:lnTo>
                    <a:pt x="249439" y="561526"/>
                  </a:lnTo>
                  <a:lnTo>
                    <a:pt x="296544" y="531114"/>
                  </a:lnTo>
                  <a:lnTo>
                    <a:pt x="336748" y="506759"/>
                  </a:lnTo>
                  <a:lnTo>
                    <a:pt x="378261" y="483069"/>
                  </a:lnTo>
                  <a:lnTo>
                    <a:pt x="421086" y="460037"/>
                  </a:lnTo>
                  <a:lnTo>
                    <a:pt x="465221" y="437658"/>
                  </a:lnTo>
                  <a:lnTo>
                    <a:pt x="510666" y="415925"/>
                  </a:lnTo>
                  <a:lnTo>
                    <a:pt x="557436" y="394178"/>
                  </a:lnTo>
                  <a:lnTo>
                    <a:pt x="605534" y="371767"/>
                  </a:lnTo>
                  <a:lnTo>
                    <a:pt x="654950" y="348698"/>
                  </a:lnTo>
                  <a:lnTo>
                    <a:pt x="705669" y="324976"/>
                  </a:lnTo>
                  <a:lnTo>
                    <a:pt x="757681" y="300609"/>
                  </a:lnTo>
                  <a:lnTo>
                    <a:pt x="819475" y="271220"/>
                  </a:lnTo>
                  <a:lnTo>
                    <a:pt x="873029" y="244951"/>
                  </a:lnTo>
                  <a:lnTo>
                    <a:pt x="918344" y="221777"/>
                  </a:lnTo>
                  <a:lnTo>
                    <a:pt x="955421" y="201676"/>
                  </a:lnTo>
                  <a:lnTo>
                    <a:pt x="989141" y="183699"/>
                  </a:lnTo>
                  <a:lnTo>
                    <a:pt x="1024397" y="166735"/>
                  </a:lnTo>
                  <a:lnTo>
                    <a:pt x="1061202" y="150794"/>
                  </a:lnTo>
                  <a:lnTo>
                    <a:pt x="1099565" y="135890"/>
                  </a:lnTo>
                  <a:lnTo>
                    <a:pt x="1138136" y="121433"/>
                  </a:lnTo>
                  <a:lnTo>
                    <a:pt x="1175718" y="107013"/>
                  </a:lnTo>
                  <a:lnTo>
                    <a:pt x="1212276" y="92616"/>
                  </a:lnTo>
                  <a:lnTo>
                    <a:pt x="1247775" y="78232"/>
                  </a:lnTo>
                  <a:lnTo>
                    <a:pt x="1281519" y="64799"/>
                  </a:lnTo>
                  <a:lnTo>
                    <a:pt x="1312656" y="53451"/>
                  </a:lnTo>
                  <a:lnTo>
                    <a:pt x="1341197" y="44174"/>
                  </a:lnTo>
                  <a:lnTo>
                    <a:pt x="1367154" y="36957"/>
                  </a:lnTo>
                  <a:lnTo>
                    <a:pt x="1389848" y="31099"/>
                  </a:lnTo>
                  <a:lnTo>
                    <a:pt x="1408398" y="25717"/>
                  </a:lnTo>
                  <a:lnTo>
                    <a:pt x="1447498" y="8191"/>
                  </a:lnTo>
                  <a:lnTo>
                    <a:pt x="1453159" y="4095"/>
                  </a:lnTo>
                  <a:lnTo>
                    <a:pt x="1457832" y="0"/>
                  </a:lnTo>
                </a:path>
                <a:path w="1457959" h="823595">
                  <a:moveTo>
                    <a:pt x="123571" y="436499"/>
                  </a:moveTo>
                  <a:lnTo>
                    <a:pt x="121267" y="489005"/>
                  </a:lnTo>
                  <a:lnTo>
                    <a:pt x="114331" y="527065"/>
                  </a:lnTo>
                  <a:lnTo>
                    <a:pt x="102965" y="564384"/>
                  </a:lnTo>
                  <a:lnTo>
                    <a:pt x="98869" y="577500"/>
                  </a:lnTo>
                  <a:lnTo>
                    <a:pt x="94773" y="591141"/>
                  </a:lnTo>
                  <a:lnTo>
                    <a:pt x="90677" y="605282"/>
                  </a:lnTo>
                  <a:lnTo>
                    <a:pt x="86508" y="619424"/>
                  </a:lnTo>
                  <a:lnTo>
                    <a:pt x="82375" y="633079"/>
                  </a:lnTo>
                  <a:lnTo>
                    <a:pt x="78265" y="646233"/>
                  </a:lnTo>
                  <a:lnTo>
                    <a:pt x="74167" y="658876"/>
                  </a:lnTo>
                  <a:lnTo>
                    <a:pt x="70314" y="670923"/>
                  </a:lnTo>
                  <a:lnTo>
                    <a:pt x="66960" y="682482"/>
                  </a:lnTo>
                  <a:lnTo>
                    <a:pt x="64131" y="693541"/>
                  </a:lnTo>
                  <a:lnTo>
                    <a:pt x="61849" y="704088"/>
                  </a:lnTo>
                  <a:lnTo>
                    <a:pt x="59755" y="713611"/>
                  </a:lnTo>
                  <a:lnTo>
                    <a:pt x="57673" y="721598"/>
                  </a:lnTo>
                  <a:lnTo>
                    <a:pt x="55616" y="728037"/>
                  </a:lnTo>
                  <a:lnTo>
                    <a:pt x="53593" y="732917"/>
                  </a:lnTo>
                  <a:lnTo>
                    <a:pt x="50800" y="738505"/>
                  </a:lnTo>
                  <a:lnTo>
                    <a:pt x="49402" y="742569"/>
                  </a:lnTo>
                  <a:lnTo>
                    <a:pt x="49402" y="772795"/>
                  </a:lnTo>
                  <a:lnTo>
                    <a:pt x="50800" y="774192"/>
                  </a:lnTo>
                  <a:lnTo>
                    <a:pt x="193548" y="774192"/>
                  </a:lnTo>
                  <a:lnTo>
                    <a:pt x="204878" y="773930"/>
                  </a:lnTo>
                  <a:lnTo>
                    <a:pt x="251205" y="770001"/>
                  </a:lnTo>
                  <a:lnTo>
                    <a:pt x="292889" y="763839"/>
                  </a:lnTo>
                  <a:lnTo>
                    <a:pt x="308863" y="759079"/>
                  </a:lnTo>
                  <a:lnTo>
                    <a:pt x="317118" y="757682"/>
                  </a:lnTo>
                  <a:lnTo>
                    <a:pt x="325374" y="757682"/>
                  </a:lnTo>
                  <a:lnTo>
                    <a:pt x="333628" y="757682"/>
                  </a:lnTo>
                  <a:lnTo>
                    <a:pt x="339089" y="756285"/>
                  </a:lnTo>
                  <a:lnTo>
                    <a:pt x="341883" y="753491"/>
                  </a:lnTo>
                  <a:lnTo>
                    <a:pt x="344550" y="750824"/>
                  </a:lnTo>
                  <a:lnTo>
                    <a:pt x="348741" y="749427"/>
                  </a:lnTo>
                  <a:lnTo>
                    <a:pt x="354202" y="749427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2</a:t>
            </a:r>
            <a:r>
              <a:rPr dirty="0" spc="-25"/>
              <a:t>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351540" y="2716773"/>
            <a:ext cx="257302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1769745" algn="l"/>
              </a:tabLst>
            </a:pPr>
            <a:r>
              <a:rPr dirty="0" sz="1950" spc="114" b="1">
                <a:latin typeface="Malgun Gothic"/>
                <a:cs typeface="Malgun Gothic"/>
              </a:rPr>
              <a:t>애트리뷰트들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80" b="1">
                <a:latin typeface="Malgun Gothic"/>
                <a:cs typeface="Malgun Gothic"/>
              </a:rPr>
              <a:t>중에서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13307" y="1747509"/>
            <a:ext cx="6400800" cy="1720214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480059" indent="-467359">
              <a:lnSpc>
                <a:spcPct val="100000"/>
              </a:lnSpc>
              <a:spcBef>
                <a:spcPts val="1090"/>
              </a:spcBef>
              <a:buClr>
                <a:srgbClr val="000000"/>
              </a:buClr>
              <a:buSzPct val="110256"/>
              <a:buFont typeface="MingLiU_HKSCS-ExtB"/>
              <a:buChar char="❑"/>
              <a:tabLst>
                <a:tab pos="480059" algn="l"/>
              </a:tabLst>
            </a:pP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복합</a:t>
            </a:r>
            <a:r>
              <a:rPr dirty="0" sz="1950" spc="-11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10" b="1">
                <a:solidFill>
                  <a:srgbClr val="FF3300"/>
                </a:solidFill>
                <a:latin typeface="Malgun Gothic"/>
                <a:cs typeface="Malgun Gothic"/>
              </a:rPr>
              <a:t>애트리뷰트</a:t>
            </a:r>
            <a:r>
              <a:rPr dirty="0" sz="1950" spc="-10" b="1">
                <a:latin typeface="Malgun Gothic"/>
                <a:cs typeface="Malgun Gothic"/>
              </a:rPr>
              <a:t>(composite</a:t>
            </a:r>
            <a:r>
              <a:rPr dirty="0" sz="1950" spc="-12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attribute)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두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개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이상의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애트리뷰트로</a:t>
            </a:r>
            <a:r>
              <a:rPr dirty="0" sz="19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이루어진</a:t>
            </a:r>
            <a:r>
              <a:rPr dirty="0" sz="1950" spc="-11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애트리뷰트</a:t>
            </a:r>
            <a:endParaRPr sz="19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2500"/>
              </a:lnSpc>
              <a:buFont typeface="MingLiU_HKSCS-ExtB"/>
              <a:buChar char="✓"/>
              <a:tabLst>
                <a:tab pos="832485" algn="l"/>
                <a:tab pos="1785620" algn="l"/>
                <a:tab pos="2738120" algn="l"/>
                <a:tab pos="3960495" algn="l"/>
                <a:tab pos="4644390" algn="l"/>
                <a:tab pos="5597525" algn="l"/>
              </a:tabLst>
            </a:pPr>
            <a:r>
              <a:rPr dirty="0" sz="1950" spc="75" b="1">
                <a:latin typeface="Malgun Gothic"/>
                <a:cs typeface="Malgun Gothic"/>
              </a:rPr>
              <a:t>동일한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80" b="1">
                <a:latin typeface="Malgun Gothic"/>
                <a:cs typeface="Malgun Gothic"/>
              </a:rPr>
              <a:t>엔티티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100" b="1">
                <a:latin typeface="Malgun Gothic"/>
                <a:cs typeface="Malgun Gothic"/>
              </a:rPr>
              <a:t>타입이나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50" b="1">
                <a:latin typeface="Malgun Gothic"/>
                <a:cs typeface="Malgun Gothic"/>
              </a:rPr>
              <a:t>관계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80" b="1">
                <a:latin typeface="Malgun Gothic"/>
                <a:cs typeface="Malgun Gothic"/>
              </a:rPr>
              <a:t>타입에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80" b="1">
                <a:latin typeface="Malgun Gothic"/>
                <a:cs typeface="Malgun Gothic"/>
              </a:rPr>
              <a:t>속하는 </a:t>
            </a:r>
            <a:r>
              <a:rPr dirty="0" sz="1950" b="1">
                <a:latin typeface="Malgun Gothic"/>
                <a:cs typeface="Malgun Gothic"/>
              </a:rPr>
              <a:t>밀접하게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연관된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것을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모아놓은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spc="-50" b="1">
                <a:latin typeface="Malgun Gothic"/>
                <a:cs typeface="Malgun Gothic"/>
              </a:rPr>
              <a:t>것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/>
          <p:nvPr/>
        </p:nvSpPr>
        <p:spPr>
          <a:xfrm>
            <a:off x="1719707" y="2608834"/>
            <a:ext cx="5205095" cy="24765"/>
          </a:xfrm>
          <a:custGeom>
            <a:avLst/>
            <a:gdLst/>
            <a:ahLst/>
            <a:cxnLst/>
            <a:rect l="l" t="t" r="r" b="b"/>
            <a:pathLst>
              <a:path w="5205095" h="24764">
                <a:moveTo>
                  <a:pt x="0" y="16509"/>
                </a:moveTo>
                <a:lnTo>
                  <a:pt x="0" y="16509"/>
                </a:lnTo>
                <a:lnTo>
                  <a:pt x="78359" y="16509"/>
                </a:lnTo>
                <a:lnTo>
                  <a:pt x="94029" y="16250"/>
                </a:lnTo>
                <a:lnTo>
                  <a:pt x="112283" y="15478"/>
                </a:lnTo>
                <a:lnTo>
                  <a:pt x="133133" y="14206"/>
                </a:lnTo>
                <a:lnTo>
                  <a:pt x="156591" y="12445"/>
                </a:lnTo>
                <a:lnTo>
                  <a:pt x="182808" y="10612"/>
                </a:lnTo>
                <a:lnTo>
                  <a:pt x="212121" y="9302"/>
                </a:lnTo>
                <a:lnTo>
                  <a:pt x="244530" y="8516"/>
                </a:lnTo>
                <a:lnTo>
                  <a:pt x="280035" y="8254"/>
                </a:lnTo>
                <a:lnTo>
                  <a:pt x="317349" y="8012"/>
                </a:lnTo>
                <a:lnTo>
                  <a:pt x="355187" y="7270"/>
                </a:lnTo>
                <a:lnTo>
                  <a:pt x="393549" y="6004"/>
                </a:lnTo>
                <a:lnTo>
                  <a:pt x="432435" y="4190"/>
                </a:lnTo>
                <a:lnTo>
                  <a:pt x="471058" y="2357"/>
                </a:lnTo>
                <a:lnTo>
                  <a:pt x="508635" y="1047"/>
                </a:lnTo>
                <a:lnTo>
                  <a:pt x="545163" y="261"/>
                </a:lnTo>
                <a:lnTo>
                  <a:pt x="580644" y="0"/>
                </a:lnTo>
                <a:lnTo>
                  <a:pt x="615172" y="0"/>
                </a:lnTo>
                <a:lnTo>
                  <a:pt x="648652" y="0"/>
                </a:lnTo>
                <a:lnTo>
                  <a:pt x="1820164" y="0"/>
                </a:lnTo>
                <a:lnTo>
                  <a:pt x="1840495" y="261"/>
                </a:lnTo>
                <a:lnTo>
                  <a:pt x="1860327" y="1047"/>
                </a:lnTo>
                <a:lnTo>
                  <a:pt x="1879635" y="2357"/>
                </a:lnTo>
                <a:lnTo>
                  <a:pt x="1898395" y="4190"/>
                </a:lnTo>
                <a:lnTo>
                  <a:pt x="1917209" y="6004"/>
                </a:lnTo>
                <a:lnTo>
                  <a:pt x="1936511" y="7270"/>
                </a:lnTo>
                <a:lnTo>
                  <a:pt x="1956313" y="8012"/>
                </a:lnTo>
                <a:lnTo>
                  <a:pt x="1976628" y="8254"/>
                </a:lnTo>
                <a:lnTo>
                  <a:pt x="1996753" y="8254"/>
                </a:lnTo>
                <a:lnTo>
                  <a:pt x="2015807" y="8254"/>
                </a:lnTo>
                <a:lnTo>
                  <a:pt x="2182622" y="8254"/>
                </a:lnTo>
                <a:lnTo>
                  <a:pt x="2199098" y="8516"/>
                </a:lnTo>
                <a:lnTo>
                  <a:pt x="2215562" y="9302"/>
                </a:lnTo>
                <a:lnTo>
                  <a:pt x="2232003" y="10612"/>
                </a:lnTo>
                <a:lnTo>
                  <a:pt x="2248408" y="12445"/>
                </a:lnTo>
                <a:lnTo>
                  <a:pt x="2265670" y="14206"/>
                </a:lnTo>
                <a:lnTo>
                  <a:pt x="2284491" y="15478"/>
                </a:lnTo>
                <a:lnTo>
                  <a:pt x="2304861" y="16250"/>
                </a:lnTo>
                <a:lnTo>
                  <a:pt x="2326767" y="16509"/>
                </a:lnTo>
                <a:lnTo>
                  <a:pt x="2350127" y="16509"/>
                </a:lnTo>
                <a:lnTo>
                  <a:pt x="2375058" y="16509"/>
                </a:lnTo>
                <a:lnTo>
                  <a:pt x="2664333" y="16509"/>
                </a:lnTo>
                <a:lnTo>
                  <a:pt x="2688026" y="16771"/>
                </a:lnTo>
                <a:lnTo>
                  <a:pt x="2713767" y="17557"/>
                </a:lnTo>
                <a:lnTo>
                  <a:pt x="2741556" y="18867"/>
                </a:lnTo>
                <a:lnTo>
                  <a:pt x="2771394" y="20700"/>
                </a:lnTo>
                <a:lnTo>
                  <a:pt x="2800782" y="22461"/>
                </a:lnTo>
                <a:lnTo>
                  <a:pt x="2827051" y="23733"/>
                </a:lnTo>
                <a:lnTo>
                  <a:pt x="2850225" y="24505"/>
                </a:lnTo>
                <a:lnTo>
                  <a:pt x="2870327" y="24764"/>
                </a:lnTo>
                <a:lnTo>
                  <a:pt x="2888825" y="24764"/>
                </a:lnTo>
                <a:lnTo>
                  <a:pt x="2907347" y="24764"/>
                </a:lnTo>
                <a:lnTo>
                  <a:pt x="3224403" y="24764"/>
                </a:lnTo>
                <a:lnTo>
                  <a:pt x="3234690" y="24505"/>
                </a:lnTo>
                <a:lnTo>
                  <a:pt x="3244977" y="23733"/>
                </a:lnTo>
                <a:lnTo>
                  <a:pt x="3255264" y="22461"/>
                </a:lnTo>
                <a:lnTo>
                  <a:pt x="3265551" y="20700"/>
                </a:lnTo>
                <a:lnTo>
                  <a:pt x="3276359" y="18867"/>
                </a:lnTo>
                <a:lnTo>
                  <a:pt x="3288204" y="17557"/>
                </a:lnTo>
                <a:lnTo>
                  <a:pt x="3301073" y="16771"/>
                </a:lnTo>
                <a:lnTo>
                  <a:pt x="3314954" y="16509"/>
                </a:lnTo>
                <a:lnTo>
                  <a:pt x="3328386" y="16250"/>
                </a:lnTo>
                <a:lnTo>
                  <a:pt x="3339734" y="15478"/>
                </a:lnTo>
                <a:lnTo>
                  <a:pt x="3349011" y="14206"/>
                </a:lnTo>
                <a:lnTo>
                  <a:pt x="3356229" y="12445"/>
                </a:lnTo>
                <a:lnTo>
                  <a:pt x="3362662" y="10370"/>
                </a:lnTo>
                <a:lnTo>
                  <a:pt x="3369595" y="8318"/>
                </a:lnTo>
                <a:lnTo>
                  <a:pt x="3407435" y="261"/>
                </a:lnTo>
                <a:lnTo>
                  <a:pt x="3413887" y="0"/>
                </a:lnTo>
                <a:lnTo>
                  <a:pt x="3420320" y="0"/>
                </a:lnTo>
                <a:lnTo>
                  <a:pt x="3427253" y="0"/>
                </a:lnTo>
                <a:lnTo>
                  <a:pt x="5199634" y="0"/>
                </a:lnTo>
                <a:lnTo>
                  <a:pt x="520509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6" name="object 6" descr=""/>
          <p:cNvGrpSpPr/>
          <p:nvPr/>
        </p:nvGrpSpPr>
        <p:grpSpPr>
          <a:xfrm>
            <a:off x="2233675" y="3931920"/>
            <a:ext cx="5930900" cy="2343150"/>
            <a:chOff x="2233675" y="3931920"/>
            <a:chExt cx="5930900" cy="2343150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233675" y="3931920"/>
              <a:ext cx="5930774" cy="2342604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4569967" y="5722112"/>
              <a:ext cx="963930" cy="24765"/>
            </a:xfrm>
            <a:custGeom>
              <a:avLst/>
              <a:gdLst/>
              <a:ahLst/>
              <a:cxnLst/>
              <a:rect l="l" t="t" r="r" b="b"/>
              <a:pathLst>
                <a:path w="963929" h="24764">
                  <a:moveTo>
                    <a:pt x="0" y="0"/>
                  </a:moveTo>
                  <a:lnTo>
                    <a:pt x="0" y="0"/>
                  </a:lnTo>
                  <a:lnTo>
                    <a:pt x="572389" y="0"/>
                  </a:lnTo>
                  <a:lnTo>
                    <a:pt x="579247" y="1269"/>
                  </a:lnTo>
                  <a:lnTo>
                    <a:pt x="584708" y="4063"/>
                  </a:lnTo>
                  <a:lnTo>
                    <a:pt x="590296" y="6857"/>
                  </a:lnTo>
                  <a:lnTo>
                    <a:pt x="595757" y="8254"/>
                  </a:lnTo>
                  <a:lnTo>
                    <a:pt x="601218" y="8254"/>
                  </a:lnTo>
                  <a:lnTo>
                    <a:pt x="606679" y="8254"/>
                  </a:lnTo>
                  <a:lnTo>
                    <a:pt x="613537" y="8254"/>
                  </a:lnTo>
                  <a:lnTo>
                    <a:pt x="621792" y="8254"/>
                  </a:lnTo>
                  <a:lnTo>
                    <a:pt x="628487" y="8497"/>
                  </a:lnTo>
                  <a:lnTo>
                    <a:pt x="636206" y="9239"/>
                  </a:lnTo>
                  <a:lnTo>
                    <a:pt x="644973" y="10505"/>
                  </a:lnTo>
                  <a:lnTo>
                    <a:pt x="654812" y="12318"/>
                  </a:lnTo>
                  <a:lnTo>
                    <a:pt x="665358" y="14132"/>
                  </a:lnTo>
                  <a:lnTo>
                    <a:pt x="676417" y="15398"/>
                  </a:lnTo>
                  <a:lnTo>
                    <a:pt x="687976" y="16140"/>
                  </a:lnTo>
                  <a:lnTo>
                    <a:pt x="700024" y="16382"/>
                  </a:lnTo>
                  <a:lnTo>
                    <a:pt x="713430" y="16382"/>
                  </a:lnTo>
                  <a:lnTo>
                    <a:pt x="728884" y="16382"/>
                  </a:lnTo>
                  <a:lnTo>
                    <a:pt x="925195" y="16382"/>
                  </a:lnTo>
                  <a:lnTo>
                    <a:pt x="933450" y="17779"/>
                  </a:lnTo>
                  <a:lnTo>
                    <a:pt x="938911" y="20574"/>
                  </a:lnTo>
                  <a:lnTo>
                    <a:pt x="944372" y="23240"/>
                  </a:lnTo>
                  <a:lnTo>
                    <a:pt x="952627" y="24637"/>
                  </a:lnTo>
                  <a:lnTo>
                    <a:pt x="963549" y="24637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2</a:t>
            </a:r>
            <a:r>
              <a:rPr dirty="0" spc="-25"/>
              <a:t>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01388" rIns="0" bIns="0" rtlCol="0" vert="horz">
            <a:spAutoFit/>
          </a:bodyPr>
          <a:lstStyle/>
          <a:p>
            <a:pPr marL="487680" indent="-474980">
              <a:lnSpc>
                <a:spcPct val="100000"/>
              </a:lnSpc>
              <a:spcBef>
                <a:spcPts val="1220"/>
              </a:spcBef>
              <a:buClr>
                <a:srgbClr val="000000"/>
              </a:buClr>
              <a:buSzPct val="109090"/>
              <a:buFont typeface="MingLiU_HKSCS-ExtB"/>
              <a:buChar char="❑"/>
              <a:tabLst>
                <a:tab pos="487680" algn="l"/>
              </a:tabLst>
            </a:pPr>
            <a:r>
              <a:rPr dirty="0">
                <a:solidFill>
                  <a:srgbClr val="FF3300"/>
                </a:solidFill>
              </a:rPr>
              <a:t>단일</a:t>
            </a:r>
            <a:r>
              <a:rPr dirty="0" spc="-105">
                <a:solidFill>
                  <a:srgbClr val="FF3300"/>
                </a:solidFill>
              </a:rPr>
              <a:t> </a:t>
            </a:r>
            <a:r>
              <a:rPr dirty="0">
                <a:solidFill>
                  <a:srgbClr val="FF3300"/>
                </a:solidFill>
              </a:rPr>
              <a:t>값</a:t>
            </a:r>
            <a:r>
              <a:rPr dirty="0" spc="-105">
                <a:solidFill>
                  <a:srgbClr val="FF3300"/>
                </a:solidFill>
              </a:rPr>
              <a:t> </a:t>
            </a:r>
            <a:r>
              <a:rPr dirty="0">
                <a:solidFill>
                  <a:srgbClr val="FF3300"/>
                </a:solidFill>
              </a:rPr>
              <a:t>애트리뷰트</a:t>
            </a:r>
            <a:r>
              <a:rPr dirty="0"/>
              <a:t>(single-</a:t>
            </a:r>
            <a:r>
              <a:rPr dirty="0" spc="-60"/>
              <a:t>valued</a:t>
            </a:r>
            <a:r>
              <a:rPr dirty="0" spc="-90"/>
              <a:t> </a:t>
            </a:r>
            <a:r>
              <a:rPr dirty="0" spc="-10"/>
              <a:t>attribute)</a:t>
            </a:r>
          </a:p>
          <a:p>
            <a:pPr lvl="1" marL="831850" indent="-314960">
              <a:lnSpc>
                <a:spcPct val="100000"/>
              </a:lnSpc>
              <a:spcBef>
                <a:spcPts val="103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각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엔티티마다</a:t>
            </a:r>
            <a:r>
              <a:rPr dirty="0" sz="19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정확하게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하나의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값을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갖는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애트리뷰트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1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다이어그램에서</a:t>
            </a:r>
            <a:r>
              <a:rPr dirty="0" sz="1950" spc="-1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단순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애트리뷰트와</a:t>
            </a:r>
            <a:r>
              <a:rPr dirty="0" sz="1950" spc="-1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동일하게</a:t>
            </a:r>
            <a:r>
              <a:rPr dirty="0" sz="1950" spc="-12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표현됨</a:t>
            </a:r>
            <a:endParaRPr sz="19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26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spc="60" b="1">
                <a:latin typeface="Malgun Gothic"/>
                <a:cs typeface="Malgun Gothic"/>
              </a:rPr>
              <a:t>예:</a:t>
            </a:r>
            <a:r>
              <a:rPr dirty="0" sz="1950" spc="22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사원의</a:t>
            </a:r>
            <a:r>
              <a:rPr dirty="0" sz="1950" spc="2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사원번호</a:t>
            </a:r>
            <a:r>
              <a:rPr dirty="0" sz="1950" spc="1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애트리뷰트는</a:t>
            </a:r>
            <a:r>
              <a:rPr dirty="0" sz="1950" spc="2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어떤</a:t>
            </a:r>
            <a:r>
              <a:rPr dirty="0" sz="1950" spc="1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사원도</a:t>
            </a:r>
            <a:r>
              <a:rPr dirty="0" sz="1950" spc="2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두</a:t>
            </a:r>
            <a:r>
              <a:rPr dirty="0" sz="1950" spc="2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개</a:t>
            </a:r>
            <a:r>
              <a:rPr dirty="0" sz="1950" spc="2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이상의</a:t>
            </a:r>
            <a:r>
              <a:rPr dirty="0" sz="1950" spc="20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사원번호를 </a:t>
            </a:r>
            <a:r>
              <a:rPr dirty="0" sz="1950" b="1">
                <a:latin typeface="Malgun Gothic"/>
                <a:cs typeface="Malgun Gothic"/>
              </a:rPr>
              <a:t>갖지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않으므로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단일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값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애트리뷰트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다이어그램에서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대부분의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애트리뷰트는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단일</a:t>
            </a:r>
            <a:r>
              <a:rPr dirty="0" sz="1950" spc="-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값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애트리뷰트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250188" y="2139442"/>
            <a:ext cx="2100580" cy="82550"/>
          </a:xfrm>
          <a:custGeom>
            <a:avLst/>
            <a:gdLst/>
            <a:ahLst/>
            <a:cxnLst/>
            <a:rect l="l" t="t" r="r" b="b"/>
            <a:pathLst>
              <a:path w="2100579" h="82550">
                <a:moveTo>
                  <a:pt x="0" y="0"/>
                </a:moveTo>
                <a:lnTo>
                  <a:pt x="0" y="0"/>
                </a:lnTo>
                <a:lnTo>
                  <a:pt x="74168" y="0"/>
                </a:lnTo>
                <a:lnTo>
                  <a:pt x="92192" y="259"/>
                </a:lnTo>
                <a:lnTo>
                  <a:pt x="137479" y="2303"/>
                </a:lnTo>
                <a:lnTo>
                  <a:pt x="194341" y="6419"/>
                </a:lnTo>
                <a:lnTo>
                  <a:pt x="258159" y="12654"/>
                </a:lnTo>
                <a:lnTo>
                  <a:pt x="327908" y="20867"/>
                </a:lnTo>
                <a:lnTo>
                  <a:pt x="402064" y="31154"/>
                </a:lnTo>
                <a:lnTo>
                  <a:pt x="440689" y="37084"/>
                </a:lnTo>
                <a:lnTo>
                  <a:pt x="479764" y="42753"/>
                </a:lnTo>
                <a:lnTo>
                  <a:pt x="518874" y="47386"/>
                </a:lnTo>
                <a:lnTo>
                  <a:pt x="558008" y="50996"/>
                </a:lnTo>
                <a:lnTo>
                  <a:pt x="597154" y="53594"/>
                </a:lnTo>
                <a:lnTo>
                  <a:pt x="635777" y="55354"/>
                </a:lnTo>
                <a:lnTo>
                  <a:pt x="709882" y="57398"/>
                </a:lnTo>
                <a:lnTo>
                  <a:pt x="745363" y="57658"/>
                </a:lnTo>
                <a:lnTo>
                  <a:pt x="780133" y="57917"/>
                </a:lnTo>
                <a:lnTo>
                  <a:pt x="814355" y="58689"/>
                </a:lnTo>
                <a:lnTo>
                  <a:pt x="848054" y="59961"/>
                </a:lnTo>
                <a:lnTo>
                  <a:pt x="881253" y="61722"/>
                </a:lnTo>
                <a:lnTo>
                  <a:pt x="914731" y="63555"/>
                </a:lnTo>
                <a:lnTo>
                  <a:pt x="949245" y="64865"/>
                </a:lnTo>
                <a:lnTo>
                  <a:pt x="984783" y="65651"/>
                </a:lnTo>
                <a:lnTo>
                  <a:pt x="1021334" y="65912"/>
                </a:lnTo>
                <a:lnTo>
                  <a:pt x="1059412" y="65912"/>
                </a:lnTo>
                <a:lnTo>
                  <a:pt x="1099550" y="65912"/>
                </a:lnTo>
                <a:lnTo>
                  <a:pt x="1141759" y="65912"/>
                </a:lnTo>
                <a:lnTo>
                  <a:pt x="1186053" y="65912"/>
                </a:lnTo>
                <a:lnTo>
                  <a:pt x="1224396" y="66079"/>
                </a:lnTo>
                <a:lnTo>
                  <a:pt x="1267038" y="66575"/>
                </a:lnTo>
                <a:lnTo>
                  <a:pt x="1313977" y="67394"/>
                </a:lnTo>
                <a:lnTo>
                  <a:pt x="1365214" y="68530"/>
                </a:lnTo>
                <a:lnTo>
                  <a:pt x="1420749" y="69976"/>
                </a:lnTo>
                <a:lnTo>
                  <a:pt x="1487634" y="72070"/>
                </a:lnTo>
                <a:lnTo>
                  <a:pt x="1544256" y="74152"/>
                </a:lnTo>
                <a:lnTo>
                  <a:pt x="1590591" y="76209"/>
                </a:lnTo>
                <a:lnTo>
                  <a:pt x="1655949" y="80065"/>
                </a:lnTo>
                <a:lnTo>
                  <a:pt x="1682210" y="81375"/>
                </a:lnTo>
                <a:lnTo>
                  <a:pt x="1705375" y="82161"/>
                </a:lnTo>
                <a:lnTo>
                  <a:pt x="1725422" y="82423"/>
                </a:lnTo>
                <a:lnTo>
                  <a:pt x="1743211" y="82423"/>
                </a:lnTo>
                <a:lnTo>
                  <a:pt x="1759442" y="82423"/>
                </a:lnTo>
                <a:lnTo>
                  <a:pt x="1848993" y="82423"/>
                </a:lnTo>
                <a:lnTo>
                  <a:pt x="1855444" y="82161"/>
                </a:lnTo>
                <a:lnTo>
                  <a:pt x="1862407" y="81375"/>
                </a:lnTo>
                <a:lnTo>
                  <a:pt x="1869870" y="80065"/>
                </a:lnTo>
                <a:lnTo>
                  <a:pt x="1877822" y="78232"/>
                </a:lnTo>
                <a:lnTo>
                  <a:pt x="1885773" y="76471"/>
                </a:lnTo>
                <a:lnTo>
                  <a:pt x="1893236" y="75199"/>
                </a:lnTo>
                <a:lnTo>
                  <a:pt x="1900199" y="74427"/>
                </a:lnTo>
                <a:lnTo>
                  <a:pt x="1906651" y="74168"/>
                </a:lnTo>
                <a:lnTo>
                  <a:pt x="1913102" y="73906"/>
                </a:lnTo>
                <a:lnTo>
                  <a:pt x="1950894" y="65897"/>
                </a:lnTo>
                <a:lnTo>
                  <a:pt x="1964309" y="61722"/>
                </a:lnTo>
                <a:lnTo>
                  <a:pt x="1972564" y="59055"/>
                </a:lnTo>
                <a:lnTo>
                  <a:pt x="1979422" y="56261"/>
                </a:lnTo>
                <a:lnTo>
                  <a:pt x="1984883" y="53594"/>
                </a:lnTo>
                <a:lnTo>
                  <a:pt x="1990344" y="50800"/>
                </a:lnTo>
                <a:lnTo>
                  <a:pt x="1995932" y="49402"/>
                </a:lnTo>
                <a:lnTo>
                  <a:pt x="2001392" y="49402"/>
                </a:lnTo>
                <a:lnTo>
                  <a:pt x="2006853" y="49402"/>
                </a:lnTo>
                <a:lnTo>
                  <a:pt x="2013712" y="48006"/>
                </a:lnTo>
                <a:lnTo>
                  <a:pt x="2021966" y="45338"/>
                </a:lnTo>
                <a:lnTo>
                  <a:pt x="2030222" y="42545"/>
                </a:lnTo>
                <a:lnTo>
                  <a:pt x="2035683" y="41148"/>
                </a:lnTo>
                <a:lnTo>
                  <a:pt x="2074164" y="41148"/>
                </a:lnTo>
                <a:lnTo>
                  <a:pt x="2078227" y="39877"/>
                </a:lnTo>
                <a:lnTo>
                  <a:pt x="2083689" y="37084"/>
                </a:lnTo>
                <a:lnTo>
                  <a:pt x="2089150" y="34289"/>
                </a:lnTo>
                <a:lnTo>
                  <a:pt x="2094738" y="32893"/>
                </a:lnTo>
                <a:lnTo>
                  <a:pt x="2100199" y="32893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52600" y="2312416"/>
            <a:ext cx="3615690" cy="395605"/>
          </a:xfrm>
          <a:custGeom>
            <a:avLst/>
            <a:gdLst/>
            <a:ahLst/>
            <a:cxnLst/>
            <a:rect l="l" t="t" r="r" b="b"/>
            <a:pathLst>
              <a:path w="3615690" h="395605">
                <a:moveTo>
                  <a:pt x="0" y="329438"/>
                </a:moveTo>
                <a:lnTo>
                  <a:pt x="0" y="329438"/>
                </a:lnTo>
                <a:lnTo>
                  <a:pt x="815339" y="329438"/>
                </a:lnTo>
                <a:lnTo>
                  <a:pt x="868106" y="329697"/>
                </a:lnTo>
                <a:lnTo>
                  <a:pt x="919337" y="330469"/>
                </a:lnTo>
                <a:lnTo>
                  <a:pt x="969019" y="331741"/>
                </a:lnTo>
                <a:lnTo>
                  <a:pt x="1017143" y="333501"/>
                </a:lnTo>
                <a:lnTo>
                  <a:pt x="1063980" y="335335"/>
                </a:lnTo>
                <a:lnTo>
                  <a:pt x="1109805" y="336645"/>
                </a:lnTo>
                <a:lnTo>
                  <a:pt x="1154606" y="337431"/>
                </a:lnTo>
                <a:lnTo>
                  <a:pt x="1198372" y="337693"/>
                </a:lnTo>
                <a:lnTo>
                  <a:pt x="1240831" y="337693"/>
                </a:lnTo>
                <a:lnTo>
                  <a:pt x="1281731" y="337693"/>
                </a:lnTo>
                <a:lnTo>
                  <a:pt x="1321083" y="337693"/>
                </a:lnTo>
                <a:lnTo>
                  <a:pt x="1358900" y="337693"/>
                </a:lnTo>
                <a:lnTo>
                  <a:pt x="1393380" y="337952"/>
                </a:lnTo>
                <a:lnTo>
                  <a:pt x="1422717" y="338724"/>
                </a:lnTo>
                <a:lnTo>
                  <a:pt x="1446911" y="339996"/>
                </a:lnTo>
                <a:lnTo>
                  <a:pt x="1465961" y="341757"/>
                </a:lnTo>
                <a:lnTo>
                  <a:pt x="1482179" y="343590"/>
                </a:lnTo>
                <a:lnTo>
                  <a:pt x="1497885" y="344900"/>
                </a:lnTo>
                <a:lnTo>
                  <a:pt x="1513091" y="345686"/>
                </a:lnTo>
                <a:lnTo>
                  <a:pt x="1527810" y="345948"/>
                </a:lnTo>
                <a:lnTo>
                  <a:pt x="1542194" y="345948"/>
                </a:lnTo>
                <a:lnTo>
                  <a:pt x="1556591" y="345948"/>
                </a:lnTo>
                <a:lnTo>
                  <a:pt x="1745996" y="345948"/>
                </a:lnTo>
                <a:lnTo>
                  <a:pt x="1727229" y="349521"/>
                </a:lnTo>
                <a:lnTo>
                  <a:pt x="1712071" y="352059"/>
                </a:lnTo>
                <a:lnTo>
                  <a:pt x="1700508" y="353573"/>
                </a:lnTo>
                <a:lnTo>
                  <a:pt x="1692528" y="354075"/>
                </a:lnTo>
                <a:lnTo>
                  <a:pt x="1685051" y="354075"/>
                </a:lnTo>
                <a:lnTo>
                  <a:pt x="1675002" y="354075"/>
                </a:lnTo>
                <a:lnTo>
                  <a:pt x="1593723" y="354075"/>
                </a:lnTo>
                <a:lnTo>
                  <a:pt x="1584146" y="353833"/>
                </a:lnTo>
                <a:lnTo>
                  <a:pt x="1548384" y="337693"/>
                </a:lnTo>
                <a:lnTo>
                  <a:pt x="1528038" y="298315"/>
                </a:lnTo>
                <a:lnTo>
                  <a:pt x="1519554" y="263525"/>
                </a:lnTo>
                <a:lnTo>
                  <a:pt x="1517219" y="251666"/>
                </a:lnTo>
                <a:lnTo>
                  <a:pt x="1514395" y="240855"/>
                </a:lnTo>
                <a:lnTo>
                  <a:pt x="1511071" y="231092"/>
                </a:lnTo>
                <a:lnTo>
                  <a:pt x="1507236" y="222376"/>
                </a:lnTo>
                <a:lnTo>
                  <a:pt x="1503588" y="213850"/>
                </a:lnTo>
                <a:lnTo>
                  <a:pt x="1501013" y="204835"/>
                </a:lnTo>
                <a:lnTo>
                  <a:pt x="1499485" y="195320"/>
                </a:lnTo>
                <a:lnTo>
                  <a:pt x="1498980" y="185293"/>
                </a:lnTo>
                <a:lnTo>
                  <a:pt x="1498980" y="175265"/>
                </a:lnTo>
                <a:lnTo>
                  <a:pt x="1498980" y="165750"/>
                </a:lnTo>
                <a:lnTo>
                  <a:pt x="1498980" y="111125"/>
                </a:lnTo>
                <a:lnTo>
                  <a:pt x="1499240" y="101359"/>
                </a:lnTo>
                <a:lnTo>
                  <a:pt x="1509902" y="63119"/>
                </a:lnTo>
                <a:lnTo>
                  <a:pt x="1544192" y="37084"/>
                </a:lnTo>
                <a:lnTo>
                  <a:pt x="1585467" y="16510"/>
                </a:lnTo>
                <a:lnTo>
                  <a:pt x="1626615" y="4063"/>
                </a:lnTo>
                <a:lnTo>
                  <a:pt x="1659509" y="0"/>
                </a:lnTo>
                <a:lnTo>
                  <a:pt x="1667764" y="0"/>
                </a:lnTo>
                <a:lnTo>
                  <a:pt x="1676019" y="0"/>
                </a:lnTo>
                <a:lnTo>
                  <a:pt x="1684274" y="0"/>
                </a:lnTo>
                <a:lnTo>
                  <a:pt x="1692528" y="0"/>
                </a:lnTo>
                <a:lnTo>
                  <a:pt x="1700784" y="1397"/>
                </a:lnTo>
                <a:lnTo>
                  <a:pt x="1741932" y="16510"/>
                </a:lnTo>
                <a:lnTo>
                  <a:pt x="1779015" y="32893"/>
                </a:lnTo>
                <a:lnTo>
                  <a:pt x="1787469" y="37062"/>
                </a:lnTo>
                <a:lnTo>
                  <a:pt x="1796446" y="41195"/>
                </a:lnTo>
                <a:lnTo>
                  <a:pt x="1805947" y="45305"/>
                </a:lnTo>
                <a:lnTo>
                  <a:pt x="1815973" y="49402"/>
                </a:lnTo>
                <a:lnTo>
                  <a:pt x="1825549" y="53500"/>
                </a:lnTo>
                <a:lnTo>
                  <a:pt x="1861875" y="82861"/>
                </a:lnTo>
                <a:lnTo>
                  <a:pt x="1877258" y="98313"/>
                </a:lnTo>
                <a:lnTo>
                  <a:pt x="1883949" y="105028"/>
                </a:lnTo>
                <a:lnTo>
                  <a:pt x="1889640" y="110696"/>
                </a:lnTo>
                <a:lnTo>
                  <a:pt x="1894332" y="115315"/>
                </a:lnTo>
                <a:lnTo>
                  <a:pt x="1899792" y="120776"/>
                </a:lnTo>
                <a:lnTo>
                  <a:pt x="1912812" y="156714"/>
                </a:lnTo>
                <a:lnTo>
                  <a:pt x="1918970" y="193548"/>
                </a:lnTo>
                <a:lnTo>
                  <a:pt x="1918970" y="200241"/>
                </a:lnTo>
                <a:lnTo>
                  <a:pt x="1918970" y="207946"/>
                </a:lnTo>
                <a:lnTo>
                  <a:pt x="1918970" y="216675"/>
                </a:lnTo>
                <a:lnTo>
                  <a:pt x="1918970" y="226440"/>
                </a:lnTo>
                <a:lnTo>
                  <a:pt x="1918448" y="236729"/>
                </a:lnTo>
                <a:lnTo>
                  <a:pt x="1906097" y="278002"/>
                </a:lnTo>
                <a:lnTo>
                  <a:pt x="1877810" y="318629"/>
                </a:lnTo>
                <a:lnTo>
                  <a:pt x="1844845" y="347948"/>
                </a:lnTo>
                <a:lnTo>
                  <a:pt x="1836610" y="354139"/>
                </a:lnTo>
                <a:lnTo>
                  <a:pt x="1828375" y="360330"/>
                </a:lnTo>
                <a:lnTo>
                  <a:pt x="1790803" y="380380"/>
                </a:lnTo>
                <a:lnTo>
                  <a:pt x="1750155" y="387080"/>
                </a:lnTo>
                <a:lnTo>
                  <a:pt x="1693812" y="392993"/>
                </a:lnTo>
                <a:lnTo>
                  <a:pt x="1651253" y="395350"/>
                </a:lnTo>
                <a:lnTo>
                  <a:pt x="1641750" y="395350"/>
                </a:lnTo>
                <a:lnTo>
                  <a:pt x="1633807" y="395350"/>
                </a:lnTo>
                <a:lnTo>
                  <a:pt x="1601851" y="395350"/>
                </a:lnTo>
                <a:lnTo>
                  <a:pt x="1602402" y="395089"/>
                </a:lnTo>
                <a:lnTo>
                  <a:pt x="1608073" y="394303"/>
                </a:lnTo>
                <a:lnTo>
                  <a:pt x="1618888" y="392993"/>
                </a:lnTo>
                <a:lnTo>
                  <a:pt x="1634871" y="391160"/>
                </a:lnTo>
                <a:lnTo>
                  <a:pt x="1655177" y="388877"/>
                </a:lnTo>
                <a:lnTo>
                  <a:pt x="1679114" y="386048"/>
                </a:lnTo>
                <a:lnTo>
                  <a:pt x="1706647" y="382694"/>
                </a:lnTo>
                <a:lnTo>
                  <a:pt x="1737740" y="378840"/>
                </a:lnTo>
                <a:lnTo>
                  <a:pt x="1771983" y="374987"/>
                </a:lnTo>
                <a:lnTo>
                  <a:pt x="1848183" y="368804"/>
                </a:lnTo>
                <a:lnTo>
                  <a:pt x="1890140" y="366522"/>
                </a:lnTo>
                <a:lnTo>
                  <a:pt x="1934410" y="364688"/>
                </a:lnTo>
                <a:lnTo>
                  <a:pt x="1980739" y="363378"/>
                </a:lnTo>
                <a:lnTo>
                  <a:pt x="2029140" y="362592"/>
                </a:lnTo>
                <a:lnTo>
                  <a:pt x="2079625" y="362331"/>
                </a:lnTo>
                <a:lnTo>
                  <a:pt x="2129272" y="362331"/>
                </a:lnTo>
                <a:lnTo>
                  <a:pt x="2175335" y="362331"/>
                </a:lnTo>
                <a:lnTo>
                  <a:pt x="2746629" y="362331"/>
                </a:lnTo>
                <a:lnTo>
                  <a:pt x="2772423" y="362592"/>
                </a:lnTo>
                <a:lnTo>
                  <a:pt x="2796111" y="363378"/>
                </a:lnTo>
                <a:lnTo>
                  <a:pt x="2817727" y="364688"/>
                </a:lnTo>
                <a:lnTo>
                  <a:pt x="2837307" y="366522"/>
                </a:lnTo>
                <a:lnTo>
                  <a:pt x="2855805" y="368282"/>
                </a:lnTo>
                <a:lnTo>
                  <a:pt x="2874327" y="369554"/>
                </a:lnTo>
                <a:lnTo>
                  <a:pt x="2892849" y="370326"/>
                </a:lnTo>
                <a:lnTo>
                  <a:pt x="2911348" y="370586"/>
                </a:lnTo>
                <a:lnTo>
                  <a:pt x="2930945" y="370586"/>
                </a:lnTo>
                <a:lnTo>
                  <a:pt x="2952591" y="370586"/>
                </a:lnTo>
                <a:lnTo>
                  <a:pt x="3487928" y="370586"/>
                </a:lnTo>
                <a:lnTo>
                  <a:pt x="3496183" y="369188"/>
                </a:lnTo>
                <a:lnTo>
                  <a:pt x="3504438" y="366522"/>
                </a:lnTo>
                <a:lnTo>
                  <a:pt x="3512692" y="363727"/>
                </a:lnTo>
                <a:lnTo>
                  <a:pt x="3518154" y="362331"/>
                </a:lnTo>
                <a:lnTo>
                  <a:pt x="3610102" y="362331"/>
                </a:lnTo>
                <a:lnTo>
                  <a:pt x="3615563" y="362331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2</a:t>
            </a:r>
            <a:r>
              <a:rPr dirty="0" spc="-25"/>
              <a:t>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747509"/>
            <a:ext cx="6946265" cy="129667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480059" indent="-467359">
              <a:lnSpc>
                <a:spcPct val="100000"/>
              </a:lnSpc>
              <a:spcBef>
                <a:spcPts val="1090"/>
              </a:spcBef>
              <a:buClr>
                <a:srgbClr val="000000"/>
              </a:buClr>
              <a:buSzPct val="110256"/>
              <a:buFont typeface="MingLiU_HKSCS-ExtB"/>
              <a:buChar char="❑"/>
              <a:tabLst>
                <a:tab pos="480059" algn="l"/>
              </a:tabLst>
            </a:pP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다치 </a:t>
            </a:r>
            <a:r>
              <a:rPr dirty="0" sz="1950" spc="-20" b="1">
                <a:solidFill>
                  <a:srgbClr val="FF3300"/>
                </a:solidFill>
                <a:latin typeface="Malgun Gothic"/>
                <a:cs typeface="Malgun Gothic"/>
              </a:rPr>
              <a:t>애트리뷰트</a:t>
            </a:r>
            <a:r>
              <a:rPr dirty="0" sz="1950" spc="-20" b="1">
                <a:latin typeface="Malgun Gothic"/>
                <a:cs typeface="Malgun Gothic"/>
              </a:rPr>
              <a:t>(multi-</a:t>
            </a:r>
            <a:r>
              <a:rPr dirty="0" sz="1950" spc="-45" b="1">
                <a:latin typeface="Malgun Gothic"/>
                <a:cs typeface="Malgun Gothic"/>
              </a:rPr>
              <a:t>valued</a:t>
            </a:r>
            <a:r>
              <a:rPr dirty="0" sz="1950" spc="-22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attribute)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각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엔티티마다</a:t>
            </a:r>
            <a:r>
              <a:rPr dirty="0" sz="19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여러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개의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값을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가질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수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있는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10" b="1">
                <a:solidFill>
                  <a:srgbClr val="FF0000"/>
                </a:solidFill>
                <a:latin typeface="Malgun Gothic"/>
                <a:cs typeface="Malgun Gothic"/>
              </a:rPr>
              <a:t>애트리뷰트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다이어그램에서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이중선</a:t>
            </a:r>
            <a:r>
              <a:rPr dirty="0" sz="1950" spc="-11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타원</a:t>
            </a:r>
            <a:r>
              <a:rPr dirty="0" sz="1950" b="1">
                <a:latin typeface="Malgun Gothic"/>
                <a:cs typeface="Malgun Gothic"/>
              </a:rPr>
              <a:t>으로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표현함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530350" y="2551303"/>
            <a:ext cx="6020435" cy="99060"/>
          </a:xfrm>
          <a:custGeom>
            <a:avLst/>
            <a:gdLst/>
            <a:ahLst/>
            <a:cxnLst/>
            <a:rect l="l" t="t" r="r" b="b"/>
            <a:pathLst>
              <a:path w="6020434" h="99060">
                <a:moveTo>
                  <a:pt x="0" y="82296"/>
                </a:moveTo>
                <a:lnTo>
                  <a:pt x="0" y="82296"/>
                </a:lnTo>
                <a:lnTo>
                  <a:pt x="164719" y="82296"/>
                </a:lnTo>
                <a:lnTo>
                  <a:pt x="194530" y="82555"/>
                </a:lnTo>
                <a:lnTo>
                  <a:pt x="226425" y="83327"/>
                </a:lnTo>
                <a:lnTo>
                  <a:pt x="260391" y="84599"/>
                </a:lnTo>
                <a:lnTo>
                  <a:pt x="296418" y="86360"/>
                </a:lnTo>
                <a:lnTo>
                  <a:pt x="334514" y="88193"/>
                </a:lnTo>
                <a:lnTo>
                  <a:pt x="374681" y="89503"/>
                </a:lnTo>
                <a:lnTo>
                  <a:pt x="416897" y="90289"/>
                </a:lnTo>
                <a:lnTo>
                  <a:pt x="461137" y="90550"/>
                </a:lnTo>
                <a:lnTo>
                  <a:pt x="507499" y="90810"/>
                </a:lnTo>
                <a:lnTo>
                  <a:pt x="555910" y="91582"/>
                </a:lnTo>
                <a:lnTo>
                  <a:pt x="606369" y="92854"/>
                </a:lnTo>
                <a:lnTo>
                  <a:pt x="658876" y="94614"/>
                </a:lnTo>
                <a:lnTo>
                  <a:pt x="703512" y="96123"/>
                </a:lnTo>
                <a:lnTo>
                  <a:pt x="751770" y="97297"/>
                </a:lnTo>
                <a:lnTo>
                  <a:pt x="803643" y="98135"/>
                </a:lnTo>
                <a:lnTo>
                  <a:pt x="859125" y="98638"/>
                </a:lnTo>
                <a:lnTo>
                  <a:pt x="918210" y="98806"/>
                </a:lnTo>
                <a:lnTo>
                  <a:pt x="989526" y="98806"/>
                </a:lnTo>
                <a:lnTo>
                  <a:pt x="1051067" y="98806"/>
                </a:lnTo>
                <a:lnTo>
                  <a:pt x="1102822" y="98806"/>
                </a:lnTo>
                <a:lnTo>
                  <a:pt x="1144777" y="98806"/>
                </a:lnTo>
                <a:lnTo>
                  <a:pt x="1180544" y="98544"/>
                </a:lnTo>
                <a:lnTo>
                  <a:pt x="1244361" y="96448"/>
                </a:lnTo>
                <a:lnTo>
                  <a:pt x="1297370" y="92592"/>
                </a:lnTo>
                <a:lnTo>
                  <a:pt x="1336474" y="88453"/>
                </a:lnTo>
                <a:lnTo>
                  <a:pt x="1350645" y="86360"/>
                </a:lnTo>
                <a:lnTo>
                  <a:pt x="1363007" y="84599"/>
                </a:lnTo>
                <a:lnTo>
                  <a:pt x="1375346" y="83327"/>
                </a:lnTo>
                <a:lnTo>
                  <a:pt x="1387685" y="82555"/>
                </a:lnTo>
                <a:lnTo>
                  <a:pt x="1400048" y="82296"/>
                </a:lnTo>
                <a:lnTo>
                  <a:pt x="1412410" y="82036"/>
                </a:lnTo>
                <a:lnTo>
                  <a:pt x="1424749" y="81264"/>
                </a:lnTo>
                <a:lnTo>
                  <a:pt x="1437088" y="79992"/>
                </a:lnTo>
                <a:lnTo>
                  <a:pt x="1449451" y="78232"/>
                </a:lnTo>
                <a:lnTo>
                  <a:pt x="1461831" y="76398"/>
                </a:lnTo>
                <a:lnTo>
                  <a:pt x="1474200" y="75088"/>
                </a:lnTo>
                <a:lnTo>
                  <a:pt x="1486544" y="74302"/>
                </a:lnTo>
                <a:lnTo>
                  <a:pt x="1498854" y="74040"/>
                </a:lnTo>
                <a:lnTo>
                  <a:pt x="1512260" y="74040"/>
                </a:lnTo>
                <a:lnTo>
                  <a:pt x="1527714" y="74040"/>
                </a:lnTo>
                <a:lnTo>
                  <a:pt x="1651254" y="74040"/>
                </a:lnTo>
                <a:lnTo>
                  <a:pt x="1673399" y="73781"/>
                </a:lnTo>
                <a:lnTo>
                  <a:pt x="1694497" y="73009"/>
                </a:lnTo>
                <a:lnTo>
                  <a:pt x="1714547" y="71737"/>
                </a:lnTo>
                <a:lnTo>
                  <a:pt x="1733550" y="69976"/>
                </a:lnTo>
                <a:lnTo>
                  <a:pt x="1751339" y="68143"/>
                </a:lnTo>
                <a:lnTo>
                  <a:pt x="1767570" y="66833"/>
                </a:lnTo>
                <a:lnTo>
                  <a:pt x="1782252" y="66047"/>
                </a:lnTo>
                <a:lnTo>
                  <a:pt x="1795399" y="65786"/>
                </a:lnTo>
                <a:lnTo>
                  <a:pt x="1807761" y="65786"/>
                </a:lnTo>
                <a:lnTo>
                  <a:pt x="1820100" y="65786"/>
                </a:lnTo>
                <a:lnTo>
                  <a:pt x="1832439" y="65786"/>
                </a:lnTo>
                <a:lnTo>
                  <a:pt x="1844802" y="65786"/>
                </a:lnTo>
                <a:lnTo>
                  <a:pt x="1858972" y="65543"/>
                </a:lnTo>
                <a:lnTo>
                  <a:pt x="1876726" y="64801"/>
                </a:lnTo>
                <a:lnTo>
                  <a:pt x="1898076" y="63535"/>
                </a:lnTo>
                <a:lnTo>
                  <a:pt x="1923034" y="61722"/>
                </a:lnTo>
                <a:lnTo>
                  <a:pt x="1948773" y="59888"/>
                </a:lnTo>
                <a:lnTo>
                  <a:pt x="1972452" y="58578"/>
                </a:lnTo>
                <a:lnTo>
                  <a:pt x="1994060" y="57792"/>
                </a:lnTo>
                <a:lnTo>
                  <a:pt x="2013585" y="57531"/>
                </a:lnTo>
                <a:lnTo>
                  <a:pt x="2032660" y="57288"/>
                </a:lnTo>
                <a:lnTo>
                  <a:pt x="2052748" y="56546"/>
                </a:lnTo>
                <a:lnTo>
                  <a:pt x="2073860" y="55280"/>
                </a:lnTo>
                <a:lnTo>
                  <a:pt x="2096008" y="53466"/>
                </a:lnTo>
                <a:lnTo>
                  <a:pt x="2117371" y="51653"/>
                </a:lnTo>
                <a:lnTo>
                  <a:pt x="2136140" y="50387"/>
                </a:lnTo>
                <a:lnTo>
                  <a:pt x="2152336" y="49645"/>
                </a:lnTo>
                <a:lnTo>
                  <a:pt x="2165985" y="49402"/>
                </a:lnTo>
                <a:lnTo>
                  <a:pt x="2178347" y="49402"/>
                </a:lnTo>
                <a:lnTo>
                  <a:pt x="2190686" y="49402"/>
                </a:lnTo>
                <a:lnTo>
                  <a:pt x="2318385" y="49402"/>
                </a:lnTo>
                <a:lnTo>
                  <a:pt x="2332525" y="49141"/>
                </a:lnTo>
                <a:lnTo>
                  <a:pt x="2346166" y="48355"/>
                </a:lnTo>
                <a:lnTo>
                  <a:pt x="2359282" y="47045"/>
                </a:lnTo>
                <a:lnTo>
                  <a:pt x="2371852" y="45212"/>
                </a:lnTo>
                <a:lnTo>
                  <a:pt x="2384494" y="43451"/>
                </a:lnTo>
                <a:lnTo>
                  <a:pt x="2397648" y="42179"/>
                </a:lnTo>
                <a:lnTo>
                  <a:pt x="2411303" y="41407"/>
                </a:lnTo>
                <a:lnTo>
                  <a:pt x="2425446" y="41148"/>
                </a:lnTo>
                <a:lnTo>
                  <a:pt x="2440352" y="41148"/>
                </a:lnTo>
                <a:lnTo>
                  <a:pt x="2456307" y="41148"/>
                </a:lnTo>
                <a:lnTo>
                  <a:pt x="2473309" y="41148"/>
                </a:lnTo>
                <a:lnTo>
                  <a:pt x="2491359" y="41148"/>
                </a:lnTo>
                <a:lnTo>
                  <a:pt x="2509597" y="40886"/>
                </a:lnTo>
                <a:lnTo>
                  <a:pt x="2527347" y="40100"/>
                </a:lnTo>
                <a:lnTo>
                  <a:pt x="2544597" y="38790"/>
                </a:lnTo>
                <a:lnTo>
                  <a:pt x="2561336" y="36957"/>
                </a:lnTo>
                <a:lnTo>
                  <a:pt x="2577292" y="35196"/>
                </a:lnTo>
                <a:lnTo>
                  <a:pt x="2592212" y="33924"/>
                </a:lnTo>
                <a:lnTo>
                  <a:pt x="2606109" y="33152"/>
                </a:lnTo>
                <a:lnTo>
                  <a:pt x="2618994" y="32893"/>
                </a:lnTo>
                <a:lnTo>
                  <a:pt x="2633424" y="32633"/>
                </a:lnTo>
                <a:lnTo>
                  <a:pt x="2651950" y="31861"/>
                </a:lnTo>
                <a:lnTo>
                  <a:pt x="2674572" y="30589"/>
                </a:lnTo>
                <a:lnTo>
                  <a:pt x="2701290" y="28828"/>
                </a:lnTo>
                <a:lnTo>
                  <a:pt x="2729626" y="26995"/>
                </a:lnTo>
                <a:lnTo>
                  <a:pt x="2756916" y="25685"/>
                </a:lnTo>
                <a:lnTo>
                  <a:pt x="2783157" y="24899"/>
                </a:lnTo>
                <a:lnTo>
                  <a:pt x="2808351" y="24637"/>
                </a:lnTo>
                <a:lnTo>
                  <a:pt x="2832834" y="24378"/>
                </a:lnTo>
                <a:lnTo>
                  <a:pt x="2856769" y="23606"/>
                </a:lnTo>
                <a:lnTo>
                  <a:pt x="2880181" y="22334"/>
                </a:lnTo>
                <a:lnTo>
                  <a:pt x="2903092" y="20574"/>
                </a:lnTo>
                <a:lnTo>
                  <a:pt x="2926022" y="18480"/>
                </a:lnTo>
                <a:lnTo>
                  <a:pt x="2949463" y="16398"/>
                </a:lnTo>
                <a:lnTo>
                  <a:pt x="2997835" y="12319"/>
                </a:lnTo>
                <a:lnTo>
                  <a:pt x="3046206" y="9175"/>
                </a:lnTo>
                <a:lnTo>
                  <a:pt x="3092577" y="8127"/>
                </a:lnTo>
                <a:lnTo>
                  <a:pt x="3116199" y="8127"/>
                </a:lnTo>
                <a:lnTo>
                  <a:pt x="3141916" y="8127"/>
                </a:lnTo>
                <a:lnTo>
                  <a:pt x="5798058" y="8127"/>
                </a:lnTo>
                <a:lnTo>
                  <a:pt x="5806773" y="7885"/>
                </a:lnTo>
                <a:lnTo>
                  <a:pt x="5816536" y="7143"/>
                </a:lnTo>
                <a:lnTo>
                  <a:pt x="5827347" y="5877"/>
                </a:lnTo>
                <a:lnTo>
                  <a:pt x="5839206" y="4063"/>
                </a:lnTo>
                <a:lnTo>
                  <a:pt x="5851326" y="2250"/>
                </a:lnTo>
                <a:lnTo>
                  <a:pt x="5862923" y="984"/>
                </a:lnTo>
                <a:lnTo>
                  <a:pt x="5873996" y="242"/>
                </a:lnTo>
                <a:lnTo>
                  <a:pt x="5884545" y="0"/>
                </a:lnTo>
                <a:lnTo>
                  <a:pt x="5894310" y="0"/>
                </a:lnTo>
                <a:lnTo>
                  <a:pt x="5903039" y="0"/>
                </a:lnTo>
                <a:lnTo>
                  <a:pt x="6014974" y="0"/>
                </a:lnTo>
                <a:lnTo>
                  <a:pt x="6020434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2874264" y="3535680"/>
            <a:ext cx="3112135" cy="1751330"/>
            <a:chOff x="2874264" y="3535680"/>
            <a:chExt cx="3112135" cy="1751330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74264" y="3535680"/>
              <a:ext cx="3111886" cy="1751075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3499104" y="3860800"/>
              <a:ext cx="1210945" cy="461645"/>
            </a:xfrm>
            <a:custGeom>
              <a:avLst/>
              <a:gdLst/>
              <a:ahLst/>
              <a:cxnLst/>
              <a:rect l="l" t="t" r="r" b="b"/>
              <a:pathLst>
                <a:path w="1210945" h="461645">
                  <a:moveTo>
                    <a:pt x="1169543" y="378840"/>
                  </a:moveTo>
                  <a:lnTo>
                    <a:pt x="1137824" y="408951"/>
                  </a:lnTo>
                  <a:lnTo>
                    <a:pt x="1095375" y="427164"/>
                  </a:lnTo>
                  <a:lnTo>
                    <a:pt x="1051639" y="440334"/>
                  </a:lnTo>
                  <a:lnTo>
                    <a:pt x="1000633" y="448818"/>
                  </a:lnTo>
                  <a:lnTo>
                    <a:pt x="959500" y="452945"/>
                  </a:lnTo>
                  <a:lnTo>
                    <a:pt x="910082" y="457072"/>
                  </a:lnTo>
                  <a:lnTo>
                    <a:pt x="857583" y="460105"/>
                  </a:lnTo>
                  <a:lnTo>
                    <a:pt x="807085" y="461137"/>
                  </a:lnTo>
                  <a:lnTo>
                    <a:pt x="782655" y="461137"/>
                  </a:lnTo>
                  <a:lnTo>
                    <a:pt x="758713" y="461137"/>
                  </a:lnTo>
                  <a:lnTo>
                    <a:pt x="609473" y="461137"/>
                  </a:lnTo>
                  <a:lnTo>
                    <a:pt x="581136" y="460632"/>
                  </a:lnTo>
                  <a:lnTo>
                    <a:pt x="553847" y="459104"/>
                  </a:lnTo>
                  <a:lnTo>
                    <a:pt x="527605" y="456529"/>
                  </a:lnTo>
                  <a:lnTo>
                    <a:pt x="502412" y="452881"/>
                  </a:lnTo>
                  <a:lnTo>
                    <a:pt x="477406" y="448786"/>
                  </a:lnTo>
                  <a:lnTo>
                    <a:pt x="451913" y="444690"/>
                  </a:lnTo>
                  <a:lnTo>
                    <a:pt x="399415" y="436499"/>
                  </a:lnTo>
                  <a:lnTo>
                    <a:pt x="351027" y="429228"/>
                  </a:lnTo>
                  <a:lnTo>
                    <a:pt x="312928" y="424052"/>
                  </a:lnTo>
                  <a:lnTo>
                    <a:pt x="256581" y="417945"/>
                  </a:lnTo>
                  <a:lnTo>
                    <a:pt x="234696" y="415925"/>
                  </a:lnTo>
                  <a:lnTo>
                    <a:pt x="213332" y="413327"/>
                  </a:lnTo>
                  <a:lnTo>
                    <a:pt x="194564" y="409717"/>
                  </a:lnTo>
                  <a:lnTo>
                    <a:pt x="178367" y="405084"/>
                  </a:lnTo>
                  <a:lnTo>
                    <a:pt x="164719" y="399414"/>
                  </a:lnTo>
                  <a:lnTo>
                    <a:pt x="152598" y="393745"/>
                  </a:lnTo>
                  <a:lnTo>
                    <a:pt x="141001" y="389112"/>
                  </a:lnTo>
                  <a:lnTo>
                    <a:pt x="129928" y="385502"/>
                  </a:lnTo>
                  <a:lnTo>
                    <a:pt x="119380" y="382904"/>
                  </a:lnTo>
                  <a:lnTo>
                    <a:pt x="109352" y="380622"/>
                  </a:lnTo>
                  <a:lnTo>
                    <a:pt x="99837" y="377793"/>
                  </a:lnTo>
                  <a:lnTo>
                    <a:pt x="90822" y="374439"/>
                  </a:lnTo>
                  <a:lnTo>
                    <a:pt x="82296" y="370586"/>
                  </a:lnTo>
                  <a:lnTo>
                    <a:pt x="74606" y="366992"/>
                  </a:lnTo>
                  <a:lnTo>
                    <a:pt x="67929" y="364410"/>
                  </a:lnTo>
                  <a:lnTo>
                    <a:pt x="62275" y="362852"/>
                  </a:lnTo>
                  <a:lnTo>
                    <a:pt x="57658" y="362330"/>
                  </a:lnTo>
                  <a:lnTo>
                    <a:pt x="52197" y="362330"/>
                  </a:lnTo>
                  <a:lnTo>
                    <a:pt x="48006" y="360934"/>
                  </a:lnTo>
                  <a:lnTo>
                    <a:pt x="45338" y="358266"/>
                  </a:lnTo>
                  <a:lnTo>
                    <a:pt x="42545" y="355473"/>
                  </a:lnTo>
                  <a:lnTo>
                    <a:pt x="39750" y="351409"/>
                  </a:lnTo>
                  <a:lnTo>
                    <a:pt x="37084" y="345821"/>
                  </a:lnTo>
                  <a:lnTo>
                    <a:pt x="34290" y="340360"/>
                  </a:lnTo>
                  <a:lnTo>
                    <a:pt x="30225" y="333501"/>
                  </a:lnTo>
                  <a:lnTo>
                    <a:pt x="24637" y="325247"/>
                  </a:lnTo>
                  <a:lnTo>
                    <a:pt x="19176" y="316991"/>
                  </a:lnTo>
                  <a:lnTo>
                    <a:pt x="15112" y="310134"/>
                  </a:lnTo>
                  <a:lnTo>
                    <a:pt x="12319" y="304673"/>
                  </a:lnTo>
                  <a:lnTo>
                    <a:pt x="9651" y="299212"/>
                  </a:lnTo>
                  <a:lnTo>
                    <a:pt x="8255" y="293750"/>
                  </a:lnTo>
                  <a:lnTo>
                    <a:pt x="8255" y="288163"/>
                  </a:lnTo>
                  <a:lnTo>
                    <a:pt x="8255" y="282701"/>
                  </a:lnTo>
                  <a:lnTo>
                    <a:pt x="6858" y="277240"/>
                  </a:lnTo>
                  <a:lnTo>
                    <a:pt x="4063" y="271779"/>
                  </a:lnTo>
                  <a:lnTo>
                    <a:pt x="1397" y="266191"/>
                  </a:lnTo>
                  <a:lnTo>
                    <a:pt x="0" y="258063"/>
                  </a:lnTo>
                  <a:lnTo>
                    <a:pt x="0" y="247014"/>
                  </a:lnTo>
                  <a:lnTo>
                    <a:pt x="20574" y="205866"/>
                  </a:lnTo>
                  <a:lnTo>
                    <a:pt x="56096" y="171076"/>
                  </a:lnTo>
                  <a:lnTo>
                    <a:pt x="99837" y="140985"/>
                  </a:lnTo>
                  <a:lnTo>
                    <a:pt x="148961" y="115232"/>
                  </a:lnTo>
                  <a:lnTo>
                    <a:pt x="188152" y="98762"/>
                  </a:lnTo>
                  <a:lnTo>
                    <a:pt x="233175" y="82339"/>
                  </a:lnTo>
                  <a:lnTo>
                    <a:pt x="282602" y="65869"/>
                  </a:lnTo>
                  <a:lnTo>
                    <a:pt x="335889" y="49895"/>
                  </a:lnTo>
                  <a:lnTo>
                    <a:pt x="391463" y="37512"/>
                  </a:lnTo>
                  <a:lnTo>
                    <a:pt x="448587" y="28795"/>
                  </a:lnTo>
                  <a:lnTo>
                    <a:pt x="476662" y="24685"/>
                  </a:lnTo>
                  <a:lnTo>
                    <a:pt x="504213" y="20552"/>
                  </a:lnTo>
                  <a:lnTo>
                    <a:pt x="531241" y="16383"/>
                  </a:lnTo>
                  <a:lnTo>
                    <a:pt x="559552" y="12789"/>
                  </a:lnTo>
                  <a:lnTo>
                    <a:pt x="590946" y="10207"/>
                  </a:lnTo>
                  <a:lnTo>
                    <a:pt x="625413" y="8649"/>
                  </a:lnTo>
                  <a:lnTo>
                    <a:pt x="662940" y="8127"/>
                  </a:lnTo>
                  <a:lnTo>
                    <a:pt x="701825" y="7885"/>
                  </a:lnTo>
                  <a:lnTo>
                    <a:pt x="740187" y="7143"/>
                  </a:lnTo>
                  <a:lnTo>
                    <a:pt x="778025" y="5877"/>
                  </a:lnTo>
                  <a:lnTo>
                    <a:pt x="815340" y="4063"/>
                  </a:lnTo>
                  <a:lnTo>
                    <a:pt x="850846" y="2250"/>
                  </a:lnTo>
                  <a:lnTo>
                    <a:pt x="883269" y="984"/>
                  </a:lnTo>
                  <a:lnTo>
                    <a:pt x="912620" y="242"/>
                  </a:lnTo>
                  <a:lnTo>
                    <a:pt x="938911" y="0"/>
                  </a:lnTo>
                  <a:lnTo>
                    <a:pt x="961532" y="0"/>
                  </a:lnTo>
                  <a:lnTo>
                    <a:pt x="980059" y="0"/>
                  </a:lnTo>
                  <a:lnTo>
                    <a:pt x="1069340" y="0"/>
                  </a:lnTo>
                  <a:lnTo>
                    <a:pt x="1074801" y="1269"/>
                  </a:lnTo>
                  <a:lnTo>
                    <a:pt x="1111885" y="16383"/>
                  </a:lnTo>
                  <a:lnTo>
                    <a:pt x="1120078" y="20552"/>
                  </a:lnTo>
                  <a:lnTo>
                    <a:pt x="1128283" y="24685"/>
                  </a:lnTo>
                  <a:lnTo>
                    <a:pt x="1136513" y="28795"/>
                  </a:lnTo>
                  <a:lnTo>
                    <a:pt x="1144778" y="32892"/>
                  </a:lnTo>
                  <a:lnTo>
                    <a:pt x="1152729" y="37008"/>
                  </a:lnTo>
                  <a:lnTo>
                    <a:pt x="1187323" y="60325"/>
                  </a:lnTo>
                  <a:lnTo>
                    <a:pt x="1192784" y="71374"/>
                  </a:lnTo>
                  <a:lnTo>
                    <a:pt x="1195578" y="75437"/>
                  </a:lnTo>
                  <a:lnTo>
                    <a:pt x="1198245" y="78231"/>
                  </a:lnTo>
                  <a:lnTo>
                    <a:pt x="1201039" y="80899"/>
                  </a:lnTo>
                  <a:lnTo>
                    <a:pt x="1203833" y="85089"/>
                  </a:lnTo>
                  <a:lnTo>
                    <a:pt x="1206500" y="90550"/>
                  </a:lnTo>
                  <a:lnTo>
                    <a:pt x="1209294" y="96012"/>
                  </a:lnTo>
                  <a:lnTo>
                    <a:pt x="1210691" y="102869"/>
                  </a:lnTo>
                  <a:lnTo>
                    <a:pt x="1210691" y="181101"/>
                  </a:lnTo>
                  <a:lnTo>
                    <a:pt x="1209665" y="190150"/>
                  </a:lnTo>
                  <a:lnTo>
                    <a:pt x="1194181" y="226440"/>
                  </a:lnTo>
                  <a:lnTo>
                    <a:pt x="1167141" y="262731"/>
                  </a:lnTo>
                  <a:lnTo>
                    <a:pt x="1133459" y="288226"/>
                  </a:lnTo>
                  <a:lnTo>
                    <a:pt x="1085865" y="312937"/>
                  </a:lnTo>
                  <a:lnTo>
                    <a:pt x="1042622" y="329372"/>
                  </a:lnTo>
                  <a:lnTo>
                    <a:pt x="990115" y="345588"/>
                  </a:lnTo>
                  <a:lnTo>
                    <a:pt x="934489" y="360015"/>
                  </a:lnTo>
                  <a:lnTo>
                    <a:pt x="877869" y="371822"/>
                  </a:lnTo>
                  <a:lnTo>
                    <a:pt x="826398" y="378057"/>
                  </a:lnTo>
                  <a:lnTo>
                    <a:pt x="803021" y="378840"/>
                  </a:lnTo>
                  <a:lnTo>
                    <a:pt x="781135" y="378840"/>
                  </a:lnTo>
                  <a:lnTo>
                    <a:pt x="760809" y="378840"/>
                  </a:lnTo>
                  <a:lnTo>
                    <a:pt x="650632" y="378840"/>
                  </a:lnTo>
                  <a:lnTo>
                    <a:pt x="642366" y="378840"/>
                  </a:lnTo>
                </a:path>
              </a:pathLst>
            </a:custGeom>
            <a:ln w="12699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2</a:t>
            </a: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694521"/>
            <a:ext cx="9159240" cy="474662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spc="-30" b="1">
                <a:latin typeface="Malgun Gothic"/>
                <a:cs typeface="Malgun Gothic"/>
              </a:rPr>
              <a:t>약한(weak)</a:t>
            </a:r>
            <a:r>
              <a:rPr dirty="0" sz="2200" spc="-160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엔티티</a:t>
            </a:r>
            <a:r>
              <a:rPr dirty="0" sz="2200" spc="-150" b="1">
                <a:latin typeface="Malgun Gothic"/>
                <a:cs typeface="Malgun Gothic"/>
              </a:rPr>
              <a:t> </a:t>
            </a:r>
            <a:r>
              <a:rPr dirty="0" sz="2200" spc="-25" b="1">
                <a:latin typeface="Malgun Gothic"/>
                <a:cs typeface="Malgun Gothic"/>
              </a:rPr>
              <a:t>타입</a:t>
            </a:r>
            <a:endParaRPr sz="2200">
              <a:latin typeface="Malgun Gothic"/>
              <a:cs typeface="Malgun Gothic"/>
            </a:endParaRPr>
          </a:p>
          <a:p>
            <a:pPr algn="just" lvl="1" marL="831850" indent="-314960">
              <a:lnSpc>
                <a:spcPct val="100000"/>
              </a:lnSpc>
              <a:spcBef>
                <a:spcPts val="103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키를</a:t>
            </a:r>
            <a:r>
              <a:rPr dirty="0" sz="1950" spc="-10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형성하기에</a:t>
            </a:r>
            <a:r>
              <a:rPr dirty="0" sz="1950" spc="-12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충분한</a:t>
            </a:r>
            <a:r>
              <a:rPr dirty="0" sz="1950" spc="-8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애트리뷰트들을</a:t>
            </a:r>
            <a:r>
              <a:rPr dirty="0" sz="1950" spc="-10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갖지</a:t>
            </a:r>
            <a:r>
              <a:rPr dirty="0" sz="1950" spc="-8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못한</a:t>
            </a:r>
            <a:r>
              <a:rPr dirty="0" sz="1950" spc="-10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10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타입</a:t>
            </a:r>
            <a:endParaRPr sz="1950">
              <a:latin typeface="Malgun Gothic"/>
              <a:cs typeface="Malgun Gothic"/>
            </a:endParaRPr>
          </a:p>
          <a:p>
            <a:pPr algn="just" lvl="1" marL="831850" indent="-314960">
              <a:lnSpc>
                <a:spcPct val="100000"/>
              </a:lnSpc>
              <a:spcBef>
                <a:spcPts val="101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3333CC"/>
                </a:solidFill>
                <a:latin typeface="Malgun Gothic"/>
                <a:cs typeface="Malgun Gothic"/>
              </a:rPr>
              <a:t>엔티티의</a:t>
            </a:r>
            <a:r>
              <a:rPr dirty="0" sz="1950" spc="-110" b="1">
                <a:solidFill>
                  <a:srgbClr val="3333CC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3333CC"/>
                </a:solidFill>
                <a:latin typeface="Malgun Gothic"/>
                <a:cs typeface="Malgun Gothic"/>
              </a:rPr>
              <a:t>존재가</a:t>
            </a:r>
            <a:r>
              <a:rPr dirty="0" sz="1950" spc="-90" b="1">
                <a:solidFill>
                  <a:srgbClr val="3333CC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3333CC"/>
                </a:solidFill>
                <a:latin typeface="Malgun Gothic"/>
                <a:cs typeface="Malgun Gothic"/>
              </a:rPr>
              <a:t>다른</a:t>
            </a:r>
            <a:r>
              <a:rPr dirty="0" sz="1950" spc="-70" b="1">
                <a:solidFill>
                  <a:srgbClr val="3333CC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3333CC"/>
                </a:solidFill>
                <a:latin typeface="Malgun Gothic"/>
                <a:cs typeface="Malgun Gothic"/>
              </a:rPr>
              <a:t>엔티티의</a:t>
            </a:r>
            <a:r>
              <a:rPr dirty="0" sz="1950" spc="-110" b="1">
                <a:solidFill>
                  <a:srgbClr val="3333CC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3333CC"/>
                </a:solidFill>
                <a:latin typeface="Malgun Gothic"/>
                <a:cs typeface="Malgun Gothic"/>
              </a:rPr>
              <a:t>존재에</a:t>
            </a:r>
            <a:r>
              <a:rPr dirty="0" sz="1950" spc="-90" b="1">
                <a:solidFill>
                  <a:srgbClr val="3333CC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3333CC"/>
                </a:solidFill>
                <a:latin typeface="Malgun Gothic"/>
                <a:cs typeface="Malgun Gothic"/>
              </a:rPr>
              <a:t>의존적인</a:t>
            </a:r>
            <a:r>
              <a:rPr dirty="0" sz="1950" spc="-105" b="1">
                <a:solidFill>
                  <a:srgbClr val="3333CC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3333CC"/>
                </a:solidFill>
                <a:latin typeface="Malgun Gothic"/>
                <a:cs typeface="Malgun Gothic"/>
              </a:rPr>
              <a:t>엔티티</a:t>
            </a:r>
            <a:r>
              <a:rPr dirty="0" sz="1950" spc="-90" b="1">
                <a:solidFill>
                  <a:srgbClr val="3333CC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3333CC"/>
                </a:solidFill>
                <a:latin typeface="Malgun Gothic"/>
                <a:cs typeface="Malgun Gothic"/>
              </a:rPr>
              <a:t>집합을</a:t>
            </a:r>
            <a:r>
              <a:rPr dirty="0" sz="1950" spc="-90" b="1">
                <a:solidFill>
                  <a:srgbClr val="3333CC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3333CC"/>
                </a:solidFill>
                <a:latin typeface="Malgun Gothic"/>
                <a:cs typeface="Malgun Gothic"/>
              </a:rPr>
              <a:t>위함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6350" indent="-315595">
              <a:lnSpc>
                <a:spcPct val="1426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약한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타입에게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키</a:t>
            </a:r>
            <a:r>
              <a:rPr dirty="0" sz="1950" spc="-90" b="1">
                <a:latin typeface="Malgun Gothic"/>
                <a:cs typeface="Malgun Gothic"/>
              </a:rPr>
              <a:t>  </a:t>
            </a:r>
            <a:r>
              <a:rPr dirty="0" sz="1950" spc="55" b="1">
                <a:latin typeface="Malgun Gothic"/>
                <a:cs typeface="Malgun Gothic"/>
              </a:rPr>
              <a:t>애트리뷰트를</a:t>
            </a:r>
            <a:r>
              <a:rPr dirty="0" sz="1950" spc="-95" b="1">
                <a:latin typeface="Malgun Gothic"/>
                <a:cs typeface="Malgun Gothic"/>
              </a:rPr>
              <a:t>  </a:t>
            </a:r>
            <a:r>
              <a:rPr dirty="0" sz="1950" spc="50" b="1">
                <a:latin typeface="Malgun Gothic"/>
                <a:cs typeface="Malgun Gothic"/>
              </a:rPr>
              <a:t>제공하는</a:t>
            </a:r>
            <a:r>
              <a:rPr dirty="0" sz="1950" spc="-95" b="1">
                <a:latin typeface="Malgun Gothic"/>
                <a:cs typeface="Malgun Gothic"/>
              </a:rPr>
              <a:t> 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495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타입을</a:t>
            </a:r>
            <a:r>
              <a:rPr dirty="0" sz="1950" spc="484" b="1"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소유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엔티티</a:t>
            </a:r>
            <a:r>
              <a:rPr dirty="0" sz="1950" spc="6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타입</a:t>
            </a:r>
            <a:r>
              <a:rPr dirty="0" sz="1950" b="1">
                <a:latin typeface="Malgun Gothic"/>
                <a:cs typeface="Malgun Gothic"/>
              </a:rPr>
              <a:t>(owner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spc="-20" b="1">
                <a:latin typeface="Malgun Gothic"/>
                <a:cs typeface="Malgun Gothic"/>
              </a:rPr>
              <a:t>entity</a:t>
            </a:r>
            <a:r>
              <a:rPr dirty="0" sz="1950" spc="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type)</a:t>
            </a:r>
            <a:r>
              <a:rPr dirty="0" sz="1950" spc="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또는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식별</a:t>
            </a:r>
            <a:r>
              <a:rPr dirty="0" sz="1950" spc="6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엔티티</a:t>
            </a:r>
            <a:r>
              <a:rPr dirty="0" sz="1950" spc="6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30" b="1">
                <a:solidFill>
                  <a:srgbClr val="FF3300"/>
                </a:solidFill>
                <a:latin typeface="Malgun Gothic"/>
                <a:cs typeface="Malgun Gothic"/>
              </a:rPr>
              <a:t>타입</a:t>
            </a:r>
            <a:r>
              <a:rPr dirty="0" sz="1950" spc="-30" b="1">
                <a:latin typeface="Malgun Gothic"/>
                <a:cs typeface="Malgun Gothic"/>
              </a:rPr>
              <a:t>(identifying</a:t>
            </a:r>
            <a:r>
              <a:rPr dirty="0" sz="1950" spc="6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entity type)라고</a:t>
            </a:r>
            <a:r>
              <a:rPr dirty="0" sz="1950" spc="-125" b="1">
                <a:latin typeface="Malgun Gothic"/>
                <a:cs typeface="Malgun Gothic"/>
              </a:rPr>
              <a:t> </a:t>
            </a:r>
            <a:r>
              <a:rPr dirty="0" sz="1950" spc="-35" b="1">
                <a:latin typeface="Malgun Gothic"/>
                <a:cs typeface="Malgun Gothic"/>
              </a:rPr>
              <a:t>부름</a:t>
            </a:r>
            <a:endParaRPr sz="1950">
              <a:latin typeface="Malgun Gothic"/>
              <a:cs typeface="Malgun Gothic"/>
            </a:endParaRPr>
          </a:p>
          <a:p>
            <a:pPr algn="just" lvl="1" marL="831850" indent="-314960">
              <a:lnSpc>
                <a:spcPct val="100000"/>
              </a:lnSpc>
              <a:spcBef>
                <a:spcPts val="99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ER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다이어그램에서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이중선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직사각형으로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표기</a:t>
            </a:r>
            <a:endParaRPr sz="1950">
              <a:latin typeface="Malgun Gothic"/>
              <a:cs typeface="Malgun Gothic"/>
            </a:endParaRPr>
          </a:p>
          <a:p>
            <a:pPr algn="just" lvl="1" marL="831850" indent="-314960">
              <a:lnSpc>
                <a:spcPct val="100000"/>
              </a:lnSpc>
              <a:spcBef>
                <a:spcPts val="100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약한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타입의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부분</a:t>
            </a:r>
            <a:r>
              <a:rPr dirty="0" sz="1950" spc="-5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키는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점선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밑줄을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그어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표시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500"/>
              </a:lnSpc>
              <a:buFont typeface="MingLiU_HKSCS-ExtB"/>
              <a:buChar char="✓"/>
              <a:tabLst>
                <a:tab pos="832485" algn="l"/>
                <a:tab pos="914400" algn="l"/>
              </a:tabLst>
            </a:pPr>
            <a:r>
              <a:rPr dirty="0" sz="1950">
                <a:latin typeface="Malgun Gothic"/>
                <a:cs typeface="Malgun Gothic"/>
              </a:rPr>
              <a:t>	</a:t>
            </a:r>
            <a:r>
              <a:rPr dirty="0" sz="1950" spc="55" b="1">
                <a:solidFill>
                  <a:srgbClr val="FF3300"/>
                </a:solidFill>
                <a:latin typeface="Malgun Gothic"/>
                <a:cs typeface="Malgun Gothic"/>
              </a:rPr>
              <a:t>부분</a:t>
            </a:r>
            <a:r>
              <a:rPr dirty="0" sz="1950" spc="48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키</a:t>
            </a:r>
            <a:r>
              <a:rPr dirty="0" sz="1950" b="1">
                <a:latin typeface="Malgun Gothic"/>
                <a:cs typeface="Malgun Gothic"/>
              </a:rPr>
              <a:t>(partial</a:t>
            </a:r>
            <a:r>
              <a:rPr dirty="0" sz="1950" spc="4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key):</a:t>
            </a:r>
            <a:r>
              <a:rPr dirty="0" sz="1950" spc="390" b="1">
                <a:latin typeface="Malgun Gothic"/>
                <a:cs typeface="Malgun Gothic"/>
              </a:rPr>
              <a:t> </a:t>
            </a:r>
            <a:r>
              <a:rPr dirty="0" sz="1950" spc="75" b="1">
                <a:latin typeface="Malgun Gothic"/>
                <a:cs typeface="Malgun Gothic"/>
              </a:rPr>
              <a:t>부양가족의</a:t>
            </a:r>
            <a:r>
              <a:rPr dirty="0" sz="1950" spc="484" b="1">
                <a:latin typeface="Malgun Gothic"/>
                <a:cs typeface="Malgun Gothic"/>
              </a:rPr>
              <a:t> </a:t>
            </a:r>
            <a:r>
              <a:rPr dirty="0" sz="1950" spc="75" b="1">
                <a:latin typeface="Malgun Gothic"/>
                <a:cs typeface="Malgun Gothic"/>
              </a:rPr>
              <a:t>이름처럼</a:t>
            </a:r>
            <a:r>
              <a:rPr dirty="0" sz="1950" spc="4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한</a:t>
            </a:r>
            <a:r>
              <a:rPr dirty="0" sz="1950" spc="465" b="1">
                <a:latin typeface="Malgun Gothic"/>
                <a:cs typeface="Malgun Gothic"/>
              </a:rPr>
              <a:t> </a:t>
            </a:r>
            <a:r>
              <a:rPr dirty="0" sz="1950" spc="75" b="1">
                <a:latin typeface="Malgun Gothic"/>
                <a:cs typeface="Malgun Gothic"/>
              </a:rPr>
              <a:t>사원에</a:t>
            </a:r>
            <a:r>
              <a:rPr dirty="0" sz="1950" spc="4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속한</a:t>
            </a:r>
            <a:r>
              <a:rPr dirty="0" sz="1950" spc="484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부양가족 </a:t>
            </a:r>
            <a:r>
              <a:rPr dirty="0" sz="1950" b="1">
                <a:latin typeface="Malgun Gothic"/>
                <a:cs typeface="Malgun Gothic"/>
              </a:rPr>
              <a:t>내에서는</a:t>
            </a:r>
            <a:r>
              <a:rPr dirty="0" sz="1950" spc="1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서로</a:t>
            </a:r>
            <a:r>
              <a:rPr dirty="0" sz="1950" spc="1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다르지만</a:t>
            </a:r>
            <a:r>
              <a:rPr dirty="0" sz="1950" spc="1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회사</a:t>
            </a:r>
            <a:r>
              <a:rPr dirty="0" sz="1950" spc="1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전체</a:t>
            </a:r>
            <a:r>
              <a:rPr dirty="0" sz="1950" spc="1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사원들의</a:t>
            </a:r>
            <a:r>
              <a:rPr dirty="0" sz="1950" spc="1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부양가족들</a:t>
            </a:r>
            <a:r>
              <a:rPr dirty="0" sz="1950" spc="14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전체에서는</a:t>
            </a:r>
            <a:r>
              <a:rPr dirty="0" sz="1950" spc="14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같은 </a:t>
            </a:r>
            <a:r>
              <a:rPr dirty="0" sz="1950" b="1">
                <a:latin typeface="Malgun Gothic"/>
                <a:cs typeface="Malgun Gothic"/>
              </a:rPr>
              <a:t>경우가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생길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5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있는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애트리뷰트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604391" y="2567686"/>
            <a:ext cx="6852284" cy="107314"/>
          </a:xfrm>
          <a:custGeom>
            <a:avLst/>
            <a:gdLst/>
            <a:ahLst/>
            <a:cxnLst/>
            <a:rect l="l" t="t" r="r" b="b"/>
            <a:pathLst>
              <a:path w="6852284" h="107314">
                <a:moveTo>
                  <a:pt x="0" y="107061"/>
                </a:moveTo>
                <a:lnTo>
                  <a:pt x="0" y="107061"/>
                </a:lnTo>
                <a:lnTo>
                  <a:pt x="214122" y="107061"/>
                </a:lnTo>
                <a:lnTo>
                  <a:pt x="227790" y="106801"/>
                </a:lnTo>
                <a:lnTo>
                  <a:pt x="244030" y="106029"/>
                </a:lnTo>
                <a:lnTo>
                  <a:pt x="262842" y="104757"/>
                </a:lnTo>
                <a:lnTo>
                  <a:pt x="284226" y="102997"/>
                </a:lnTo>
                <a:lnTo>
                  <a:pt x="307082" y="100921"/>
                </a:lnTo>
                <a:lnTo>
                  <a:pt x="330485" y="98869"/>
                </a:lnTo>
                <a:lnTo>
                  <a:pt x="378841" y="94741"/>
                </a:lnTo>
                <a:lnTo>
                  <a:pt x="422116" y="91662"/>
                </a:lnTo>
                <a:lnTo>
                  <a:pt x="453009" y="90677"/>
                </a:lnTo>
                <a:lnTo>
                  <a:pt x="465389" y="90416"/>
                </a:lnTo>
                <a:lnTo>
                  <a:pt x="477758" y="89630"/>
                </a:lnTo>
                <a:lnTo>
                  <a:pt x="490102" y="88320"/>
                </a:lnTo>
                <a:lnTo>
                  <a:pt x="502411" y="86487"/>
                </a:lnTo>
                <a:lnTo>
                  <a:pt x="514270" y="84726"/>
                </a:lnTo>
                <a:lnTo>
                  <a:pt x="525081" y="83454"/>
                </a:lnTo>
                <a:lnTo>
                  <a:pt x="534844" y="82682"/>
                </a:lnTo>
                <a:lnTo>
                  <a:pt x="543560" y="82423"/>
                </a:lnTo>
                <a:lnTo>
                  <a:pt x="551826" y="82423"/>
                </a:lnTo>
                <a:lnTo>
                  <a:pt x="560070" y="82423"/>
                </a:lnTo>
                <a:lnTo>
                  <a:pt x="765936" y="82423"/>
                </a:lnTo>
                <a:lnTo>
                  <a:pt x="788896" y="82161"/>
                </a:lnTo>
                <a:lnTo>
                  <a:pt x="848625" y="80065"/>
                </a:lnTo>
                <a:lnTo>
                  <a:pt x="922466" y="76209"/>
                </a:lnTo>
                <a:lnTo>
                  <a:pt x="984224" y="72070"/>
                </a:lnTo>
                <a:lnTo>
                  <a:pt x="1030793" y="67956"/>
                </a:lnTo>
                <a:lnTo>
                  <a:pt x="1069984" y="63869"/>
                </a:lnTo>
                <a:lnTo>
                  <a:pt x="1118076" y="57673"/>
                </a:lnTo>
                <a:lnTo>
                  <a:pt x="1157733" y="51518"/>
                </a:lnTo>
                <a:lnTo>
                  <a:pt x="1171622" y="49466"/>
                </a:lnTo>
                <a:lnTo>
                  <a:pt x="1186535" y="47414"/>
                </a:lnTo>
                <a:lnTo>
                  <a:pt x="1202436" y="45338"/>
                </a:lnTo>
                <a:lnTo>
                  <a:pt x="1219436" y="43003"/>
                </a:lnTo>
                <a:lnTo>
                  <a:pt x="1237472" y="40179"/>
                </a:lnTo>
                <a:lnTo>
                  <a:pt x="1256532" y="36855"/>
                </a:lnTo>
                <a:lnTo>
                  <a:pt x="1276604" y="33019"/>
                </a:lnTo>
                <a:lnTo>
                  <a:pt x="1297179" y="29372"/>
                </a:lnTo>
                <a:lnTo>
                  <a:pt x="1317767" y="26796"/>
                </a:lnTo>
                <a:lnTo>
                  <a:pt x="1338379" y="25269"/>
                </a:lnTo>
                <a:lnTo>
                  <a:pt x="1359027" y="24764"/>
                </a:lnTo>
                <a:lnTo>
                  <a:pt x="1379079" y="24243"/>
                </a:lnTo>
                <a:lnTo>
                  <a:pt x="1398095" y="22685"/>
                </a:lnTo>
                <a:lnTo>
                  <a:pt x="1416087" y="20103"/>
                </a:lnTo>
                <a:lnTo>
                  <a:pt x="1433067" y="16510"/>
                </a:lnTo>
                <a:lnTo>
                  <a:pt x="1449024" y="12916"/>
                </a:lnTo>
                <a:lnTo>
                  <a:pt x="1463944" y="10334"/>
                </a:lnTo>
                <a:lnTo>
                  <a:pt x="1477841" y="8776"/>
                </a:lnTo>
                <a:lnTo>
                  <a:pt x="1490726" y="8254"/>
                </a:lnTo>
                <a:lnTo>
                  <a:pt x="1502064" y="7995"/>
                </a:lnTo>
                <a:lnTo>
                  <a:pt x="1511331" y="7223"/>
                </a:lnTo>
                <a:lnTo>
                  <a:pt x="1518550" y="5951"/>
                </a:lnTo>
                <a:lnTo>
                  <a:pt x="1523746" y="4190"/>
                </a:lnTo>
                <a:lnTo>
                  <a:pt x="1529207" y="1397"/>
                </a:lnTo>
                <a:lnTo>
                  <a:pt x="1536065" y="0"/>
                </a:lnTo>
                <a:lnTo>
                  <a:pt x="4752213" y="0"/>
                </a:lnTo>
                <a:lnTo>
                  <a:pt x="4768933" y="261"/>
                </a:lnTo>
                <a:lnTo>
                  <a:pt x="4786153" y="1047"/>
                </a:lnTo>
                <a:lnTo>
                  <a:pt x="4803898" y="2357"/>
                </a:lnTo>
                <a:lnTo>
                  <a:pt x="4822190" y="4190"/>
                </a:lnTo>
                <a:lnTo>
                  <a:pt x="4841714" y="6213"/>
                </a:lnTo>
                <a:lnTo>
                  <a:pt x="4863322" y="8270"/>
                </a:lnTo>
                <a:lnTo>
                  <a:pt x="4912741" y="12445"/>
                </a:lnTo>
                <a:lnTo>
                  <a:pt x="4967319" y="15478"/>
                </a:lnTo>
                <a:lnTo>
                  <a:pt x="5023993" y="16510"/>
                </a:lnTo>
                <a:lnTo>
                  <a:pt x="5051232" y="16510"/>
                </a:lnTo>
                <a:lnTo>
                  <a:pt x="5075412" y="16510"/>
                </a:lnTo>
                <a:lnTo>
                  <a:pt x="5225795" y="16510"/>
                </a:lnTo>
                <a:lnTo>
                  <a:pt x="5239918" y="16769"/>
                </a:lnTo>
                <a:lnTo>
                  <a:pt x="5253529" y="17541"/>
                </a:lnTo>
                <a:lnTo>
                  <a:pt x="5266640" y="18813"/>
                </a:lnTo>
                <a:lnTo>
                  <a:pt x="5279263" y="20574"/>
                </a:lnTo>
                <a:lnTo>
                  <a:pt x="5291887" y="22407"/>
                </a:lnTo>
                <a:lnTo>
                  <a:pt x="5305012" y="23717"/>
                </a:lnTo>
                <a:lnTo>
                  <a:pt x="5318660" y="24503"/>
                </a:lnTo>
                <a:lnTo>
                  <a:pt x="5332857" y="24764"/>
                </a:lnTo>
                <a:lnTo>
                  <a:pt x="5349047" y="25024"/>
                </a:lnTo>
                <a:lnTo>
                  <a:pt x="5368845" y="25796"/>
                </a:lnTo>
                <a:lnTo>
                  <a:pt x="5392239" y="27068"/>
                </a:lnTo>
                <a:lnTo>
                  <a:pt x="5419217" y="28828"/>
                </a:lnTo>
                <a:lnTo>
                  <a:pt x="5446529" y="30662"/>
                </a:lnTo>
                <a:lnTo>
                  <a:pt x="5470747" y="31972"/>
                </a:lnTo>
                <a:lnTo>
                  <a:pt x="5491868" y="32758"/>
                </a:lnTo>
                <a:lnTo>
                  <a:pt x="5509895" y="33019"/>
                </a:lnTo>
                <a:lnTo>
                  <a:pt x="5526111" y="33262"/>
                </a:lnTo>
                <a:lnTo>
                  <a:pt x="5541803" y="34004"/>
                </a:lnTo>
                <a:lnTo>
                  <a:pt x="5556972" y="35270"/>
                </a:lnTo>
                <a:lnTo>
                  <a:pt x="5571617" y="37083"/>
                </a:lnTo>
                <a:lnTo>
                  <a:pt x="5585551" y="38897"/>
                </a:lnTo>
                <a:lnTo>
                  <a:pt x="5598414" y="40163"/>
                </a:lnTo>
                <a:lnTo>
                  <a:pt x="5610228" y="40905"/>
                </a:lnTo>
                <a:lnTo>
                  <a:pt x="5621020" y="41148"/>
                </a:lnTo>
                <a:lnTo>
                  <a:pt x="5631064" y="41148"/>
                </a:lnTo>
                <a:lnTo>
                  <a:pt x="5640609" y="41148"/>
                </a:lnTo>
                <a:lnTo>
                  <a:pt x="6584695" y="41148"/>
                </a:lnTo>
                <a:lnTo>
                  <a:pt x="6592951" y="39877"/>
                </a:lnTo>
                <a:lnTo>
                  <a:pt x="6601079" y="37083"/>
                </a:lnTo>
                <a:lnTo>
                  <a:pt x="6609333" y="34289"/>
                </a:lnTo>
                <a:lnTo>
                  <a:pt x="6616191" y="33019"/>
                </a:lnTo>
                <a:lnTo>
                  <a:pt x="6621780" y="33019"/>
                </a:lnTo>
                <a:lnTo>
                  <a:pt x="6627240" y="33019"/>
                </a:lnTo>
                <a:lnTo>
                  <a:pt x="6735699" y="33019"/>
                </a:lnTo>
                <a:lnTo>
                  <a:pt x="6741159" y="31623"/>
                </a:lnTo>
                <a:lnTo>
                  <a:pt x="6749414" y="28828"/>
                </a:lnTo>
                <a:lnTo>
                  <a:pt x="6757669" y="26162"/>
                </a:lnTo>
                <a:lnTo>
                  <a:pt x="6764528" y="24764"/>
                </a:lnTo>
                <a:lnTo>
                  <a:pt x="6769988" y="24764"/>
                </a:lnTo>
                <a:lnTo>
                  <a:pt x="6775450" y="24764"/>
                </a:lnTo>
                <a:lnTo>
                  <a:pt x="6846824" y="24764"/>
                </a:lnTo>
                <a:lnTo>
                  <a:pt x="6852284" y="2476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760982" y="5532628"/>
            <a:ext cx="807085" cy="33020"/>
          </a:xfrm>
          <a:custGeom>
            <a:avLst/>
            <a:gdLst/>
            <a:ahLst/>
            <a:cxnLst/>
            <a:rect l="l" t="t" r="r" b="b"/>
            <a:pathLst>
              <a:path w="807085" h="33020">
                <a:moveTo>
                  <a:pt x="0" y="33019"/>
                </a:moveTo>
                <a:lnTo>
                  <a:pt x="0" y="33019"/>
                </a:lnTo>
                <a:lnTo>
                  <a:pt x="41148" y="33019"/>
                </a:lnTo>
                <a:lnTo>
                  <a:pt x="46531" y="32758"/>
                </a:lnTo>
                <a:lnTo>
                  <a:pt x="54498" y="31972"/>
                </a:lnTo>
                <a:lnTo>
                  <a:pt x="65061" y="30662"/>
                </a:lnTo>
                <a:lnTo>
                  <a:pt x="78231" y="28829"/>
                </a:lnTo>
                <a:lnTo>
                  <a:pt x="92616" y="26753"/>
                </a:lnTo>
                <a:lnTo>
                  <a:pt x="107013" y="24701"/>
                </a:lnTo>
                <a:lnTo>
                  <a:pt x="149770" y="18551"/>
                </a:lnTo>
                <a:lnTo>
                  <a:pt x="185293" y="12318"/>
                </a:lnTo>
                <a:lnTo>
                  <a:pt x="195839" y="10558"/>
                </a:lnTo>
                <a:lnTo>
                  <a:pt x="206898" y="9286"/>
                </a:lnTo>
                <a:lnTo>
                  <a:pt x="218457" y="8514"/>
                </a:lnTo>
                <a:lnTo>
                  <a:pt x="230505" y="8255"/>
                </a:lnTo>
                <a:lnTo>
                  <a:pt x="242885" y="8255"/>
                </a:lnTo>
                <a:lnTo>
                  <a:pt x="255254" y="8255"/>
                </a:lnTo>
                <a:lnTo>
                  <a:pt x="267598" y="8255"/>
                </a:lnTo>
                <a:lnTo>
                  <a:pt x="279907" y="8255"/>
                </a:lnTo>
                <a:lnTo>
                  <a:pt x="292550" y="7995"/>
                </a:lnTo>
                <a:lnTo>
                  <a:pt x="305704" y="7223"/>
                </a:lnTo>
                <a:lnTo>
                  <a:pt x="319359" y="5951"/>
                </a:lnTo>
                <a:lnTo>
                  <a:pt x="333501" y="4191"/>
                </a:lnTo>
                <a:lnTo>
                  <a:pt x="347642" y="2357"/>
                </a:lnTo>
                <a:lnTo>
                  <a:pt x="361283" y="1047"/>
                </a:lnTo>
                <a:lnTo>
                  <a:pt x="374399" y="261"/>
                </a:lnTo>
                <a:lnTo>
                  <a:pt x="386969" y="0"/>
                </a:lnTo>
                <a:lnTo>
                  <a:pt x="398829" y="0"/>
                </a:lnTo>
                <a:lnTo>
                  <a:pt x="409654" y="0"/>
                </a:lnTo>
                <a:lnTo>
                  <a:pt x="801624" y="0"/>
                </a:lnTo>
                <a:lnTo>
                  <a:pt x="80708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2</a:t>
            </a: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grpSp>
        <p:nvGrpSpPr>
          <p:cNvPr id="3" name="object 3" descr=""/>
          <p:cNvGrpSpPr/>
          <p:nvPr/>
        </p:nvGrpSpPr>
        <p:grpSpPr>
          <a:xfrm>
            <a:off x="1219200" y="1770761"/>
            <a:ext cx="8252459" cy="3217545"/>
            <a:chOff x="1219200" y="1770761"/>
            <a:chExt cx="8252459" cy="3217545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19200" y="2514600"/>
              <a:ext cx="8252046" cy="2473451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2444622" y="1777111"/>
              <a:ext cx="6308725" cy="1276985"/>
            </a:xfrm>
            <a:custGeom>
              <a:avLst/>
              <a:gdLst/>
              <a:ahLst/>
              <a:cxnLst/>
              <a:rect l="l" t="t" r="r" b="b"/>
              <a:pathLst>
                <a:path w="6308725" h="1276985">
                  <a:moveTo>
                    <a:pt x="6308725" y="0"/>
                  </a:moveTo>
                  <a:lnTo>
                    <a:pt x="6302549" y="45259"/>
                  </a:lnTo>
                  <a:lnTo>
                    <a:pt x="6284086" y="98805"/>
                  </a:lnTo>
                  <a:lnTo>
                    <a:pt x="6256258" y="158543"/>
                  </a:lnTo>
                  <a:lnTo>
                    <a:pt x="6222237" y="222376"/>
                  </a:lnTo>
                  <a:lnTo>
                    <a:pt x="6201687" y="258093"/>
                  </a:lnTo>
                  <a:lnTo>
                    <a:pt x="6176994" y="299513"/>
                  </a:lnTo>
                  <a:lnTo>
                    <a:pt x="6148157" y="346624"/>
                  </a:lnTo>
                  <a:lnTo>
                    <a:pt x="6115177" y="399414"/>
                  </a:lnTo>
                  <a:lnTo>
                    <a:pt x="6081486" y="452187"/>
                  </a:lnTo>
                  <a:lnTo>
                    <a:pt x="6050343" y="499268"/>
                  </a:lnTo>
                  <a:lnTo>
                    <a:pt x="6021772" y="540682"/>
                  </a:lnTo>
                  <a:lnTo>
                    <a:pt x="5995797" y="576452"/>
                  </a:lnTo>
                  <a:lnTo>
                    <a:pt x="5971889" y="608625"/>
                  </a:lnTo>
                  <a:lnTo>
                    <a:pt x="5949505" y="639238"/>
                  </a:lnTo>
                  <a:lnTo>
                    <a:pt x="5909309" y="695832"/>
                  </a:lnTo>
                  <a:lnTo>
                    <a:pt x="5875353" y="748379"/>
                  </a:lnTo>
                  <a:lnTo>
                    <a:pt x="5847587" y="798829"/>
                  </a:lnTo>
                  <a:lnTo>
                    <a:pt x="5835207" y="823259"/>
                  </a:lnTo>
                  <a:lnTo>
                    <a:pt x="5822838" y="847201"/>
                  </a:lnTo>
                  <a:lnTo>
                    <a:pt x="5810494" y="870642"/>
                  </a:lnTo>
                  <a:lnTo>
                    <a:pt x="5798184" y="893572"/>
                  </a:lnTo>
                  <a:lnTo>
                    <a:pt x="5786324" y="915717"/>
                  </a:lnTo>
                  <a:lnTo>
                    <a:pt x="5775499" y="936815"/>
                  </a:lnTo>
                  <a:lnTo>
                    <a:pt x="5765698" y="956865"/>
                  </a:lnTo>
                  <a:lnTo>
                    <a:pt x="5756909" y="975867"/>
                  </a:lnTo>
                  <a:lnTo>
                    <a:pt x="5748958" y="993657"/>
                  </a:lnTo>
                  <a:lnTo>
                    <a:pt x="5741495" y="1009888"/>
                  </a:lnTo>
                  <a:lnTo>
                    <a:pt x="5734532" y="1024570"/>
                  </a:lnTo>
                  <a:lnTo>
                    <a:pt x="5728081" y="1037716"/>
                  </a:lnTo>
                  <a:lnTo>
                    <a:pt x="5722727" y="1049262"/>
                  </a:lnTo>
                  <a:lnTo>
                    <a:pt x="5718873" y="1059306"/>
                  </a:lnTo>
                  <a:lnTo>
                    <a:pt x="5716543" y="1067827"/>
                  </a:lnTo>
                  <a:lnTo>
                    <a:pt x="5715761" y="1074801"/>
                  </a:lnTo>
                  <a:lnTo>
                    <a:pt x="5715761" y="1081180"/>
                  </a:lnTo>
                  <a:lnTo>
                    <a:pt x="5715761" y="1088120"/>
                  </a:lnTo>
                  <a:lnTo>
                    <a:pt x="5715761" y="1095607"/>
                  </a:lnTo>
                  <a:lnTo>
                    <a:pt x="5715761" y="1103629"/>
                  </a:lnTo>
                </a:path>
                <a:path w="6308725" h="1276985">
                  <a:moveTo>
                    <a:pt x="5633466" y="848232"/>
                  </a:moveTo>
                  <a:lnTo>
                    <a:pt x="5633466" y="848232"/>
                  </a:lnTo>
                  <a:lnTo>
                    <a:pt x="5633466" y="1209293"/>
                  </a:lnTo>
                  <a:lnTo>
                    <a:pt x="5634735" y="1210690"/>
                  </a:lnTo>
                  <a:lnTo>
                    <a:pt x="5637530" y="1210690"/>
                  </a:lnTo>
                  <a:lnTo>
                    <a:pt x="5640324" y="1210690"/>
                  </a:lnTo>
                  <a:lnTo>
                    <a:pt x="5647182" y="1206500"/>
                  </a:lnTo>
                  <a:lnTo>
                    <a:pt x="5687464" y="1172759"/>
                  </a:lnTo>
                  <a:lnTo>
                    <a:pt x="5722969" y="1137554"/>
                  </a:lnTo>
                  <a:lnTo>
                    <a:pt x="5756163" y="1104374"/>
                  </a:lnTo>
                  <a:lnTo>
                    <a:pt x="5787024" y="1073461"/>
                  </a:lnTo>
                  <a:lnTo>
                    <a:pt x="5806312" y="1054100"/>
                  </a:lnTo>
                </a:path>
                <a:path w="6308725" h="1276985">
                  <a:moveTo>
                    <a:pt x="0" y="255269"/>
                  </a:moveTo>
                  <a:lnTo>
                    <a:pt x="5587" y="255269"/>
                  </a:lnTo>
                  <a:lnTo>
                    <a:pt x="13715" y="255269"/>
                  </a:lnTo>
                  <a:lnTo>
                    <a:pt x="24764" y="255269"/>
                  </a:lnTo>
                  <a:lnTo>
                    <a:pt x="32716" y="255529"/>
                  </a:lnTo>
                  <a:lnTo>
                    <a:pt x="71119" y="270684"/>
                  </a:lnTo>
                  <a:lnTo>
                    <a:pt x="114889" y="314182"/>
                  </a:lnTo>
                  <a:lnTo>
                    <a:pt x="143706" y="357425"/>
                  </a:lnTo>
                  <a:lnTo>
                    <a:pt x="168638" y="410192"/>
                  </a:lnTo>
                  <a:lnTo>
                    <a:pt x="191256" y="467862"/>
                  </a:lnTo>
                  <a:lnTo>
                    <a:pt x="211847" y="531673"/>
                  </a:lnTo>
                  <a:lnTo>
                    <a:pt x="221392" y="570293"/>
                  </a:lnTo>
                  <a:lnTo>
                    <a:pt x="230413" y="614056"/>
                  </a:lnTo>
                  <a:lnTo>
                    <a:pt x="238887" y="662939"/>
                  </a:lnTo>
                  <a:lnTo>
                    <a:pt x="246127" y="711301"/>
                  </a:lnTo>
                  <a:lnTo>
                    <a:pt x="251285" y="753506"/>
                  </a:lnTo>
                  <a:lnTo>
                    <a:pt x="255396" y="819403"/>
                  </a:lnTo>
                  <a:lnTo>
                    <a:pt x="255396" y="846169"/>
                  </a:lnTo>
                  <a:lnTo>
                    <a:pt x="255396" y="872934"/>
                  </a:lnTo>
                  <a:lnTo>
                    <a:pt x="255396" y="1147444"/>
                  </a:lnTo>
                  <a:lnTo>
                    <a:pt x="255396" y="1153032"/>
                  </a:lnTo>
                </a:path>
                <a:path w="6308725" h="1276985">
                  <a:moveTo>
                    <a:pt x="107060" y="996441"/>
                  </a:moveTo>
                  <a:lnTo>
                    <a:pt x="116383" y="1034357"/>
                  </a:lnTo>
                  <a:lnTo>
                    <a:pt x="131837" y="1084030"/>
                  </a:lnTo>
                  <a:lnTo>
                    <a:pt x="148324" y="1129317"/>
                  </a:lnTo>
                  <a:lnTo>
                    <a:pt x="164784" y="1167133"/>
                  </a:lnTo>
                  <a:lnTo>
                    <a:pt x="181219" y="1202098"/>
                  </a:lnTo>
                  <a:lnTo>
                    <a:pt x="203866" y="1246631"/>
                  </a:lnTo>
                  <a:lnTo>
                    <a:pt x="223774" y="1276477"/>
                  </a:lnTo>
                  <a:lnTo>
                    <a:pt x="226568" y="1276477"/>
                  </a:lnTo>
                  <a:lnTo>
                    <a:pt x="229234" y="1276477"/>
                  </a:lnTo>
                  <a:lnTo>
                    <a:pt x="232028" y="1276477"/>
                  </a:lnTo>
                  <a:lnTo>
                    <a:pt x="234822" y="1276477"/>
                  </a:lnTo>
                  <a:lnTo>
                    <a:pt x="237609" y="1275453"/>
                  </a:lnTo>
                  <a:lnTo>
                    <a:pt x="274907" y="1238440"/>
                  </a:lnTo>
                  <a:lnTo>
                    <a:pt x="300608" y="1206500"/>
                  </a:lnTo>
                  <a:lnTo>
                    <a:pt x="314805" y="1188521"/>
                  </a:lnTo>
                  <a:lnTo>
                    <a:pt x="328453" y="1171543"/>
                  </a:lnTo>
                  <a:lnTo>
                    <a:pt x="341578" y="1155565"/>
                  </a:lnTo>
                  <a:lnTo>
                    <a:pt x="354202" y="1140587"/>
                  </a:lnTo>
                  <a:lnTo>
                    <a:pt x="365539" y="1126706"/>
                  </a:lnTo>
                  <a:lnTo>
                    <a:pt x="387095" y="1091183"/>
                  </a:lnTo>
                  <a:lnTo>
                    <a:pt x="399508" y="1058019"/>
                  </a:lnTo>
                  <a:lnTo>
                    <a:pt x="403606" y="1045972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6" name="object 6" descr=""/>
            <p:cNvSpPr/>
            <p:nvPr/>
          </p:nvSpPr>
          <p:spPr>
            <a:xfrm>
              <a:off x="2057527" y="1842897"/>
              <a:ext cx="24765" cy="0"/>
            </a:xfrm>
            <a:custGeom>
              <a:avLst/>
              <a:gdLst/>
              <a:ahLst/>
              <a:cxnLst/>
              <a:rect l="l" t="t" r="r" b="b"/>
              <a:pathLst>
                <a:path w="24764" h="0">
                  <a:moveTo>
                    <a:pt x="0" y="0"/>
                  </a:moveTo>
                  <a:lnTo>
                    <a:pt x="10922" y="0"/>
                  </a:lnTo>
                  <a:lnTo>
                    <a:pt x="19177" y="0"/>
                  </a:lnTo>
                  <a:lnTo>
                    <a:pt x="24637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4801996" y="3416046"/>
              <a:ext cx="4635500" cy="980440"/>
            </a:xfrm>
            <a:custGeom>
              <a:avLst/>
              <a:gdLst/>
              <a:ahLst/>
              <a:cxnLst/>
              <a:rect l="l" t="t" r="r" b="b"/>
              <a:pathLst>
                <a:path w="4635500" h="980439">
                  <a:moveTo>
                    <a:pt x="229235" y="115315"/>
                  </a:moveTo>
                  <a:lnTo>
                    <a:pt x="225641" y="127885"/>
                  </a:lnTo>
                  <a:lnTo>
                    <a:pt x="223059" y="141001"/>
                  </a:lnTo>
                  <a:lnTo>
                    <a:pt x="221501" y="154642"/>
                  </a:lnTo>
                  <a:lnTo>
                    <a:pt x="220979" y="168782"/>
                  </a:lnTo>
                  <a:lnTo>
                    <a:pt x="220979" y="182925"/>
                  </a:lnTo>
                  <a:lnTo>
                    <a:pt x="220979" y="196580"/>
                  </a:lnTo>
                  <a:lnTo>
                    <a:pt x="220979" y="284098"/>
                  </a:lnTo>
                  <a:lnTo>
                    <a:pt x="220720" y="302652"/>
                  </a:lnTo>
                  <a:lnTo>
                    <a:pt x="219948" y="321182"/>
                  </a:lnTo>
                  <a:lnTo>
                    <a:pt x="218676" y="339713"/>
                  </a:lnTo>
                  <a:lnTo>
                    <a:pt x="216915" y="358266"/>
                  </a:lnTo>
                  <a:lnTo>
                    <a:pt x="215082" y="377027"/>
                  </a:lnTo>
                  <a:lnTo>
                    <a:pt x="213772" y="396335"/>
                  </a:lnTo>
                  <a:lnTo>
                    <a:pt x="212986" y="416167"/>
                  </a:lnTo>
                  <a:lnTo>
                    <a:pt x="212725" y="436498"/>
                  </a:lnTo>
                  <a:lnTo>
                    <a:pt x="212725" y="457072"/>
                  </a:lnTo>
                  <a:lnTo>
                    <a:pt x="212725" y="477646"/>
                  </a:lnTo>
                  <a:lnTo>
                    <a:pt x="212725" y="811148"/>
                  </a:lnTo>
                  <a:lnTo>
                    <a:pt x="212986" y="817862"/>
                  </a:lnTo>
                  <a:lnTo>
                    <a:pt x="220995" y="861679"/>
                  </a:lnTo>
                  <a:lnTo>
                    <a:pt x="227837" y="878458"/>
                  </a:lnTo>
                  <a:lnTo>
                    <a:pt x="229235" y="883919"/>
                  </a:lnTo>
                  <a:lnTo>
                    <a:pt x="229235" y="904493"/>
                  </a:lnTo>
                  <a:lnTo>
                    <a:pt x="230631" y="905890"/>
                  </a:lnTo>
                  <a:lnTo>
                    <a:pt x="233299" y="905890"/>
                  </a:lnTo>
                  <a:lnTo>
                    <a:pt x="236092" y="905890"/>
                  </a:lnTo>
                  <a:lnTo>
                    <a:pt x="241553" y="905890"/>
                  </a:lnTo>
                  <a:lnTo>
                    <a:pt x="249808" y="905890"/>
                  </a:lnTo>
                  <a:lnTo>
                    <a:pt x="257790" y="906152"/>
                  </a:lnTo>
                  <a:lnTo>
                    <a:pt x="303402" y="910081"/>
                  </a:lnTo>
                  <a:lnTo>
                    <a:pt x="348662" y="915193"/>
                  </a:lnTo>
                  <a:lnTo>
                    <a:pt x="402208" y="922400"/>
                  </a:lnTo>
                  <a:lnTo>
                    <a:pt x="431256" y="926254"/>
                  </a:lnTo>
                  <a:lnTo>
                    <a:pt x="490970" y="932437"/>
                  </a:lnTo>
                  <a:lnTo>
                    <a:pt x="552711" y="936795"/>
                  </a:lnTo>
                  <a:lnTo>
                    <a:pt x="616529" y="940899"/>
                  </a:lnTo>
                  <a:lnTo>
                    <a:pt x="649224" y="942974"/>
                  </a:lnTo>
                  <a:lnTo>
                    <a:pt x="681658" y="945050"/>
                  </a:lnTo>
                  <a:lnTo>
                    <a:pt x="743432" y="949154"/>
                  </a:lnTo>
                  <a:lnTo>
                    <a:pt x="799845" y="953305"/>
                  </a:lnTo>
                  <a:lnTo>
                    <a:pt x="843089" y="957409"/>
                  </a:lnTo>
                  <a:lnTo>
                    <a:pt x="859281" y="959484"/>
                  </a:lnTo>
                  <a:lnTo>
                    <a:pt x="877804" y="961507"/>
                  </a:lnTo>
                  <a:lnTo>
                    <a:pt x="904589" y="963564"/>
                  </a:lnTo>
                  <a:lnTo>
                    <a:pt x="939613" y="965646"/>
                  </a:lnTo>
                  <a:lnTo>
                    <a:pt x="982852" y="967739"/>
                  </a:lnTo>
                  <a:lnTo>
                    <a:pt x="1028384" y="969760"/>
                  </a:lnTo>
                  <a:lnTo>
                    <a:pt x="1070308" y="971803"/>
                  </a:lnTo>
                  <a:lnTo>
                    <a:pt x="1108636" y="973847"/>
                  </a:lnTo>
                  <a:lnTo>
                    <a:pt x="1143380" y="975867"/>
                  </a:lnTo>
                  <a:lnTo>
                    <a:pt x="1177363" y="977701"/>
                  </a:lnTo>
                  <a:lnTo>
                    <a:pt x="1213405" y="979011"/>
                  </a:lnTo>
                  <a:lnTo>
                    <a:pt x="1251519" y="979797"/>
                  </a:lnTo>
                  <a:lnTo>
                    <a:pt x="1291716" y="980058"/>
                  </a:lnTo>
                  <a:lnTo>
                    <a:pt x="1332605" y="980058"/>
                  </a:lnTo>
                  <a:lnTo>
                    <a:pt x="1372981" y="980058"/>
                  </a:lnTo>
                  <a:lnTo>
                    <a:pt x="4623054" y="980058"/>
                  </a:lnTo>
                  <a:lnTo>
                    <a:pt x="4628642" y="978661"/>
                  </a:lnTo>
                  <a:lnTo>
                    <a:pt x="4635500" y="947038"/>
                  </a:lnTo>
                  <a:lnTo>
                    <a:pt x="4635500" y="934729"/>
                  </a:lnTo>
                  <a:lnTo>
                    <a:pt x="4635500" y="922385"/>
                  </a:lnTo>
                  <a:lnTo>
                    <a:pt x="4635500" y="510539"/>
                  </a:lnTo>
                  <a:lnTo>
                    <a:pt x="4635238" y="493091"/>
                  </a:lnTo>
                  <a:lnTo>
                    <a:pt x="4633142" y="451907"/>
                  </a:lnTo>
                  <a:lnTo>
                    <a:pt x="4629286" y="404336"/>
                  </a:lnTo>
                  <a:lnTo>
                    <a:pt x="4625147" y="361092"/>
                  </a:lnTo>
                  <a:lnTo>
                    <a:pt x="4623054" y="341756"/>
                  </a:lnTo>
                  <a:lnTo>
                    <a:pt x="4621293" y="324750"/>
                  </a:lnTo>
                  <a:lnTo>
                    <a:pt x="4620021" y="310864"/>
                  </a:lnTo>
                  <a:lnTo>
                    <a:pt x="4619249" y="300073"/>
                  </a:lnTo>
                  <a:lnTo>
                    <a:pt x="4618989" y="292353"/>
                  </a:lnTo>
                  <a:lnTo>
                    <a:pt x="4618989" y="284098"/>
                  </a:lnTo>
                  <a:lnTo>
                    <a:pt x="4618989" y="275843"/>
                  </a:lnTo>
                  <a:lnTo>
                    <a:pt x="4618989" y="267588"/>
                  </a:lnTo>
                  <a:lnTo>
                    <a:pt x="4618468" y="261471"/>
                  </a:lnTo>
                  <a:lnTo>
                    <a:pt x="4616910" y="255317"/>
                  </a:lnTo>
                  <a:lnTo>
                    <a:pt x="4614328" y="249140"/>
                  </a:lnTo>
                  <a:lnTo>
                    <a:pt x="4610734" y="242950"/>
                  </a:lnTo>
                  <a:lnTo>
                    <a:pt x="4605274" y="234695"/>
                  </a:lnTo>
                  <a:lnTo>
                    <a:pt x="4602480" y="227837"/>
                  </a:lnTo>
                  <a:lnTo>
                    <a:pt x="4602480" y="222376"/>
                  </a:lnTo>
                  <a:lnTo>
                    <a:pt x="4602480" y="216788"/>
                  </a:lnTo>
                  <a:lnTo>
                    <a:pt x="4601083" y="212725"/>
                  </a:lnTo>
                  <a:lnTo>
                    <a:pt x="4598416" y="209930"/>
                  </a:lnTo>
                  <a:lnTo>
                    <a:pt x="4595622" y="207263"/>
                  </a:lnTo>
                  <a:lnTo>
                    <a:pt x="4592955" y="205866"/>
                  </a:lnTo>
                  <a:lnTo>
                    <a:pt x="4590160" y="205866"/>
                  </a:lnTo>
                  <a:lnTo>
                    <a:pt x="4587367" y="205866"/>
                  </a:lnTo>
                  <a:lnTo>
                    <a:pt x="4584700" y="205866"/>
                  </a:lnTo>
                  <a:lnTo>
                    <a:pt x="4581906" y="205866"/>
                  </a:lnTo>
                  <a:lnTo>
                    <a:pt x="4579111" y="205866"/>
                  </a:lnTo>
                  <a:lnTo>
                    <a:pt x="4577842" y="204469"/>
                  </a:lnTo>
                  <a:lnTo>
                    <a:pt x="4577842" y="201802"/>
                  </a:lnTo>
                  <a:lnTo>
                    <a:pt x="4577842" y="199008"/>
                  </a:lnTo>
                  <a:lnTo>
                    <a:pt x="4576445" y="197612"/>
                  </a:lnTo>
                  <a:lnTo>
                    <a:pt x="4562729" y="197612"/>
                  </a:lnTo>
                  <a:lnTo>
                    <a:pt x="4555871" y="196214"/>
                  </a:lnTo>
                  <a:lnTo>
                    <a:pt x="4515993" y="181101"/>
                  </a:lnTo>
                  <a:lnTo>
                    <a:pt x="4509299" y="176744"/>
                  </a:lnTo>
                  <a:lnTo>
                    <a:pt x="4501594" y="171862"/>
                  </a:lnTo>
                  <a:lnTo>
                    <a:pt x="4461478" y="148208"/>
                  </a:lnTo>
                  <a:lnTo>
                    <a:pt x="4422564" y="129176"/>
                  </a:lnTo>
                  <a:lnTo>
                    <a:pt x="4375217" y="112654"/>
                  </a:lnTo>
                  <a:lnTo>
                    <a:pt x="4309850" y="93608"/>
                  </a:lnTo>
                  <a:lnTo>
                    <a:pt x="4254275" y="81278"/>
                  </a:lnTo>
                  <a:lnTo>
                    <a:pt x="4211562" y="76156"/>
                  </a:lnTo>
                  <a:lnTo>
                    <a:pt x="4191730" y="74104"/>
                  </a:lnTo>
                  <a:lnTo>
                    <a:pt x="4153661" y="69976"/>
                  </a:lnTo>
                  <a:lnTo>
                    <a:pt x="4100405" y="63797"/>
                  </a:lnTo>
                  <a:lnTo>
                    <a:pt x="4083684" y="61721"/>
                  </a:lnTo>
                  <a:lnTo>
                    <a:pt x="4066180" y="59961"/>
                  </a:lnTo>
                  <a:lnTo>
                    <a:pt x="4046616" y="58689"/>
                  </a:lnTo>
                  <a:lnTo>
                    <a:pt x="4024981" y="57917"/>
                  </a:lnTo>
                  <a:lnTo>
                    <a:pt x="4001261" y="57657"/>
                  </a:lnTo>
                  <a:lnTo>
                    <a:pt x="3975546" y="57657"/>
                  </a:lnTo>
                  <a:lnTo>
                    <a:pt x="3947747" y="57657"/>
                  </a:lnTo>
                  <a:lnTo>
                    <a:pt x="2321179" y="57657"/>
                  </a:lnTo>
                  <a:lnTo>
                    <a:pt x="2308798" y="57396"/>
                  </a:lnTo>
                  <a:lnTo>
                    <a:pt x="2296429" y="56610"/>
                  </a:lnTo>
                  <a:lnTo>
                    <a:pt x="2284085" y="55300"/>
                  </a:lnTo>
                  <a:lnTo>
                    <a:pt x="2271776" y="53466"/>
                  </a:lnTo>
                  <a:lnTo>
                    <a:pt x="2259133" y="51706"/>
                  </a:lnTo>
                  <a:lnTo>
                    <a:pt x="2245979" y="50434"/>
                  </a:lnTo>
                  <a:lnTo>
                    <a:pt x="2232324" y="49662"/>
                  </a:lnTo>
                  <a:lnTo>
                    <a:pt x="2218181" y="49402"/>
                  </a:lnTo>
                  <a:lnTo>
                    <a:pt x="2203797" y="49402"/>
                  </a:lnTo>
                  <a:lnTo>
                    <a:pt x="2189400" y="49402"/>
                  </a:lnTo>
                  <a:lnTo>
                    <a:pt x="2174980" y="49402"/>
                  </a:lnTo>
                  <a:lnTo>
                    <a:pt x="2160524" y="49402"/>
                  </a:lnTo>
                  <a:lnTo>
                    <a:pt x="2145879" y="49141"/>
                  </a:lnTo>
                  <a:lnTo>
                    <a:pt x="2130710" y="48355"/>
                  </a:lnTo>
                  <a:lnTo>
                    <a:pt x="2115018" y="47045"/>
                  </a:lnTo>
                  <a:lnTo>
                    <a:pt x="2098802" y="45212"/>
                  </a:lnTo>
                  <a:lnTo>
                    <a:pt x="2082323" y="43451"/>
                  </a:lnTo>
                  <a:lnTo>
                    <a:pt x="2065845" y="42179"/>
                  </a:lnTo>
                  <a:lnTo>
                    <a:pt x="2049367" y="41407"/>
                  </a:lnTo>
                  <a:lnTo>
                    <a:pt x="2032888" y="41147"/>
                  </a:lnTo>
                  <a:lnTo>
                    <a:pt x="2016672" y="41147"/>
                  </a:lnTo>
                  <a:lnTo>
                    <a:pt x="2000980" y="41147"/>
                  </a:lnTo>
                  <a:lnTo>
                    <a:pt x="1855851" y="41147"/>
                  </a:lnTo>
                  <a:lnTo>
                    <a:pt x="1838823" y="40888"/>
                  </a:lnTo>
                  <a:lnTo>
                    <a:pt x="1816687" y="40116"/>
                  </a:lnTo>
                  <a:lnTo>
                    <a:pt x="1789431" y="38844"/>
                  </a:lnTo>
                  <a:lnTo>
                    <a:pt x="1757045" y="37083"/>
                  </a:lnTo>
                  <a:lnTo>
                    <a:pt x="1722776" y="35250"/>
                  </a:lnTo>
                  <a:lnTo>
                    <a:pt x="1690068" y="33940"/>
                  </a:lnTo>
                  <a:lnTo>
                    <a:pt x="1658907" y="33154"/>
                  </a:lnTo>
                  <a:lnTo>
                    <a:pt x="1629282" y="32892"/>
                  </a:lnTo>
                  <a:lnTo>
                    <a:pt x="1600235" y="32633"/>
                  </a:lnTo>
                  <a:lnTo>
                    <a:pt x="1570640" y="31861"/>
                  </a:lnTo>
                  <a:lnTo>
                    <a:pt x="1540521" y="30589"/>
                  </a:lnTo>
                  <a:lnTo>
                    <a:pt x="1509902" y="28828"/>
                  </a:lnTo>
                  <a:lnTo>
                    <a:pt x="1479284" y="26995"/>
                  </a:lnTo>
                  <a:lnTo>
                    <a:pt x="1449165" y="25685"/>
                  </a:lnTo>
                  <a:lnTo>
                    <a:pt x="1419570" y="24899"/>
                  </a:lnTo>
                  <a:lnTo>
                    <a:pt x="1390523" y="24637"/>
                  </a:lnTo>
                  <a:lnTo>
                    <a:pt x="1361924" y="24637"/>
                  </a:lnTo>
                  <a:lnTo>
                    <a:pt x="1333849" y="24637"/>
                  </a:lnTo>
                  <a:lnTo>
                    <a:pt x="223774" y="24637"/>
                  </a:lnTo>
                  <a:lnTo>
                    <a:pt x="216915" y="23367"/>
                  </a:lnTo>
                  <a:lnTo>
                    <a:pt x="208661" y="20573"/>
                  </a:lnTo>
                  <a:lnTo>
                    <a:pt x="200405" y="17779"/>
                  </a:lnTo>
                  <a:lnTo>
                    <a:pt x="193548" y="16382"/>
                  </a:lnTo>
                  <a:lnTo>
                    <a:pt x="188087" y="16382"/>
                  </a:lnTo>
                  <a:lnTo>
                    <a:pt x="182625" y="16382"/>
                  </a:lnTo>
                  <a:lnTo>
                    <a:pt x="177037" y="16382"/>
                  </a:lnTo>
                  <a:lnTo>
                    <a:pt x="171576" y="16382"/>
                  </a:lnTo>
                  <a:lnTo>
                    <a:pt x="166115" y="16382"/>
                  </a:lnTo>
                  <a:lnTo>
                    <a:pt x="159257" y="15112"/>
                  </a:lnTo>
                  <a:lnTo>
                    <a:pt x="113918" y="8254"/>
                  </a:lnTo>
                  <a:lnTo>
                    <a:pt x="101798" y="8254"/>
                  </a:lnTo>
                  <a:lnTo>
                    <a:pt x="90201" y="8254"/>
                  </a:lnTo>
                  <a:lnTo>
                    <a:pt x="79128" y="8254"/>
                  </a:lnTo>
                  <a:lnTo>
                    <a:pt x="68579" y="8254"/>
                  </a:lnTo>
                  <a:lnTo>
                    <a:pt x="58292" y="7993"/>
                  </a:lnTo>
                  <a:lnTo>
                    <a:pt x="48005" y="7207"/>
                  </a:lnTo>
                  <a:lnTo>
                    <a:pt x="37718" y="5897"/>
                  </a:lnTo>
                  <a:lnTo>
                    <a:pt x="27431" y="4063"/>
                  </a:lnTo>
                  <a:lnTo>
                    <a:pt x="13715" y="1396"/>
                  </a:lnTo>
                  <a:lnTo>
                    <a:pt x="5461" y="0"/>
                  </a:lnTo>
                  <a:lnTo>
                    <a:pt x="2793" y="0"/>
                  </a:lnTo>
                  <a:lnTo>
                    <a:pt x="0" y="0"/>
                  </a:lnTo>
                  <a:lnTo>
                    <a:pt x="2793" y="5460"/>
                  </a:lnTo>
                  <a:lnTo>
                    <a:pt x="27191" y="43439"/>
                  </a:lnTo>
                  <a:lnTo>
                    <a:pt x="43910" y="88989"/>
                  </a:lnTo>
                  <a:lnTo>
                    <a:pt x="48005" y="102869"/>
                  </a:lnTo>
                  <a:lnTo>
                    <a:pt x="52679" y="118352"/>
                  </a:lnTo>
                  <a:lnTo>
                    <a:pt x="58340" y="135858"/>
                  </a:lnTo>
                  <a:lnTo>
                    <a:pt x="65025" y="155412"/>
                  </a:lnTo>
                  <a:lnTo>
                    <a:pt x="72770" y="177037"/>
                  </a:lnTo>
                  <a:lnTo>
                    <a:pt x="79958" y="197637"/>
                  </a:lnTo>
                  <a:lnTo>
                    <a:pt x="85121" y="214106"/>
                  </a:lnTo>
                  <a:lnTo>
                    <a:pt x="88237" y="226454"/>
                  </a:lnTo>
                  <a:lnTo>
                    <a:pt x="89280" y="234695"/>
                  </a:lnTo>
                  <a:lnTo>
                    <a:pt x="89280" y="242950"/>
                  </a:lnTo>
                  <a:lnTo>
                    <a:pt x="89280" y="248412"/>
                  </a:lnTo>
                  <a:lnTo>
                    <a:pt x="89280" y="251205"/>
                  </a:lnTo>
                  <a:lnTo>
                    <a:pt x="89280" y="253872"/>
                  </a:lnTo>
                  <a:lnTo>
                    <a:pt x="91948" y="258063"/>
                  </a:lnTo>
                  <a:lnTo>
                    <a:pt x="97408" y="263525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6770878" y="4603877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50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50"/>
                  </a:lnTo>
                  <a:lnTo>
                    <a:pt x="10840" y="10840"/>
                  </a:lnTo>
                  <a:lnTo>
                    <a:pt x="6350" y="12700"/>
                  </a:lnTo>
                  <a:lnTo>
                    <a:pt x="1859" y="1084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298869" y="7275359"/>
            <a:ext cx="245110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550" spc="-25">
                <a:latin typeface="Arial MT"/>
                <a:cs typeface="Arial MT"/>
              </a:rPr>
              <a:t>30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301388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/>
              <a:t>관계와</a:t>
            </a:r>
            <a:r>
              <a:rPr dirty="0" spc="-175"/>
              <a:t> </a:t>
            </a:r>
            <a:r>
              <a:rPr dirty="0"/>
              <a:t>관계</a:t>
            </a:r>
            <a:r>
              <a:rPr dirty="0" spc="-180"/>
              <a:t> </a:t>
            </a:r>
            <a:r>
              <a:rPr dirty="0" spc="-25"/>
              <a:t>타입</a:t>
            </a:r>
          </a:p>
          <a:p>
            <a:pPr lvl="1" marL="832485" marR="5080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관계는</a:t>
            </a:r>
            <a:r>
              <a:rPr dirty="0" sz="1950" spc="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엔티티들</a:t>
            </a:r>
            <a:r>
              <a:rPr dirty="0" sz="1950" spc="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사이에</a:t>
            </a:r>
            <a:r>
              <a:rPr dirty="0" sz="1950" spc="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존재하는</a:t>
            </a:r>
            <a:r>
              <a:rPr dirty="0" sz="1950" spc="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연관이나</a:t>
            </a:r>
            <a:r>
              <a:rPr dirty="0" sz="1950" spc="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연결로서</a:t>
            </a:r>
            <a:r>
              <a:rPr dirty="0" sz="1950" spc="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두</a:t>
            </a:r>
            <a:r>
              <a:rPr dirty="0" sz="1950" spc="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개</a:t>
            </a:r>
            <a:r>
              <a:rPr dirty="0" sz="1950" spc="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이상의</a:t>
            </a:r>
            <a:r>
              <a:rPr dirty="0" sz="1950" spc="5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엔티티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타입들</a:t>
            </a:r>
            <a:r>
              <a:rPr dirty="0" sz="19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사이의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사상으로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생각할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수</a:t>
            </a:r>
            <a:r>
              <a:rPr dirty="0" sz="1950" spc="-6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집합은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동질의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관계들의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집합</a:t>
            </a:r>
            <a:endParaRPr sz="1950">
              <a:latin typeface="Malgun Gothic"/>
              <a:cs typeface="Malgun Gothic"/>
            </a:endParaRPr>
          </a:p>
          <a:p>
            <a:pPr lvl="1" marL="811530" indent="-29464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11530" algn="l"/>
              </a:tabLst>
            </a:pPr>
            <a:r>
              <a:rPr dirty="0" u="heavy" sz="1950" spc="-325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heavy" sz="1950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관계</a:t>
            </a:r>
            <a:r>
              <a:rPr dirty="0" u="heavy" sz="1950" spc="-85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 </a:t>
            </a:r>
            <a:r>
              <a:rPr dirty="0" u="heavy" sz="1950" b="1">
                <a:solidFill>
                  <a:srgbClr val="FF0000"/>
                </a:solidFill>
                <a:uFill>
                  <a:solidFill>
                    <a:srgbClr val="0000FF"/>
                  </a:solidFill>
                </a:uFill>
                <a:latin typeface="Malgun Gothic"/>
                <a:cs typeface="Malgun Gothic"/>
              </a:rPr>
              <a:t>타입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은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동질의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관계들의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틀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0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집합과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타입을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엄격하게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구분할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필요는</a:t>
            </a:r>
            <a:r>
              <a:rPr dirty="0" sz="1950" spc="-9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없음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5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요구사항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명세에서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흔히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동사는</a:t>
            </a:r>
            <a:r>
              <a:rPr dirty="0" sz="1950" spc="-95" b="1">
                <a:latin typeface="Malgun Gothic"/>
                <a:cs typeface="Malgun Gothic"/>
              </a:rPr>
              <a:t> </a:t>
            </a: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다이어그램에서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관계로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표현됨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spc="100" b="1">
                <a:solidFill>
                  <a:srgbClr val="FF0000"/>
                </a:solidFill>
                <a:latin typeface="Malgun Gothic"/>
                <a:cs typeface="Malgun Gothic"/>
              </a:rPr>
              <a:t>ER</a:t>
            </a:r>
            <a:r>
              <a:rPr dirty="0" sz="1950" spc="-10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다이어그램에서</a:t>
            </a:r>
            <a:r>
              <a:rPr dirty="0" sz="1950" spc="-1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다이어몬드로</a:t>
            </a:r>
            <a:r>
              <a:rPr dirty="0" sz="1950" spc="-1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표기</a:t>
            </a:r>
            <a:endParaRPr sz="1950">
              <a:latin typeface="Malgun Gothic"/>
              <a:cs typeface="Malgun Gothic"/>
            </a:endParaRPr>
          </a:p>
          <a:p>
            <a:pPr lvl="1" marL="832485" marR="6985" indent="-315595">
              <a:lnSpc>
                <a:spcPts val="3340"/>
              </a:lnSpc>
              <a:spcBef>
                <a:spcPts val="95"/>
              </a:spcBef>
              <a:buFont typeface="MingLiU_HKSCS-ExtB"/>
              <a:buChar char="✓"/>
              <a:tabLst>
                <a:tab pos="832485" algn="l"/>
                <a:tab pos="1485900" algn="l"/>
                <a:tab pos="2396490" algn="l"/>
                <a:tab pos="3049905" algn="l"/>
                <a:tab pos="4478655" algn="l"/>
                <a:tab pos="5388610" algn="l"/>
                <a:tab pos="6555740" algn="l"/>
                <a:tab pos="7209155" algn="l"/>
                <a:tab pos="8122284" algn="l"/>
              </a:tabLst>
            </a:pP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타입이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서로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45" b="1">
                <a:solidFill>
                  <a:srgbClr val="FF0000"/>
                </a:solidFill>
                <a:latin typeface="Malgun Gothic"/>
                <a:cs typeface="Malgun Gothic"/>
              </a:rPr>
              <a:t>연관시키는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30" b="1">
                <a:solidFill>
                  <a:srgbClr val="FF0000"/>
                </a:solidFill>
                <a:latin typeface="Malgun Gothic"/>
                <a:cs typeface="Malgun Gothic"/>
              </a:rPr>
              <a:t>타입들을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타입에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	</a:t>
            </a:r>
            <a:r>
              <a:rPr dirty="0" sz="1950" spc="30" b="1">
                <a:solidFill>
                  <a:srgbClr val="FF0000"/>
                </a:solidFill>
                <a:latin typeface="Malgun Gothic"/>
                <a:cs typeface="Malgun Gothic"/>
              </a:rPr>
              <a:t>실선으로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연결함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530350" y="2271268"/>
            <a:ext cx="634365" cy="370840"/>
          </a:xfrm>
          <a:custGeom>
            <a:avLst/>
            <a:gdLst/>
            <a:ahLst/>
            <a:cxnLst/>
            <a:rect l="l" t="t" r="r" b="b"/>
            <a:pathLst>
              <a:path w="634364" h="370839">
                <a:moveTo>
                  <a:pt x="568198" y="370586"/>
                </a:moveTo>
                <a:lnTo>
                  <a:pt x="568198" y="370586"/>
                </a:lnTo>
                <a:lnTo>
                  <a:pt x="337566" y="370586"/>
                </a:lnTo>
                <a:lnTo>
                  <a:pt x="309040" y="370324"/>
                </a:lnTo>
                <a:lnTo>
                  <a:pt x="253466" y="368228"/>
                </a:lnTo>
                <a:lnTo>
                  <a:pt x="201223" y="364112"/>
                </a:lnTo>
                <a:lnTo>
                  <a:pt x="160075" y="357929"/>
                </a:lnTo>
                <a:lnTo>
                  <a:pt x="117284" y="345868"/>
                </a:lnTo>
                <a:lnTo>
                  <a:pt x="77152" y="330406"/>
                </a:lnTo>
                <a:lnTo>
                  <a:pt x="49403" y="312928"/>
                </a:lnTo>
                <a:lnTo>
                  <a:pt x="43815" y="307467"/>
                </a:lnTo>
                <a:lnTo>
                  <a:pt x="39750" y="300609"/>
                </a:lnTo>
                <a:lnTo>
                  <a:pt x="36956" y="292354"/>
                </a:lnTo>
                <a:lnTo>
                  <a:pt x="34674" y="285658"/>
                </a:lnTo>
                <a:lnTo>
                  <a:pt x="20540" y="249308"/>
                </a:lnTo>
                <a:lnTo>
                  <a:pt x="8128" y="222376"/>
                </a:lnTo>
                <a:lnTo>
                  <a:pt x="4554" y="213850"/>
                </a:lnTo>
                <a:lnTo>
                  <a:pt x="2016" y="204835"/>
                </a:lnTo>
                <a:lnTo>
                  <a:pt x="502" y="195320"/>
                </a:lnTo>
                <a:lnTo>
                  <a:pt x="0" y="185293"/>
                </a:lnTo>
                <a:lnTo>
                  <a:pt x="0" y="175508"/>
                </a:lnTo>
                <a:lnTo>
                  <a:pt x="0" y="166735"/>
                </a:lnTo>
                <a:lnTo>
                  <a:pt x="0" y="158986"/>
                </a:lnTo>
                <a:lnTo>
                  <a:pt x="0" y="152273"/>
                </a:lnTo>
                <a:lnTo>
                  <a:pt x="0" y="144145"/>
                </a:lnTo>
                <a:lnTo>
                  <a:pt x="1269" y="135890"/>
                </a:lnTo>
                <a:lnTo>
                  <a:pt x="20574" y="98806"/>
                </a:lnTo>
                <a:lnTo>
                  <a:pt x="61721" y="69976"/>
                </a:lnTo>
                <a:lnTo>
                  <a:pt x="76628" y="63525"/>
                </a:lnTo>
                <a:lnTo>
                  <a:pt x="92583" y="56562"/>
                </a:lnTo>
                <a:lnTo>
                  <a:pt x="109585" y="49099"/>
                </a:lnTo>
                <a:lnTo>
                  <a:pt x="127635" y="41148"/>
                </a:lnTo>
                <a:lnTo>
                  <a:pt x="146133" y="33143"/>
                </a:lnTo>
                <a:lnTo>
                  <a:pt x="183177" y="18752"/>
                </a:lnTo>
                <a:lnTo>
                  <a:pt x="219987" y="6911"/>
                </a:lnTo>
                <a:lnTo>
                  <a:pt x="271780" y="0"/>
                </a:lnTo>
                <a:lnTo>
                  <a:pt x="287474" y="0"/>
                </a:lnTo>
                <a:lnTo>
                  <a:pt x="301609" y="0"/>
                </a:lnTo>
                <a:lnTo>
                  <a:pt x="366394" y="0"/>
                </a:lnTo>
                <a:lnTo>
                  <a:pt x="376755" y="504"/>
                </a:lnTo>
                <a:lnTo>
                  <a:pt x="387080" y="2032"/>
                </a:lnTo>
                <a:lnTo>
                  <a:pt x="397381" y="4607"/>
                </a:lnTo>
                <a:lnTo>
                  <a:pt x="407669" y="8255"/>
                </a:lnTo>
                <a:lnTo>
                  <a:pt x="417697" y="12090"/>
                </a:lnTo>
                <a:lnTo>
                  <a:pt x="427212" y="15414"/>
                </a:lnTo>
                <a:lnTo>
                  <a:pt x="436227" y="18238"/>
                </a:lnTo>
                <a:lnTo>
                  <a:pt x="444754" y="20574"/>
                </a:lnTo>
                <a:lnTo>
                  <a:pt x="452703" y="22856"/>
                </a:lnTo>
                <a:lnTo>
                  <a:pt x="460152" y="25685"/>
                </a:lnTo>
                <a:lnTo>
                  <a:pt x="467078" y="29039"/>
                </a:lnTo>
                <a:lnTo>
                  <a:pt x="473456" y="32893"/>
                </a:lnTo>
                <a:lnTo>
                  <a:pt x="480933" y="37772"/>
                </a:lnTo>
                <a:lnTo>
                  <a:pt x="490981" y="44211"/>
                </a:lnTo>
                <a:lnTo>
                  <a:pt x="503602" y="52198"/>
                </a:lnTo>
                <a:lnTo>
                  <a:pt x="518794" y="61722"/>
                </a:lnTo>
                <a:lnTo>
                  <a:pt x="534751" y="72530"/>
                </a:lnTo>
                <a:lnTo>
                  <a:pt x="576452" y="111125"/>
                </a:lnTo>
                <a:lnTo>
                  <a:pt x="604277" y="145111"/>
                </a:lnTo>
                <a:lnTo>
                  <a:pt x="625856" y="181101"/>
                </a:lnTo>
                <a:lnTo>
                  <a:pt x="634111" y="205867"/>
                </a:lnTo>
                <a:lnTo>
                  <a:pt x="634111" y="211328"/>
                </a:lnTo>
                <a:lnTo>
                  <a:pt x="634111" y="216788"/>
                </a:lnTo>
                <a:lnTo>
                  <a:pt x="634111" y="222376"/>
                </a:lnTo>
                <a:lnTo>
                  <a:pt x="633589" y="226994"/>
                </a:lnTo>
                <a:lnTo>
                  <a:pt x="612505" y="265588"/>
                </a:lnTo>
                <a:lnTo>
                  <a:pt x="574649" y="300023"/>
                </a:lnTo>
                <a:lnTo>
                  <a:pt x="535305" y="329438"/>
                </a:lnTo>
                <a:lnTo>
                  <a:pt x="500514" y="351815"/>
                </a:lnTo>
                <a:lnTo>
                  <a:pt x="463766" y="369804"/>
                </a:lnTo>
                <a:lnTo>
                  <a:pt x="457073" y="370586"/>
                </a:lnTo>
                <a:lnTo>
                  <a:pt x="448818" y="370586"/>
                </a:lnTo>
                <a:lnTo>
                  <a:pt x="441960" y="370586"/>
                </a:lnTo>
                <a:lnTo>
                  <a:pt x="436499" y="370586"/>
                </a:lnTo>
                <a:lnTo>
                  <a:pt x="430911" y="370586"/>
                </a:lnTo>
                <a:lnTo>
                  <a:pt x="425450" y="370586"/>
                </a:lnTo>
                <a:lnTo>
                  <a:pt x="419988" y="370586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2979801" y="3465448"/>
            <a:ext cx="2586355" cy="99060"/>
          </a:xfrm>
          <a:custGeom>
            <a:avLst/>
            <a:gdLst/>
            <a:ahLst/>
            <a:cxnLst/>
            <a:rect l="l" t="t" r="r" b="b"/>
            <a:pathLst>
              <a:path w="2586354" h="99060">
                <a:moveTo>
                  <a:pt x="0" y="0"/>
                </a:moveTo>
                <a:lnTo>
                  <a:pt x="0" y="0"/>
                </a:lnTo>
                <a:lnTo>
                  <a:pt x="930656" y="0"/>
                </a:lnTo>
                <a:lnTo>
                  <a:pt x="942776" y="259"/>
                </a:lnTo>
                <a:lnTo>
                  <a:pt x="954373" y="1031"/>
                </a:lnTo>
                <a:lnTo>
                  <a:pt x="965446" y="2303"/>
                </a:lnTo>
                <a:lnTo>
                  <a:pt x="975995" y="4063"/>
                </a:lnTo>
                <a:lnTo>
                  <a:pt x="987045" y="5897"/>
                </a:lnTo>
                <a:lnTo>
                  <a:pt x="999632" y="7207"/>
                </a:lnTo>
                <a:lnTo>
                  <a:pt x="1013767" y="7993"/>
                </a:lnTo>
                <a:lnTo>
                  <a:pt x="1029462" y="8254"/>
                </a:lnTo>
                <a:lnTo>
                  <a:pt x="1045940" y="8254"/>
                </a:lnTo>
                <a:lnTo>
                  <a:pt x="1062418" y="8254"/>
                </a:lnTo>
                <a:lnTo>
                  <a:pt x="1078896" y="8254"/>
                </a:lnTo>
                <a:lnTo>
                  <a:pt x="1095375" y="8254"/>
                </a:lnTo>
                <a:lnTo>
                  <a:pt x="1112617" y="8514"/>
                </a:lnTo>
                <a:lnTo>
                  <a:pt x="1151721" y="10558"/>
                </a:lnTo>
                <a:lnTo>
                  <a:pt x="1197040" y="14654"/>
                </a:lnTo>
                <a:lnTo>
                  <a:pt x="1248527" y="20802"/>
                </a:lnTo>
                <a:lnTo>
                  <a:pt x="1276603" y="24637"/>
                </a:lnTo>
                <a:lnTo>
                  <a:pt x="1305444" y="28547"/>
                </a:lnTo>
                <a:lnTo>
                  <a:pt x="1334262" y="31908"/>
                </a:lnTo>
                <a:lnTo>
                  <a:pt x="1363079" y="34746"/>
                </a:lnTo>
                <a:lnTo>
                  <a:pt x="1391920" y="37084"/>
                </a:lnTo>
                <a:lnTo>
                  <a:pt x="1420967" y="39366"/>
                </a:lnTo>
                <a:lnTo>
                  <a:pt x="1450562" y="42195"/>
                </a:lnTo>
                <a:lnTo>
                  <a:pt x="1480681" y="45549"/>
                </a:lnTo>
                <a:lnTo>
                  <a:pt x="1511300" y="49402"/>
                </a:lnTo>
                <a:lnTo>
                  <a:pt x="1541918" y="53256"/>
                </a:lnTo>
                <a:lnTo>
                  <a:pt x="1572037" y="56610"/>
                </a:lnTo>
                <a:lnTo>
                  <a:pt x="1601632" y="59439"/>
                </a:lnTo>
                <a:lnTo>
                  <a:pt x="1630679" y="61722"/>
                </a:lnTo>
                <a:lnTo>
                  <a:pt x="1659538" y="63797"/>
                </a:lnTo>
                <a:lnTo>
                  <a:pt x="1688385" y="65849"/>
                </a:lnTo>
                <a:lnTo>
                  <a:pt x="1717208" y="67901"/>
                </a:lnTo>
                <a:lnTo>
                  <a:pt x="1775880" y="72052"/>
                </a:lnTo>
                <a:lnTo>
                  <a:pt x="1841793" y="76156"/>
                </a:lnTo>
                <a:lnTo>
                  <a:pt x="1912042" y="80045"/>
                </a:lnTo>
                <a:lnTo>
                  <a:pt x="1963529" y="82053"/>
                </a:lnTo>
                <a:lnTo>
                  <a:pt x="1980819" y="82295"/>
                </a:lnTo>
                <a:lnTo>
                  <a:pt x="1994941" y="82295"/>
                </a:lnTo>
                <a:lnTo>
                  <a:pt x="2008552" y="82295"/>
                </a:lnTo>
                <a:lnTo>
                  <a:pt x="2021663" y="82295"/>
                </a:lnTo>
                <a:lnTo>
                  <a:pt x="2034286" y="82295"/>
                </a:lnTo>
                <a:lnTo>
                  <a:pt x="2046910" y="82557"/>
                </a:lnTo>
                <a:lnTo>
                  <a:pt x="2060035" y="83343"/>
                </a:lnTo>
                <a:lnTo>
                  <a:pt x="2073683" y="84653"/>
                </a:lnTo>
                <a:lnTo>
                  <a:pt x="2087879" y="86487"/>
                </a:lnTo>
                <a:lnTo>
                  <a:pt x="2102524" y="88247"/>
                </a:lnTo>
                <a:lnTo>
                  <a:pt x="2117693" y="89519"/>
                </a:lnTo>
                <a:lnTo>
                  <a:pt x="2133385" y="90291"/>
                </a:lnTo>
                <a:lnTo>
                  <a:pt x="2149602" y="90550"/>
                </a:lnTo>
                <a:lnTo>
                  <a:pt x="2166080" y="90550"/>
                </a:lnTo>
                <a:lnTo>
                  <a:pt x="2182558" y="90550"/>
                </a:lnTo>
                <a:lnTo>
                  <a:pt x="2199036" y="90550"/>
                </a:lnTo>
                <a:lnTo>
                  <a:pt x="2215515" y="90550"/>
                </a:lnTo>
                <a:lnTo>
                  <a:pt x="2232757" y="90812"/>
                </a:lnTo>
                <a:lnTo>
                  <a:pt x="2251535" y="91598"/>
                </a:lnTo>
                <a:lnTo>
                  <a:pt x="2271861" y="92908"/>
                </a:lnTo>
                <a:lnTo>
                  <a:pt x="2293747" y="94741"/>
                </a:lnTo>
                <a:lnTo>
                  <a:pt x="2315632" y="96502"/>
                </a:lnTo>
                <a:lnTo>
                  <a:pt x="2335958" y="97774"/>
                </a:lnTo>
                <a:lnTo>
                  <a:pt x="2354736" y="98546"/>
                </a:lnTo>
                <a:lnTo>
                  <a:pt x="2371979" y="98805"/>
                </a:lnTo>
                <a:lnTo>
                  <a:pt x="2389221" y="98805"/>
                </a:lnTo>
                <a:lnTo>
                  <a:pt x="2407999" y="98805"/>
                </a:lnTo>
                <a:lnTo>
                  <a:pt x="2580640" y="98805"/>
                </a:lnTo>
                <a:lnTo>
                  <a:pt x="2586101" y="98805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719707" y="3490086"/>
            <a:ext cx="1111885" cy="16510"/>
          </a:xfrm>
          <a:custGeom>
            <a:avLst/>
            <a:gdLst/>
            <a:ahLst/>
            <a:cxnLst/>
            <a:rect l="l" t="t" r="r" b="b"/>
            <a:pathLst>
              <a:path w="1111885" h="16510">
                <a:moveTo>
                  <a:pt x="0" y="16510"/>
                </a:moveTo>
                <a:lnTo>
                  <a:pt x="0" y="16510"/>
                </a:lnTo>
                <a:lnTo>
                  <a:pt x="49403" y="16510"/>
                </a:lnTo>
                <a:lnTo>
                  <a:pt x="56405" y="16250"/>
                </a:lnTo>
                <a:lnTo>
                  <a:pt x="69040" y="15478"/>
                </a:lnTo>
                <a:lnTo>
                  <a:pt x="87318" y="14206"/>
                </a:lnTo>
                <a:lnTo>
                  <a:pt x="111251" y="12446"/>
                </a:lnTo>
                <a:lnTo>
                  <a:pt x="144186" y="10352"/>
                </a:lnTo>
                <a:lnTo>
                  <a:pt x="189468" y="8270"/>
                </a:lnTo>
                <a:lnTo>
                  <a:pt x="247108" y="6213"/>
                </a:lnTo>
                <a:lnTo>
                  <a:pt x="317119" y="4190"/>
                </a:lnTo>
                <a:lnTo>
                  <a:pt x="376754" y="2682"/>
                </a:lnTo>
                <a:lnTo>
                  <a:pt x="433743" y="1508"/>
                </a:lnTo>
                <a:lnTo>
                  <a:pt x="488093" y="670"/>
                </a:lnTo>
                <a:lnTo>
                  <a:pt x="539809" y="167"/>
                </a:lnTo>
                <a:lnTo>
                  <a:pt x="588899" y="0"/>
                </a:lnTo>
                <a:lnTo>
                  <a:pt x="647332" y="0"/>
                </a:lnTo>
                <a:lnTo>
                  <a:pt x="703183" y="0"/>
                </a:lnTo>
                <a:lnTo>
                  <a:pt x="1103098" y="0"/>
                </a:lnTo>
                <a:lnTo>
                  <a:pt x="1111885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606296" y="3870833"/>
            <a:ext cx="3496945" cy="1388110"/>
            <a:chOff x="1606296" y="3870833"/>
            <a:chExt cx="3496945" cy="1388110"/>
          </a:xfrm>
        </p:grpSpPr>
        <p:sp>
          <p:nvSpPr>
            <p:cNvPr id="8" name="object 8" descr=""/>
            <p:cNvSpPr/>
            <p:nvPr/>
          </p:nvSpPr>
          <p:spPr>
            <a:xfrm>
              <a:off x="1612646" y="3877183"/>
              <a:ext cx="3484245" cy="1375410"/>
            </a:xfrm>
            <a:custGeom>
              <a:avLst/>
              <a:gdLst/>
              <a:ahLst/>
              <a:cxnLst/>
              <a:rect l="l" t="t" r="r" b="b"/>
              <a:pathLst>
                <a:path w="3484245" h="1375410">
                  <a:moveTo>
                    <a:pt x="1721357" y="74167"/>
                  </a:moveTo>
                  <a:lnTo>
                    <a:pt x="1729309" y="74167"/>
                  </a:lnTo>
                  <a:lnTo>
                    <a:pt x="1736772" y="74167"/>
                  </a:lnTo>
                  <a:lnTo>
                    <a:pt x="1743735" y="74167"/>
                  </a:lnTo>
                  <a:lnTo>
                    <a:pt x="1750187" y="74167"/>
                  </a:lnTo>
                  <a:lnTo>
                    <a:pt x="1757142" y="73404"/>
                  </a:lnTo>
                  <a:lnTo>
                    <a:pt x="1765633" y="71104"/>
                  </a:lnTo>
                  <a:lnTo>
                    <a:pt x="1775672" y="67256"/>
                  </a:lnTo>
                  <a:lnTo>
                    <a:pt x="1787270" y="61848"/>
                  </a:lnTo>
                  <a:lnTo>
                    <a:pt x="1799580" y="56179"/>
                  </a:lnTo>
                  <a:lnTo>
                    <a:pt x="1836674" y="45338"/>
                  </a:lnTo>
                  <a:lnTo>
                    <a:pt x="1880608" y="39159"/>
                  </a:lnTo>
                  <a:lnTo>
                    <a:pt x="1919781" y="34801"/>
                  </a:lnTo>
                  <a:lnTo>
                    <a:pt x="1979459" y="28618"/>
                  </a:lnTo>
                  <a:lnTo>
                    <a:pt x="2017776" y="24764"/>
                  </a:lnTo>
                  <a:lnTo>
                    <a:pt x="2056929" y="21171"/>
                  </a:lnTo>
                  <a:lnTo>
                    <a:pt x="2122806" y="17031"/>
                  </a:lnTo>
                  <a:lnTo>
                    <a:pt x="2174795" y="16250"/>
                  </a:lnTo>
                  <a:lnTo>
                    <a:pt x="2201036" y="15478"/>
                  </a:lnTo>
                  <a:lnTo>
                    <a:pt x="2228326" y="14206"/>
                  </a:lnTo>
                  <a:lnTo>
                    <a:pt x="2256663" y="12445"/>
                  </a:lnTo>
                  <a:lnTo>
                    <a:pt x="2286789" y="10612"/>
                  </a:lnTo>
                  <a:lnTo>
                    <a:pt x="2319464" y="9302"/>
                  </a:lnTo>
                  <a:lnTo>
                    <a:pt x="2354710" y="8516"/>
                  </a:lnTo>
                  <a:lnTo>
                    <a:pt x="2392553" y="8254"/>
                  </a:lnTo>
                  <a:lnTo>
                    <a:pt x="2431942" y="7995"/>
                  </a:lnTo>
                  <a:lnTo>
                    <a:pt x="2471832" y="7223"/>
                  </a:lnTo>
                  <a:lnTo>
                    <a:pt x="2512246" y="5951"/>
                  </a:lnTo>
                  <a:lnTo>
                    <a:pt x="2553207" y="4190"/>
                  </a:lnTo>
                  <a:lnTo>
                    <a:pt x="2594877" y="2357"/>
                  </a:lnTo>
                  <a:lnTo>
                    <a:pt x="2637583" y="1047"/>
                  </a:lnTo>
                  <a:lnTo>
                    <a:pt x="2681313" y="261"/>
                  </a:lnTo>
                  <a:lnTo>
                    <a:pt x="2726054" y="0"/>
                  </a:lnTo>
                  <a:lnTo>
                    <a:pt x="2770870" y="0"/>
                  </a:lnTo>
                  <a:lnTo>
                    <a:pt x="2814637" y="0"/>
                  </a:lnTo>
                  <a:lnTo>
                    <a:pt x="3478276" y="0"/>
                  </a:lnTo>
                  <a:lnTo>
                    <a:pt x="3483864" y="0"/>
                  </a:lnTo>
                </a:path>
                <a:path w="3484245" h="1375410">
                  <a:moveTo>
                    <a:pt x="0" y="1276603"/>
                  </a:moveTo>
                  <a:lnTo>
                    <a:pt x="0" y="1276603"/>
                  </a:lnTo>
                  <a:lnTo>
                    <a:pt x="41147" y="1276603"/>
                  </a:lnTo>
                  <a:lnTo>
                    <a:pt x="52246" y="1277125"/>
                  </a:lnTo>
                  <a:lnTo>
                    <a:pt x="68976" y="1278683"/>
                  </a:lnTo>
                  <a:lnTo>
                    <a:pt x="91350" y="1281265"/>
                  </a:lnTo>
                  <a:lnTo>
                    <a:pt x="119379" y="1284858"/>
                  </a:lnTo>
                  <a:lnTo>
                    <a:pt x="151340" y="1288452"/>
                  </a:lnTo>
                  <a:lnTo>
                    <a:pt x="185324" y="1291034"/>
                  </a:lnTo>
                  <a:lnTo>
                    <a:pt x="221357" y="1292592"/>
                  </a:lnTo>
                  <a:lnTo>
                    <a:pt x="259460" y="1293113"/>
                  </a:lnTo>
                  <a:lnTo>
                    <a:pt x="298346" y="1293373"/>
                  </a:lnTo>
                  <a:lnTo>
                    <a:pt x="336708" y="1294145"/>
                  </a:lnTo>
                  <a:lnTo>
                    <a:pt x="374546" y="1295417"/>
                  </a:lnTo>
                  <a:lnTo>
                    <a:pt x="411860" y="1297177"/>
                  </a:lnTo>
                  <a:lnTo>
                    <a:pt x="450459" y="1299253"/>
                  </a:lnTo>
                  <a:lnTo>
                    <a:pt x="492140" y="1301305"/>
                  </a:lnTo>
                  <a:lnTo>
                    <a:pt x="536894" y="1303357"/>
                  </a:lnTo>
                  <a:lnTo>
                    <a:pt x="584708" y="1305432"/>
                  </a:lnTo>
                  <a:lnTo>
                    <a:pt x="634402" y="1307246"/>
                  </a:lnTo>
                  <a:lnTo>
                    <a:pt x="684609" y="1308512"/>
                  </a:lnTo>
                  <a:lnTo>
                    <a:pt x="735316" y="1309254"/>
                  </a:lnTo>
                  <a:lnTo>
                    <a:pt x="786510" y="1309496"/>
                  </a:lnTo>
                  <a:lnTo>
                    <a:pt x="836473" y="1309496"/>
                  </a:lnTo>
                  <a:lnTo>
                    <a:pt x="883316" y="1309496"/>
                  </a:lnTo>
                  <a:lnTo>
                    <a:pt x="1404239" y="1309496"/>
                  </a:lnTo>
                  <a:lnTo>
                    <a:pt x="1431264" y="1309758"/>
                  </a:lnTo>
                  <a:lnTo>
                    <a:pt x="1458801" y="1310544"/>
                  </a:lnTo>
                  <a:lnTo>
                    <a:pt x="1486838" y="1311854"/>
                  </a:lnTo>
                  <a:lnTo>
                    <a:pt x="1515364" y="1313687"/>
                  </a:lnTo>
                  <a:lnTo>
                    <a:pt x="1543440" y="1315448"/>
                  </a:lnTo>
                  <a:lnTo>
                    <a:pt x="1569958" y="1316720"/>
                  </a:lnTo>
                  <a:lnTo>
                    <a:pt x="1594927" y="1317492"/>
                  </a:lnTo>
                  <a:lnTo>
                    <a:pt x="1618361" y="1317751"/>
                  </a:lnTo>
                  <a:lnTo>
                    <a:pt x="1640246" y="1317751"/>
                  </a:lnTo>
                  <a:lnTo>
                    <a:pt x="1660572" y="1317751"/>
                  </a:lnTo>
                  <a:lnTo>
                    <a:pt x="1679350" y="1317751"/>
                  </a:lnTo>
                  <a:lnTo>
                    <a:pt x="1696592" y="1317751"/>
                  </a:lnTo>
                  <a:lnTo>
                    <a:pt x="1713593" y="1318013"/>
                  </a:lnTo>
                  <a:lnTo>
                    <a:pt x="1731629" y="1318799"/>
                  </a:lnTo>
                  <a:lnTo>
                    <a:pt x="1750689" y="1320109"/>
                  </a:lnTo>
                  <a:lnTo>
                    <a:pt x="1770761" y="1321942"/>
                  </a:lnTo>
                  <a:lnTo>
                    <a:pt x="1790571" y="1323703"/>
                  </a:lnTo>
                  <a:lnTo>
                    <a:pt x="1808845" y="1324975"/>
                  </a:lnTo>
                  <a:lnTo>
                    <a:pt x="1825571" y="1325747"/>
                  </a:lnTo>
                  <a:lnTo>
                    <a:pt x="1840738" y="1326006"/>
                  </a:lnTo>
                  <a:lnTo>
                    <a:pt x="1855644" y="1326006"/>
                  </a:lnTo>
                  <a:lnTo>
                    <a:pt x="1871599" y="1326006"/>
                  </a:lnTo>
                  <a:lnTo>
                    <a:pt x="2100199" y="1326006"/>
                  </a:lnTo>
                  <a:lnTo>
                    <a:pt x="2128464" y="1326268"/>
                  </a:lnTo>
                  <a:lnTo>
                    <a:pt x="2155729" y="1327054"/>
                  </a:lnTo>
                  <a:lnTo>
                    <a:pt x="2181994" y="1328364"/>
                  </a:lnTo>
                  <a:lnTo>
                    <a:pt x="2207259" y="1330197"/>
                  </a:lnTo>
                  <a:lnTo>
                    <a:pt x="2233479" y="1331958"/>
                  </a:lnTo>
                  <a:lnTo>
                    <a:pt x="2262806" y="1333230"/>
                  </a:lnTo>
                  <a:lnTo>
                    <a:pt x="2295253" y="1334002"/>
                  </a:lnTo>
                  <a:lnTo>
                    <a:pt x="2330830" y="1334261"/>
                  </a:lnTo>
                  <a:lnTo>
                    <a:pt x="2365571" y="1334261"/>
                  </a:lnTo>
                  <a:lnTo>
                    <a:pt x="2395680" y="1334261"/>
                  </a:lnTo>
                  <a:lnTo>
                    <a:pt x="3346577" y="1334261"/>
                  </a:lnTo>
                  <a:lnTo>
                    <a:pt x="3352038" y="1334261"/>
                  </a:lnTo>
                </a:path>
                <a:path w="3484245" h="1375410">
                  <a:moveTo>
                    <a:pt x="3047365" y="1367154"/>
                  </a:moveTo>
                  <a:lnTo>
                    <a:pt x="2990955" y="1370802"/>
                  </a:lnTo>
                  <a:lnTo>
                    <a:pt x="2945368" y="1373377"/>
                  </a:lnTo>
                  <a:lnTo>
                    <a:pt x="2910615" y="1374905"/>
                  </a:lnTo>
                  <a:lnTo>
                    <a:pt x="2886709" y="1375409"/>
                  </a:lnTo>
                  <a:lnTo>
                    <a:pt x="2867896" y="1375409"/>
                  </a:lnTo>
                  <a:lnTo>
                    <a:pt x="2848594" y="1375409"/>
                  </a:lnTo>
                  <a:lnTo>
                    <a:pt x="2721991" y="1375409"/>
                  </a:lnTo>
                  <a:lnTo>
                    <a:pt x="2699079" y="1375150"/>
                  </a:lnTo>
                  <a:lnTo>
                    <a:pt x="2675667" y="1374378"/>
                  </a:lnTo>
                  <a:lnTo>
                    <a:pt x="2651732" y="1373106"/>
                  </a:lnTo>
                  <a:lnTo>
                    <a:pt x="2627249" y="1371345"/>
                  </a:lnTo>
                  <a:lnTo>
                    <a:pt x="2602055" y="1369270"/>
                  </a:lnTo>
                  <a:lnTo>
                    <a:pt x="2575813" y="1367218"/>
                  </a:lnTo>
                  <a:lnTo>
                    <a:pt x="2548524" y="1365166"/>
                  </a:lnTo>
                  <a:lnTo>
                    <a:pt x="2520188" y="1363090"/>
                  </a:lnTo>
                  <a:lnTo>
                    <a:pt x="2491851" y="1360493"/>
                  </a:lnTo>
                  <a:lnTo>
                    <a:pt x="2464562" y="1356883"/>
                  </a:lnTo>
                  <a:lnTo>
                    <a:pt x="2438320" y="1352250"/>
                  </a:lnTo>
                  <a:lnTo>
                    <a:pt x="2413127" y="1346580"/>
                  </a:lnTo>
                  <a:lnTo>
                    <a:pt x="2388959" y="1340651"/>
                  </a:lnTo>
                  <a:lnTo>
                    <a:pt x="2365803" y="1335246"/>
                  </a:lnTo>
                  <a:lnTo>
                    <a:pt x="2343671" y="1330364"/>
                  </a:lnTo>
                  <a:lnTo>
                    <a:pt x="2322576" y="1326006"/>
                  </a:lnTo>
                  <a:lnTo>
                    <a:pt x="2302504" y="1321649"/>
                  </a:lnTo>
                  <a:lnTo>
                    <a:pt x="2265408" y="1311362"/>
                  </a:lnTo>
                  <a:lnTo>
                    <a:pt x="2219563" y="1294098"/>
                  </a:lnTo>
                  <a:lnTo>
                    <a:pt x="2191053" y="1281005"/>
                  </a:lnTo>
                  <a:lnTo>
                    <a:pt x="2183590" y="1277651"/>
                  </a:lnTo>
                  <a:lnTo>
                    <a:pt x="2176627" y="1274822"/>
                  </a:lnTo>
                  <a:lnTo>
                    <a:pt x="2170176" y="1272539"/>
                  </a:lnTo>
                  <a:lnTo>
                    <a:pt x="2161920" y="1269745"/>
                  </a:lnTo>
                  <a:lnTo>
                    <a:pt x="2156459" y="1265681"/>
                  </a:lnTo>
                  <a:lnTo>
                    <a:pt x="2153666" y="1260093"/>
                  </a:lnTo>
                  <a:lnTo>
                    <a:pt x="2150999" y="1254632"/>
                  </a:lnTo>
                  <a:lnTo>
                    <a:pt x="2145411" y="1249171"/>
                  </a:lnTo>
                  <a:lnTo>
                    <a:pt x="2137282" y="1243710"/>
                  </a:lnTo>
                  <a:lnTo>
                    <a:pt x="2131091" y="1239541"/>
                  </a:lnTo>
                  <a:lnTo>
                    <a:pt x="2124900" y="1235408"/>
                  </a:lnTo>
                  <a:lnTo>
                    <a:pt x="2118709" y="1231298"/>
                  </a:lnTo>
                  <a:lnTo>
                    <a:pt x="2112517" y="1227200"/>
                  </a:lnTo>
                  <a:lnTo>
                    <a:pt x="2106588" y="1222843"/>
                  </a:lnTo>
                  <a:lnTo>
                    <a:pt x="2082291" y="1191513"/>
                  </a:lnTo>
                  <a:lnTo>
                    <a:pt x="2079625" y="1186052"/>
                  </a:lnTo>
                  <a:lnTo>
                    <a:pt x="2076830" y="1180464"/>
                  </a:lnTo>
                  <a:lnTo>
                    <a:pt x="2074037" y="1175003"/>
                  </a:lnTo>
                  <a:lnTo>
                    <a:pt x="2071369" y="1169542"/>
                  </a:lnTo>
                  <a:lnTo>
                    <a:pt x="2068576" y="1164081"/>
                  </a:lnTo>
                  <a:lnTo>
                    <a:pt x="2067178" y="1158620"/>
                  </a:lnTo>
                  <a:lnTo>
                    <a:pt x="2067178" y="1153032"/>
                  </a:lnTo>
                  <a:lnTo>
                    <a:pt x="2067178" y="1147571"/>
                  </a:lnTo>
                  <a:lnTo>
                    <a:pt x="2069973" y="1140713"/>
                  </a:lnTo>
                  <a:lnTo>
                    <a:pt x="2075433" y="1132458"/>
                  </a:lnTo>
                  <a:lnTo>
                    <a:pt x="2079809" y="1125765"/>
                  </a:lnTo>
                  <a:lnTo>
                    <a:pt x="2084720" y="1118060"/>
                  </a:lnTo>
                  <a:lnTo>
                    <a:pt x="2090132" y="1109331"/>
                  </a:lnTo>
                  <a:lnTo>
                    <a:pt x="2096007" y="1099565"/>
                  </a:lnTo>
                  <a:lnTo>
                    <a:pt x="2102963" y="1089521"/>
                  </a:lnTo>
                  <a:lnTo>
                    <a:pt x="2133091" y="1062481"/>
                  </a:lnTo>
                  <a:lnTo>
                    <a:pt x="2167096" y="1042908"/>
                  </a:lnTo>
                  <a:lnTo>
                    <a:pt x="2219579" y="1017142"/>
                  </a:lnTo>
                  <a:lnTo>
                    <a:pt x="2284428" y="990393"/>
                  </a:lnTo>
                  <a:lnTo>
                    <a:pt x="2355468" y="967739"/>
                  </a:lnTo>
                  <a:lnTo>
                    <a:pt x="2392783" y="957193"/>
                  </a:lnTo>
                  <a:lnTo>
                    <a:pt x="2430621" y="946134"/>
                  </a:lnTo>
                  <a:lnTo>
                    <a:pt x="2468983" y="934575"/>
                  </a:lnTo>
                  <a:lnTo>
                    <a:pt x="2507868" y="922527"/>
                  </a:lnTo>
                  <a:lnTo>
                    <a:pt x="2548804" y="910407"/>
                  </a:lnTo>
                  <a:lnTo>
                    <a:pt x="2593324" y="898810"/>
                  </a:lnTo>
                  <a:lnTo>
                    <a:pt x="2641439" y="887737"/>
                  </a:lnTo>
                  <a:lnTo>
                    <a:pt x="2693162" y="877188"/>
                  </a:lnTo>
                  <a:lnTo>
                    <a:pt x="2742572" y="867665"/>
                  </a:lnTo>
                  <a:lnTo>
                    <a:pt x="2783744" y="859678"/>
                  </a:lnTo>
                  <a:lnTo>
                    <a:pt x="2816677" y="853239"/>
                  </a:lnTo>
                  <a:lnTo>
                    <a:pt x="2841370" y="848359"/>
                  </a:lnTo>
                  <a:lnTo>
                    <a:pt x="2860678" y="844766"/>
                  </a:lnTo>
                  <a:lnTo>
                    <a:pt x="2877438" y="842184"/>
                  </a:lnTo>
                  <a:lnTo>
                    <a:pt x="2891627" y="840626"/>
                  </a:lnTo>
                  <a:lnTo>
                    <a:pt x="2903219" y="840104"/>
                  </a:lnTo>
                  <a:lnTo>
                    <a:pt x="2912725" y="840104"/>
                  </a:lnTo>
                  <a:lnTo>
                    <a:pt x="2920682" y="840104"/>
                  </a:lnTo>
                  <a:lnTo>
                    <a:pt x="2952623" y="840104"/>
                  </a:lnTo>
                  <a:lnTo>
                    <a:pt x="2956452" y="840626"/>
                  </a:lnTo>
                  <a:lnTo>
                    <a:pt x="3006633" y="852977"/>
                  </a:lnTo>
                  <a:lnTo>
                    <a:pt x="3043678" y="865308"/>
                  </a:lnTo>
                  <a:lnTo>
                    <a:pt x="3084583" y="881020"/>
                  </a:lnTo>
                  <a:lnTo>
                    <a:pt x="3105943" y="888507"/>
                  </a:lnTo>
                  <a:lnTo>
                    <a:pt x="3127827" y="895447"/>
                  </a:lnTo>
                  <a:lnTo>
                    <a:pt x="3150234" y="901826"/>
                  </a:lnTo>
                  <a:lnTo>
                    <a:pt x="3172382" y="908278"/>
                  </a:lnTo>
                  <a:lnTo>
                    <a:pt x="3213582" y="922704"/>
                  </a:lnTo>
                  <a:lnTo>
                    <a:pt x="3249610" y="938418"/>
                  </a:lnTo>
                  <a:lnTo>
                    <a:pt x="3288494" y="959274"/>
                  </a:lnTo>
                  <a:lnTo>
                    <a:pt x="3295427" y="962628"/>
                  </a:lnTo>
                  <a:lnTo>
                    <a:pt x="3302885" y="965457"/>
                  </a:lnTo>
                  <a:lnTo>
                    <a:pt x="3310890" y="967739"/>
                  </a:lnTo>
                  <a:lnTo>
                    <a:pt x="3321812" y="970533"/>
                  </a:lnTo>
                  <a:lnTo>
                    <a:pt x="3328669" y="974597"/>
                  </a:lnTo>
                  <a:lnTo>
                    <a:pt x="3331464" y="980058"/>
                  </a:lnTo>
                  <a:lnTo>
                    <a:pt x="3334130" y="985646"/>
                  </a:lnTo>
                  <a:lnTo>
                    <a:pt x="3338321" y="991107"/>
                  </a:lnTo>
                  <a:lnTo>
                    <a:pt x="3343782" y="996568"/>
                  </a:lnTo>
                  <a:lnTo>
                    <a:pt x="3349243" y="1002029"/>
                  </a:lnTo>
                  <a:lnTo>
                    <a:pt x="3356102" y="1006220"/>
                  </a:lnTo>
                  <a:lnTo>
                    <a:pt x="3364356" y="1008887"/>
                  </a:lnTo>
                  <a:lnTo>
                    <a:pt x="3372612" y="1011681"/>
                  </a:lnTo>
                  <a:lnTo>
                    <a:pt x="3379469" y="1015745"/>
                  </a:lnTo>
                  <a:lnTo>
                    <a:pt x="3384930" y="1021333"/>
                  </a:lnTo>
                  <a:lnTo>
                    <a:pt x="3389360" y="1025429"/>
                  </a:lnTo>
                  <a:lnTo>
                    <a:pt x="3394265" y="1029525"/>
                  </a:lnTo>
                  <a:lnTo>
                    <a:pt x="3399647" y="1033621"/>
                  </a:lnTo>
                  <a:lnTo>
                    <a:pt x="3405504" y="1037716"/>
                  </a:lnTo>
                  <a:lnTo>
                    <a:pt x="3413759" y="1043304"/>
                  </a:lnTo>
                  <a:lnTo>
                    <a:pt x="3419348" y="1048765"/>
                  </a:lnTo>
                  <a:lnTo>
                    <a:pt x="3439921" y="1076197"/>
                  </a:lnTo>
                  <a:lnTo>
                    <a:pt x="3443986" y="1080261"/>
                  </a:lnTo>
                  <a:lnTo>
                    <a:pt x="3446779" y="1083055"/>
                  </a:lnTo>
                  <a:lnTo>
                    <a:pt x="3449446" y="1085849"/>
                  </a:lnTo>
                  <a:lnTo>
                    <a:pt x="3450843" y="1092707"/>
                  </a:lnTo>
                  <a:lnTo>
                    <a:pt x="3450843" y="1103629"/>
                  </a:lnTo>
                  <a:lnTo>
                    <a:pt x="3450843" y="1111634"/>
                  </a:lnTo>
                  <a:lnTo>
                    <a:pt x="3450843" y="1165478"/>
                  </a:lnTo>
                  <a:lnTo>
                    <a:pt x="3450339" y="1175244"/>
                  </a:lnTo>
                  <a:lnTo>
                    <a:pt x="3432317" y="1210754"/>
                  </a:lnTo>
                  <a:lnTo>
                    <a:pt x="3400409" y="1235408"/>
                  </a:lnTo>
                  <a:lnTo>
                    <a:pt x="3359245" y="1259109"/>
                  </a:lnTo>
                  <a:lnTo>
                    <a:pt x="3322958" y="1272464"/>
                  </a:lnTo>
                  <a:lnTo>
                    <a:pt x="3282061" y="1284858"/>
                  </a:lnTo>
                  <a:lnTo>
                    <a:pt x="3238787" y="1294895"/>
                  </a:lnTo>
                  <a:lnTo>
                    <a:pt x="3195526" y="1300321"/>
                  </a:lnTo>
                  <a:lnTo>
                    <a:pt x="3166744" y="1301368"/>
                  </a:lnTo>
                  <a:lnTo>
                    <a:pt x="3152864" y="1301368"/>
                  </a:lnTo>
                  <a:lnTo>
                    <a:pt x="3139995" y="1301368"/>
                  </a:lnTo>
                  <a:lnTo>
                    <a:pt x="3011551" y="1301368"/>
                  </a:lnTo>
                  <a:lnTo>
                    <a:pt x="3006090" y="1301368"/>
                  </a:lnTo>
                </a:path>
                <a:path w="3484245" h="1375410">
                  <a:moveTo>
                    <a:pt x="2231898" y="996568"/>
                  </a:moveTo>
                  <a:lnTo>
                    <a:pt x="2192571" y="994265"/>
                  </a:lnTo>
                  <a:lnTo>
                    <a:pt x="2151681" y="986297"/>
                  </a:lnTo>
                  <a:lnTo>
                    <a:pt x="2117957" y="969803"/>
                  </a:lnTo>
                  <a:lnTo>
                    <a:pt x="2105326" y="963612"/>
                  </a:lnTo>
                  <a:lnTo>
                    <a:pt x="2091148" y="957421"/>
                  </a:lnTo>
                  <a:lnTo>
                    <a:pt x="2075433" y="951229"/>
                  </a:lnTo>
                  <a:lnTo>
                    <a:pt x="2057669" y="943826"/>
                  </a:lnTo>
                  <a:lnTo>
                    <a:pt x="2014426" y="921208"/>
                  </a:lnTo>
                  <a:lnTo>
                    <a:pt x="1963225" y="890061"/>
                  </a:lnTo>
                  <a:lnTo>
                    <a:pt x="1917973" y="861244"/>
                  </a:lnTo>
                  <a:lnTo>
                    <a:pt x="1880346" y="836239"/>
                  </a:lnTo>
                  <a:lnTo>
                    <a:pt x="1847389" y="813569"/>
                  </a:lnTo>
                  <a:lnTo>
                    <a:pt x="1800590" y="779383"/>
                  </a:lnTo>
                  <a:lnTo>
                    <a:pt x="1762505" y="749553"/>
                  </a:lnTo>
                  <a:lnTo>
                    <a:pt x="1741410" y="733335"/>
                  </a:lnTo>
                  <a:lnTo>
                    <a:pt x="1719278" y="717629"/>
                  </a:lnTo>
                  <a:lnTo>
                    <a:pt x="1696122" y="702423"/>
                  </a:lnTo>
                  <a:lnTo>
                    <a:pt x="1671954" y="687704"/>
                  </a:lnTo>
                  <a:lnTo>
                    <a:pt x="1647975" y="673564"/>
                  </a:lnTo>
                  <a:lnTo>
                    <a:pt x="1625568" y="659923"/>
                  </a:lnTo>
                  <a:lnTo>
                    <a:pt x="1604732" y="646807"/>
                  </a:lnTo>
                  <a:lnTo>
                    <a:pt x="1585467" y="634237"/>
                  </a:lnTo>
                  <a:lnTo>
                    <a:pt x="1565366" y="621091"/>
                  </a:lnTo>
                  <a:lnTo>
                    <a:pt x="1542192" y="606409"/>
                  </a:lnTo>
                  <a:lnTo>
                    <a:pt x="1486535" y="572388"/>
                  </a:lnTo>
                  <a:lnTo>
                    <a:pt x="1427876" y="537448"/>
                  </a:lnTo>
                  <a:lnTo>
                    <a:pt x="1375410" y="506602"/>
                  </a:lnTo>
                  <a:lnTo>
                    <a:pt x="1328086" y="479805"/>
                  </a:lnTo>
                  <a:lnTo>
                    <a:pt x="1284859" y="457199"/>
                  </a:lnTo>
                  <a:lnTo>
                    <a:pt x="1265047" y="446597"/>
                  </a:lnTo>
                  <a:lnTo>
                    <a:pt x="1246759" y="435530"/>
                  </a:lnTo>
                  <a:lnTo>
                    <a:pt x="1229995" y="423963"/>
                  </a:lnTo>
                  <a:lnTo>
                    <a:pt x="1214755" y="411860"/>
                  </a:lnTo>
                  <a:lnTo>
                    <a:pt x="1200632" y="400262"/>
                  </a:lnTo>
                  <a:lnTo>
                    <a:pt x="1187021" y="390223"/>
                  </a:lnTo>
                  <a:lnTo>
                    <a:pt x="1173910" y="381732"/>
                  </a:lnTo>
                  <a:lnTo>
                    <a:pt x="1161287" y="374776"/>
                  </a:lnTo>
                  <a:lnTo>
                    <a:pt x="1149429" y="368585"/>
                  </a:lnTo>
                  <a:lnTo>
                    <a:pt x="1138618" y="362394"/>
                  </a:lnTo>
                  <a:lnTo>
                    <a:pt x="1128855" y="356203"/>
                  </a:lnTo>
                  <a:lnTo>
                    <a:pt x="1120140" y="350011"/>
                  </a:lnTo>
                  <a:lnTo>
                    <a:pt x="1111613" y="343894"/>
                  </a:lnTo>
                  <a:lnTo>
                    <a:pt x="1102598" y="337740"/>
                  </a:lnTo>
                  <a:lnTo>
                    <a:pt x="1066577" y="316118"/>
                  </a:lnTo>
                  <a:lnTo>
                    <a:pt x="1058291" y="313054"/>
                  </a:lnTo>
                  <a:lnTo>
                    <a:pt x="1055623" y="313054"/>
                  </a:lnTo>
                  <a:lnTo>
                    <a:pt x="1052830" y="311657"/>
                  </a:lnTo>
                  <a:lnTo>
                    <a:pt x="1050036" y="308863"/>
                  </a:lnTo>
                  <a:lnTo>
                    <a:pt x="1047368" y="306196"/>
                  </a:lnTo>
                  <a:lnTo>
                    <a:pt x="1044574" y="303402"/>
                  </a:lnTo>
                  <a:lnTo>
                    <a:pt x="1041908" y="300608"/>
                  </a:lnTo>
                  <a:lnTo>
                    <a:pt x="1039114" y="297941"/>
                  </a:lnTo>
                  <a:lnTo>
                    <a:pt x="1037716" y="295147"/>
                  </a:lnTo>
                  <a:lnTo>
                    <a:pt x="1037716" y="292480"/>
                  </a:lnTo>
                  <a:lnTo>
                    <a:pt x="1037716" y="289686"/>
                  </a:lnTo>
                  <a:lnTo>
                    <a:pt x="1036320" y="288289"/>
                  </a:lnTo>
                  <a:lnTo>
                    <a:pt x="1033653" y="288289"/>
                  </a:lnTo>
                  <a:lnTo>
                    <a:pt x="1030859" y="288289"/>
                  </a:lnTo>
                  <a:lnTo>
                    <a:pt x="1029461" y="286892"/>
                  </a:lnTo>
                  <a:lnTo>
                    <a:pt x="1029461" y="284225"/>
                  </a:lnTo>
                  <a:lnTo>
                    <a:pt x="1029461" y="281431"/>
                  </a:lnTo>
                  <a:lnTo>
                    <a:pt x="1028191" y="277367"/>
                  </a:lnTo>
                  <a:lnTo>
                    <a:pt x="1025397" y="271779"/>
                  </a:lnTo>
                  <a:lnTo>
                    <a:pt x="1023062" y="267162"/>
                  </a:lnTo>
                  <a:lnTo>
                    <a:pt x="1020238" y="261508"/>
                  </a:lnTo>
                  <a:lnTo>
                    <a:pt x="998362" y="227050"/>
                  </a:lnTo>
                  <a:lnTo>
                    <a:pt x="986573" y="218019"/>
                  </a:lnTo>
                  <a:lnTo>
                    <a:pt x="981154" y="213137"/>
                  </a:lnTo>
                  <a:lnTo>
                    <a:pt x="976235" y="207732"/>
                  </a:lnTo>
                  <a:lnTo>
                    <a:pt x="971804" y="201802"/>
                  </a:lnTo>
                  <a:lnTo>
                    <a:pt x="967708" y="195873"/>
                  </a:lnTo>
                  <a:lnTo>
                    <a:pt x="963612" y="190468"/>
                  </a:lnTo>
                  <a:lnTo>
                    <a:pt x="959516" y="185586"/>
                  </a:lnTo>
                  <a:lnTo>
                    <a:pt x="955421" y="181228"/>
                  </a:lnTo>
                  <a:lnTo>
                    <a:pt x="951251" y="176871"/>
                  </a:lnTo>
                  <a:lnTo>
                    <a:pt x="947118" y="171989"/>
                  </a:lnTo>
                  <a:lnTo>
                    <a:pt x="943008" y="166584"/>
                  </a:lnTo>
                  <a:lnTo>
                    <a:pt x="938910" y="160654"/>
                  </a:lnTo>
                  <a:lnTo>
                    <a:pt x="933449" y="152400"/>
                  </a:lnTo>
                  <a:lnTo>
                    <a:pt x="927989" y="146938"/>
                  </a:lnTo>
                  <a:lnTo>
                    <a:pt x="922401" y="144144"/>
                  </a:lnTo>
                  <a:lnTo>
                    <a:pt x="916940" y="141477"/>
                  </a:lnTo>
                  <a:lnTo>
                    <a:pt x="912876" y="137286"/>
                  </a:lnTo>
                  <a:lnTo>
                    <a:pt x="910081" y="131825"/>
                  </a:lnTo>
                  <a:lnTo>
                    <a:pt x="907287" y="126364"/>
                  </a:lnTo>
                  <a:lnTo>
                    <a:pt x="904621" y="122173"/>
                  </a:lnTo>
                  <a:lnTo>
                    <a:pt x="901827" y="119506"/>
                  </a:lnTo>
                  <a:lnTo>
                    <a:pt x="899160" y="116712"/>
                  </a:lnTo>
                  <a:lnTo>
                    <a:pt x="896366" y="113918"/>
                  </a:lnTo>
                  <a:lnTo>
                    <a:pt x="893572" y="111251"/>
                  </a:lnTo>
                  <a:lnTo>
                    <a:pt x="890904" y="108457"/>
                  </a:lnTo>
                  <a:lnTo>
                    <a:pt x="888110" y="105790"/>
                  </a:lnTo>
                  <a:lnTo>
                    <a:pt x="885316" y="102996"/>
                  </a:lnTo>
                  <a:lnTo>
                    <a:pt x="882649" y="100202"/>
                  </a:lnTo>
                  <a:lnTo>
                    <a:pt x="878459" y="98932"/>
                  </a:lnTo>
                  <a:lnTo>
                    <a:pt x="872997" y="98932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615816" y="4776851"/>
              <a:ext cx="200787" cy="126618"/>
            </a:xfrm>
            <a:prstGeom prst="rect">
              <a:avLst/>
            </a:prstGeom>
          </p:spPr>
        </p:pic>
      </p:grpSp>
      <p:sp>
        <p:nvSpPr>
          <p:cNvPr id="10" name="object 10" descr=""/>
          <p:cNvSpPr/>
          <p:nvPr/>
        </p:nvSpPr>
        <p:spPr>
          <a:xfrm>
            <a:off x="4009263" y="5582030"/>
            <a:ext cx="2825115" cy="115570"/>
          </a:xfrm>
          <a:custGeom>
            <a:avLst/>
            <a:gdLst/>
            <a:ahLst/>
            <a:cxnLst/>
            <a:rect l="l" t="t" r="r" b="b"/>
            <a:pathLst>
              <a:path w="2825115" h="115570">
                <a:moveTo>
                  <a:pt x="0" y="115315"/>
                </a:moveTo>
                <a:lnTo>
                  <a:pt x="0" y="109854"/>
                </a:lnTo>
                <a:lnTo>
                  <a:pt x="1397" y="107060"/>
                </a:lnTo>
                <a:lnTo>
                  <a:pt x="4190" y="107060"/>
                </a:lnTo>
                <a:lnTo>
                  <a:pt x="6858" y="107060"/>
                </a:lnTo>
                <a:lnTo>
                  <a:pt x="9651" y="107060"/>
                </a:lnTo>
                <a:lnTo>
                  <a:pt x="12446" y="107060"/>
                </a:lnTo>
                <a:lnTo>
                  <a:pt x="15753" y="106297"/>
                </a:lnTo>
                <a:lnTo>
                  <a:pt x="21669" y="103997"/>
                </a:lnTo>
                <a:lnTo>
                  <a:pt x="30180" y="100149"/>
                </a:lnTo>
                <a:lnTo>
                  <a:pt x="41275" y="94741"/>
                </a:lnTo>
                <a:lnTo>
                  <a:pt x="54348" y="88812"/>
                </a:lnTo>
                <a:lnTo>
                  <a:pt x="102997" y="74167"/>
                </a:lnTo>
                <a:lnTo>
                  <a:pt x="146256" y="65912"/>
                </a:lnTo>
                <a:lnTo>
                  <a:pt x="201802" y="57657"/>
                </a:lnTo>
                <a:lnTo>
                  <a:pt x="271795" y="48418"/>
                </a:lnTo>
                <a:lnTo>
                  <a:pt x="312977" y="43013"/>
                </a:lnTo>
                <a:lnTo>
                  <a:pt x="358266" y="37083"/>
                </a:lnTo>
                <a:lnTo>
                  <a:pt x="402324" y="31154"/>
                </a:lnTo>
                <a:lnTo>
                  <a:pt x="439642" y="25749"/>
                </a:lnTo>
                <a:lnTo>
                  <a:pt x="470245" y="20867"/>
                </a:lnTo>
                <a:lnTo>
                  <a:pt x="494157" y="16509"/>
                </a:lnTo>
                <a:lnTo>
                  <a:pt x="514542" y="12916"/>
                </a:lnTo>
                <a:lnTo>
                  <a:pt x="534368" y="10334"/>
                </a:lnTo>
                <a:lnTo>
                  <a:pt x="553646" y="8776"/>
                </a:lnTo>
                <a:lnTo>
                  <a:pt x="572388" y="8254"/>
                </a:lnTo>
                <a:lnTo>
                  <a:pt x="590438" y="7995"/>
                </a:lnTo>
                <a:lnTo>
                  <a:pt x="607440" y="7223"/>
                </a:lnTo>
                <a:lnTo>
                  <a:pt x="623395" y="5951"/>
                </a:lnTo>
                <a:lnTo>
                  <a:pt x="638301" y="4190"/>
                </a:lnTo>
                <a:lnTo>
                  <a:pt x="653522" y="2357"/>
                </a:lnTo>
                <a:lnTo>
                  <a:pt x="670242" y="1047"/>
                </a:lnTo>
                <a:lnTo>
                  <a:pt x="688486" y="261"/>
                </a:lnTo>
                <a:lnTo>
                  <a:pt x="708278" y="0"/>
                </a:lnTo>
                <a:lnTo>
                  <a:pt x="728666" y="0"/>
                </a:lnTo>
                <a:lnTo>
                  <a:pt x="748506" y="0"/>
                </a:lnTo>
                <a:lnTo>
                  <a:pt x="1956053" y="0"/>
                </a:lnTo>
                <a:lnTo>
                  <a:pt x="1993391" y="261"/>
                </a:lnTo>
                <a:lnTo>
                  <a:pt x="2027110" y="1047"/>
                </a:lnTo>
                <a:lnTo>
                  <a:pt x="2057209" y="2357"/>
                </a:lnTo>
                <a:lnTo>
                  <a:pt x="2083689" y="4190"/>
                </a:lnTo>
                <a:lnTo>
                  <a:pt x="2107930" y="5951"/>
                </a:lnTo>
                <a:lnTo>
                  <a:pt x="2131123" y="7223"/>
                </a:lnTo>
                <a:lnTo>
                  <a:pt x="2153269" y="7995"/>
                </a:lnTo>
                <a:lnTo>
                  <a:pt x="2174366" y="8254"/>
                </a:lnTo>
                <a:lnTo>
                  <a:pt x="2194941" y="8254"/>
                </a:lnTo>
                <a:lnTo>
                  <a:pt x="2215515" y="8254"/>
                </a:lnTo>
                <a:lnTo>
                  <a:pt x="2819527" y="8254"/>
                </a:lnTo>
                <a:lnTo>
                  <a:pt x="2824988" y="8254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 descr=""/>
          <p:cNvSpPr/>
          <p:nvPr/>
        </p:nvSpPr>
        <p:spPr>
          <a:xfrm>
            <a:off x="7451979" y="5285613"/>
            <a:ext cx="1924685" cy="362585"/>
          </a:xfrm>
          <a:custGeom>
            <a:avLst/>
            <a:gdLst/>
            <a:ahLst/>
            <a:cxnLst/>
            <a:rect l="l" t="t" r="r" b="b"/>
            <a:pathLst>
              <a:path w="1924684" h="362585">
                <a:moveTo>
                  <a:pt x="0" y="362331"/>
                </a:moveTo>
                <a:lnTo>
                  <a:pt x="0" y="362331"/>
                </a:lnTo>
                <a:lnTo>
                  <a:pt x="28828" y="362331"/>
                </a:lnTo>
                <a:lnTo>
                  <a:pt x="32396" y="362071"/>
                </a:lnTo>
                <a:lnTo>
                  <a:pt x="39084" y="361299"/>
                </a:lnTo>
                <a:lnTo>
                  <a:pt x="48867" y="360027"/>
                </a:lnTo>
                <a:lnTo>
                  <a:pt x="61722" y="358267"/>
                </a:lnTo>
                <a:lnTo>
                  <a:pt x="77914" y="355929"/>
                </a:lnTo>
                <a:lnTo>
                  <a:pt x="97726" y="353091"/>
                </a:lnTo>
                <a:lnTo>
                  <a:pt x="121157" y="349730"/>
                </a:lnTo>
                <a:lnTo>
                  <a:pt x="148209" y="345820"/>
                </a:lnTo>
                <a:lnTo>
                  <a:pt x="178282" y="341725"/>
                </a:lnTo>
                <a:lnTo>
                  <a:pt x="246239" y="333533"/>
                </a:lnTo>
                <a:lnTo>
                  <a:pt x="323748" y="325528"/>
                </a:lnTo>
                <a:lnTo>
                  <a:pt x="364410" y="322167"/>
                </a:lnTo>
                <a:lnTo>
                  <a:pt x="406096" y="319329"/>
                </a:lnTo>
                <a:lnTo>
                  <a:pt x="448818" y="316992"/>
                </a:lnTo>
                <a:lnTo>
                  <a:pt x="490775" y="314971"/>
                </a:lnTo>
                <a:lnTo>
                  <a:pt x="530161" y="312927"/>
                </a:lnTo>
                <a:lnTo>
                  <a:pt x="566975" y="310884"/>
                </a:lnTo>
                <a:lnTo>
                  <a:pt x="601218" y="308863"/>
                </a:lnTo>
                <a:lnTo>
                  <a:pt x="634101" y="306770"/>
                </a:lnTo>
                <a:lnTo>
                  <a:pt x="667019" y="304688"/>
                </a:lnTo>
                <a:lnTo>
                  <a:pt x="732917" y="300608"/>
                </a:lnTo>
                <a:lnTo>
                  <a:pt x="787495" y="297465"/>
                </a:lnTo>
                <a:lnTo>
                  <a:pt x="819403" y="296418"/>
                </a:lnTo>
                <a:lnTo>
                  <a:pt x="829952" y="296418"/>
                </a:lnTo>
                <a:lnTo>
                  <a:pt x="841025" y="296418"/>
                </a:lnTo>
                <a:lnTo>
                  <a:pt x="1614170" y="296418"/>
                </a:lnTo>
                <a:lnTo>
                  <a:pt x="1643270" y="296679"/>
                </a:lnTo>
                <a:lnTo>
                  <a:pt x="1702948" y="298775"/>
                </a:lnTo>
                <a:lnTo>
                  <a:pt x="1763198" y="302631"/>
                </a:lnTo>
                <a:lnTo>
                  <a:pt x="1814685" y="306770"/>
                </a:lnTo>
                <a:lnTo>
                  <a:pt x="1836547" y="308863"/>
                </a:lnTo>
                <a:lnTo>
                  <a:pt x="1855593" y="310624"/>
                </a:lnTo>
                <a:lnTo>
                  <a:pt x="1871567" y="311896"/>
                </a:lnTo>
                <a:lnTo>
                  <a:pt x="1884445" y="312668"/>
                </a:lnTo>
                <a:lnTo>
                  <a:pt x="1894204" y="312927"/>
                </a:lnTo>
                <a:lnTo>
                  <a:pt x="1905127" y="312927"/>
                </a:lnTo>
                <a:lnTo>
                  <a:pt x="1913381" y="312927"/>
                </a:lnTo>
                <a:lnTo>
                  <a:pt x="1918970" y="312927"/>
                </a:lnTo>
                <a:lnTo>
                  <a:pt x="1924430" y="312927"/>
                </a:lnTo>
                <a:lnTo>
                  <a:pt x="1924430" y="312927"/>
                </a:lnTo>
                <a:lnTo>
                  <a:pt x="1877695" y="312927"/>
                </a:lnTo>
                <a:lnTo>
                  <a:pt x="1858402" y="312668"/>
                </a:lnTo>
                <a:lnTo>
                  <a:pt x="1802864" y="310624"/>
                </a:lnTo>
                <a:lnTo>
                  <a:pt x="1730255" y="306266"/>
                </a:lnTo>
                <a:lnTo>
                  <a:pt x="1674629" y="298023"/>
                </a:lnTo>
                <a:lnTo>
                  <a:pt x="1625488" y="281019"/>
                </a:lnTo>
                <a:lnTo>
                  <a:pt x="1583293" y="263477"/>
                </a:lnTo>
                <a:lnTo>
                  <a:pt x="1545720" y="238267"/>
                </a:lnTo>
                <a:lnTo>
                  <a:pt x="1535938" y="230505"/>
                </a:lnTo>
                <a:lnTo>
                  <a:pt x="1525910" y="222815"/>
                </a:lnTo>
                <a:lnTo>
                  <a:pt x="1516395" y="216138"/>
                </a:lnTo>
                <a:lnTo>
                  <a:pt x="1507380" y="210484"/>
                </a:lnTo>
                <a:lnTo>
                  <a:pt x="1498853" y="205867"/>
                </a:lnTo>
                <a:lnTo>
                  <a:pt x="1491164" y="201509"/>
                </a:lnTo>
                <a:lnTo>
                  <a:pt x="1484487" y="196627"/>
                </a:lnTo>
                <a:lnTo>
                  <a:pt x="1478833" y="191222"/>
                </a:lnTo>
                <a:lnTo>
                  <a:pt x="1474216" y="185293"/>
                </a:lnTo>
                <a:lnTo>
                  <a:pt x="1469542" y="179363"/>
                </a:lnTo>
                <a:lnTo>
                  <a:pt x="1463881" y="173958"/>
                </a:lnTo>
                <a:lnTo>
                  <a:pt x="1457196" y="169076"/>
                </a:lnTo>
                <a:lnTo>
                  <a:pt x="1449451" y="164719"/>
                </a:lnTo>
                <a:lnTo>
                  <a:pt x="1438528" y="159131"/>
                </a:lnTo>
                <a:lnTo>
                  <a:pt x="1431671" y="155067"/>
                </a:lnTo>
                <a:lnTo>
                  <a:pt x="1428877" y="152273"/>
                </a:lnTo>
                <a:lnTo>
                  <a:pt x="1426082" y="149606"/>
                </a:lnTo>
                <a:lnTo>
                  <a:pt x="1423416" y="146812"/>
                </a:lnTo>
                <a:lnTo>
                  <a:pt x="1420622" y="144144"/>
                </a:lnTo>
                <a:lnTo>
                  <a:pt x="1417827" y="141350"/>
                </a:lnTo>
                <a:lnTo>
                  <a:pt x="1416557" y="138556"/>
                </a:lnTo>
                <a:lnTo>
                  <a:pt x="1416557" y="135889"/>
                </a:lnTo>
                <a:lnTo>
                  <a:pt x="1416557" y="133095"/>
                </a:lnTo>
                <a:lnTo>
                  <a:pt x="1416557" y="129031"/>
                </a:lnTo>
                <a:lnTo>
                  <a:pt x="1416557" y="123443"/>
                </a:lnTo>
                <a:lnTo>
                  <a:pt x="1416557" y="117982"/>
                </a:lnTo>
                <a:lnTo>
                  <a:pt x="1417827" y="111125"/>
                </a:lnTo>
                <a:lnTo>
                  <a:pt x="1420622" y="102869"/>
                </a:lnTo>
                <a:lnTo>
                  <a:pt x="1423416" y="94614"/>
                </a:lnTo>
                <a:lnTo>
                  <a:pt x="1427479" y="89153"/>
                </a:lnTo>
                <a:lnTo>
                  <a:pt x="1457705" y="69976"/>
                </a:lnTo>
                <a:lnTo>
                  <a:pt x="1465917" y="64047"/>
                </a:lnTo>
                <a:lnTo>
                  <a:pt x="1499125" y="45287"/>
                </a:lnTo>
                <a:lnTo>
                  <a:pt x="1537467" y="29039"/>
                </a:lnTo>
                <a:lnTo>
                  <a:pt x="1560702" y="20574"/>
                </a:lnTo>
                <a:lnTo>
                  <a:pt x="1568830" y="17780"/>
                </a:lnTo>
                <a:lnTo>
                  <a:pt x="1577086" y="16382"/>
                </a:lnTo>
                <a:lnTo>
                  <a:pt x="1585341" y="16382"/>
                </a:lnTo>
                <a:lnTo>
                  <a:pt x="1593596" y="16382"/>
                </a:lnTo>
                <a:lnTo>
                  <a:pt x="1600453" y="15112"/>
                </a:lnTo>
                <a:lnTo>
                  <a:pt x="1605915" y="12318"/>
                </a:lnTo>
                <a:lnTo>
                  <a:pt x="1611376" y="9525"/>
                </a:lnTo>
                <a:lnTo>
                  <a:pt x="1619630" y="8127"/>
                </a:lnTo>
                <a:lnTo>
                  <a:pt x="1700656" y="8127"/>
                </a:lnTo>
                <a:lnTo>
                  <a:pt x="1707108" y="7885"/>
                </a:lnTo>
                <a:lnTo>
                  <a:pt x="1714071" y="7143"/>
                </a:lnTo>
                <a:lnTo>
                  <a:pt x="1721534" y="5877"/>
                </a:lnTo>
                <a:lnTo>
                  <a:pt x="1729486" y="4063"/>
                </a:lnTo>
                <a:lnTo>
                  <a:pt x="1737437" y="2250"/>
                </a:lnTo>
                <a:lnTo>
                  <a:pt x="1744900" y="984"/>
                </a:lnTo>
                <a:lnTo>
                  <a:pt x="1751863" y="242"/>
                </a:lnTo>
                <a:lnTo>
                  <a:pt x="1758315" y="0"/>
                </a:lnTo>
                <a:lnTo>
                  <a:pt x="1766570" y="0"/>
                </a:lnTo>
                <a:lnTo>
                  <a:pt x="1772030" y="0"/>
                </a:lnTo>
                <a:lnTo>
                  <a:pt x="1794002" y="0"/>
                </a:lnTo>
                <a:lnTo>
                  <a:pt x="1799463" y="2667"/>
                </a:lnTo>
                <a:lnTo>
                  <a:pt x="1828292" y="28828"/>
                </a:lnTo>
                <a:lnTo>
                  <a:pt x="1833752" y="36956"/>
                </a:lnTo>
                <a:lnTo>
                  <a:pt x="1837944" y="42544"/>
                </a:lnTo>
                <a:lnTo>
                  <a:pt x="1840611" y="45212"/>
                </a:lnTo>
                <a:lnTo>
                  <a:pt x="1843404" y="48006"/>
                </a:lnTo>
                <a:lnTo>
                  <a:pt x="1844802" y="56261"/>
                </a:lnTo>
                <a:lnTo>
                  <a:pt x="1844802" y="69976"/>
                </a:lnTo>
                <a:lnTo>
                  <a:pt x="1844802" y="80263"/>
                </a:lnTo>
                <a:lnTo>
                  <a:pt x="1844802" y="295020"/>
                </a:lnTo>
                <a:lnTo>
                  <a:pt x="1843404" y="297814"/>
                </a:lnTo>
                <a:lnTo>
                  <a:pt x="1840611" y="300608"/>
                </a:lnTo>
                <a:lnTo>
                  <a:pt x="1837944" y="303275"/>
                </a:lnTo>
                <a:lnTo>
                  <a:pt x="1835150" y="306069"/>
                </a:lnTo>
                <a:lnTo>
                  <a:pt x="1832482" y="308863"/>
                </a:lnTo>
                <a:lnTo>
                  <a:pt x="1829689" y="311531"/>
                </a:lnTo>
                <a:lnTo>
                  <a:pt x="1825625" y="312927"/>
                </a:lnTo>
                <a:lnTo>
                  <a:pt x="1820037" y="312927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3</a:t>
            </a:r>
            <a:r>
              <a:rPr dirty="0" spc="-25"/>
              <a:t>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pic>
        <p:nvPicPr>
          <p:cNvPr id="3" name="object 3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30095" y="1845563"/>
            <a:ext cx="7705343" cy="1540763"/>
          </a:xfrm>
          <a:prstGeom prst="rect">
            <a:avLst/>
          </a:prstGeom>
        </p:spPr>
      </p:pic>
      <p:pic>
        <p:nvPicPr>
          <p:cNvPr id="4" name="object 4" descr="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222248" y="4524756"/>
            <a:ext cx="8238744" cy="1933955"/>
          </a:xfrm>
          <a:prstGeom prst="rect">
            <a:avLst/>
          </a:prstGeom>
        </p:spPr>
      </p:pic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3</a:t>
            </a:r>
            <a:r>
              <a:rPr dirty="0" spc="-25"/>
              <a:t>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747509"/>
            <a:ext cx="3868420" cy="256794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algn="just" marL="390525" indent="-377825">
              <a:lnSpc>
                <a:spcPct val="100000"/>
              </a:lnSpc>
              <a:spcBef>
                <a:spcPts val="109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관계의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spc="-20" b="1">
                <a:latin typeface="Malgun Gothic"/>
                <a:cs typeface="Malgun Gothic"/>
              </a:rPr>
              <a:t>애트리뷰트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5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타입은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관계의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특징을 </a:t>
            </a:r>
            <a:r>
              <a:rPr dirty="0" sz="1950" spc="85" b="1">
                <a:latin typeface="Malgun Gothic"/>
                <a:cs typeface="Malgun Gothic"/>
              </a:rPr>
              <a:t>기술하는</a:t>
            </a:r>
            <a:r>
              <a:rPr dirty="0" sz="1950" spc="-85" b="1">
                <a:latin typeface="Malgun Gothic"/>
                <a:cs typeface="Malgun Gothic"/>
              </a:rPr>
              <a:t>  </a:t>
            </a:r>
            <a:r>
              <a:rPr dirty="0" sz="1950" spc="80" b="1">
                <a:latin typeface="Malgun Gothic"/>
                <a:cs typeface="Malgun Gothic"/>
              </a:rPr>
              <a:t>애트리뷰트들을 </a:t>
            </a:r>
            <a:r>
              <a:rPr dirty="0" sz="1950" b="1">
                <a:latin typeface="Malgun Gothic"/>
                <a:cs typeface="Malgun Gothic"/>
              </a:rPr>
              <a:t>가질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5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386715" indent="-315595">
              <a:lnSpc>
                <a:spcPct val="142500"/>
              </a:lnSpc>
              <a:spcBef>
                <a:spcPts val="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dirty="0" sz="1950" spc="-8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타입은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50" b="1">
                <a:solidFill>
                  <a:srgbClr val="FF0000"/>
                </a:solidFill>
                <a:latin typeface="Malgun Gothic"/>
                <a:cs typeface="Malgun Gothic"/>
              </a:rPr>
              <a:t>키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애트리뷰트를</a:t>
            </a:r>
            <a:r>
              <a:rPr dirty="0" sz="1950" spc="-1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갖지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않음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5042154" y="1866138"/>
            <a:ext cx="4973320" cy="4104640"/>
            <a:chOff x="5042154" y="1866138"/>
            <a:chExt cx="4973320" cy="410464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22344" y="1872995"/>
              <a:ext cx="4885763" cy="408889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5045964" y="1869948"/>
              <a:ext cx="4965700" cy="4097020"/>
            </a:xfrm>
            <a:custGeom>
              <a:avLst/>
              <a:gdLst/>
              <a:ahLst/>
              <a:cxnLst/>
              <a:rect l="l" t="t" r="r" b="b"/>
              <a:pathLst>
                <a:path w="4965700" h="4097020">
                  <a:moveTo>
                    <a:pt x="0" y="0"/>
                  </a:moveTo>
                  <a:lnTo>
                    <a:pt x="4965192" y="0"/>
                  </a:lnTo>
                  <a:lnTo>
                    <a:pt x="4965192" y="4096512"/>
                  </a:lnTo>
                  <a:lnTo>
                    <a:pt x="0" y="4096512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/>
          <p:nvPr/>
        </p:nvSpPr>
        <p:spPr>
          <a:xfrm>
            <a:off x="1546733" y="3901948"/>
            <a:ext cx="1737995" cy="41275"/>
          </a:xfrm>
          <a:custGeom>
            <a:avLst/>
            <a:gdLst/>
            <a:ahLst/>
            <a:cxnLst/>
            <a:rect l="l" t="t" r="r" b="b"/>
            <a:pathLst>
              <a:path w="1737995" h="41275">
                <a:moveTo>
                  <a:pt x="0" y="16510"/>
                </a:moveTo>
                <a:lnTo>
                  <a:pt x="7762" y="9269"/>
                </a:lnTo>
                <a:lnTo>
                  <a:pt x="14478" y="4111"/>
                </a:lnTo>
                <a:lnTo>
                  <a:pt x="20145" y="1025"/>
                </a:lnTo>
                <a:lnTo>
                  <a:pt x="24764" y="0"/>
                </a:lnTo>
                <a:lnTo>
                  <a:pt x="30225" y="0"/>
                </a:lnTo>
                <a:lnTo>
                  <a:pt x="35686" y="0"/>
                </a:lnTo>
                <a:lnTo>
                  <a:pt x="210058" y="0"/>
                </a:lnTo>
                <a:lnTo>
                  <a:pt x="242728" y="521"/>
                </a:lnTo>
                <a:lnTo>
                  <a:pt x="279018" y="2079"/>
                </a:lnTo>
                <a:lnTo>
                  <a:pt x="318928" y="4661"/>
                </a:lnTo>
                <a:lnTo>
                  <a:pt x="362458" y="8254"/>
                </a:lnTo>
                <a:lnTo>
                  <a:pt x="408747" y="12090"/>
                </a:lnTo>
                <a:lnTo>
                  <a:pt x="457120" y="15414"/>
                </a:lnTo>
                <a:lnTo>
                  <a:pt x="507565" y="18238"/>
                </a:lnTo>
                <a:lnTo>
                  <a:pt x="560069" y="20574"/>
                </a:lnTo>
                <a:lnTo>
                  <a:pt x="612836" y="22649"/>
                </a:lnTo>
                <a:lnTo>
                  <a:pt x="664067" y="24701"/>
                </a:lnTo>
                <a:lnTo>
                  <a:pt x="713749" y="26753"/>
                </a:lnTo>
                <a:lnTo>
                  <a:pt x="761872" y="28828"/>
                </a:lnTo>
                <a:lnTo>
                  <a:pt x="808188" y="30589"/>
                </a:lnTo>
                <a:lnTo>
                  <a:pt x="852455" y="31861"/>
                </a:lnTo>
                <a:lnTo>
                  <a:pt x="894675" y="32633"/>
                </a:lnTo>
                <a:lnTo>
                  <a:pt x="934847" y="32892"/>
                </a:lnTo>
                <a:lnTo>
                  <a:pt x="972427" y="32892"/>
                </a:lnTo>
                <a:lnTo>
                  <a:pt x="1006887" y="32892"/>
                </a:lnTo>
                <a:lnTo>
                  <a:pt x="1276604" y="32892"/>
                </a:lnTo>
                <a:lnTo>
                  <a:pt x="1293082" y="33154"/>
                </a:lnTo>
                <a:lnTo>
                  <a:pt x="1309560" y="33940"/>
                </a:lnTo>
                <a:lnTo>
                  <a:pt x="1326038" y="35250"/>
                </a:lnTo>
                <a:lnTo>
                  <a:pt x="1342517" y="37083"/>
                </a:lnTo>
                <a:lnTo>
                  <a:pt x="1359499" y="38844"/>
                </a:lnTo>
                <a:lnTo>
                  <a:pt x="1377505" y="40116"/>
                </a:lnTo>
                <a:lnTo>
                  <a:pt x="1396559" y="40888"/>
                </a:lnTo>
                <a:lnTo>
                  <a:pt x="1416685" y="41148"/>
                </a:lnTo>
                <a:lnTo>
                  <a:pt x="1437518" y="41148"/>
                </a:lnTo>
                <a:lnTo>
                  <a:pt x="1458864" y="41148"/>
                </a:lnTo>
                <a:lnTo>
                  <a:pt x="1610105" y="41148"/>
                </a:lnTo>
                <a:lnTo>
                  <a:pt x="1616557" y="40888"/>
                </a:lnTo>
                <a:lnTo>
                  <a:pt x="1623520" y="40116"/>
                </a:lnTo>
                <a:lnTo>
                  <a:pt x="1630983" y="38844"/>
                </a:lnTo>
                <a:lnTo>
                  <a:pt x="1638935" y="37083"/>
                </a:lnTo>
                <a:lnTo>
                  <a:pt x="1646957" y="35250"/>
                </a:lnTo>
                <a:lnTo>
                  <a:pt x="1654444" y="33940"/>
                </a:lnTo>
                <a:lnTo>
                  <a:pt x="1661384" y="33154"/>
                </a:lnTo>
                <a:lnTo>
                  <a:pt x="1667764" y="32892"/>
                </a:lnTo>
                <a:lnTo>
                  <a:pt x="1674215" y="32633"/>
                </a:lnTo>
                <a:lnTo>
                  <a:pt x="1681178" y="31861"/>
                </a:lnTo>
                <a:lnTo>
                  <a:pt x="1688641" y="30589"/>
                </a:lnTo>
                <a:lnTo>
                  <a:pt x="1696592" y="28828"/>
                </a:lnTo>
                <a:lnTo>
                  <a:pt x="1707641" y="26035"/>
                </a:lnTo>
                <a:lnTo>
                  <a:pt x="1714500" y="24637"/>
                </a:lnTo>
                <a:lnTo>
                  <a:pt x="1728215" y="24637"/>
                </a:lnTo>
                <a:lnTo>
                  <a:pt x="1729613" y="23367"/>
                </a:lnTo>
                <a:lnTo>
                  <a:pt x="1729613" y="20574"/>
                </a:lnTo>
                <a:lnTo>
                  <a:pt x="1729613" y="17779"/>
                </a:lnTo>
                <a:lnTo>
                  <a:pt x="1732279" y="16510"/>
                </a:lnTo>
                <a:lnTo>
                  <a:pt x="1737867" y="1651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620900" y="4256023"/>
            <a:ext cx="2823845" cy="82550"/>
          </a:xfrm>
          <a:custGeom>
            <a:avLst/>
            <a:gdLst/>
            <a:ahLst/>
            <a:cxnLst/>
            <a:rect l="l" t="t" r="r" b="b"/>
            <a:pathLst>
              <a:path w="2823845" h="82550">
                <a:moveTo>
                  <a:pt x="0" y="0"/>
                </a:moveTo>
                <a:lnTo>
                  <a:pt x="0" y="0"/>
                </a:lnTo>
                <a:lnTo>
                  <a:pt x="32893" y="0"/>
                </a:lnTo>
                <a:lnTo>
                  <a:pt x="38609" y="261"/>
                </a:lnTo>
                <a:lnTo>
                  <a:pt x="91932" y="6473"/>
                </a:lnTo>
                <a:lnTo>
                  <a:pt x="135175" y="12656"/>
                </a:lnTo>
                <a:lnTo>
                  <a:pt x="160655" y="16510"/>
                </a:lnTo>
                <a:lnTo>
                  <a:pt x="188948" y="20625"/>
                </a:lnTo>
                <a:lnTo>
                  <a:pt x="254773" y="28904"/>
                </a:lnTo>
                <a:lnTo>
                  <a:pt x="331743" y="37117"/>
                </a:lnTo>
                <a:lnTo>
                  <a:pt x="371633" y="41227"/>
                </a:lnTo>
                <a:lnTo>
                  <a:pt x="412047" y="45360"/>
                </a:lnTo>
                <a:lnTo>
                  <a:pt x="453009" y="49529"/>
                </a:lnTo>
                <a:lnTo>
                  <a:pt x="496226" y="53365"/>
                </a:lnTo>
                <a:lnTo>
                  <a:pt x="543575" y="56689"/>
                </a:lnTo>
                <a:lnTo>
                  <a:pt x="595044" y="59513"/>
                </a:lnTo>
                <a:lnTo>
                  <a:pt x="650621" y="61848"/>
                </a:lnTo>
                <a:lnTo>
                  <a:pt x="707745" y="63871"/>
                </a:lnTo>
                <a:lnTo>
                  <a:pt x="763857" y="65928"/>
                </a:lnTo>
                <a:lnTo>
                  <a:pt x="818945" y="68010"/>
                </a:lnTo>
                <a:lnTo>
                  <a:pt x="872998" y="70103"/>
                </a:lnTo>
                <a:lnTo>
                  <a:pt x="925764" y="71864"/>
                </a:lnTo>
                <a:lnTo>
                  <a:pt x="976995" y="73136"/>
                </a:lnTo>
                <a:lnTo>
                  <a:pt x="1026677" y="73908"/>
                </a:lnTo>
                <a:lnTo>
                  <a:pt x="1074801" y="74167"/>
                </a:lnTo>
                <a:lnTo>
                  <a:pt x="1120854" y="74167"/>
                </a:lnTo>
                <a:lnTo>
                  <a:pt x="1164336" y="74167"/>
                </a:lnTo>
                <a:lnTo>
                  <a:pt x="2174240" y="74167"/>
                </a:lnTo>
                <a:lnTo>
                  <a:pt x="2198463" y="74429"/>
                </a:lnTo>
                <a:lnTo>
                  <a:pt x="2221626" y="75215"/>
                </a:lnTo>
                <a:lnTo>
                  <a:pt x="2243766" y="76525"/>
                </a:lnTo>
                <a:lnTo>
                  <a:pt x="2264918" y="78358"/>
                </a:lnTo>
                <a:lnTo>
                  <a:pt x="2285232" y="80119"/>
                </a:lnTo>
                <a:lnTo>
                  <a:pt x="2305034" y="81391"/>
                </a:lnTo>
                <a:lnTo>
                  <a:pt x="2324336" y="82163"/>
                </a:lnTo>
                <a:lnTo>
                  <a:pt x="2343150" y="82422"/>
                </a:lnTo>
                <a:lnTo>
                  <a:pt x="2362152" y="82422"/>
                </a:lnTo>
                <a:lnTo>
                  <a:pt x="2382202" y="82422"/>
                </a:lnTo>
                <a:lnTo>
                  <a:pt x="2823591" y="82422"/>
                </a:lnTo>
                <a:lnTo>
                  <a:pt x="2820797" y="82422"/>
                </a:lnTo>
                <a:lnTo>
                  <a:pt x="2818003" y="82422"/>
                </a:lnTo>
                <a:lnTo>
                  <a:pt x="2813939" y="82422"/>
                </a:lnTo>
                <a:lnTo>
                  <a:pt x="2808478" y="82422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3</a:t>
            </a: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747509"/>
            <a:ext cx="8731250" cy="1296670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09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spc="-10" b="1">
                <a:latin typeface="Malgun Gothic"/>
                <a:cs typeface="Malgun Gothic"/>
              </a:rPr>
              <a:t>차수(degree)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관계로</a:t>
            </a:r>
            <a:r>
              <a:rPr dirty="0" sz="1950" spc="-10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연결된</a:t>
            </a:r>
            <a:r>
              <a:rPr dirty="0" sz="1950" spc="-10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8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타입들의</a:t>
            </a:r>
            <a:r>
              <a:rPr dirty="0" sz="1950" spc="-10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개수를</a:t>
            </a:r>
            <a:r>
              <a:rPr dirty="0" sz="1950" spc="-8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의미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실세계에서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가장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흔한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관계는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두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개의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타입을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연결하는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2진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관계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662048" y="2674747"/>
            <a:ext cx="4826635" cy="41275"/>
          </a:xfrm>
          <a:custGeom>
            <a:avLst/>
            <a:gdLst/>
            <a:ahLst/>
            <a:cxnLst/>
            <a:rect l="l" t="t" r="r" b="b"/>
            <a:pathLst>
              <a:path w="4826635" h="41275">
                <a:moveTo>
                  <a:pt x="0" y="41275"/>
                </a:moveTo>
                <a:lnTo>
                  <a:pt x="5587" y="41275"/>
                </a:lnTo>
                <a:lnTo>
                  <a:pt x="9651" y="39877"/>
                </a:lnTo>
                <a:lnTo>
                  <a:pt x="12445" y="37083"/>
                </a:lnTo>
                <a:lnTo>
                  <a:pt x="15112" y="34416"/>
                </a:lnTo>
                <a:lnTo>
                  <a:pt x="20700" y="33019"/>
                </a:lnTo>
                <a:lnTo>
                  <a:pt x="28828" y="33019"/>
                </a:lnTo>
                <a:lnTo>
                  <a:pt x="35542" y="32498"/>
                </a:lnTo>
                <a:lnTo>
                  <a:pt x="43291" y="30940"/>
                </a:lnTo>
                <a:lnTo>
                  <a:pt x="52064" y="28358"/>
                </a:lnTo>
                <a:lnTo>
                  <a:pt x="61849" y="24764"/>
                </a:lnTo>
                <a:lnTo>
                  <a:pt x="71614" y="21171"/>
                </a:lnTo>
                <a:lnTo>
                  <a:pt x="80343" y="18589"/>
                </a:lnTo>
                <a:lnTo>
                  <a:pt x="88048" y="17031"/>
                </a:lnTo>
                <a:lnTo>
                  <a:pt x="94742" y="16509"/>
                </a:lnTo>
                <a:lnTo>
                  <a:pt x="101193" y="16509"/>
                </a:lnTo>
                <a:lnTo>
                  <a:pt x="108156" y="16509"/>
                </a:lnTo>
                <a:lnTo>
                  <a:pt x="152400" y="16509"/>
                </a:lnTo>
                <a:lnTo>
                  <a:pt x="159095" y="16250"/>
                </a:lnTo>
                <a:lnTo>
                  <a:pt x="166814" y="15478"/>
                </a:lnTo>
                <a:lnTo>
                  <a:pt x="175581" y="14206"/>
                </a:lnTo>
                <a:lnTo>
                  <a:pt x="185419" y="12445"/>
                </a:lnTo>
                <a:lnTo>
                  <a:pt x="196470" y="10612"/>
                </a:lnTo>
                <a:lnTo>
                  <a:pt x="209057" y="9302"/>
                </a:lnTo>
                <a:lnTo>
                  <a:pt x="223192" y="8516"/>
                </a:lnTo>
                <a:lnTo>
                  <a:pt x="238887" y="8254"/>
                </a:lnTo>
                <a:lnTo>
                  <a:pt x="256651" y="8254"/>
                </a:lnTo>
                <a:lnTo>
                  <a:pt x="276987" y="8254"/>
                </a:lnTo>
                <a:lnTo>
                  <a:pt x="2273173" y="8254"/>
                </a:lnTo>
                <a:lnTo>
                  <a:pt x="2305607" y="8516"/>
                </a:lnTo>
                <a:lnTo>
                  <a:pt x="2337006" y="9302"/>
                </a:lnTo>
                <a:lnTo>
                  <a:pt x="2367381" y="10612"/>
                </a:lnTo>
                <a:lnTo>
                  <a:pt x="2396743" y="12445"/>
                </a:lnTo>
                <a:lnTo>
                  <a:pt x="2425009" y="14206"/>
                </a:lnTo>
                <a:lnTo>
                  <a:pt x="2452274" y="15478"/>
                </a:lnTo>
                <a:lnTo>
                  <a:pt x="2478539" y="16250"/>
                </a:lnTo>
                <a:lnTo>
                  <a:pt x="2503804" y="16509"/>
                </a:lnTo>
                <a:lnTo>
                  <a:pt x="2528234" y="16509"/>
                </a:lnTo>
                <a:lnTo>
                  <a:pt x="2552176" y="16509"/>
                </a:lnTo>
                <a:lnTo>
                  <a:pt x="4702810" y="16509"/>
                </a:lnTo>
                <a:lnTo>
                  <a:pt x="4721838" y="16250"/>
                </a:lnTo>
                <a:lnTo>
                  <a:pt x="4760468" y="12445"/>
                </a:lnTo>
                <a:lnTo>
                  <a:pt x="4797425" y="1396"/>
                </a:lnTo>
                <a:lnTo>
                  <a:pt x="4803013" y="0"/>
                </a:lnTo>
                <a:lnTo>
                  <a:pt x="4820793" y="0"/>
                </a:lnTo>
                <a:lnTo>
                  <a:pt x="482625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5" name="object 5" descr=""/>
          <p:cNvGrpSpPr/>
          <p:nvPr/>
        </p:nvGrpSpPr>
        <p:grpSpPr>
          <a:xfrm>
            <a:off x="1960626" y="3283458"/>
            <a:ext cx="6318885" cy="3630295"/>
            <a:chOff x="1960626" y="3283458"/>
            <a:chExt cx="6318885" cy="3630295"/>
          </a:xfrm>
        </p:grpSpPr>
        <p:pic>
          <p:nvPicPr>
            <p:cNvPr id="6" name="object 6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969008" y="3291840"/>
              <a:ext cx="6291559" cy="3593046"/>
            </a:xfrm>
            <a:prstGeom prst="rect">
              <a:avLst/>
            </a:prstGeom>
          </p:spPr>
        </p:pic>
        <p:sp>
          <p:nvSpPr>
            <p:cNvPr id="7" name="object 7" descr=""/>
            <p:cNvSpPr/>
            <p:nvPr/>
          </p:nvSpPr>
          <p:spPr>
            <a:xfrm>
              <a:off x="1964436" y="3287268"/>
              <a:ext cx="6311265" cy="3622675"/>
            </a:xfrm>
            <a:custGeom>
              <a:avLst/>
              <a:gdLst/>
              <a:ahLst/>
              <a:cxnLst/>
              <a:rect l="l" t="t" r="r" b="b"/>
              <a:pathLst>
                <a:path w="6311265" h="3622675">
                  <a:moveTo>
                    <a:pt x="0" y="0"/>
                  </a:moveTo>
                  <a:lnTo>
                    <a:pt x="6310883" y="0"/>
                  </a:lnTo>
                  <a:lnTo>
                    <a:pt x="6310883" y="3622548"/>
                  </a:lnTo>
                  <a:lnTo>
                    <a:pt x="0" y="3622548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583305" y="3969766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50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50"/>
                  </a:lnTo>
                  <a:lnTo>
                    <a:pt x="10840" y="10840"/>
                  </a:lnTo>
                  <a:lnTo>
                    <a:pt x="6350" y="12700"/>
                  </a:lnTo>
                  <a:lnTo>
                    <a:pt x="1859" y="1084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3</a:t>
            </a:r>
            <a:r>
              <a:rPr dirty="0" spc="-25"/>
              <a:t>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694521"/>
            <a:ext cx="9156065" cy="262826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spc="-25" b="1">
                <a:solidFill>
                  <a:srgbClr val="FF0000"/>
                </a:solidFill>
                <a:latin typeface="Malgun Gothic"/>
                <a:cs typeface="Malgun Gothic"/>
              </a:rPr>
              <a:t>카디날리티</a:t>
            </a:r>
            <a:r>
              <a:rPr dirty="0" sz="2200" spc="-14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2200" spc="-60" b="1">
                <a:solidFill>
                  <a:srgbClr val="FF0000"/>
                </a:solidFill>
                <a:latin typeface="Malgun Gothic"/>
                <a:cs typeface="Malgun Gothic"/>
              </a:rPr>
              <a:t>(mapping</a:t>
            </a:r>
            <a:r>
              <a:rPr dirty="0" sz="2200" spc="-1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2200" spc="-40" b="1">
                <a:solidFill>
                  <a:srgbClr val="FF0000"/>
                </a:solidFill>
                <a:latin typeface="Malgun Gothic"/>
                <a:cs typeface="Malgun Gothic"/>
              </a:rPr>
              <a:t>cardinality,</a:t>
            </a:r>
            <a:r>
              <a:rPr dirty="0" sz="2200" spc="-1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2200" spc="-20" b="1">
                <a:solidFill>
                  <a:srgbClr val="FF0000"/>
                </a:solidFill>
                <a:latin typeface="Malgun Gothic"/>
                <a:cs typeface="Malgun Gothic"/>
              </a:rPr>
              <a:t>대응수)</a:t>
            </a:r>
            <a:endParaRPr sz="220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카디날리티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비율은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한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엔티티가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특정</a:t>
            </a:r>
            <a:r>
              <a:rPr dirty="0" sz="1950" spc="-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타입을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통해서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연관지을</a:t>
            </a:r>
            <a:r>
              <a:rPr dirty="0" sz="1950" spc="-2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수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 있는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상대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</a:t>
            </a:r>
            <a:r>
              <a:rPr dirty="0" sz="1950" spc="-10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타입의</a:t>
            </a:r>
            <a:r>
              <a:rPr dirty="0" sz="1950" spc="-8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원소의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최대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수를</a:t>
            </a:r>
            <a:r>
              <a:rPr dirty="0" sz="1950" spc="-6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0000"/>
                </a:solidFill>
                <a:latin typeface="Malgun Gothic"/>
                <a:cs typeface="Malgun Gothic"/>
              </a:rPr>
              <a:t>나타냄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타입에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참여하는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엔티티들의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가능한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조합을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제한함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관계를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흔히</a:t>
            </a:r>
            <a:r>
              <a:rPr dirty="0" sz="1950" spc="-50" b="1">
                <a:latin typeface="Malgun Gothic"/>
                <a:cs typeface="Malgun Gothic"/>
              </a:rPr>
              <a:t> </a:t>
            </a:r>
            <a:r>
              <a:rPr dirty="0" sz="1950" spc="70" b="1">
                <a:solidFill>
                  <a:srgbClr val="FF0000"/>
                </a:solidFill>
                <a:latin typeface="Malgun Gothic"/>
                <a:cs typeface="Malgun Gothic"/>
              </a:rPr>
              <a:t>1:1,</a:t>
            </a:r>
            <a:r>
              <a:rPr dirty="0" sz="1950" spc="-3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1:N,</a:t>
            </a:r>
            <a:r>
              <a:rPr dirty="0" sz="1950" spc="-4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70" b="1">
                <a:solidFill>
                  <a:srgbClr val="FF0000"/>
                </a:solidFill>
                <a:latin typeface="Malgun Gothic"/>
                <a:cs typeface="Malgun Gothic"/>
              </a:rPr>
              <a:t>M:N</a:t>
            </a:r>
            <a:r>
              <a:rPr dirty="0" sz="1950" spc="-70" b="1">
                <a:latin typeface="Malgun Gothic"/>
                <a:cs typeface="Malgun Gothic"/>
              </a:rPr>
              <a:t>으로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구분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0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카디날리티에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관한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정보는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간선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위에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나타냄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1217294" y="2205355"/>
            <a:ext cx="5238115" cy="90805"/>
          </a:xfrm>
          <a:custGeom>
            <a:avLst/>
            <a:gdLst/>
            <a:ahLst/>
            <a:cxnLst/>
            <a:rect l="l" t="t" r="r" b="b"/>
            <a:pathLst>
              <a:path w="5238115" h="90805">
                <a:moveTo>
                  <a:pt x="0" y="0"/>
                </a:moveTo>
                <a:lnTo>
                  <a:pt x="5461" y="0"/>
                </a:lnTo>
                <a:lnTo>
                  <a:pt x="10921" y="0"/>
                </a:lnTo>
                <a:lnTo>
                  <a:pt x="16510" y="0"/>
                </a:lnTo>
                <a:lnTo>
                  <a:pt x="22657" y="259"/>
                </a:lnTo>
                <a:lnTo>
                  <a:pt x="65913" y="4063"/>
                </a:lnTo>
                <a:lnTo>
                  <a:pt x="108108" y="9239"/>
                </a:lnTo>
                <a:lnTo>
                  <a:pt x="152400" y="16510"/>
                </a:lnTo>
                <a:lnTo>
                  <a:pt x="176022" y="20605"/>
                </a:lnTo>
                <a:lnTo>
                  <a:pt x="229552" y="28797"/>
                </a:lnTo>
                <a:lnTo>
                  <a:pt x="291347" y="37008"/>
                </a:lnTo>
                <a:lnTo>
                  <a:pt x="361313" y="45287"/>
                </a:lnTo>
                <a:lnTo>
                  <a:pt x="399415" y="49403"/>
                </a:lnTo>
                <a:lnTo>
                  <a:pt x="440090" y="53256"/>
                </a:lnTo>
                <a:lnTo>
                  <a:pt x="483838" y="56610"/>
                </a:lnTo>
                <a:lnTo>
                  <a:pt x="530681" y="59439"/>
                </a:lnTo>
                <a:lnTo>
                  <a:pt x="580644" y="61722"/>
                </a:lnTo>
                <a:lnTo>
                  <a:pt x="633384" y="63797"/>
                </a:lnTo>
                <a:lnTo>
                  <a:pt x="688721" y="65849"/>
                </a:lnTo>
                <a:lnTo>
                  <a:pt x="746629" y="67901"/>
                </a:lnTo>
                <a:lnTo>
                  <a:pt x="807085" y="69976"/>
                </a:lnTo>
                <a:lnTo>
                  <a:pt x="867594" y="71810"/>
                </a:lnTo>
                <a:lnTo>
                  <a:pt x="925496" y="73120"/>
                </a:lnTo>
                <a:lnTo>
                  <a:pt x="980803" y="73906"/>
                </a:lnTo>
                <a:lnTo>
                  <a:pt x="1033526" y="74168"/>
                </a:lnTo>
                <a:lnTo>
                  <a:pt x="1082984" y="74410"/>
                </a:lnTo>
                <a:lnTo>
                  <a:pt x="1128299" y="75152"/>
                </a:lnTo>
                <a:lnTo>
                  <a:pt x="1169471" y="76418"/>
                </a:lnTo>
                <a:lnTo>
                  <a:pt x="1239984" y="80307"/>
                </a:lnTo>
                <a:lnTo>
                  <a:pt x="1297618" y="84411"/>
                </a:lnTo>
                <a:lnTo>
                  <a:pt x="1321816" y="86487"/>
                </a:lnTo>
                <a:lnTo>
                  <a:pt x="1343963" y="88247"/>
                </a:lnTo>
                <a:lnTo>
                  <a:pt x="1365075" y="89519"/>
                </a:lnTo>
                <a:lnTo>
                  <a:pt x="1385163" y="90291"/>
                </a:lnTo>
                <a:lnTo>
                  <a:pt x="1404239" y="90550"/>
                </a:lnTo>
                <a:lnTo>
                  <a:pt x="1422477" y="90550"/>
                </a:lnTo>
                <a:lnTo>
                  <a:pt x="1440227" y="90550"/>
                </a:lnTo>
                <a:lnTo>
                  <a:pt x="4220845" y="90550"/>
                </a:lnTo>
                <a:lnTo>
                  <a:pt x="4231653" y="90291"/>
                </a:lnTo>
                <a:lnTo>
                  <a:pt x="4243498" y="89519"/>
                </a:lnTo>
                <a:lnTo>
                  <a:pt x="4256367" y="88247"/>
                </a:lnTo>
                <a:lnTo>
                  <a:pt x="4270248" y="86487"/>
                </a:lnTo>
                <a:lnTo>
                  <a:pt x="4284966" y="84411"/>
                </a:lnTo>
                <a:lnTo>
                  <a:pt x="4300172" y="82359"/>
                </a:lnTo>
                <a:lnTo>
                  <a:pt x="4348817" y="76418"/>
                </a:lnTo>
                <a:lnTo>
                  <a:pt x="4402074" y="74168"/>
                </a:lnTo>
                <a:lnTo>
                  <a:pt x="4420365" y="73906"/>
                </a:lnTo>
                <a:lnTo>
                  <a:pt x="4438110" y="73120"/>
                </a:lnTo>
                <a:lnTo>
                  <a:pt x="4455330" y="71810"/>
                </a:lnTo>
                <a:lnTo>
                  <a:pt x="4472051" y="69976"/>
                </a:lnTo>
                <a:lnTo>
                  <a:pt x="4488789" y="67901"/>
                </a:lnTo>
                <a:lnTo>
                  <a:pt x="4506039" y="65849"/>
                </a:lnTo>
                <a:lnTo>
                  <a:pt x="4561103" y="59699"/>
                </a:lnTo>
                <a:lnTo>
                  <a:pt x="4602303" y="55560"/>
                </a:lnTo>
                <a:lnTo>
                  <a:pt x="4646858" y="51446"/>
                </a:lnTo>
                <a:lnTo>
                  <a:pt x="4668742" y="49403"/>
                </a:lnTo>
                <a:lnTo>
                  <a:pt x="4690102" y="47359"/>
                </a:lnTo>
                <a:lnTo>
                  <a:pt x="4710938" y="45338"/>
                </a:lnTo>
                <a:lnTo>
                  <a:pt x="4731512" y="43245"/>
                </a:lnTo>
                <a:lnTo>
                  <a:pt x="4752086" y="41163"/>
                </a:lnTo>
                <a:lnTo>
                  <a:pt x="4793233" y="37084"/>
                </a:lnTo>
                <a:lnTo>
                  <a:pt x="4831381" y="33940"/>
                </a:lnTo>
                <a:lnTo>
                  <a:pt x="4863338" y="32893"/>
                </a:lnTo>
                <a:lnTo>
                  <a:pt x="4876956" y="32893"/>
                </a:lnTo>
                <a:lnTo>
                  <a:pt x="4889039" y="32893"/>
                </a:lnTo>
                <a:lnTo>
                  <a:pt x="4899574" y="32893"/>
                </a:lnTo>
                <a:lnTo>
                  <a:pt x="4908550" y="32893"/>
                </a:lnTo>
                <a:lnTo>
                  <a:pt x="4917598" y="32633"/>
                </a:lnTo>
                <a:lnTo>
                  <a:pt x="4928171" y="31861"/>
                </a:lnTo>
                <a:lnTo>
                  <a:pt x="4940268" y="30589"/>
                </a:lnTo>
                <a:lnTo>
                  <a:pt x="4953889" y="28829"/>
                </a:lnTo>
                <a:lnTo>
                  <a:pt x="4968029" y="26995"/>
                </a:lnTo>
                <a:lnTo>
                  <a:pt x="4981670" y="25685"/>
                </a:lnTo>
                <a:lnTo>
                  <a:pt x="4994786" y="24899"/>
                </a:lnTo>
                <a:lnTo>
                  <a:pt x="5007356" y="24637"/>
                </a:lnTo>
                <a:lnTo>
                  <a:pt x="5019998" y="24395"/>
                </a:lnTo>
                <a:lnTo>
                  <a:pt x="5033152" y="23653"/>
                </a:lnTo>
                <a:lnTo>
                  <a:pt x="5046807" y="22387"/>
                </a:lnTo>
                <a:lnTo>
                  <a:pt x="5060950" y="20574"/>
                </a:lnTo>
                <a:lnTo>
                  <a:pt x="5075352" y="18760"/>
                </a:lnTo>
                <a:lnTo>
                  <a:pt x="5089779" y="17494"/>
                </a:lnTo>
                <a:lnTo>
                  <a:pt x="5104205" y="16752"/>
                </a:lnTo>
                <a:lnTo>
                  <a:pt x="5118608" y="16510"/>
                </a:lnTo>
                <a:lnTo>
                  <a:pt x="5133010" y="16510"/>
                </a:lnTo>
                <a:lnTo>
                  <a:pt x="5147437" y="16510"/>
                </a:lnTo>
                <a:lnTo>
                  <a:pt x="5227066" y="16510"/>
                </a:lnTo>
                <a:lnTo>
                  <a:pt x="5237988" y="1651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3729228" y="2592451"/>
            <a:ext cx="1235710" cy="49530"/>
          </a:xfrm>
          <a:custGeom>
            <a:avLst/>
            <a:gdLst/>
            <a:ahLst/>
            <a:cxnLst/>
            <a:rect l="l" t="t" r="r" b="b"/>
            <a:pathLst>
              <a:path w="1235710" h="49530">
                <a:moveTo>
                  <a:pt x="0" y="49402"/>
                </a:moveTo>
                <a:lnTo>
                  <a:pt x="5461" y="49402"/>
                </a:lnTo>
                <a:lnTo>
                  <a:pt x="8255" y="48005"/>
                </a:lnTo>
                <a:lnTo>
                  <a:pt x="8255" y="45212"/>
                </a:lnTo>
                <a:lnTo>
                  <a:pt x="8255" y="42545"/>
                </a:lnTo>
                <a:lnTo>
                  <a:pt x="9651" y="41148"/>
                </a:lnTo>
                <a:lnTo>
                  <a:pt x="12319" y="41148"/>
                </a:lnTo>
                <a:lnTo>
                  <a:pt x="15112" y="41148"/>
                </a:lnTo>
                <a:lnTo>
                  <a:pt x="17907" y="39750"/>
                </a:lnTo>
                <a:lnTo>
                  <a:pt x="20574" y="37084"/>
                </a:lnTo>
                <a:lnTo>
                  <a:pt x="23368" y="34289"/>
                </a:lnTo>
                <a:lnTo>
                  <a:pt x="28829" y="32892"/>
                </a:lnTo>
                <a:lnTo>
                  <a:pt x="37084" y="32892"/>
                </a:lnTo>
                <a:lnTo>
                  <a:pt x="43517" y="32892"/>
                </a:lnTo>
                <a:lnTo>
                  <a:pt x="263525" y="32892"/>
                </a:lnTo>
                <a:lnTo>
                  <a:pt x="289034" y="32633"/>
                </a:lnTo>
                <a:lnTo>
                  <a:pt x="316055" y="31861"/>
                </a:lnTo>
                <a:lnTo>
                  <a:pt x="344624" y="30589"/>
                </a:lnTo>
                <a:lnTo>
                  <a:pt x="374776" y="28828"/>
                </a:lnTo>
                <a:lnTo>
                  <a:pt x="404614" y="26995"/>
                </a:lnTo>
                <a:lnTo>
                  <a:pt x="432403" y="25685"/>
                </a:lnTo>
                <a:lnTo>
                  <a:pt x="458144" y="24899"/>
                </a:lnTo>
                <a:lnTo>
                  <a:pt x="481838" y="24637"/>
                </a:lnTo>
                <a:lnTo>
                  <a:pt x="504174" y="24395"/>
                </a:lnTo>
                <a:lnTo>
                  <a:pt x="526034" y="23653"/>
                </a:lnTo>
                <a:lnTo>
                  <a:pt x="547417" y="22387"/>
                </a:lnTo>
                <a:lnTo>
                  <a:pt x="568325" y="20574"/>
                </a:lnTo>
                <a:lnTo>
                  <a:pt x="587873" y="18740"/>
                </a:lnTo>
                <a:lnTo>
                  <a:pt x="605361" y="17430"/>
                </a:lnTo>
                <a:lnTo>
                  <a:pt x="620777" y="16644"/>
                </a:lnTo>
                <a:lnTo>
                  <a:pt x="634111" y="16383"/>
                </a:lnTo>
                <a:lnTo>
                  <a:pt x="646493" y="16383"/>
                </a:lnTo>
                <a:lnTo>
                  <a:pt x="658876" y="16383"/>
                </a:lnTo>
                <a:lnTo>
                  <a:pt x="938911" y="16383"/>
                </a:lnTo>
                <a:lnTo>
                  <a:pt x="955127" y="16644"/>
                </a:lnTo>
                <a:lnTo>
                  <a:pt x="970819" y="17430"/>
                </a:lnTo>
                <a:lnTo>
                  <a:pt x="985988" y="18740"/>
                </a:lnTo>
                <a:lnTo>
                  <a:pt x="1000633" y="20574"/>
                </a:lnTo>
                <a:lnTo>
                  <a:pt x="1014829" y="22387"/>
                </a:lnTo>
                <a:lnTo>
                  <a:pt x="1028477" y="23653"/>
                </a:lnTo>
                <a:lnTo>
                  <a:pt x="1041602" y="24395"/>
                </a:lnTo>
                <a:lnTo>
                  <a:pt x="1054227" y="24637"/>
                </a:lnTo>
                <a:lnTo>
                  <a:pt x="1066032" y="24637"/>
                </a:lnTo>
                <a:lnTo>
                  <a:pt x="1076848" y="24637"/>
                </a:lnTo>
                <a:lnTo>
                  <a:pt x="1159891" y="24637"/>
                </a:lnTo>
                <a:lnTo>
                  <a:pt x="1162685" y="23367"/>
                </a:lnTo>
                <a:lnTo>
                  <a:pt x="1194228" y="8191"/>
                </a:lnTo>
                <a:lnTo>
                  <a:pt x="1200382" y="6139"/>
                </a:lnTo>
                <a:lnTo>
                  <a:pt x="1206500" y="4063"/>
                </a:lnTo>
                <a:lnTo>
                  <a:pt x="1214755" y="1397"/>
                </a:lnTo>
                <a:lnTo>
                  <a:pt x="1220343" y="0"/>
                </a:lnTo>
                <a:lnTo>
                  <a:pt x="1223010" y="0"/>
                </a:lnTo>
                <a:lnTo>
                  <a:pt x="1225804" y="0"/>
                </a:lnTo>
                <a:lnTo>
                  <a:pt x="1229868" y="0"/>
                </a:lnTo>
                <a:lnTo>
                  <a:pt x="1235329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5170551" y="2625344"/>
            <a:ext cx="2199005" cy="41275"/>
          </a:xfrm>
          <a:custGeom>
            <a:avLst/>
            <a:gdLst/>
            <a:ahLst/>
            <a:cxnLst/>
            <a:rect l="l" t="t" r="r" b="b"/>
            <a:pathLst>
              <a:path w="2199004" h="41275">
                <a:moveTo>
                  <a:pt x="0" y="16510"/>
                </a:moveTo>
                <a:lnTo>
                  <a:pt x="0" y="16510"/>
                </a:lnTo>
                <a:lnTo>
                  <a:pt x="53466" y="16510"/>
                </a:lnTo>
                <a:lnTo>
                  <a:pt x="73828" y="16248"/>
                </a:lnTo>
                <a:lnTo>
                  <a:pt x="97774" y="15462"/>
                </a:lnTo>
                <a:lnTo>
                  <a:pt x="125315" y="14152"/>
                </a:lnTo>
                <a:lnTo>
                  <a:pt x="156463" y="12319"/>
                </a:lnTo>
                <a:lnTo>
                  <a:pt x="191208" y="10298"/>
                </a:lnTo>
                <a:lnTo>
                  <a:pt x="229536" y="8255"/>
                </a:lnTo>
                <a:lnTo>
                  <a:pt x="271460" y="6211"/>
                </a:lnTo>
                <a:lnTo>
                  <a:pt x="316991" y="4191"/>
                </a:lnTo>
                <a:lnTo>
                  <a:pt x="364664" y="2357"/>
                </a:lnTo>
                <a:lnTo>
                  <a:pt x="412813" y="1047"/>
                </a:lnTo>
                <a:lnTo>
                  <a:pt x="461438" y="261"/>
                </a:lnTo>
                <a:lnTo>
                  <a:pt x="510539" y="0"/>
                </a:lnTo>
                <a:lnTo>
                  <a:pt x="558426" y="0"/>
                </a:lnTo>
                <a:lnTo>
                  <a:pt x="603218" y="0"/>
                </a:lnTo>
                <a:lnTo>
                  <a:pt x="1021207" y="0"/>
                </a:lnTo>
                <a:lnTo>
                  <a:pt x="1030237" y="261"/>
                </a:lnTo>
                <a:lnTo>
                  <a:pt x="1040780" y="1047"/>
                </a:lnTo>
                <a:lnTo>
                  <a:pt x="1052871" y="2357"/>
                </a:lnTo>
                <a:lnTo>
                  <a:pt x="1066546" y="4191"/>
                </a:lnTo>
                <a:lnTo>
                  <a:pt x="1081452" y="5951"/>
                </a:lnTo>
                <a:lnTo>
                  <a:pt x="1097407" y="7223"/>
                </a:lnTo>
                <a:lnTo>
                  <a:pt x="1114409" y="7995"/>
                </a:lnTo>
                <a:lnTo>
                  <a:pt x="1132459" y="8255"/>
                </a:lnTo>
                <a:lnTo>
                  <a:pt x="1150697" y="8514"/>
                </a:lnTo>
                <a:lnTo>
                  <a:pt x="1168447" y="9286"/>
                </a:lnTo>
                <a:lnTo>
                  <a:pt x="1218652" y="14412"/>
                </a:lnTo>
                <a:lnTo>
                  <a:pt x="1264158" y="20574"/>
                </a:lnTo>
                <a:lnTo>
                  <a:pt x="1278560" y="22407"/>
                </a:lnTo>
                <a:lnTo>
                  <a:pt x="1292987" y="23717"/>
                </a:lnTo>
                <a:lnTo>
                  <a:pt x="1307413" y="24503"/>
                </a:lnTo>
                <a:lnTo>
                  <a:pt x="1321815" y="24765"/>
                </a:lnTo>
                <a:lnTo>
                  <a:pt x="1336722" y="24765"/>
                </a:lnTo>
                <a:lnTo>
                  <a:pt x="1352677" y="24765"/>
                </a:lnTo>
                <a:lnTo>
                  <a:pt x="2042414" y="24765"/>
                </a:lnTo>
                <a:lnTo>
                  <a:pt x="2054796" y="25024"/>
                </a:lnTo>
                <a:lnTo>
                  <a:pt x="2067179" y="25796"/>
                </a:lnTo>
                <a:lnTo>
                  <a:pt x="2079561" y="27068"/>
                </a:lnTo>
                <a:lnTo>
                  <a:pt x="2091944" y="28829"/>
                </a:lnTo>
                <a:lnTo>
                  <a:pt x="2103991" y="30662"/>
                </a:lnTo>
                <a:lnTo>
                  <a:pt x="2115550" y="31972"/>
                </a:lnTo>
                <a:lnTo>
                  <a:pt x="2126609" y="32758"/>
                </a:lnTo>
                <a:lnTo>
                  <a:pt x="2137155" y="33020"/>
                </a:lnTo>
                <a:lnTo>
                  <a:pt x="2146679" y="33262"/>
                </a:lnTo>
                <a:lnTo>
                  <a:pt x="2154666" y="34004"/>
                </a:lnTo>
                <a:lnTo>
                  <a:pt x="2161105" y="35270"/>
                </a:lnTo>
                <a:lnTo>
                  <a:pt x="2165984" y="37084"/>
                </a:lnTo>
                <a:lnTo>
                  <a:pt x="2171446" y="39878"/>
                </a:lnTo>
                <a:lnTo>
                  <a:pt x="2177033" y="41148"/>
                </a:lnTo>
                <a:lnTo>
                  <a:pt x="2182495" y="41148"/>
                </a:lnTo>
                <a:lnTo>
                  <a:pt x="2187955" y="41148"/>
                </a:lnTo>
                <a:lnTo>
                  <a:pt x="2193417" y="41148"/>
                </a:lnTo>
                <a:lnTo>
                  <a:pt x="2199004" y="41148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8102472" y="2650109"/>
            <a:ext cx="1367155" cy="24765"/>
          </a:xfrm>
          <a:custGeom>
            <a:avLst/>
            <a:gdLst/>
            <a:ahLst/>
            <a:cxnLst/>
            <a:rect l="l" t="t" r="r" b="b"/>
            <a:pathLst>
              <a:path w="1367154" h="24764">
                <a:moveTo>
                  <a:pt x="0" y="24637"/>
                </a:moveTo>
                <a:lnTo>
                  <a:pt x="0" y="24637"/>
                </a:lnTo>
                <a:lnTo>
                  <a:pt x="296545" y="24637"/>
                </a:lnTo>
                <a:lnTo>
                  <a:pt x="330525" y="24378"/>
                </a:lnTo>
                <a:lnTo>
                  <a:pt x="366553" y="23606"/>
                </a:lnTo>
                <a:lnTo>
                  <a:pt x="404629" y="22334"/>
                </a:lnTo>
                <a:lnTo>
                  <a:pt x="444753" y="20574"/>
                </a:lnTo>
                <a:lnTo>
                  <a:pt x="486947" y="18498"/>
                </a:lnTo>
                <a:lnTo>
                  <a:pt x="531225" y="16446"/>
                </a:lnTo>
                <a:lnTo>
                  <a:pt x="577574" y="14394"/>
                </a:lnTo>
                <a:lnTo>
                  <a:pt x="625982" y="12318"/>
                </a:lnTo>
                <a:lnTo>
                  <a:pt x="675155" y="10243"/>
                </a:lnTo>
                <a:lnTo>
                  <a:pt x="723804" y="8191"/>
                </a:lnTo>
                <a:lnTo>
                  <a:pt x="771929" y="6139"/>
                </a:lnTo>
                <a:lnTo>
                  <a:pt x="819530" y="4063"/>
                </a:lnTo>
                <a:lnTo>
                  <a:pt x="868156" y="2303"/>
                </a:lnTo>
                <a:lnTo>
                  <a:pt x="919352" y="1031"/>
                </a:lnTo>
                <a:lnTo>
                  <a:pt x="973121" y="259"/>
                </a:lnTo>
                <a:lnTo>
                  <a:pt x="1029461" y="0"/>
                </a:lnTo>
                <a:lnTo>
                  <a:pt x="1083304" y="0"/>
                </a:lnTo>
                <a:lnTo>
                  <a:pt x="1129395" y="0"/>
                </a:lnTo>
                <a:lnTo>
                  <a:pt x="1361694" y="0"/>
                </a:lnTo>
                <a:lnTo>
                  <a:pt x="1367154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 descr=""/>
          <p:cNvSpPr/>
          <p:nvPr/>
        </p:nvSpPr>
        <p:spPr>
          <a:xfrm>
            <a:off x="1629029" y="2781808"/>
            <a:ext cx="3942079" cy="428625"/>
          </a:xfrm>
          <a:custGeom>
            <a:avLst/>
            <a:gdLst/>
            <a:ahLst/>
            <a:cxnLst/>
            <a:rect l="l" t="t" r="r" b="b"/>
            <a:pathLst>
              <a:path w="3942079" h="428625">
                <a:moveTo>
                  <a:pt x="0" y="304800"/>
                </a:moveTo>
                <a:lnTo>
                  <a:pt x="0" y="299338"/>
                </a:lnTo>
                <a:lnTo>
                  <a:pt x="6857" y="296544"/>
                </a:lnTo>
                <a:lnTo>
                  <a:pt x="20573" y="296544"/>
                </a:lnTo>
                <a:lnTo>
                  <a:pt x="31698" y="296285"/>
                </a:lnTo>
                <a:lnTo>
                  <a:pt x="44322" y="295513"/>
                </a:lnTo>
                <a:lnTo>
                  <a:pt x="58471" y="294241"/>
                </a:lnTo>
                <a:lnTo>
                  <a:pt x="74168" y="292480"/>
                </a:lnTo>
                <a:lnTo>
                  <a:pt x="93218" y="290387"/>
                </a:lnTo>
                <a:lnTo>
                  <a:pt x="146748" y="286248"/>
                </a:lnTo>
                <a:lnTo>
                  <a:pt x="219567" y="282392"/>
                </a:lnTo>
                <a:lnTo>
                  <a:pt x="260476" y="281082"/>
                </a:lnTo>
                <a:lnTo>
                  <a:pt x="303958" y="280296"/>
                </a:lnTo>
                <a:lnTo>
                  <a:pt x="350012" y="280034"/>
                </a:lnTo>
                <a:lnTo>
                  <a:pt x="398710" y="280034"/>
                </a:lnTo>
                <a:lnTo>
                  <a:pt x="449945" y="280034"/>
                </a:lnTo>
                <a:lnTo>
                  <a:pt x="1560702" y="280034"/>
                </a:lnTo>
                <a:lnTo>
                  <a:pt x="1599588" y="280296"/>
                </a:lnTo>
                <a:lnTo>
                  <a:pt x="1637950" y="281082"/>
                </a:lnTo>
                <a:lnTo>
                  <a:pt x="1713103" y="284225"/>
                </a:lnTo>
                <a:lnTo>
                  <a:pt x="1782063" y="288305"/>
                </a:lnTo>
                <a:lnTo>
                  <a:pt x="1840737" y="292480"/>
                </a:lnTo>
                <a:lnTo>
                  <a:pt x="1868025" y="294501"/>
                </a:lnTo>
                <a:lnTo>
                  <a:pt x="1925695" y="298588"/>
                </a:lnTo>
                <a:lnTo>
                  <a:pt x="1986934" y="302442"/>
                </a:lnTo>
                <a:lnTo>
                  <a:pt x="2048744" y="304538"/>
                </a:lnTo>
                <a:lnTo>
                  <a:pt x="2079624" y="304800"/>
                </a:lnTo>
                <a:lnTo>
                  <a:pt x="2111007" y="304800"/>
                </a:lnTo>
                <a:lnTo>
                  <a:pt x="2143426" y="304800"/>
                </a:lnTo>
                <a:lnTo>
                  <a:pt x="3570351" y="304800"/>
                </a:lnTo>
                <a:lnTo>
                  <a:pt x="3584473" y="304538"/>
                </a:lnTo>
                <a:lnTo>
                  <a:pt x="3598084" y="303752"/>
                </a:lnTo>
                <a:lnTo>
                  <a:pt x="3611195" y="302442"/>
                </a:lnTo>
                <a:lnTo>
                  <a:pt x="3623818" y="300608"/>
                </a:lnTo>
                <a:lnTo>
                  <a:pt x="3636442" y="298588"/>
                </a:lnTo>
                <a:lnTo>
                  <a:pt x="3649567" y="296544"/>
                </a:lnTo>
                <a:lnTo>
                  <a:pt x="3691552" y="290647"/>
                </a:lnTo>
                <a:lnTo>
                  <a:pt x="3730879" y="288289"/>
                </a:lnTo>
                <a:lnTo>
                  <a:pt x="3743503" y="288289"/>
                </a:lnTo>
                <a:lnTo>
                  <a:pt x="3756628" y="288289"/>
                </a:lnTo>
                <a:lnTo>
                  <a:pt x="3770276" y="288289"/>
                </a:lnTo>
                <a:lnTo>
                  <a:pt x="3784473" y="288289"/>
                </a:lnTo>
                <a:lnTo>
                  <a:pt x="3799117" y="287768"/>
                </a:lnTo>
                <a:lnTo>
                  <a:pt x="3846195" y="280034"/>
                </a:lnTo>
                <a:lnTo>
                  <a:pt x="3887343" y="267715"/>
                </a:lnTo>
                <a:lnTo>
                  <a:pt x="3892930" y="264921"/>
                </a:lnTo>
                <a:lnTo>
                  <a:pt x="3901058" y="263651"/>
                </a:lnTo>
                <a:lnTo>
                  <a:pt x="3912107" y="263651"/>
                </a:lnTo>
                <a:lnTo>
                  <a:pt x="3923029" y="263651"/>
                </a:lnTo>
                <a:lnTo>
                  <a:pt x="3929887" y="262254"/>
                </a:lnTo>
                <a:lnTo>
                  <a:pt x="3932681" y="259460"/>
                </a:lnTo>
                <a:lnTo>
                  <a:pt x="3935476" y="256666"/>
                </a:lnTo>
                <a:lnTo>
                  <a:pt x="3938143" y="255396"/>
                </a:lnTo>
                <a:lnTo>
                  <a:pt x="3940936" y="255396"/>
                </a:lnTo>
                <a:lnTo>
                  <a:pt x="3940960" y="255901"/>
                </a:lnTo>
                <a:lnTo>
                  <a:pt x="3936841" y="257428"/>
                </a:lnTo>
                <a:lnTo>
                  <a:pt x="3899979" y="267487"/>
                </a:lnTo>
                <a:lnTo>
                  <a:pt x="3856735" y="273635"/>
                </a:lnTo>
                <a:lnTo>
                  <a:pt x="3800133" y="278253"/>
                </a:lnTo>
                <a:lnTo>
                  <a:pt x="3769010" y="281082"/>
                </a:lnTo>
                <a:lnTo>
                  <a:pt x="3736316" y="284436"/>
                </a:lnTo>
                <a:lnTo>
                  <a:pt x="3702050" y="288289"/>
                </a:lnTo>
                <a:lnTo>
                  <a:pt x="3662953" y="291883"/>
                </a:lnTo>
                <a:lnTo>
                  <a:pt x="3615594" y="294465"/>
                </a:lnTo>
                <a:lnTo>
                  <a:pt x="3559996" y="296023"/>
                </a:lnTo>
                <a:lnTo>
                  <a:pt x="3496182" y="296544"/>
                </a:lnTo>
                <a:lnTo>
                  <a:pt x="3432629" y="296544"/>
                </a:lnTo>
                <a:lnTo>
                  <a:pt x="3377803" y="296544"/>
                </a:lnTo>
                <a:lnTo>
                  <a:pt x="3331716" y="296544"/>
                </a:lnTo>
                <a:lnTo>
                  <a:pt x="3294379" y="296544"/>
                </a:lnTo>
                <a:lnTo>
                  <a:pt x="3261685" y="296285"/>
                </a:lnTo>
                <a:lnTo>
                  <a:pt x="3197867" y="294241"/>
                </a:lnTo>
                <a:lnTo>
                  <a:pt x="3136907" y="289621"/>
                </a:lnTo>
                <a:lnTo>
                  <a:pt x="3083377" y="279282"/>
                </a:lnTo>
                <a:lnTo>
                  <a:pt x="3038562" y="263828"/>
                </a:lnTo>
                <a:lnTo>
                  <a:pt x="2993771" y="242950"/>
                </a:lnTo>
                <a:lnTo>
                  <a:pt x="2960846" y="212121"/>
                </a:lnTo>
                <a:lnTo>
                  <a:pt x="2956750" y="205930"/>
                </a:lnTo>
                <a:lnTo>
                  <a:pt x="2952654" y="199739"/>
                </a:lnTo>
                <a:lnTo>
                  <a:pt x="2948559" y="193547"/>
                </a:lnTo>
                <a:lnTo>
                  <a:pt x="2944389" y="187376"/>
                </a:lnTo>
                <a:lnTo>
                  <a:pt x="2940256" y="181228"/>
                </a:lnTo>
                <a:lnTo>
                  <a:pt x="2919654" y="148032"/>
                </a:lnTo>
                <a:lnTo>
                  <a:pt x="2907284" y="115315"/>
                </a:lnTo>
                <a:lnTo>
                  <a:pt x="2907284" y="109854"/>
                </a:lnTo>
                <a:lnTo>
                  <a:pt x="2932048" y="70103"/>
                </a:lnTo>
                <a:lnTo>
                  <a:pt x="2993806" y="49226"/>
                </a:lnTo>
                <a:lnTo>
                  <a:pt x="3071762" y="33772"/>
                </a:lnTo>
                <a:lnTo>
                  <a:pt x="3112182" y="27828"/>
                </a:lnTo>
                <a:lnTo>
                  <a:pt x="3152102" y="23433"/>
                </a:lnTo>
                <a:lnTo>
                  <a:pt x="3191510" y="20573"/>
                </a:lnTo>
                <a:lnTo>
                  <a:pt x="3231870" y="18553"/>
                </a:lnTo>
                <a:lnTo>
                  <a:pt x="3274837" y="16509"/>
                </a:lnTo>
                <a:lnTo>
                  <a:pt x="3320401" y="14466"/>
                </a:lnTo>
                <a:lnTo>
                  <a:pt x="3368548" y="12445"/>
                </a:lnTo>
                <a:lnTo>
                  <a:pt x="3417458" y="10352"/>
                </a:lnTo>
                <a:lnTo>
                  <a:pt x="3465322" y="8270"/>
                </a:lnTo>
                <a:lnTo>
                  <a:pt x="3512137" y="6213"/>
                </a:lnTo>
                <a:lnTo>
                  <a:pt x="3557904" y="4190"/>
                </a:lnTo>
                <a:lnTo>
                  <a:pt x="3602198" y="2357"/>
                </a:lnTo>
                <a:lnTo>
                  <a:pt x="3644407" y="1047"/>
                </a:lnTo>
                <a:lnTo>
                  <a:pt x="3684545" y="261"/>
                </a:lnTo>
                <a:lnTo>
                  <a:pt x="3722624" y="0"/>
                </a:lnTo>
                <a:lnTo>
                  <a:pt x="3757104" y="0"/>
                </a:lnTo>
                <a:lnTo>
                  <a:pt x="3786441" y="0"/>
                </a:lnTo>
                <a:lnTo>
                  <a:pt x="3894201" y="0"/>
                </a:lnTo>
                <a:lnTo>
                  <a:pt x="3898392" y="1396"/>
                </a:lnTo>
                <a:lnTo>
                  <a:pt x="3903853" y="4190"/>
                </a:lnTo>
                <a:lnTo>
                  <a:pt x="3909313" y="6857"/>
                </a:lnTo>
                <a:lnTo>
                  <a:pt x="3912107" y="12445"/>
                </a:lnTo>
                <a:lnTo>
                  <a:pt x="3912107" y="20573"/>
                </a:lnTo>
                <a:lnTo>
                  <a:pt x="3912871" y="27791"/>
                </a:lnTo>
                <a:lnTo>
                  <a:pt x="3915171" y="37068"/>
                </a:lnTo>
                <a:lnTo>
                  <a:pt x="3919019" y="48416"/>
                </a:lnTo>
                <a:lnTo>
                  <a:pt x="3924427" y="61848"/>
                </a:lnTo>
                <a:lnTo>
                  <a:pt x="3930096" y="77779"/>
                </a:lnTo>
                <a:lnTo>
                  <a:pt x="3934729" y="96805"/>
                </a:lnTo>
                <a:lnTo>
                  <a:pt x="3938339" y="118927"/>
                </a:lnTo>
                <a:lnTo>
                  <a:pt x="3940936" y="144144"/>
                </a:lnTo>
                <a:lnTo>
                  <a:pt x="3941464" y="169886"/>
                </a:lnTo>
                <a:lnTo>
                  <a:pt x="3938873" y="193579"/>
                </a:lnTo>
                <a:lnTo>
                  <a:pt x="3924427" y="234822"/>
                </a:lnTo>
                <a:lnTo>
                  <a:pt x="3901773" y="269763"/>
                </a:lnTo>
                <a:lnTo>
                  <a:pt x="3875024" y="300608"/>
                </a:lnTo>
                <a:lnTo>
                  <a:pt x="3843131" y="329485"/>
                </a:lnTo>
                <a:lnTo>
                  <a:pt x="3805047" y="358266"/>
                </a:lnTo>
                <a:lnTo>
                  <a:pt x="3764883" y="383047"/>
                </a:lnTo>
                <a:lnTo>
                  <a:pt x="3726815" y="399541"/>
                </a:lnTo>
                <a:lnTo>
                  <a:pt x="3686619" y="410781"/>
                </a:lnTo>
                <a:lnTo>
                  <a:pt x="3640328" y="420115"/>
                </a:lnTo>
                <a:lnTo>
                  <a:pt x="3591909" y="426291"/>
                </a:lnTo>
                <a:lnTo>
                  <a:pt x="3545585" y="428370"/>
                </a:lnTo>
                <a:lnTo>
                  <a:pt x="3524222" y="428370"/>
                </a:lnTo>
                <a:lnTo>
                  <a:pt x="3505454" y="428370"/>
                </a:lnTo>
                <a:lnTo>
                  <a:pt x="3489257" y="428370"/>
                </a:lnTo>
                <a:lnTo>
                  <a:pt x="3475608" y="428370"/>
                </a:lnTo>
                <a:lnTo>
                  <a:pt x="3463228" y="427849"/>
                </a:lnTo>
                <a:lnTo>
                  <a:pt x="3450859" y="426291"/>
                </a:lnTo>
                <a:lnTo>
                  <a:pt x="3438515" y="423709"/>
                </a:lnTo>
                <a:lnTo>
                  <a:pt x="3426205" y="420115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 descr=""/>
          <p:cNvSpPr/>
          <p:nvPr/>
        </p:nvSpPr>
        <p:spPr>
          <a:xfrm>
            <a:off x="1604391" y="4379595"/>
            <a:ext cx="4834890" cy="24765"/>
          </a:xfrm>
          <a:custGeom>
            <a:avLst/>
            <a:gdLst/>
            <a:ahLst/>
            <a:cxnLst/>
            <a:rect l="l" t="t" r="r" b="b"/>
            <a:pathLst>
              <a:path w="4834890" h="24764">
                <a:moveTo>
                  <a:pt x="0" y="24765"/>
                </a:moveTo>
                <a:lnTo>
                  <a:pt x="7762" y="21117"/>
                </a:lnTo>
                <a:lnTo>
                  <a:pt x="14478" y="18542"/>
                </a:lnTo>
                <a:lnTo>
                  <a:pt x="20145" y="17014"/>
                </a:lnTo>
                <a:lnTo>
                  <a:pt x="24765" y="16510"/>
                </a:lnTo>
                <a:lnTo>
                  <a:pt x="30226" y="16510"/>
                </a:lnTo>
                <a:lnTo>
                  <a:pt x="37084" y="16510"/>
                </a:lnTo>
                <a:lnTo>
                  <a:pt x="564260" y="16510"/>
                </a:lnTo>
                <a:lnTo>
                  <a:pt x="607891" y="16676"/>
                </a:lnTo>
                <a:lnTo>
                  <a:pt x="656477" y="17172"/>
                </a:lnTo>
                <a:lnTo>
                  <a:pt x="710007" y="17991"/>
                </a:lnTo>
                <a:lnTo>
                  <a:pt x="768468" y="19127"/>
                </a:lnTo>
                <a:lnTo>
                  <a:pt x="831850" y="20574"/>
                </a:lnTo>
                <a:lnTo>
                  <a:pt x="895125" y="22082"/>
                </a:lnTo>
                <a:lnTo>
                  <a:pt x="953121" y="23256"/>
                </a:lnTo>
                <a:lnTo>
                  <a:pt x="1005832" y="24094"/>
                </a:lnTo>
                <a:lnTo>
                  <a:pt x="1053252" y="24597"/>
                </a:lnTo>
                <a:lnTo>
                  <a:pt x="1095375" y="24765"/>
                </a:lnTo>
                <a:lnTo>
                  <a:pt x="1144547" y="24765"/>
                </a:lnTo>
                <a:lnTo>
                  <a:pt x="1193196" y="24765"/>
                </a:lnTo>
                <a:lnTo>
                  <a:pt x="2281428" y="24765"/>
                </a:lnTo>
                <a:lnTo>
                  <a:pt x="2309189" y="24503"/>
                </a:lnTo>
                <a:lnTo>
                  <a:pt x="2334926" y="23717"/>
                </a:lnTo>
                <a:lnTo>
                  <a:pt x="2358616" y="22407"/>
                </a:lnTo>
                <a:lnTo>
                  <a:pt x="2380234" y="20574"/>
                </a:lnTo>
                <a:lnTo>
                  <a:pt x="2400044" y="18813"/>
                </a:lnTo>
                <a:lnTo>
                  <a:pt x="2418318" y="17541"/>
                </a:lnTo>
                <a:lnTo>
                  <a:pt x="2435044" y="16769"/>
                </a:lnTo>
                <a:lnTo>
                  <a:pt x="2450211" y="16510"/>
                </a:lnTo>
                <a:lnTo>
                  <a:pt x="2465639" y="16248"/>
                </a:lnTo>
                <a:lnTo>
                  <a:pt x="2483151" y="15462"/>
                </a:lnTo>
                <a:lnTo>
                  <a:pt x="2502735" y="14152"/>
                </a:lnTo>
                <a:lnTo>
                  <a:pt x="2524379" y="12319"/>
                </a:lnTo>
                <a:lnTo>
                  <a:pt x="2547028" y="10558"/>
                </a:lnTo>
                <a:lnTo>
                  <a:pt x="2569654" y="9286"/>
                </a:lnTo>
                <a:lnTo>
                  <a:pt x="2592280" y="8514"/>
                </a:lnTo>
                <a:lnTo>
                  <a:pt x="2614930" y="8255"/>
                </a:lnTo>
                <a:lnTo>
                  <a:pt x="2637077" y="8255"/>
                </a:lnTo>
                <a:lnTo>
                  <a:pt x="2658189" y="8255"/>
                </a:lnTo>
                <a:lnTo>
                  <a:pt x="3837940" y="8255"/>
                </a:lnTo>
                <a:lnTo>
                  <a:pt x="3855200" y="7995"/>
                </a:lnTo>
                <a:lnTo>
                  <a:pt x="3874007" y="7223"/>
                </a:lnTo>
                <a:lnTo>
                  <a:pt x="3894339" y="5951"/>
                </a:lnTo>
                <a:lnTo>
                  <a:pt x="3916172" y="4191"/>
                </a:lnTo>
                <a:lnTo>
                  <a:pt x="3938319" y="2357"/>
                </a:lnTo>
                <a:lnTo>
                  <a:pt x="3959431" y="1047"/>
                </a:lnTo>
                <a:lnTo>
                  <a:pt x="3979519" y="261"/>
                </a:lnTo>
                <a:lnTo>
                  <a:pt x="3998595" y="0"/>
                </a:lnTo>
                <a:lnTo>
                  <a:pt x="4016329" y="0"/>
                </a:lnTo>
                <a:lnTo>
                  <a:pt x="4032551" y="0"/>
                </a:lnTo>
                <a:lnTo>
                  <a:pt x="4829048" y="0"/>
                </a:lnTo>
                <a:lnTo>
                  <a:pt x="4834509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3</a:t>
            </a:r>
            <a:r>
              <a:rPr dirty="0" spc="-25"/>
              <a:t>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grpSp>
        <p:nvGrpSpPr>
          <p:cNvPr id="3" name="object 3" descr=""/>
          <p:cNvGrpSpPr/>
          <p:nvPr/>
        </p:nvGrpSpPr>
        <p:grpSpPr>
          <a:xfrm>
            <a:off x="1203960" y="2234183"/>
            <a:ext cx="8271509" cy="3590290"/>
            <a:chOff x="1203960" y="2234183"/>
            <a:chExt cx="8271509" cy="3590290"/>
          </a:xfrm>
        </p:grpSpPr>
        <p:pic>
          <p:nvPicPr>
            <p:cNvPr id="4" name="object 4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203960" y="2234183"/>
              <a:ext cx="8270995" cy="3589787"/>
            </a:xfrm>
            <a:prstGeom prst="rect">
              <a:avLst/>
            </a:prstGeom>
          </p:spPr>
        </p:pic>
        <p:sp>
          <p:nvSpPr>
            <p:cNvPr id="5" name="object 5" descr=""/>
            <p:cNvSpPr/>
            <p:nvPr/>
          </p:nvSpPr>
          <p:spPr>
            <a:xfrm>
              <a:off x="1983359" y="5211445"/>
              <a:ext cx="4003040" cy="66040"/>
            </a:xfrm>
            <a:custGeom>
              <a:avLst/>
              <a:gdLst/>
              <a:ahLst/>
              <a:cxnLst/>
              <a:rect l="l" t="t" r="r" b="b"/>
              <a:pathLst>
                <a:path w="4003040" h="66039">
                  <a:moveTo>
                    <a:pt x="0" y="65913"/>
                  </a:moveTo>
                  <a:lnTo>
                    <a:pt x="0" y="60452"/>
                  </a:lnTo>
                  <a:lnTo>
                    <a:pt x="4191" y="57658"/>
                  </a:lnTo>
                  <a:lnTo>
                    <a:pt x="12318" y="57658"/>
                  </a:lnTo>
                  <a:lnTo>
                    <a:pt x="20574" y="57658"/>
                  </a:lnTo>
                  <a:lnTo>
                    <a:pt x="27432" y="56261"/>
                  </a:lnTo>
                  <a:lnTo>
                    <a:pt x="32893" y="53594"/>
                  </a:lnTo>
                  <a:lnTo>
                    <a:pt x="38481" y="50800"/>
                  </a:lnTo>
                  <a:lnTo>
                    <a:pt x="45339" y="49403"/>
                  </a:lnTo>
                  <a:lnTo>
                    <a:pt x="82423" y="49403"/>
                  </a:lnTo>
                  <a:lnTo>
                    <a:pt x="93206" y="49143"/>
                  </a:lnTo>
                  <a:lnTo>
                    <a:pt x="109156" y="48371"/>
                  </a:lnTo>
                  <a:lnTo>
                    <a:pt x="130250" y="47099"/>
                  </a:lnTo>
                  <a:lnTo>
                    <a:pt x="156464" y="45339"/>
                  </a:lnTo>
                  <a:lnTo>
                    <a:pt x="185566" y="43505"/>
                  </a:lnTo>
                  <a:lnTo>
                    <a:pt x="215169" y="42195"/>
                  </a:lnTo>
                  <a:lnTo>
                    <a:pt x="245296" y="41409"/>
                  </a:lnTo>
                  <a:lnTo>
                    <a:pt x="275971" y="41148"/>
                  </a:lnTo>
                  <a:lnTo>
                    <a:pt x="306310" y="41148"/>
                  </a:lnTo>
                  <a:lnTo>
                    <a:pt x="335613" y="41148"/>
                  </a:lnTo>
                  <a:lnTo>
                    <a:pt x="363892" y="41148"/>
                  </a:lnTo>
                  <a:lnTo>
                    <a:pt x="391160" y="41148"/>
                  </a:lnTo>
                  <a:lnTo>
                    <a:pt x="417161" y="40888"/>
                  </a:lnTo>
                  <a:lnTo>
                    <a:pt x="441626" y="40116"/>
                  </a:lnTo>
                  <a:lnTo>
                    <a:pt x="464544" y="38844"/>
                  </a:lnTo>
                  <a:lnTo>
                    <a:pt x="485902" y="37084"/>
                  </a:lnTo>
                  <a:lnTo>
                    <a:pt x="505712" y="35250"/>
                  </a:lnTo>
                  <a:lnTo>
                    <a:pt x="523986" y="33940"/>
                  </a:lnTo>
                  <a:lnTo>
                    <a:pt x="540712" y="33154"/>
                  </a:lnTo>
                  <a:lnTo>
                    <a:pt x="555879" y="32893"/>
                  </a:lnTo>
                  <a:lnTo>
                    <a:pt x="569311" y="32893"/>
                  </a:lnTo>
                  <a:lnTo>
                    <a:pt x="580659" y="32893"/>
                  </a:lnTo>
                  <a:lnTo>
                    <a:pt x="589936" y="32893"/>
                  </a:lnTo>
                  <a:lnTo>
                    <a:pt x="597154" y="32893"/>
                  </a:lnTo>
                  <a:lnTo>
                    <a:pt x="603587" y="32390"/>
                  </a:lnTo>
                  <a:lnTo>
                    <a:pt x="610520" y="30876"/>
                  </a:lnTo>
                  <a:lnTo>
                    <a:pt x="617978" y="28338"/>
                  </a:lnTo>
                  <a:lnTo>
                    <a:pt x="625983" y="24765"/>
                  </a:lnTo>
                </a:path>
                <a:path w="4003040" h="66039">
                  <a:moveTo>
                    <a:pt x="3137916" y="16510"/>
                  </a:moveTo>
                  <a:lnTo>
                    <a:pt x="3137916" y="16510"/>
                  </a:lnTo>
                  <a:lnTo>
                    <a:pt x="3718560" y="16510"/>
                  </a:lnTo>
                  <a:lnTo>
                    <a:pt x="3760515" y="16248"/>
                  </a:lnTo>
                  <a:lnTo>
                    <a:pt x="3799887" y="15462"/>
                  </a:lnTo>
                  <a:lnTo>
                    <a:pt x="3836664" y="14152"/>
                  </a:lnTo>
                  <a:lnTo>
                    <a:pt x="3870832" y="12319"/>
                  </a:lnTo>
                  <a:lnTo>
                    <a:pt x="3901217" y="10558"/>
                  </a:lnTo>
                  <a:lnTo>
                    <a:pt x="3926459" y="9286"/>
                  </a:lnTo>
                  <a:lnTo>
                    <a:pt x="3946556" y="8514"/>
                  </a:lnTo>
                  <a:lnTo>
                    <a:pt x="3961511" y="8255"/>
                  </a:lnTo>
                  <a:lnTo>
                    <a:pt x="3973316" y="7733"/>
                  </a:lnTo>
                  <a:lnTo>
                    <a:pt x="3984132" y="6175"/>
                  </a:lnTo>
                  <a:lnTo>
                    <a:pt x="3993925" y="3593"/>
                  </a:lnTo>
                  <a:lnTo>
                    <a:pt x="4002658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3</a:t>
            </a:r>
            <a:r>
              <a:rPr dirty="0" spc="-25"/>
              <a:t>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747509"/>
            <a:ext cx="9032240" cy="3415029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472440" indent="-459740">
              <a:lnSpc>
                <a:spcPct val="100000"/>
              </a:lnSpc>
              <a:spcBef>
                <a:spcPts val="1090"/>
              </a:spcBef>
              <a:buClr>
                <a:srgbClr val="000000"/>
              </a:buClr>
              <a:buSzPct val="110256"/>
              <a:buFont typeface="MingLiU_HKSCS-ExtB"/>
              <a:buChar char="❑"/>
              <a:tabLst>
                <a:tab pos="472440" algn="l"/>
              </a:tabLst>
            </a:pP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전체</a:t>
            </a:r>
            <a:r>
              <a:rPr dirty="0" sz="1950" spc="-8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참여</a:t>
            </a:r>
            <a:r>
              <a:rPr dirty="0" sz="1950" b="1">
                <a:latin typeface="Malgun Gothic"/>
                <a:cs typeface="Malgun Gothic"/>
              </a:rPr>
              <a:t>와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부분</a:t>
            </a:r>
            <a:r>
              <a:rPr dirty="0" sz="1950" spc="-8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참여</a:t>
            </a:r>
            <a:endParaRPr sz="1950">
              <a:latin typeface="Malgun Gothic"/>
              <a:cs typeface="Malgun Gothic"/>
            </a:endParaRPr>
          </a:p>
          <a:p>
            <a:pPr lvl="1" marL="832485" marR="6350" indent="-315595">
              <a:lnSpc>
                <a:spcPct val="1425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전체</a:t>
            </a:r>
            <a:r>
              <a:rPr dirty="0" sz="1950" spc="23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참여</a:t>
            </a:r>
            <a:r>
              <a:rPr dirty="0" sz="1950" b="1">
                <a:latin typeface="Malgun Gothic"/>
                <a:cs typeface="Malgun Gothic"/>
              </a:rPr>
              <a:t>는</a:t>
            </a:r>
            <a:r>
              <a:rPr dirty="0" sz="1950" spc="23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어떤</a:t>
            </a:r>
            <a:r>
              <a:rPr dirty="0" sz="1950" spc="23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관계에</a:t>
            </a:r>
            <a:r>
              <a:rPr dirty="0" sz="1950" spc="2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2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</a:t>
            </a:r>
            <a:r>
              <a:rPr dirty="0" sz="1950" spc="215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E1의</a:t>
            </a:r>
            <a:r>
              <a:rPr dirty="0" sz="1950" spc="225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모든</a:t>
            </a:r>
            <a:r>
              <a:rPr dirty="0" sz="1950" spc="23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엔티티들이</a:t>
            </a:r>
            <a:r>
              <a:rPr dirty="0" sz="1950" spc="22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23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타입 </a:t>
            </a:r>
            <a:r>
              <a:rPr dirty="0" sz="1950" b="1">
                <a:latin typeface="Malgun Gothic"/>
                <a:cs typeface="Malgun Gothic"/>
              </a:rPr>
              <a:t>R에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의해서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어떤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E2의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어떤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엔티티와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연관되는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것을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의미</a:t>
            </a:r>
            <a:endParaRPr sz="19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26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부분</a:t>
            </a:r>
            <a:r>
              <a:rPr dirty="0" sz="1950" spc="3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참여</a:t>
            </a:r>
            <a:r>
              <a:rPr dirty="0" sz="1950" b="1">
                <a:latin typeface="Malgun Gothic"/>
                <a:cs typeface="Malgun Gothic"/>
              </a:rPr>
              <a:t>는</a:t>
            </a:r>
            <a:r>
              <a:rPr dirty="0" sz="1950" spc="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어떤</a:t>
            </a:r>
            <a:r>
              <a:rPr dirty="0" sz="1950" spc="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관계에</a:t>
            </a:r>
            <a:r>
              <a:rPr dirty="0" sz="1950" spc="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</a:t>
            </a:r>
            <a:r>
              <a:rPr dirty="0" sz="1950" spc="40" b="1">
                <a:latin typeface="Malgun Gothic"/>
                <a:cs typeface="Malgun Gothic"/>
              </a:rPr>
              <a:t> </a:t>
            </a:r>
            <a:r>
              <a:rPr dirty="0" sz="1950" spc="55" b="1">
                <a:latin typeface="Malgun Gothic"/>
                <a:cs typeface="Malgun Gothic"/>
              </a:rPr>
              <a:t>E1의</a:t>
            </a:r>
            <a:r>
              <a:rPr dirty="0" sz="1950" spc="30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일부</a:t>
            </a:r>
            <a:r>
              <a:rPr dirty="0" sz="1950" spc="3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엔티티만</a:t>
            </a:r>
            <a:r>
              <a:rPr dirty="0" sz="1950" spc="3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참여하는</a:t>
            </a:r>
            <a:r>
              <a:rPr dirty="0" sz="1950" spc="2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것을 의미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약한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타입은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항상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관계에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전체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참여</a:t>
            </a:r>
            <a:endParaRPr sz="1950">
              <a:latin typeface="Malgun Gothic"/>
              <a:cs typeface="Malgun Gothic"/>
            </a:endParaRPr>
          </a:p>
          <a:p>
            <a:pPr lvl="1" marL="914400" indent="-39751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914400" algn="l"/>
              </a:tabLst>
            </a:pPr>
            <a:r>
              <a:rPr dirty="0" sz="1950" b="1">
                <a:latin typeface="Malgun Gothic"/>
                <a:cs typeface="Malgun Gothic"/>
              </a:rPr>
              <a:t>전체</a:t>
            </a:r>
            <a:r>
              <a:rPr dirty="0" sz="1950" spc="-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참여는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다이어그램에서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이중</a:t>
            </a:r>
            <a:r>
              <a:rPr dirty="0" sz="1950" spc="-9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실선</a:t>
            </a:r>
            <a:r>
              <a:rPr dirty="0" sz="1950" b="1">
                <a:latin typeface="Malgun Gothic"/>
                <a:cs typeface="Malgun Gothic"/>
              </a:rPr>
              <a:t>으로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표시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카디날리티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비율과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함께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참여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제약조건은</a:t>
            </a:r>
            <a:r>
              <a:rPr dirty="0" sz="1950" spc="-114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관계에</a:t>
            </a:r>
            <a:r>
              <a:rPr dirty="0" sz="1950" spc="-90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대한</a:t>
            </a:r>
            <a:r>
              <a:rPr dirty="0" sz="1950" spc="-7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0000"/>
                </a:solidFill>
                <a:latin typeface="Malgun Gothic"/>
                <a:cs typeface="Malgun Gothic"/>
              </a:rPr>
              <a:t>중요한</a:t>
            </a:r>
            <a:r>
              <a:rPr dirty="0" sz="1950" spc="-95" b="1">
                <a:solidFill>
                  <a:srgbClr val="FF0000"/>
                </a:solidFill>
                <a:latin typeface="Malgun Gothic"/>
                <a:cs typeface="Malgun Gothic"/>
              </a:rPr>
              <a:t> </a:t>
            </a:r>
            <a:r>
              <a:rPr dirty="0" sz="1950" spc="-20" b="1">
                <a:solidFill>
                  <a:srgbClr val="FF0000"/>
                </a:solidFill>
                <a:latin typeface="Malgun Gothic"/>
                <a:cs typeface="Malgun Gothic"/>
              </a:rPr>
              <a:t>제약조건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620129" y="2608834"/>
            <a:ext cx="1985010" cy="24765"/>
          </a:xfrm>
          <a:custGeom>
            <a:avLst/>
            <a:gdLst/>
            <a:ahLst/>
            <a:cxnLst/>
            <a:rect l="l" t="t" r="r" b="b"/>
            <a:pathLst>
              <a:path w="1985009" h="24764">
                <a:moveTo>
                  <a:pt x="0" y="0"/>
                </a:moveTo>
                <a:lnTo>
                  <a:pt x="0" y="0"/>
                </a:lnTo>
                <a:lnTo>
                  <a:pt x="230631" y="0"/>
                </a:lnTo>
                <a:lnTo>
                  <a:pt x="265116" y="261"/>
                </a:lnTo>
                <a:lnTo>
                  <a:pt x="302672" y="1047"/>
                </a:lnTo>
                <a:lnTo>
                  <a:pt x="343324" y="2357"/>
                </a:lnTo>
                <a:lnTo>
                  <a:pt x="387096" y="4190"/>
                </a:lnTo>
                <a:lnTo>
                  <a:pt x="431839" y="6004"/>
                </a:lnTo>
                <a:lnTo>
                  <a:pt x="475583" y="7270"/>
                </a:lnTo>
                <a:lnTo>
                  <a:pt x="518326" y="8012"/>
                </a:lnTo>
                <a:lnTo>
                  <a:pt x="560070" y="8254"/>
                </a:lnTo>
                <a:lnTo>
                  <a:pt x="600194" y="8254"/>
                </a:lnTo>
                <a:lnTo>
                  <a:pt x="638270" y="8254"/>
                </a:lnTo>
                <a:lnTo>
                  <a:pt x="871601" y="8254"/>
                </a:lnTo>
                <a:lnTo>
                  <a:pt x="874395" y="6984"/>
                </a:lnTo>
                <a:lnTo>
                  <a:pt x="877062" y="4190"/>
                </a:lnTo>
                <a:lnTo>
                  <a:pt x="879855" y="1396"/>
                </a:lnTo>
                <a:lnTo>
                  <a:pt x="886714" y="0"/>
                </a:lnTo>
                <a:lnTo>
                  <a:pt x="897763" y="0"/>
                </a:lnTo>
                <a:lnTo>
                  <a:pt x="906738" y="0"/>
                </a:lnTo>
                <a:lnTo>
                  <a:pt x="1486535" y="0"/>
                </a:lnTo>
                <a:lnTo>
                  <a:pt x="1497083" y="261"/>
                </a:lnTo>
                <a:lnTo>
                  <a:pt x="1543994" y="6266"/>
                </a:lnTo>
                <a:lnTo>
                  <a:pt x="1577213" y="12445"/>
                </a:lnTo>
                <a:lnTo>
                  <a:pt x="1590928" y="15112"/>
                </a:lnTo>
                <a:lnTo>
                  <a:pt x="1599184" y="16509"/>
                </a:lnTo>
                <a:lnTo>
                  <a:pt x="1601851" y="16509"/>
                </a:lnTo>
                <a:lnTo>
                  <a:pt x="1604645" y="16509"/>
                </a:lnTo>
                <a:lnTo>
                  <a:pt x="1881886" y="16509"/>
                </a:lnTo>
                <a:lnTo>
                  <a:pt x="1888744" y="17906"/>
                </a:lnTo>
                <a:lnTo>
                  <a:pt x="1894204" y="20700"/>
                </a:lnTo>
                <a:lnTo>
                  <a:pt x="1899793" y="23367"/>
                </a:lnTo>
                <a:lnTo>
                  <a:pt x="1906651" y="24764"/>
                </a:lnTo>
                <a:lnTo>
                  <a:pt x="1914778" y="24764"/>
                </a:lnTo>
                <a:lnTo>
                  <a:pt x="1923034" y="24764"/>
                </a:lnTo>
                <a:lnTo>
                  <a:pt x="1979295" y="24764"/>
                </a:lnTo>
                <a:lnTo>
                  <a:pt x="1984882" y="24764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1653920" y="2658364"/>
            <a:ext cx="1400175" cy="8255"/>
          </a:xfrm>
          <a:custGeom>
            <a:avLst/>
            <a:gdLst/>
            <a:ahLst/>
            <a:cxnLst/>
            <a:rect l="l" t="t" r="r" b="b"/>
            <a:pathLst>
              <a:path w="1400175" h="8255">
                <a:moveTo>
                  <a:pt x="0" y="8127"/>
                </a:moveTo>
                <a:lnTo>
                  <a:pt x="10922" y="2666"/>
                </a:lnTo>
                <a:lnTo>
                  <a:pt x="17780" y="0"/>
                </a:lnTo>
                <a:lnTo>
                  <a:pt x="20574" y="0"/>
                </a:lnTo>
                <a:lnTo>
                  <a:pt x="23241" y="0"/>
                </a:lnTo>
                <a:lnTo>
                  <a:pt x="1392074" y="0"/>
                </a:lnTo>
                <a:lnTo>
                  <a:pt x="140004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1678558" y="3465448"/>
            <a:ext cx="1136650" cy="24765"/>
          </a:xfrm>
          <a:custGeom>
            <a:avLst/>
            <a:gdLst/>
            <a:ahLst/>
            <a:cxnLst/>
            <a:rect l="l" t="t" r="r" b="b"/>
            <a:pathLst>
              <a:path w="1136650" h="24764">
                <a:moveTo>
                  <a:pt x="0" y="24637"/>
                </a:moveTo>
                <a:lnTo>
                  <a:pt x="5461" y="24637"/>
                </a:lnTo>
                <a:lnTo>
                  <a:pt x="8255" y="23367"/>
                </a:lnTo>
                <a:lnTo>
                  <a:pt x="8255" y="20574"/>
                </a:lnTo>
                <a:lnTo>
                  <a:pt x="8255" y="17779"/>
                </a:lnTo>
                <a:lnTo>
                  <a:pt x="11049" y="16510"/>
                </a:lnTo>
                <a:lnTo>
                  <a:pt x="16510" y="16510"/>
                </a:lnTo>
                <a:lnTo>
                  <a:pt x="21649" y="16248"/>
                </a:lnTo>
                <a:lnTo>
                  <a:pt x="28860" y="15462"/>
                </a:lnTo>
                <a:lnTo>
                  <a:pt x="38119" y="14152"/>
                </a:lnTo>
                <a:lnTo>
                  <a:pt x="49403" y="12318"/>
                </a:lnTo>
                <a:lnTo>
                  <a:pt x="62287" y="10558"/>
                </a:lnTo>
                <a:lnTo>
                  <a:pt x="76184" y="9286"/>
                </a:lnTo>
                <a:lnTo>
                  <a:pt x="91104" y="8514"/>
                </a:lnTo>
                <a:lnTo>
                  <a:pt x="107061" y="8254"/>
                </a:lnTo>
                <a:lnTo>
                  <a:pt x="124061" y="7993"/>
                </a:lnTo>
                <a:lnTo>
                  <a:pt x="142097" y="7207"/>
                </a:lnTo>
                <a:lnTo>
                  <a:pt x="161157" y="5897"/>
                </a:lnTo>
                <a:lnTo>
                  <a:pt x="181229" y="4063"/>
                </a:lnTo>
                <a:lnTo>
                  <a:pt x="201543" y="2303"/>
                </a:lnTo>
                <a:lnTo>
                  <a:pt x="221345" y="1031"/>
                </a:lnTo>
                <a:lnTo>
                  <a:pt x="240647" y="259"/>
                </a:lnTo>
                <a:lnTo>
                  <a:pt x="259461" y="0"/>
                </a:lnTo>
                <a:lnTo>
                  <a:pt x="277961" y="0"/>
                </a:lnTo>
                <a:lnTo>
                  <a:pt x="296497" y="0"/>
                </a:lnTo>
                <a:lnTo>
                  <a:pt x="877189" y="0"/>
                </a:lnTo>
                <a:lnTo>
                  <a:pt x="891069" y="259"/>
                </a:lnTo>
                <a:lnTo>
                  <a:pt x="903938" y="1031"/>
                </a:lnTo>
                <a:lnTo>
                  <a:pt x="915783" y="2303"/>
                </a:lnTo>
                <a:lnTo>
                  <a:pt x="926592" y="4063"/>
                </a:lnTo>
                <a:lnTo>
                  <a:pt x="936097" y="5897"/>
                </a:lnTo>
                <a:lnTo>
                  <a:pt x="944054" y="7207"/>
                </a:lnTo>
                <a:lnTo>
                  <a:pt x="950487" y="7993"/>
                </a:lnTo>
                <a:lnTo>
                  <a:pt x="955421" y="8254"/>
                </a:lnTo>
                <a:lnTo>
                  <a:pt x="960882" y="8254"/>
                </a:lnTo>
                <a:lnTo>
                  <a:pt x="966343" y="8254"/>
                </a:lnTo>
                <a:lnTo>
                  <a:pt x="1131062" y="8254"/>
                </a:lnTo>
                <a:lnTo>
                  <a:pt x="1136523" y="825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 descr=""/>
          <p:cNvSpPr/>
          <p:nvPr/>
        </p:nvSpPr>
        <p:spPr>
          <a:xfrm>
            <a:off x="6611873" y="3416046"/>
            <a:ext cx="1474470" cy="16510"/>
          </a:xfrm>
          <a:custGeom>
            <a:avLst/>
            <a:gdLst/>
            <a:ahLst/>
            <a:cxnLst/>
            <a:rect l="l" t="t" r="r" b="b"/>
            <a:pathLst>
              <a:path w="1474470" h="16510">
                <a:moveTo>
                  <a:pt x="0" y="0"/>
                </a:moveTo>
                <a:lnTo>
                  <a:pt x="0" y="0"/>
                </a:lnTo>
                <a:lnTo>
                  <a:pt x="592962" y="0"/>
                </a:lnTo>
                <a:lnTo>
                  <a:pt x="598104" y="259"/>
                </a:lnTo>
                <a:lnTo>
                  <a:pt x="605329" y="1031"/>
                </a:lnTo>
                <a:lnTo>
                  <a:pt x="614626" y="2303"/>
                </a:lnTo>
                <a:lnTo>
                  <a:pt x="625982" y="4063"/>
                </a:lnTo>
                <a:lnTo>
                  <a:pt x="639056" y="6139"/>
                </a:lnTo>
                <a:lnTo>
                  <a:pt x="653700" y="8191"/>
                </a:lnTo>
                <a:lnTo>
                  <a:pt x="705996" y="14132"/>
                </a:lnTo>
                <a:lnTo>
                  <a:pt x="757681" y="16382"/>
                </a:lnTo>
                <a:lnTo>
                  <a:pt x="774160" y="16382"/>
                </a:lnTo>
                <a:lnTo>
                  <a:pt x="790638" y="16382"/>
                </a:lnTo>
                <a:lnTo>
                  <a:pt x="1107694" y="16382"/>
                </a:lnTo>
                <a:lnTo>
                  <a:pt x="1114145" y="16140"/>
                </a:lnTo>
                <a:lnTo>
                  <a:pt x="1121108" y="15398"/>
                </a:lnTo>
                <a:lnTo>
                  <a:pt x="1128571" y="14132"/>
                </a:lnTo>
                <a:lnTo>
                  <a:pt x="1136523" y="12318"/>
                </a:lnTo>
                <a:lnTo>
                  <a:pt x="1145571" y="10505"/>
                </a:lnTo>
                <a:lnTo>
                  <a:pt x="1156144" y="9239"/>
                </a:lnTo>
                <a:lnTo>
                  <a:pt x="1168241" y="8497"/>
                </a:lnTo>
                <a:lnTo>
                  <a:pt x="1181861" y="8254"/>
                </a:lnTo>
                <a:lnTo>
                  <a:pt x="1197794" y="8254"/>
                </a:lnTo>
                <a:lnTo>
                  <a:pt x="1216834" y="8254"/>
                </a:lnTo>
                <a:lnTo>
                  <a:pt x="1466004" y="8254"/>
                </a:lnTo>
                <a:lnTo>
                  <a:pt x="1474216" y="825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8" name="object 8" descr=""/>
          <p:cNvGrpSpPr/>
          <p:nvPr/>
        </p:nvGrpSpPr>
        <p:grpSpPr>
          <a:xfrm>
            <a:off x="1863089" y="5531358"/>
            <a:ext cx="6911340" cy="1270000"/>
            <a:chOff x="1863089" y="5531358"/>
            <a:chExt cx="6911340" cy="1270000"/>
          </a:xfrm>
        </p:grpSpPr>
        <p:pic>
          <p:nvPicPr>
            <p:cNvPr id="9" name="object 9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69948" y="5538216"/>
              <a:ext cx="6896100" cy="1255775"/>
            </a:xfrm>
            <a:prstGeom prst="rect">
              <a:avLst/>
            </a:prstGeom>
          </p:spPr>
        </p:pic>
        <p:sp>
          <p:nvSpPr>
            <p:cNvPr id="10" name="object 10" descr=""/>
            <p:cNvSpPr/>
            <p:nvPr/>
          </p:nvSpPr>
          <p:spPr>
            <a:xfrm>
              <a:off x="1866899" y="5535168"/>
              <a:ext cx="6903720" cy="1262380"/>
            </a:xfrm>
            <a:custGeom>
              <a:avLst/>
              <a:gdLst/>
              <a:ahLst/>
              <a:cxnLst/>
              <a:rect l="l" t="t" r="r" b="b"/>
              <a:pathLst>
                <a:path w="6903720" h="1262379">
                  <a:moveTo>
                    <a:pt x="0" y="0"/>
                  </a:moveTo>
                  <a:lnTo>
                    <a:pt x="6903719" y="0"/>
                  </a:lnTo>
                  <a:lnTo>
                    <a:pt x="6903719" y="1261871"/>
                  </a:lnTo>
                  <a:lnTo>
                    <a:pt x="0" y="1261871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282436" y="5927979"/>
              <a:ext cx="791210" cy="57785"/>
            </a:xfrm>
            <a:custGeom>
              <a:avLst/>
              <a:gdLst/>
              <a:ahLst/>
              <a:cxnLst/>
              <a:rect l="l" t="t" r="r" b="b"/>
              <a:pathLst>
                <a:path w="791209" h="57785">
                  <a:moveTo>
                    <a:pt x="24764" y="57658"/>
                  </a:moveTo>
                  <a:lnTo>
                    <a:pt x="24764" y="57658"/>
                  </a:lnTo>
                  <a:lnTo>
                    <a:pt x="785113" y="57658"/>
                  </a:lnTo>
                  <a:lnTo>
                    <a:pt x="790702" y="57658"/>
                  </a:lnTo>
                </a:path>
                <a:path w="791209" h="57785">
                  <a:moveTo>
                    <a:pt x="0" y="0"/>
                  </a:moveTo>
                  <a:lnTo>
                    <a:pt x="0" y="0"/>
                  </a:lnTo>
                  <a:lnTo>
                    <a:pt x="242950" y="0"/>
                  </a:lnTo>
                  <a:lnTo>
                    <a:pt x="251206" y="1397"/>
                  </a:lnTo>
                  <a:lnTo>
                    <a:pt x="259461" y="4064"/>
                  </a:lnTo>
                  <a:lnTo>
                    <a:pt x="267715" y="6858"/>
                  </a:lnTo>
                  <a:lnTo>
                    <a:pt x="274573" y="8255"/>
                  </a:lnTo>
                  <a:lnTo>
                    <a:pt x="776986" y="8255"/>
                  </a:lnTo>
                  <a:lnTo>
                    <a:pt x="782446" y="8255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12" name="object 12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3</a:t>
            </a:r>
            <a:r>
              <a:rPr dirty="0" spc="-25"/>
              <a:t>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747509"/>
            <a:ext cx="7931784" cy="873125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472440" indent="-459740">
              <a:lnSpc>
                <a:spcPct val="100000"/>
              </a:lnSpc>
              <a:spcBef>
                <a:spcPts val="1090"/>
              </a:spcBef>
              <a:buSzPct val="110256"/>
              <a:buFont typeface="MingLiU_HKSCS-ExtB"/>
              <a:buChar char="❑"/>
              <a:tabLst>
                <a:tab pos="472440" algn="l"/>
              </a:tabLst>
            </a:pPr>
            <a:r>
              <a:rPr dirty="0" sz="1950" b="1">
                <a:latin typeface="Malgun Gothic"/>
                <a:cs typeface="Malgun Gothic"/>
              </a:rPr>
              <a:t>다중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spc="-35" b="1">
                <a:latin typeface="Malgun Gothic"/>
                <a:cs typeface="Malgun Gothic"/>
              </a:rPr>
              <a:t>관계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두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사이에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두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개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이상의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타입이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존재할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있음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2123439" y="2699512"/>
            <a:ext cx="848360" cy="8255"/>
          </a:xfrm>
          <a:custGeom>
            <a:avLst/>
            <a:gdLst/>
            <a:ahLst/>
            <a:cxnLst/>
            <a:rect l="l" t="t" r="r" b="b"/>
            <a:pathLst>
              <a:path w="848360" h="8255">
                <a:moveTo>
                  <a:pt x="0" y="0"/>
                </a:moveTo>
                <a:lnTo>
                  <a:pt x="5461" y="0"/>
                </a:lnTo>
                <a:lnTo>
                  <a:pt x="10922" y="0"/>
                </a:lnTo>
                <a:lnTo>
                  <a:pt x="16383" y="0"/>
                </a:lnTo>
                <a:lnTo>
                  <a:pt x="22604" y="259"/>
                </a:lnTo>
                <a:lnTo>
                  <a:pt x="32908" y="1031"/>
                </a:lnTo>
                <a:lnTo>
                  <a:pt x="47333" y="2303"/>
                </a:lnTo>
                <a:lnTo>
                  <a:pt x="65912" y="4063"/>
                </a:lnTo>
                <a:lnTo>
                  <a:pt x="86746" y="5897"/>
                </a:lnTo>
                <a:lnTo>
                  <a:pt x="108092" y="7207"/>
                </a:lnTo>
                <a:lnTo>
                  <a:pt x="129938" y="7993"/>
                </a:lnTo>
                <a:lnTo>
                  <a:pt x="152273" y="8254"/>
                </a:lnTo>
                <a:lnTo>
                  <a:pt x="174680" y="8254"/>
                </a:lnTo>
                <a:lnTo>
                  <a:pt x="196564" y="8254"/>
                </a:lnTo>
                <a:lnTo>
                  <a:pt x="842772" y="8254"/>
                </a:lnTo>
                <a:lnTo>
                  <a:pt x="848233" y="8254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/>
          <p:nvPr/>
        </p:nvSpPr>
        <p:spPr>
          <a:xfrm>
            <a:off x="4347083" y="2683002"/>
            <a:ext cx="2232025" cy="24765"/>
          </a:xfrm>
          <a:custGeom>
            <a:avLst/>
            <a:gdLst/>
            <a:ahLst/>
            <a:cxnLst/>
            <a:rect l="l" t="t" r="r" b="b"/>
            <a:pathLst>
              <a:path w="2232025" h="24764">
                <a:moveTo>
                  <a:pt x="0" y="24764"/>
                </a:moveTo>
                <a:lnTo>
                  <a:pt x="0" y="24764"/>
                </a:lnTo>
                <a:lnTo>
                  <a:pt x="1960117" y="24764"/>
                </a:lnTo>
                <a:lnTo>
                  <a:pt x="1975832" y="24503"/>
                </a:lnTo>
                <a:lnTo>
                  <a:pt x="1990010" y="23717"/>
                </a:lnTo>
                <a:lnTo>
                  <a:pt x="2002641" y="22407"/>
                </a:lnTo>
                <a:lnTo>
                  <a:pt x="2013712" y="20574"/>
                </a:lnTo>
                <a:lnTo>
                  <a:pt x="2023739" y="18813"/>
                </a:lnTo>
                <a:lnTo>
                  <a:pt x="2033254" y="17541"/>
                </a:lnTo>
                <a:lnTo>
                  <a:pt x="2042269" y="16769"/>
                </a:lnTo>
                <a:lnTo>
                  <a:pt x="2050795" y="16510"/>
                </a:lnTo>
                <a:lnTo>
                  <a:pt x="2058747" y="16248"/>
                </a:lnTo>
                <a:lnTo>
                  <a:pt x="2066210" y="15462"/>
                </a:lnTo>
                <a:lnTo>
                  <a:pt x="2073173" y="14152"/>
                </a:lnTo>
                <a:lnTo>
                  <a:pt x="2079625" y="12319"/>
                </a:lnTo>
                <a:lnTo>
                  <a:pt x="2086058" y="10558"/>
                </a:lnTo>
                <a:lnTo>
                  <a:pt x="2092991" y="9286"/>
                </a:lnTo>
                <a:lnTo>
                  <a:pt x="2100449" y="8514"/>
                </a:lnTo>
                <a:lnTo>
                  <a:pt x="2108454" y="8254"/>
                </a:lnTo>
                <a:lnTo>
                  <a:pt x="2116665" y="7995"/>
                </a:lnTo>
                <a:lnTo>
                  <a:pt x="2124900" y="7223"/>
                </a:lnTo>
                <a:lnTo>
                  <a:pt x="2133135" y="5951"/>
                </a:lnTo>
                <a:lnTo>
                  <a:pt x="2141346" y="4190"/>
                </a:lnTo>
                <a:lnTo>
                  <a:pt x="2149873" y="2357"/>
                </a:lnTo>
                <a:lnTo>
                  <a:pt x="2158888" y="1047"/>
                </a:lnTo>
                <a:lnTo>
                  <a:pt x="2168403" y="261"/>
                </a:lnTo>
                <a:lnTo>
                  <a:pt x="2178431" y="0"/>
                </a:lnTo>
                <a:lnTo>
                  <a:pt x="2187954" y="0"/>
                </a:lnTo>
                <a:lnTo>
                  <a:pt x="2195941" y="0"/>
                </a:lnTo>
                <a:lnTo>
                  <a:pt x="2226437" y="0"/>
                </a:lnTo>
                <a:lnTo>
                  <a:pt x="2231897" y="0"/>
                </a:lnTo>
              </a:path>
            </a:pathLst>
          </a:custGeom>
          <a:ln w="12699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 descr=""/>
          <p:cNvSpPr/>
          <p:nvPr/>
        </p:nvSpPr>
        <p:spPr>
          <a:xfrm>
            <a:off x="9692258" y="5730367"/>
            <a:ext cx="24765" cy="0"/>
          </a:xfrm>
          <a:custGeom>
            <a:avLst/>
            <a:gdLst/>
            <a:ahLst/>
            <a:cxnLst/>
            <a:rect l="l" t="t" r="r" b="b"/>
            <a:pathLst>
              <a:path w="24765" h="0">
                <a:moveTo>
                  <a:pt x="0" y="0"/>
                </a:moveTo>
                <a:lnTo>
                  <a:pt x="0" y="0"/>
                </a:lnTo>
                <a:lnTo>
                  <a:pt x="19176" y="0"/>
                </a:lnTo>
                <a:lnTo>
                  <a:pt x="24638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grpSp>
        <p:nvGrpSpPr>
          <p:cNvPr id="7" name="object 7" descr=""/>
          <p:cNvGrpSpPr/>
          <p:nvPr/>
        </p:nvGrpSpPr>
        <p:grpSpPr>
          <a:xfrm>
            <a:off x="1951482" y="3006090"/>
            <a:ext cx="6628130" cy="3778250"/>
            <a:chOff x="1951482" y="3006090"/>
            <a:chExt cx="6628130" cy="3778250"/>
          </a:xfrm>
        </p:grpSpPr>
        <p:pic>
          <p:nvPicPr>
            <p:cNvPr id="8" name="object 8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039775" y="3049524"/>
              <a:ext cx="6472791" cy="3686220"/>
            </a:xfrm>
            <a:prstGeom prst="rect">
              <a:avLst/>
            </a:prstGeom>
          </p:spPr>
        </p:pic>
        <p:sp>
          <p:nvSpPr>
            <p:cNvPr id="9" name="object 9" descr=""/>
            <p:cNvSpPr/>
            <p:nvPr/>
          </p:nvSpPr>
          <p:spPr>
            <a:xfrm>
              <a:off x="1955292" y="3046476"/>
              <a:ext cx="6620509" cy="3733800"/>
            </a:xfrm>
            <a:custGeom>
              <a:avLst/>
              <a:gdLst/>
              <a:ahLst/>
              <a:cxnLst/>
              <a:rect l="l" t="t" r="r" b="b"/>
              <a:pathLst>
                <a:path w="6620509" h="3733800">
                  <a:moveTo>
                    <a:pt x="0" y="0"/>
                  </a:moveTo>
                  <a:lnTo>
                    <a:pt x="6620256" y="0"/>
                  </a:lnTo>
                  <a:lnTo>
                    <a:pt x="6620256" y="3733800"/>
                  </a:lnTo>
                  <a:lnTo>
                    <a:pt x="0" y="3733800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0" name="object 10" descr=""/>
            <p:cNvSpPr/>
            <p:nvPr/>
          </p:nvSpPr>
          <p:spPr>
            <a:xfrm>
              <a:off x="4758944" y="4552569"/>
              <a:ext cx="1210945" cy="1120140"/>
            </a:xfrm>
            <a:custGeom>
              <a:avLst/>
              <a:gdLst/>
              <a:ahLst/>
              <a:cxnLst/>
              <a:rect l="l" t="t" r="r" b="b"/>
              <a:pathLst>
                <a:path w="1210945" h="1120139">
                  <a:moveTo>
                    <a:pt x="0" y="49403"/>
                  </a:moveTo>
                  <a:lnTo>
                    <a:pt x="0" y="49403"/>
                  </a:lnTo>
                  <a:lnTo>
                    <a:pt x="63118" y="49403"/>
                  </a:lnTo>
                  <a:lnTo>
                    <a:pt x="74040" y="49403"/>
                  </a:lnTo>
                </a:path>
                <a:path w="1210945" h="1120139">
                  <a:moveTo>
                    <a:pt x="1095375" y="0"/>
                  </a:moveTo>
                  <a:lnTo>
                    <a:pt x="1095375" y="0"/>
                  </a:lnTo>
                  <a:lnTo>
                    <a:pt x="1172209" y="0"/>
                  </a:lnTo>
                  <a:lnTo>
                    <a:pt x="1177670" y="0"/>
                  </a:lnTo>
                </a:path>
                <a:path w="1210945" h="1120139">
                  <a:moveTo>
                    <a:pt x="65785" y="1120140"/>
                  </a:moveTo>
                  <a:lnTo>
                    <a:pt x="65785" y="1120140"/>
                  </a:lnTo>
                  <a:lnTo>
                    <a:pt x="126237" y="1120140"/>
                  </a:lnTo>
                  <a:lnTo>
                    <a:pt x="131698" y="1120140"/>
                  </a:lnTo>
                </a:path>
                <a:path w="1210945" h="1120139">
                  <a:moveTo>
                    <a:pt x="1062354" y="1103630"/>
                  </a:moveTo>
                  <a:lnTo>
                    <a:pt x="1062354" y="1103630"/>
                  </a:lnTo>
                  <a:lnTo>
                    <a:pt x="1205102" y="1103630"/>
                  </a:lnTo>
                  <a:lnTo>
                    <a:pt x="1210690" y="110363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1" name="object 11" descr=""/>
            <p:cNvSpPr/>
            <p:nvPr/>
          </p:nvSpPr>
          <p:spPr>
            <a:xfrm>
              <a:off x="6770370" y="6110986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49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49"/>
                  </a:lnTo>
                  <a:lnTo>
                    <a:pt x="10840" y="10840"/>
                  </a:lnTo>
                  <a:lnTo>
                    <a:pt x="6350" y="12699"/>
                  </a:lnTo>
                  <a:lnTo>
                    <a:pt x="1859" y="10840"/>
                  </a:lnTo>
                  <a:lnTo>
                    <a:pt x="0" y="6349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2" name="object 12" descr=""/>
            <p:cNvSpPr/>
            <p:nvPr/>
          </p:nvSpPr>
          <p:spPr>
            <a:xfrm>
              <a:off x="5450713" y="6710426"/>
              <a:ext cx="634365" cy="16510"/>
            </a:xfrm>
            <a:custGeom>
              <a:avLst/>
              <a:gdLst/>
              <a:ahLst/>
              <a:cxnLst/>
              <a:rect l="l" t="t" r="r" b="b"/>
              <a:pathLst>
                <a:path w="634364" h="16509">
                  <a:moveTo>
                    <a:pt x="0" y="16383"/>
                  </a:moveTo>
                  <a:lnTo>
                    <a:pt x="43267" y="16140"/>
                  </a:lnTo>
                  <a:lnTo>
                    <a:pt x="82391" y="15398"/>
                  </a:lnTo>
                  <a:lnTo>
                    <a:pt x="148209" y="12319"/>
                  </a:lnTo>
                  <a:lnTo>
                    <a:pt x="176545" y="10485"/>
                  </a:lnTo>
                  <a:lnTo>
                    <a:pt x="203835" y="9175"/>
                  </a:lnTo>
                  <a:lnTo>
                    <a:pt x="230076" y="8389"/>
                  </a:lnTo>
                  <a:lnTo>
                    <a:pt x="255270" y="8128"/>
                  </a:lnTo>
                  <a:lnTo>
                    <a:pt x="280535" y="7885"/>
                  </a:lnTo>
                  <a:lnTo>
                    <a:pt x="306800" y="7143"/>
                  </a:lnTo>
                  <a:lnTo>
                    <a:pt x="334065" y="5877"/>
                  </a:lnTo>
                  <a:lnTo>
                    <a:pt x="362331" y="4064"/>
                  </a:lnTo>
                  <a:lnTo>
                    <a:pt x="390407" y="2250"/>
                  </a:lnTo>
                  <a:lnTo>
                    <a:pt x="416925" y="984"/>
                  </a:lnTo>
                  <a:lnTo>
                    <a:pt x="441894" y="242"/>
                  </a:lnTo>
                  <a:lnTo>
                    <a:pt x="465327" y="0"/>
                  </a:lnTo>
                  <a:lnTo>
                    <a:pt x="486449" y="0"/>
                  </a:lnTo>
                  <a:lnTo>
                    <a:pt x="504475" y="0"/>
                  </a:lnTo>
                  <a:lnTo>
                    <a:pt x="628650" y="0"/>
                  </a:lnTo>
                  <a:lnTo>
                    <a:pt x="634111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13" name="object 13" descr=""/>
            <p:cNvSpPr/>
            <p:nvPr/>
          </p:nvSpPr>
          <p:spPr>
            <a:xfrm>
              <a:off x="7684516" y="3006090"/>
              <a:ext cx="12700" cy="12700"/>
            </a:xfrm>
            <a:custGeom>
              <a:avLst/>
              <a:gdLst/>
              <a:ahLst/>
              <a:cxnLst/>
              <a:rect l="l" t="t" r="r" b="b"/>
              <a:pathLst>
                <a:path w="12700" h="12700">
                  <a:moveTo>
                    <a:pt x="0" y="6350"/>
                  </a:moveTo>
                  <a:lnTo>
                    <a:pt x="1859" y="1859"/>
                  </a:lnTo>
                  <a:lnTo>
                    <a:pt x="6350" y="0"/>
                  </a:lnTo>
                  <a:lnTo>
                    <a:pt x="10840" y="1859"/>
                  </a:lnTo>
                  <a:lnTo>
                    <a:pt x="12700" y="6350"/>
                  </a:lnTo>
                  <a:lnTo>
                    <a:pt x="10840" y="10840"/>
                  </a:lnTo>
                  <a:lnTo>
                    <a:pt x="6350" y="12700"/>
                  </a:lnTo>
                  <a:lnTo>
                    <a:pt x="1859" y="10840"/>
                  </a:lnTo>
                  <a:lnTo>
                    <a:pt x="0" y="6350"/>
                  </a:lnTo>
                  <a:close/>
                </a:path>
              </a:pathLst>
            </a:custGeom>
            <a:solidFill>
              <a:srgbClr val="0000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14" name="object 14" descr=""/>
            <p:cNvSpPr/>
            <p:nvPr/>
          </p:nvSpPr>
          <p:spPr>
            <a:xfrm>
              <a:off x="4174108" y="4206621"/>
              <a:ext cx="873125" cy="634365"/>
            </a:xfrm>
            <a:custGeom>
              <a:avLst/>
              <a:gdLst/>
              <a:ahLst/>
              <a:cxnLst/>
              <a:rect l="l" t="t" r="r" b="b"/>
              <a:pathLst>
                <a:path w="873125" h="634364">
                  <a:moveTo>
                    <a:pt x="0" y="634237"/>
                  </a:moveTo>
                  <a:lnTo>
                    <a:pt x="37915" y="604073"/>
                  </a:lnTo>
                  <a:lnTo>
                    <a:pt x="86040" y="556712"/>
                  </a:lnTo>
                  <a:lnTo>
                    <a:pt x="105076" y="538448"/>
                  </a:lnTo>
                  <a:lnTo>
                    <a:pt x="118945" y="525851"/>
                  </a:lnTo>
                  <a:lnTo>
                    <a:pt x="127635" y="518921"/>
                  </a:lnTo>
                  <a:lnTo>
                    <a:pt x="138467" y="511730"/>
                  </a:lnTo>
                  <a:lnTo>
                    <a:pt x="158575" y="498347"/>
                  </a:lnTo>
                  <a:lnTo>
                    <a:pt x="187946" y="478774"/>
                  </a:lnTo>
                  <a:lnTo>
                    <a:pt x="226567" y="453008"/>
                  </a:lnTo>
                  <a:lnTo>
                    <a:pt x="268003" y="425957"/>
                  </a:lnTo>
                  <a:lnTo>
                    <a:pt x="305831" y="402526"/>
                  </a:lnTo>
                  <a:lnTo>
                    <a:pt x="340064" y="382714"/>
                  </a:lnTo>
                  <a:lnTo>
                    <a:pt x="370713" y="366521"/>
                  </a:lnTo>
                  <a:lnTo>
                    <a:pt x="398212" y="352381"/>
                  </a:lnTo>
                  <a:lnTo>
                    <a:pt x="423163" y="338740"/>
                  </a:lnTo>
                  <a:lnTo>
                    <a:pt x="445543" y="325624"/>
                  </a:lnTo>
                  <a:lnTo>
                    <a:pt x="465327" y="313054"/>
                  </a:lnTo>
                  <a:lnTo>
                    <a:pt x="483881" y="300674"/>
                  </a:lnTo>
                  <a:lnTo>
                    <a:pt x="502412" y="288305"/>
                  </a:lnTo>
                  <a:lnTo>
                    <a:pt x="520942" y="275961"/>
                  </a:lnTo>
                  <a:lnTo>
                    <a:pt x="556764" y="251791"/>
                  </a:lnTo>
                  <a:lnTo>
                    <a:pt x="593089" y="222376"/>
                  </a:lnTo>
                  <a:lnTo>
                    <a:pt x="601283" y="214425"/>
                  </a:lnTo>
                  <a:lnTo>
                    <a:pt x="609488" y="206962"/>
                  </a:lnTo>
                  <a:lnTo>
                    <a:pt x="617718" y="199999"/>
                  </a:lnTo>
                  <a:lnTo>
                    <a:pt x="625982" y="193547"/>
                  </a:lnTo>
                  <a:lnTo>
                    <a:pt x="634456" y="186854"/>
                  </a:lnTo>
                  <a:lnTo>
                    <a:pt x="643477" y="179149"/>
                  </a:lnTo>
                  <a:lnTo>
                    <a:pt x="653022" y="170420"/>
                  </a:lnTo>
                  <a:lnTo>
                    <a:pt x="663066" y="160654"/>
                  </a:lnTo>
                  <a:lnTo>
                    <a:pt x="673094" y="150872"/>
                  </a:lnTo>
                  <a:lnTo>
                    <a:pt x="682609" y="142112"/>
                  </a:lnTo>
                  <a:lnTo>
                    <a:pt x="691624" y="134401"/>
                  </a:lnTo>
                  <a:lnTo>
                    <a:pt x="700151" y="127761"/>
                  </a:lnTo>
                  <a:lnTo>
                    <a:pt x="708604" y="121310"/>
                  </a:lnTo>
                  <a:lnTo>
                    <a:pt x="717581" y="114347"/>
                  </a:lnTo>
                  <a:lnTo>
                    <a:pt x="727082" y="106884"/>
                  </a:lnTo>
                  <a:lnTo>
                    <a:pt x="737107" y="98932"/>
                  </a:lnTo>
                  <a:lnTo>
                    <a:pt x="748178" y="90406"/>
                  </a:lnTo>
                  <a:lnTo>
                    <a:pt x="760809" y="81391"/>
                  </a:lnTo>
                  <a:lnTo>
                    <a:pt x="774987" y="71876"/>
                  </a:lnTo>
                  <a:lnTo>
                    <a:pt x="790701" y="61848"/>
                  </a:lnTo>
                  <a:lnTo>
                    <a:pt x="805894" y="52064"/>
                  </a:lnTo>
                  <a:lnTo>
                    <a:pt x="818514" y="43291"/>
                  </a:lnTo>
                  <a:lnTo>
                    <a:pt x="828563" y="35542"/>
                  </a:lnTo>
                  <a:lnTo>
                    <a:pt x="836040" y="28828"/>
                  </a:lnTo>
                  <a:lnTo>
                    <a:pt x="841898" y="22899"/>
                  </a:lnTo>
                  <a:lnTo>
                    <a:pt x="847280" y="17494"/>
                  </a:lnTo>
                  <a:lnTo>
                    <a:pt x="852185" y="12612"/>
                  </a:lnTo>
                  <a:lnTo>
                    <a:pt x="856614" y="8254"/>
                  </a:lnTo>
                  <a:lnTo>
                    <a:pt x="862076" y="2793"/>
                  </a:lnTo>
                  <a:lnTo>
                    <a:pt x="867537" y="0"/>
                  </a:lnTo>
                  <a:lnTo>
                    <a:pt x="872998" y="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5" name="object 15" descr="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4958461" y="4192016"/>
              <a:ext cx="94996" cy="185674"/>
            </a:xfrm>
            <a:prstGeom prst="rect">
              <a:avLst/>
            </a:prstGeom>
          </p:spPr>
        </p:pic>
        <p:sp>
          <p:nvSpPr>
            <p:cNvPr id="16" name="object 16" descr=""/>
            <p:cNvSpPr/>
            <p:nvPr/>
          </p:nvSpPr>
          <p:spPr>
            <a:xfrm>
              <a:off x="5763641" y="4173728"/>
              <a:ext cx="814069" cy="609600"/>
            </a:xfrm>
            <a:custGeom>
              <a:avLst/>
              <a:gdLst/>
              <a:ahLst/>
              <a:cxnLst/>
              <a:rect l="l" t="t" r="r" b="b"/>
              <a:pathLst>
                <a:path w="814070" h="609600">
                  <a:moveTo>
                    <a:pt x="0" y="0"/>
                  </a:moveTo>
                  <a:lnTo>
                    <a:pt x="8266" y="3853"/>
                  </a:lnTo>
                  <a:lnTo>
                    <a:pt x="16510" y="7207"/>
                  </a:lnTo>
                  <a:lnTo>
                    <a:pt x="24753" y="10036"/>
                  </a:lnTo>
                  <a:lnTo>
                    <a:pt x="33020" y="12319"/>
                  </a:lnTo>
                  <a:lnTo>
                    <a:pt x="40971" y="14654"/>
                  </a:lnTo>
                  <a:lnTo>
                    <a:pt x="48434" y="17478"/>
                  </a:lnTo>
                  <a:lnTo>
                    <a:pt x="55397" y="20802"/>
                  </a:lnTo>
                  <a:lnTo>
                    <a:pt x="61849" y="24637"/>
                  </a:lnTo>
                  <a:lnTo>
                    <a:pt x="68020" y="28807"/>
                  </a:lnTo>
                  <a:lnTo>
                    <a:pt x="74168" y="32940"/>
                  </a:lnTo>
                  <a:lnTo>
                    <a:pt x="80315" y="37050"/>
                  </a:lnTo>
                  <a:lnTo>
                    <a:pt x="86487" y="41148"/>
                  </a:lnTo>
                  <a:lnTo>
                    <a:pt x="92938" y="45767"/>
                  </a:lnTo>
                  <a:lnTo>
                    <a:pt x="123582" y="74124"/>
                  </a:lnTo>
                  <a:lnTo>
                    <a:pt x="131826" y="82359"/>
                  </a:lnTo>
                  <a:lnTo>
                    <a:pt x="140069" y="90594"/>
                  </a:lnTo>
                  <a:lnTo>
                    <a:pt x="177625" y="125862"/>
                  </a:lnTo>
                  <a:lnTo>
                    <a:pt x="201846" y="146177"/>
                  </a:lnTo>
                  <a:lnTo>
                    <a:pt x="214185" y="156464"/>
                  </a:lnTo>
                  <a:lnTo>
                    <a:pt x="251007" y="187082"/>
                  </a:lnTo>
                  <a:lnTo>
                    <a:pt x="284225" y="214122"/>
                  </a:lnTo>
                  <a:lnTo>
                    <a:pt x="294513" y="222595"/>
                  </a:lnTo>
                  <a:lnTo>
                    <a:pt x="304800" y="231616"/>
                  </a:lnTo>
                  <a:lnTo>
                    <a:pt x="315087" y="241161"/>
                  </a:lnTo>
                  <a:lnTo>
                    <a:pt x="325374" y="251206"/>
                  </a:lnTo>
                  <a:lnTo>
                    <a:pt x="335661" y="261233"/>
                  </a:lnTo>
                  <a:lnTo>
                    <a:pt x="366522" y="288290"/>
                  </a:lnTo>
                  <a:lnTo>
                    <a:pt x="403606" y="317119"/>
                  </a:lnTo>
                  <a:lnTo>
                    <a:pt x="412321" y="323758"/>
                  </a:lnTo>
                  <a:lnTo>
                    <a:pt x="422084" y="331470"/>
                  </a:lnTo>
                  <a:lnTo>
                    <a:pt x="432895" y="340229"/>
                  </a:lnTo>
                  <a:lnTo>
                    <a:pt x="444754" y="350012"/>
                  </a:lnTo>
                  <a:lnTo>
                    <a:pt x="456612" y="359794"/>
                  </a:lnTo>
                  <a:lnTo>
                    <a:pt x="467423" y="368554"/>
                  </a:lnTo>
                  <a:lnTo>
                    <a:pt x="503443" y="395287"/>
                  </a:lnTo>
                  <a:lnTo>
                    <a:pt x="533030" y="413861"/>
                  </a:lnTo>
                  <a:lnTo>
                    <a:pt x="542575" y="420052"/>
                  </a:lnTo>
                  <a:lnTo>
                    <a:pt x="575532" y="444706"/>
                  </a:lnTo>
                  <a:lnTo>
                    <a:pt x="588899" y="457073"/>
                  </a:lnTo>
                  <a:lnTo>
                    <a:pt x="595350" y="463002"/>
                  </a:lnTo>
                  <a:lnTo>
                    <a:pt x="602313" y="468407"/>
                  </a:lnTo>
                  <a:lnTo>
                    <a:pt x="609776" y="473289"/>
                  </a:lnTo>
                  <a:lnTo>
                    <a:pt x="617728" y="477647"/>
                  </a:lnTo>
                  <a:lnTo>
                    <a:pt x="625732" y="481762"/>
                  </a:lnTo>
                  <a:lnTo>
                    <a:pt x="633190" y="485902"/>
                  </a:lnTo>
                  <a:lnTo>
                    <a:pt x="640123" y="490041"/>
                  </a:lnTo>
                  <a:lnTo>
                    <a:pt x="646557" y="494156"/>
                  </a:lnTo>
                  <a:lnTo>
                    <a:pt x="654812" y="499618"/>
                  </a:lnTo>
                  <a:lnTo>
                    <a:pt x="661670" y="503809"/>
                  </a:lnTo>
                  <a:lnTo>
                    <a:pt x="667131" y="506475"/>
                  </a:lnTo>
                  <a:lnTo>
                    <a:pt x="672592" y="509269"/>
                  </a:lnTo>
                  <a:lnTo>
                    <a:pt x="679450" y="513334"/>
                  </a:lnTo>
                  <a:lnTo>
                    <a:pt x="687705" y="518794"/>
                  </a:lnTo>
                  <a:lnTo>
                    <a:pt x="693896" y="522704"/>
                  </a:lnTo>
                  <a:lnTo>
                    <a:pt x="700087" y="526065"/>
                  </a:lnTo>
                  <a:lnTo>
                    <a:pt x="706278" y="528903"/>
                  </a:lnTo>
                  <a:lnTo>
                    <a:pt x="712470" y="531241"/>
                  </a:lnTo>
                  <a:lnTo>
                    <a:pt x="720725" y="533908"/>
                  </a:lnTo>
                  <a:lnTo>
                    <a:pt x="727583" y="538099"/>
                  </a:lnTo>
                  <a:lnTo>
                    <a:pt x="733044" y="543560"/>
                  </a:lnTo>
                  <a:lnTo>
                    <a:pt x="738505" y="549021"/>
                  </a:lnTo>
                  <a:lnTo>
                    <a:pt x="743965" y="554482"/>
                  </a:lnTo>
                  <a:lnTo>
                    <a:pt x="749554" y="560069"/>
                  </a:lnTo>
                  <a:lnTo>
                    <a:pt x="755014" y="565531"/>
                  </a:lnTo>
                  <a:lnTo>
                    <a:pt x="759079" y="569594"/>
                  </a:lnTo>
                  <a:lnTo>
                    <a:pt x="761873" y="572388"/>
                  </a:lnTo>
                  <a:lnTo>
                    <a:pt x="764666" y="575183"/>
                  </a:lnTo>
                  <a:lnTo>
                    <a:pt x="768731" y="579247"/>
                  </a:lnTo>
                  <a:lnTo>
                    <a:pt x="774191" y="584708"/>
                  </a:lnTo>
                  <a:lnTo>
                    <a:pt x="779653" y="590169"/>
                  </a:lnTo>
                  <a:lnTo>
                    <a:pt x="783843" y="592963"/>
                  </a:lnTo>
                  <a:lnTo>
                    <a:pt x="786511" y="592963"/>
                  </a:lnTo>
                  <a:lnTo>
                    <a:pt x="789305" y="592963"/>
                  </a:lnTo>
                  <a:lnTo>
                    <a:pt x="793368" y="594360"/>
                  </a:lnTo>
                  <a:lnTo>
                    <a:pt x="798957" y="597154"/>
                  </a:lnTo>
                  <a:lnTo>
                    <a:pt x="804417" y="599821"/>
                  </a:lnTo>
                  <a:lnTo>
                    <a:pt x="808482" y="602615"/>
                  </a:lnTo>
                  <a:lnTo>
                    <a:pt x="811276" y="605282"/>
                  </a:lnTo>
                  <a:lnTo>
                    <a:pt x="814069" y="608076"/>
                  </a:lnTo>
                  <a:lnTo>
                    <a:pt x="812673" y="609473"/>
                  </a:lnTo>
                  <a:lnTo>
                    <a:pt x="807212" y="609473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7" name="object 17" descr="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6465570" y="4694428"/>
              <a:ext cx="152780" cy="152781"/>
            </a:xfrm>
            <a:prstGeom prst="rect">
              <a:avLst/>
            </a:prstGeom>
          </p:spPr>
        </p:pic>
        <p:sp>
          <p:nvSpPr>
            <p:cNvPr id="18" name="object 18" descr=""/>
            <p:cNvSpPr/>
            <p:nvPr/>
          </p:nvSpPr>
          <p:spPr>
            <a:xfrm>
              <a:off x="4116451" y="5054981"/>
              <a:ext cx="914400" cy="774700"/>
            </a:xfrm>
            <a:custGeom>
              <a:avLst/>
              <a:gdLst/>
              <a:ahLst/>
              <a:cxnLst/>
              <a:rect l="l" t="t" r="r" b="b"/>
              <a:pathLst>
                <a:path w="914400" h="774700">
                  <a:moveTo>
                    <a:pt x="0" y="0"/>
                  </a:moveTo>
                  <a:lnTo>
                    <a:pt x="0" y="0"/>
                  </a:lnTo>
                  <a:lnTo>
                    <a:pt x="28828" y="0"/>
                  </a:lnTo>
                  <a:lnTo>
                    <a:pt x="31686" y="1025"/>
                  </a:lnTo>
                  <a:lnTo>
                    <a:pt x="36068" y="4111"/>
                  </a:lnTo>
                  <a:lnTo>
                    <a:pt x="41973" y="9269"/>
                  </a:lnTo>
                  <a:lnTo>
                    <a:pt x="49402" y="16509"/>
                  </a:lnTo>
                  <a:lnTo>
                    <a:pt x="57929" y="24703"/>
                  </a:lnTo>
                  <a:lnTo>
                    <a:pt x="66944" y="32908"/>
                  </a:lnTo>
                  <a:lnTo>
                    <a:pt x="76459" y="41138"/>
                  </a:lnTo>
                  <a:lnTo>
                    <a:pt x="86487" y="49402"/>
                  </a:lnTo>
                  <a:lnTo>
                    <a:pt x="96531" y="57614"/>
                  </a:lnTo>
                  <a:lnTo>
                    <a:pt x="106076" y="65849"/>
                  </a:lnTo>
                  <a:lnTo>
                    <a:pt x="115097" y="74084"/>
                  </a:lnTo>
                  <a:lnTo>
                    <a:pt x="123571" y="82295"/>
                  </a:lnTo>
                  <a:lnTo>
                    <a:pt x="132097" y="90822"/>
                  </a:lnTo>
                  <a:lnTo>
                    <a:pt x="141112" y="99837"/>
                  </a:lnTo>
                  <a:lnTo>
                    <a:pt x="150627" y="109352"/>
                  </a:lnTo>
                  <a:lnTo>
                    <a:pt x="184340" y="141001"/>
                  </a:lnTo>
                  <a:lnTo>
                    <a:pt x="214122" y="164718"/>
                  </a:lnTo>
                  <a:lnTo>
                    <a:pt x="230358" y="177603"/>
                  </a:lnTo>
                  <a:lnTo>
                    <a:pt x="246094" y="191500"/>
                  </a:lnTo>
                  <a:lnTo>
                    <a:pt x="261306" y="206420"/>
                  </a:lnTo>
                  <a:lnTo>
                    <a:pt x="275971" y="222376"/>
                  </a:lnTo>
                  <a:lnTo>
                    <a:pt x="289591" y="237567"/>
                  </a:lnTo>
                  <a:lnTo>
                    <a:pt x="301688" y="250174"/>
                  </a:lnTo>
                  <a:lnTo>
                    <a:pt x="338740" y="279971"/>
                  </a:lnTo>
                  <a:lnTo>
                    <a:pt x="368051" y="298283"/>
                  </a:lnTo>
                  <a:lnTo>
                    <a:pt x="376824" y="303688"/>
                  </a:lnTo>
                  <a:lnTo>
                    <a:pt x="411861" y="329437"/>
                  </a:lnTo>
                  <a:lnTo>
                    <a:pt x="416218" y="333795"/>
                  </a:lnTo>
                  <a:lnTo>
                    <a:pt x="421100" y="338677"/>
                  </a:lnTo>
                  <a:lnTo>
                    <a:pt x="426505" y="344082"/>
                  </a:lnTo>
                  <a:lnTo>
                    <a:pt x="432435" y="350011"/>
                  </a:lnTo>
                  <a:lnTo>
                    <a:pt x="438868" y="355941"/>
                  </a:lnTo>
                  <a:lnTo>
                    <a:pt x="445801" y="361346"/>
                  </a:lnTo>
                  <a:lnTo>
                    <a:pt x="453259" y="366228"/>
                  </a:lnTo>
                  <a:lnTo>
                    <a:pt x="461263" y="370585"/>
                  </a:lnTo>
                  <a:lnTo>
                    <a:pt x="469215" y="374943"/>
                  </a:lnTo>
                  <a:lnTo>
                    <a:pt x="502459" y="403542"/>
                  </a:lnTo>
                  <a:lnTo>
                    <a:pt x="514731" y="415924"/>
                  </a:lnTo>
                  <a:lnTo>
                    <a:pt x="520922" y="421854"/>
                  </a:lnTo>
                  <a:lnTo>
                    <a:pt x="527113" y="427259"/>
                  </a:lnTo>
                  <a:lnTo>
                    <a:pt x="533304" y="432141"/>
                  </a:lnTo>
                  <a:lnTo>
                    <a:pt x="539496" y="436498"/>
                  </a:lnTo>
                  <a:lnTo>
                    <a:pt x="545425" y="440596"/>
                  </a:lnTo>
                  <a:lnTo>
                    <a:pt x="550830" y="444706"/>
                  </a:lnTo>
                  <a:lnTo>
                    <a:pt x="555712" y="448839"/>
                  </a:lnTo>
                  <a:lnTo>
                    <a:pt x="560070" y="453008"/>
                  </a:lnTo>
                  <a:lnTo>
                    <a:pt x="565531" y="458469"/>
                  </a:lnTo>
                  <a:lnTo>
                    <a:pt x="571119" y="463930"/>
                  </a:lnTo>
                  <a:lnTo>
                    <a:pt x="576579" y="469391"/>
                  </a:lnTo>
                  <a:lnTo>
                    <a:pt x="580937" y="473821"/>
                  </a:lnTo>
                  <a:lnTo>
                    <a:pt x="585819" y="478726"/>
                  </a:lnTo>
                  <a:lnTo>
                    <a:pt x="615727" y="506235"/>
                  </a:lnTo>
                  <a:lnTo>
                    <a:pt x="621919" y="510666"/>
                  </a:lnTo>
                  <a:lnTo>
                    <a:pt x="627776" y="515024"/>
                  </a:lnTo>
                  <a:lnTo>
                    <a:pt x="633158" y="519906"/>
                  </a:lnTo>
                  <a:lnTo>
                    <a:pt x="638063" y="525311"/>
                  </a:lnTo>
                  <a:lnTo>
                    <a:pt x="642493" y="531240"/>
                  </a:lnTo>
                  <a:lnTo>
                    <a:pt x="647372" y="537674"/>
                  </a:lnTo>
                  <a:lnTo>
                    <a:pt x="653811" y="544607"/>
                  </a:lnTo>
                  <a:lnTo>
                    <a:pt x="661798" y="552065"/>
                  </a:lnTo>
                  <a:lnTo>
                    <a:pt x="671322" y="560069"/>
                  </a:lnTo>
                  <a:lnTo>
                    <a:pt x="680827" y="567759"/>
                  </a:lnTo>
                  <a:lnTo>
                    <a:pt x="688784" y="574436"/>
                  </a:lnTo>
                  <a:lnTo>
                    <a:pt x="695217" y="580090"/>
                  </a:lnTo>
                  <a:lnTo>
                    <a:pt x="700151" y="584707"/>
                  </a:lnTo>
                  <a:lnTo>
                    <a:pt x="705612" y="590168"/>
                  </a:lnTo>
                  <a:lnTo>
                    <a:pt x="712470" y="594359"/>
                  </a:lnTo>
                  <a:lnTo>
                    <a:pt x="739901" y="608075"/>
                  </a:lnTo>
                  <a:lnTo>
                    <a:pt x="743965" y="612139"/>
                  </a:lnTo>
                  <a:lnTo>
                    <a:pt x="749553" y="617727"/>
                  </a:lnTo>
                  <a:lnTo>
                    <a:pt x="755014" y="623188"/>
                  </a:lnTo>
                  <a:lnTo>
                    <a:pt x="760476" y="627252"/>
                  </a:lnTo>
                  <a:lnTo>
                    <a:pt x="765937" y="630046"/>
                  </a:lnTo>
                  <a:lnTo>
                    <a:pt x="771525" y="632713"/>
                  </a:lnTo>
                  <a:lnTo>
                    <a:pt x="775588" y="635507"/>
                  </a:lnTo>
                  <a:lnTo>
                    <a:pt x="778383" y="638301"/>
                  </a:lnTo>
                  <a:lnTo>
                    <a:pt x="781050" y="640968"/>
                  </a:lnTo>
                  <a:lnTo>
                    <a:pt x="786638" y="645159"/>
                  </a:lnTo>
                  <a:lnTo>
                    <a:pt x="794765" y="650620"/>
                  </a:lnTo>
                  <a:lnTo>
                    <a:pt x="803021" y="656081"/>
                  </a:lnTo>
                  <a:lnTo>
                    <a:pt x="808482" y="660272"/>
                  </a:lnTo>
                  <a:lnTo>
                    <a:pt x="811276" y="662939"/>
                  </a:lnTo>
                  <a:lnTo>
                    <a:pt x="814070" y="665733"/>
                  </a:lnTo>
                  <a:lnTo>
                    <a:pt x="816737" y="669797"/>
                  </a:lnTo>
                  <a:lnTo>
                    <a:pt x="819531" y="675385"/>
                  </a:lnTo>
                  <a:lnTo>
                    <a:pt x="822325" y="680846"/>
                  </a:lnTo>
                  <a:lnTo>
                    <a:pt x="824991" y="683513"/>
                  </a:lnTo>
                  <a:lnTo>
                    <a:pt x="827786" y="683513"/>
                  </a:lnTo>
                  <a:lnTo>
                    <a:pt x="830452" y="683513"/>
                  </a:lnTo>
                  <a:lnTo>
                    <a:pt x="834644" y="686307"/>
                  </a:lnTo>
                  <a:lnTo>
                    <a:pt x="840104" y="691768"/>
                  </a:lnTo>
                  <a:lnTo>
                    <a:pt x="844462" y="696126"/>
                  </a:lnTo>
                  <a:lnTo>
                    <a:pt x="849344" y="701008"/>
                  </a:lnTo>
                  <a:lnTo>
                    <a:pt x="854749" y="706413"/>
                  </a:lnTo>
                  <a:lnTo>
                    <a:pt x="860678" y="712342"/>
                  </a:lnTo>
                  <a:lnTo>
                    <a:pt x="868934" y="720597"/>
                  </a:lnTo>
                  <a:lnTo>
                    <a:pt x="872998" y="726058"/>
                  </a:lnTo>
                  <a:lnTo>
                    <a:pt x="872998" y="728852"/>
                  </a:lnTo>
                  <a:lnTo>
                    <a:pt x="872998" y="731646"/>
                  </a:lnTo>
                  <a:lnTo>
                    <a:pt x="874395" y="734313"/>
                  </a:lnTo>
                  <a:lnTo>
                    <a:pt x="877188" y="737107"/>
                  </a:lnTo>
                  <a:lnTo>
                    <a:pt x="879856" y="739901"/>
                  </a:lnTo>
                  <a:lnTo>
                    <a:pt x="881252" y="742568"/>
                  </a:lnTo>
                  <a:lnTo>
                    <a:pt x="881252" y="745362"/>
                  </a:lnTo>
                  <a:lnTo>
                    <a:pt x="881252" y="748029"/>
                  </a:lnTo>
                  <a:lnTo>
                    <a:pt x="882650" y="749426"/>
                  </a:lnTo>
                  <a:lnTo>
                    <a:pt x="885444" y="749426"/>
                  </a:lnTo>
                  <a:lnTo>
                    <a:pt x="888111" y="749426"/>
                  </a:lnTo>
                  <a:lnTo>
                    <a:pt x="890904" y="750823"/>
                  </a:lnTo>
                  <a:lnTo>
                    <a:pt x="893699" y="753617"/>
                  </a:lnTo>
                  <a:lnTo>
                    <a:pt x="896365" y="756284"/>
                  </a:lnTo>
                  <a:lnTo>
                    <a:pt x="899160" y="759078"/>
                  </a:lnTo>
                  <a:lnTo>
                    <a:pt x="901826" y="761745"/>
                  </a:lnTo>
                  <a:lnTo>
                    <a:pt x="904621" y="764539"/>
                  </a:lnTo>
                  <a:lnTo>
                    <a:pt x="906018" y="767333"/>
                  </a:lnTo>
                  <a:lnTo>
                    <a:pt x="906018" y="770000"/>
                  </a:lnTo>
                  <a:lnTo>
                    <a:pt x="906018" y="772794"/>
                  </a:lnTo>
                  <a:lnTo>
                    <a:pt x="908685" y="774191"/>
                  </a:lnTo>
                  <a:lnTo>
                    <a:pt x="914273" y="774191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pic>
          <p:nvPicPr>
            <p:cNvPr id="19" name="object 19" descr="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4925441" y="5740400"/>
              <a:ext cx="126746" cy="103377"/>
            </a:xfrm>
            <a:prstGeom prst="rect">
              <a:avLst/>
            </a:prstGeom>
          </p:spPr>
        </p:pic>
        <p:sp>
          <p:nvSpPr>
            <p:cNvPr id="20" name="object 20" descr=""/>
            <p:cNvSpPr/>
            <p:nvPr/>
          </p:nvSpPr>
          <p:spPr>
            <a:xfrm>
              <a:off x="5755385" y="5063236"/>
              <a:ext cx="840105" cy="807085"/>
            </a:xfrm>
            <a:custGeom>
              <a:avLst/>
              <a:gdLst/>
              <a:ahLst/>
              <a:cxnLst/>
              <a:rect l="l" t="t" r="r" b="b"/>
              <a:pathLst>
                <a:path w="840104" h="807085">
                  <a:moveTo>
                    <a:pt x="0" y="807084"/>
                  </a:moveTo>
                  <a:lnTo>
                    <a:pt x="26781" y="750474"/>
                  </a:lnTo>
                  <a:lnTo>
                    <a:pt x="57658" y="712342"/>
                  </a:lnTo>
                  <a:lnTo>
                    <a:pt x="75684" y="696150"/>
                  </a:lnTo>
                  <a:lnTo>
                    <a:pt x="96805" y="676338"/>
                  </a:lnTo>
                  <a:lnTo>
                    <a:pt x="121023" y="652906"/>
                  </a:lnTo>
                  <a:lnTo>
                    <a:pt x="148336" y="625855"/>
                  </a:lnTo>
                  <a:lnTo>
                    <a:pt x="175837" y="598876"/>
                  </a:lnTo>
                  <a:lnTo>
                    <a:pt x="223220" y="555632"/>
                  </a:lnTo>
                  <a:lnTo>
                    <a:pt x="261054" y="525488"/>
                  </a:lnTo>
                  <a:lnTo>
                    <a:pt x="293959" y="500774"/>
                  </a:lnTo>
                  <a:lnTo>
                    <a:pt x="308863" y="489965"/>
                  </a:lnTo>
                  <a:lnTo>
                    <a:pt x="322296" y="480200"/>
                  </a:lnTo>
                  <a:lnTo>
                    <a:pt x="333644" y="471471"/>
                  </a:lnTo>
                  <a:lnTo>
                    <a:pt x="342921" y="463766"/>
                  </a:lnTo>
                  <a:lnTo>
                    <a:pt x="350138" y="457072"/>
                  </a:lnTo>
                  <a:lnTo>
                    <a:pt x="356778" y="450881"/>
                  </a:lnTo>
                  <a:lnTo>
                    <a:pt x="364489" y="444690"/>
                  </a:lnTo>
                  <a:lnTo>
                    <a:pt x="373249" y="438499"/>
                  </a:lnTo>
                  <a:lnTo>
                    <a:pt x="383031" y="432307"/>
                  </a:lnTo>
                  <a:lnTo>
                    <a:pt x="393318" y="425874"/>
                  </a:lnTo>
                  <a:lnTo>
                    <a:pt x="403605" y="418941"/>
                  </a:lnTo>
                  <a:lnTo>
                    <a:pt x="413892" y="411483"/>
                  </a:lnTo>
                  <a:lnTo>
                    <a:pt x="424179" y="403478"/>
                  </a:lnTo>
                  <a:lnTo>
                    <a:pt x="434224" y="395789"/>
                  </a:lnTo>
                  <a:lnTo>
                    <a:pt x="443769" y="389112"/>
                  </a:lnTo>
                  <a:lnTo>
                    <a:pt x="452790" y="383458"/>
                  </a:lnTo>
                  <a:lnTo>
                    <a:pt x="461263" y="378840"/>
                  </a:lnTo>
                  <a:lnTo>
                    <a:pt x="469528" y="374483"/>
                  </a:lnTo>
                  <a:lnTo>
                    <a:pt x="477758" y="369601"/>
                  </a:lnTo>
                  <a:lnTo>
                    <a:pt x="509666" y="345884"/>
                  </a:lnTo>
                  <a:lnTo>
                    <a:pt x="522986" y="333501"/>
                  </a:lnTo>
                  <a:lnTo>
                    <a:pt x="529699" y="327068"/>
                  </a:lnTo>
                  <a:lnTo>
                    <a:pt x="537448" y="320135"/>
                  </a:lnTo>
                  <a:lnTo>
                    <a:pt x="546221" y="312677"/>
                  </a:lnTo>
                  <a:lnTo>
                    <a:pt x="556005" y="304672"/>
                  </a:lnTo>
                  <a:lnTo>
                    <a:pt x="566033" y="296461"/>
                  </a:lnTo>
                  <a:lnTo>
                    <a:pt x="601543" y="262991"/>
                  </a:lnTo>
                  <a:lnTo>
                    <a:pt x="630047" y="230504"/>
                  </a:lnTo>
                  <a:lnTo>
                    <a:pt x="640145" y="218717"/>
                  </a:lnTo>
                  <a:lnTo>
                    <a:pt x="649684" y="207930"/>
                  </a:lnTo>
                  <a:lnTo>
                    <a:pt x="658675" y="198143"/>
                  </a:lnTo>
                  <a:lnTo>
                    <a:pt x="667130" y="189356"/>
                  </a:lnTo>
                  <a:lnTo>
                    <a:pt x="675135" y="181405"/>
                  </a:lnTo>
                  <a:lnTo>
                    <a:pt x="682593" y="173942"/>
                  </a:lnTo>
                  <a:lnTo>
                    <a:pt x="689526" y="166979"/>
                  </a:lnTo>
                  <a:lnTo>
                    <a:pt x="695960" y="160527"/>
                  </a:lnTo>
                  <a:lnTo>
                    <a:pt x="702411" y="154094"/>
                  </a:lnTo>
                  <a:lnTo>
                    <a:pt x="709374" y="147161"/>
                  </a:lnTo>
                  <a:lnTo>
                    <a:pt x="716837" y="139703"/>
                  </a:lnTo>
                  <a:lnTo>
                    <a:pt x="724788" y="131698"/>
                  </a:lnTo>
                  <a:lnTo>
                    <a:pt x="732551" y="124009"/>
                  </a:lnTo>
                  <a:lnTo>
                    <a:pt x="739266" y="117332"/>
                  </a:lnTo>
                  <a:lnTo>
                    <a:pt x="744934" y="111678"/>
                  </a:lnTo>
                  <a:lnTo>
                    <a:pt x="749554" y="107060"/>
                  </a:lnTo>
                  <a:lnTo>
                    <a:pt x="755014" y="101600"/>
                  </a:lnTo>
                  <a:lnTo>
                    <a:pt x="759079" y="97408"/>
                  </a:lnTo>
                  <a:lnTo>
                    <a:pt x="761872" y="94614"/>
                  </a:lnTo>
                  <a:lnTo>
                    <a:pt x="764666" y="91947"/>
                  </a:lnTo>
                  <a:lnTo>
                    <a:pt x="767334" y="89153"/>
                  </a:lnTo>
                  <a:lnTo>
                    <a:pt x="770128" y="86486"/>
                  </a:lnTo>
                  <a:lnTo>
                    <a:pt x="772921" y="83692"/>
                  </a:lnTo>
                  <a:lnTo>
                    <a:pt x="775588" y="80898"/>
                  </a:lnTo>
                  <a:lnTo>
                    <a:pt x="778383" y="78231"/>
                  </a:lnTo>
                  <a:lnTo>
                    <a:pt x="781049" y="75437"/>
                  </a:lnTo>
                  <a:lnTo>
                    <a:pt x="783843" y="72770"/>
                  </a:lnTo>
                  <a:lnTo>
                    <a:pt x="786638" y="69976"/>
                  </a:lnTo>
                  <a:lnTo>
                    <a:pt x="789305" y="67182"/>
                  </a:lnTo>
                  <a:lnTo>
                    <a:pt x="792098" y="64515"/>
                  </a:lnTo>
                  <a:lnTo>
                    <a:pt x="794765" y="61721"/>
                  </a:lnTo>
                  <a:lnTo>
                    <a:pt x="797560" y="58927"/>
                  </a:lnTo>
                  <a:lnTo>
                    <a:pt x="800354" y="57657"/>
                  </a:lnTo>
                  <a:lnTo>
                    <a:pt x="803020" y="57657"/>
                  </a:lnTo>
                  <a:lnTo>
                    <a:pt x="805814" y="57657"/>
                  </a:lnTo>
                  <a:lnTo>
                    <a:pt x="831849" y="20573"/>
                  </a:lnTo>
                  <a:lnTo>
                    <a:pt x="837438" y="12318"/>
                  </a:lnTo>
                  <a:lnTo>
                    <a:pt x="840105" y="5460"/>
                  </a:lnTo>
                  <a:lnTo>
                    <a:pt x="840105" y="0"/>
                  </a:lnTo>
                </a:path>
                <a:path w="840104" h="807085">
                  <a:moveTo>
                    <a:pt x="716534" y="90550"/>
                  </a:moveTo>
                  <a:lnTo>
                    <a:pt x="716534" y="90550"/>
                  </a:lnTo>
                  <a:lnTo>
                    <a:pt x="697356" y="90550"/>
                  </a:lnTo>
                  <a:lnTo>
                    <a:pt x="691896" y="90550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21" name="object 21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3</a:t>
            </a: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742819"/>
            <a:ext cx="7322184" cy="835660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472440" indent="-459740">
              <a:lnSpc>
                <a:spcPct val="100000"/>
              </a:lnSpc>
              <a:spcBef>
                <a:spcPts val="1125"/>
              </a:spcBef>
              <a:buSzPct val="110256"/>
              <a:buFont typeface="MingLiU_HKSCS-ExtB"/>
              <a:buChar char="❑"/>
              <a:tabLst>
                <a:tab pos="472440" algn="l"/>
              </a:tabLst>
            </a:pPr>
            <a:r>
              <a:rPr dirty="0" sz="1950" b="1">
                <a:latin typeface="Malgun Gothic"/>
                <a:cs typeface="Malgun Gothic"/>
              </a:rPr>
              <a:t>순환적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관계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1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750" b="1">
                <a:latin typeface="Malgun Gothic"/>
                <a:cs typeface="Malgun Gothic"/>
              </a:rPr>
              <a:t>하나의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엔티티</a:t>
            </a:r>
            <a:r>
              <a:rPr dirty="0" sz="1750" spc="-12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타입이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동일한</a:t>
            </a:r>
            <a:r>
              <a:rPr dirty="0" sz="1750" spc="-1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관계</a:t>
            </a:r>
            <a:r>
              <a:rPr dirty="0" sz="1750" spc="-9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타입에</a:t>
            </a:r>
            <a:r>
              <a:rPr dirty="0" sz="1750" spc="-12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두</a:t>
            </a:r>
            <a:r>
              <a:rPr dirty="0" sz="1750" spc="-7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번</a:t>
            </a:r>
            <a:r>
              <a:rPr dirty="0" sz="1750" spc="-8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이상</a:t>
            </a:r>
            <a:r>
              <a:rPr dirty="0" sz="1750" spc="-9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참여하는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spc="-50" b="1">
                <a:latin typeface="Malgun Gothic"/>
                <a:cs typeface="Malgun Gothic"/>
              </a:rPr>
              <a:t>것</a:t>
            </a:r>
            <a:endParaRPr sz="17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2143505" y="3056382"/>
            <a:ext cx="5773420" cy="3572510"/>
            <a:chOff x="2143505" y="3056382"/>
            <a:chExt cx="5773420" cy="357251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386576" y="3299491"/>
              <a:ext cx="5314773" cy="332228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2147315" y="3060192"/>
              <a:ext cx="5765800" cy="3564890"/>
            </a:xfrm>
            <a:custGeom>
              <a:avLst/>
              <a:gdLst/>
              <a:ahLst/>
              <a:cxnLst/>
              <a:rect l="l" t="t" r="r" b="b"/>
              <a:pathLst>
                <a:path w="5765800" h="3564890">
                  <a:moveTo>
                    <a:pt x="0" y="0"/>
                  </a:moveTo>
                  <a:lnTo>
                    <a:pt x="5765291" y="0"/>
                  </a:lnTo>
                  <a:lnTo>
                    <a:pt x="5765291" y="3564636"/>
                  </a:lnTo>
                  <a:lnTo>
                    <a:pt x="0" y="3564636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5133090" y="1643877"/>
            <a:ext cx="371475" cy="17780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000">
                <a:latin typeface="Arial MT"/>
                <a:cs typeface="Arial MT"/>
              </a:rPr>
              <a:t>GPU </a:t>
            </a:r>
            <a:r>
              <a:rPr dirty="0" sz="1000" spc="-50">
                <a:latin typeface="Arial MT"/>
                <a:cs typeface="Arial MT"/>
              </a:rPr>
              <a:t>:</a:t>
            </a:r>
            <a:endParaRPr sz="1000">
              <a:latin typeface="Arial MT"/>
              <a:cs typeface="Arial MT"/>
            </a:endParaRPr>
          </a:p>
        </p:txBody>
      </p:sp>
      <p:sp>
        <p:nvSpPr>
          <p:cNvPr id="8" name="object 8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3</a:t>
            </a: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702651" y="2716773"/>
            <a:ext cx="216281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688975" algn="l"/>
                <a:tab pos="1101090" algn="l"/>
              </a:tabLst>
            </a:pPr>
            <a:r>
              <a:rPr dirty="0" sz="1950" spc="50" b="1">
                <a:solidFill>
                  <a:srgbClr val="FF3300"/>
                </a:solidFill>
                <a:latin typeface="Malgun Gothic"/>
                <a:cs typeface="Malgun Gothic"/>
              </a:rPr>
              <a:t>여러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	</a:t>
            </a:r>
            <a:r>
              <a:rPr dirty="0" sz="1950" spc="-50" b="1">
                <a:solidFill>
                  <a:srgbClr val="FF3300"/>
                </a:solidFill>
                <a:latin typeface="Malgun Gothic"/>
                <a:cs typeface="Malgun Gothic"/>
              </a:rPr>
              <a:t>번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	</a:t>
            </a:r>
            <a:r>
              <a:rPr dirty="0" sz="1950" spc="80" b="1">
                <a:solidFill>
                  <a:srgbClr val="FF3300"/>
                </a:solidFill>
                <a:latin typeface="Malgun Gothic"/>
                <a:cs typeface="Malgun Gothic"/>
              </a:rPr>
              <a:t>나타나는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 txBox="1"/>
          <p:nvPr/>
        </p:nvSpPr>
        <p:spPr>
          <a:xfrm>
            <a:off x="813307" y="1747509"/>
            <a:ext cx="6756400" cy="1720214"/>
          </a:xfrm>
          <a:prstGeom prst="rect">
            <a:avLst/>
          </a:prstGeom>
        </p:spPr>
        <p:txBody>
          <a:bodyPr wrap="square" lIns="0" tIns="138430" rIns="0" bIns="0" rtlCol="0" vert="horz">
            <a:spAutoFit/>
          </a:bodyPr>
          <a:lstStyle/>
          <a:p>
            <a:pPr marL="472440" indent="-459740">
              <a:lnSpc>
                <a:spcPct val="100000"/>
              </a:lnSpc>
              <a:spcBef>
                <a:spcPts val="1090"/>
              </a:spcBef>
              <a:buClr>
                <a:srgbClr val="000000"/>
              </a:buClr>
              <a:buSzPct val="110256"/>
              <a:buFont typeface="MingLiU_HKSCS-ExtB"/>
              <a:buChar char="❑"/>
              <a:tabLst>
                <a:tab pos="472440" algn="l"/>
              </a:tabLst>
            </a:pPr>
            <a:r>
              <a:rPr dirty="0" sz="1950" spc="-10" b="1">
                <a:solidFill>
                  <a:srgbClr val="FF3300"/>
                </a:solidFill>
                <a:latin typeface="Malgun Gothic"/>
                <a:cs typeface="Malgun Gothic"/>
              </a:rPr>
              <a:t>역할</a:t>
            </a:r>
            <a:r>
              <a:rPr dirty="0" sz="1950" spc="-10" b="1">
                <a:latin typeface="Malgun Gothic"/>
                <a:cs typeface="Malgun Gothic"/>
              </a:rPr>
              <a:t>(role)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관계</a:t>
            </a:r>
            <a:r>
              <a:rPr dirty="0" sz="1950" spc="-8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타입의</a:t>
            </a:r>
            <a:r>
              <a:rPr dirty="0" sz="1950" spc="-10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의미를</a:t>
            </a:r>
            <a:r>
              <a:rPr dirty="0" sz="1950" spc="-8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명확하게</a:t>
            </a:r>
            <a:r>
              <a:rPr dirty="0" sz="1950" spc="-8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하기</a:t>
            </a:r>
            <a:r>
              <a:rPr dirty="0" sz="1950" spc="-6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위해</a:t>
            </a:r>
            <a:r>
              <a:rPr dirty="0" sz="1950" spc="-8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사용됨</a:t>
            </a:r>
            <a:endParaRPr sz="19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2500"/>
              </a:lnSpc>
              <a:buFont typeface="MingLiU_HKSCS-ExtB"/>
              <a:buChar char="✓"/>
              <a:tabLst>
                <a:tab pos="832485" algn="l"/>
                <a:tab pos="1510665" algn="l"/>
                <a:tab pos="2453640" algn="l"/>
                <a:tab pos="3129915" algn="l"/>
                <a:tab pos="4072890" algn="l"/>
                <a:tab pos="5015865" algn="l"/>
                <a:tab pos="5958840" algn="l"/>
              </a:tabLst>
            </a:pPr>
            <a:r>
              <a:rPr dirty="0" sz="1950" spc="50" b="1">
                <a:latin typeface="Malgun Gothic"/>
                <a:cs typeface="Malgun Gothic"/>
              </a:rPr>
              <a:t>특히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70" b="1">
                <a:solidFill>
                  <a:srgbClr val="FF3300"/>
                </a:solidFill>
                <a:latin typeface="Malgun Gothic"/>
                <a:cs typeface="Malgun Gothic"/>
              </a:rPr>
              <a:t>하나의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	</a:t>
            </a:r>
            <a:r>
              <a:rPr dirty="0" sz="1950" spc="50" b="1">
                <a:solidFill>
                  <a:srgbClr val="FF3300"/>
                </a:solidFill>
                <a:latin typeface="Malgun Gothic"/>
                <a:cs typeface="Malgun Gothic"/>
              </a:rPr>
              <a:t>관계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	</a:t>
            </a:r>
            <a:r>
              <a:rPr dirty="0" sz="1950" spc="70" b="1">
                <a:solidFill>
                  <a:srgbClr val="FF3300"/>
                </a:solidFill>
                <a:latin typeface="Malgun Gothic"/>
                <a:cs typeface="Malgun Gothic"/>
              </a:rPr>
              <a:t>타입에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	</a:t>
            </a:r>
            <a:r>
              <a:rPr dirty="0" sz="1950" spc="70" b="1">
                <a:solidFill>
                  <a:srgbClr val="FF3300"/>
                </a:solidFill>
                <a:latin typeface="Malgun Gothic"/>
                <a:cs typeface="Malgun Gothic"/>
              </a:rPr>
              <a:t>하나의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	</a:t>
            </a:r>
            <a:r>
              <a:rPr dirty="0" sz="1950" spc="70" b="1">
                <a:solidFill>
                  <a:srgbClr val="FF3300"/>
                </a:solidFill>
                <a:latin typeface="Malgun Gothic"/>
                <a:cs typeface="Malgun Gothic"/>
              </a:rPr>
              <a:t>엔티티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	</a:t>
            </a:r>
            <a:r>
              <a:rPr dirty="0" sz="1950" spc="70" b="1">
                <a:solidFill>
                  <a:srgbClr val="FF3300"/>
                </a:solidFill>
                <a:latin typeface="Malgun Gothic"/>
                <a:cs typeface="Malgun Gothic"/>
              </a:rPr>
              <a:t>타입이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경우에는</a:t>
            </a:r>
            <a:r>
              <a:rPr dirty="0" sz="1950" spc="-10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반드시</a:t>
            </a:r>
            <a:r>
              <a:rPr dirty="0" sz="1950" spc="-75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역할을</a:t>
            </a:r>
            <a:r>
              <a:rPr dirty="0" sz="1950" spc="-6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250" b="1">
                <a:solidFill>
                  <a:srgbClr val="FF3300"/>
                </a:solidFill>
                <a:latin typeface="Malgun Gothic"/>
                <a:cs typeface="Malgun Gothic"/>
              </a:rPr>
              <a:t>표기해🅓</a:t>
            </a:r>
            <a:r>
              <a:rPr dirty="0" sz="1950" spc="-10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함</a:t>
            </a:r>
            <a:r>
              <a:rPr dirty="0" sz="1950" spc="-6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b="1">
                <a:solidFill>
                  <a:srgbClr val="FF3300"/>
                </a:solidFill>
                <a:latin typeface="Malgun Gothic"/>
                <a:cs typeface="Malgun Gothic"/>
              </a:rPr>
              <a:t>(순환적</a:t>
            </a:r>
            <a:r>
              <a:rPr dirty="0" sz="1950" spc="-10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1950" spc="-25" b="1">
                <a:solidFill>
                  <a:srgbClr val="FF3300"/>
                </a:solidFill>
                <a:latin typeface="Malgun Gothic"/>
                <a:cs typeface="Malgun Gothic"/>
              </a:rPr>
              <a:t>관계)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5" name="object 5" descr=""/>
          <p:cNvSpPr txBox="1"/>
          <p:nvPr/>
        </p:nvSpPr>
        <p:spPr>
          <a:xfrm>
            <a:off x="1317772" y="3564224"/>
            <a:ext cx="339407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27660" indent="-314960">
              <a:lnSpc>
                <a:spcPct val="100000"/>
              </a:lnSpc>
              <a:spcBef>
                <a:spcPts val="130"/>
              </a:spcBef>
              <a:buFont typeface="MingLiU_HKSCS-ExtB"/>
              <a:buChar char="✓"/>
              <a:tabLst>
                <a:tab pos="327660" algn="l"/>
              </a:tabLst>
            </a:pP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타입의</a:t>
            </a:r>
            <a:r>
              <a:rPr dirty="0" sz="1950" spc="-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간선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위에</a:t>
            </a:r>
            <a:r>
              <a:rPr dirty="0" sz="1950" spc="-5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표시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5127497" y="3787901"/>
            <a:ext cx="4820920" cy="2799715"/>
            <a:chOff x="5127497" y="3787901"/>
            <a:chExt cx="4820920" cy="2799715"/>
          </a:xfrm>
        </p:grpSpPr>
        <p:pic>
          <p:nvPicPr>
            <p:cNvPr id="7" name="object 7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134355" y="3894701"/>
              <a:ext cx="4794210" cy="2685930"/>
            </a:xfrm>
            <a:prstGeom prst="rect">
              <a:avLst/>
            </a:prstGeom>
          </p:spPr>
        </p:pic>
        <p:sp>
          <p:nvSpPr>
            <p:cNvPr id="8" name="object 8" descr=""/>
            <p:cNvSpPr/>
            <p:nvPr/>
          </p:nvSpPr>
          <p:spPr>
            <a:xfrm>
              <a:off x="5131307" y="3791711"/>
              <a:ext cx="4813300" cy="2792095"/>
            </a:xfrm>
            <a:custGeom>
              <a:avLst/>
              <a:gdLst/>
              <a:ahLst/>
              <a:cxnLst/>
              <a:rect l="l" t="t" r="r" b="b"/>
              <a:pathLst>
                <a:path w="4813300" h="2792095">
                  <a:moveTo>
                    <a:pt x="0" y="0"/>
                  </a:moveTo>
                  <a:lnTo>
                    <a:pt x="4812792" y="0"/>
                  </a:lnTo>
                  <a:lnTo>
                    <a:pt x="4812792" y="2791968"/>
                  </a:lnTo>
                  <a:lnTo>
                    <a:pt x="0" y="2791968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/>
          <p:nvPr/>
        </p:nvSpPr>
        <p:spPr>
          <a:xfrm>
            <a:off x="9298869" y="7275359"/>
            <a:ext cx="245110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550" spc="-25">
                <a:latin typeface="Arial MT"/>
                <a:cs typeface="Arial MT"/>
              </a:rPr>
              <a:t>40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4</a:t>
            </a:r>
            <a:r>
              <a:rPr dirty="0" spc="-25"/>
              <a:t>1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694521"/>
            <a:ext cx="9158605" cy="474662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481965" indent="-469265">
              <a:lnSpc>
                <a:spcPct val="100000"/>
              </a:lnSpc>
              <a:spcBef>
                <a:spcPts val="1220"/>
              </a:spcBef>
              <a:buClr>
                <a:srgbClr val="000000"/>
              </a:buClr>
              <a:buSzPct val="109090"/>
              <a:buFont typeface="MingLiU_HKSCS-ExtB"/>
              <a:buChar char="❑"/>
              <a:tabLst>
                <a:tab pos="481965" algn="l"/>
              </a:tabLst>
            </a:pPr>
            <a:r>
              <a:rPr dirty="0" sz="2200" spc="-30" b="1">
                <a:solidFill>
                  <a:srgbClr val="FF3300"/>
                </a:solidFill>
                <a:latin typeface="Malgun Gothic"/>
                <a:cs typeface="Malgun Gothic"/>
              </a:rPr>
              <a:t>데이터베이스</a:t>
            </a:r>
            <a:r>
              <a:rPr dirty="0" sz="2200" spc="-16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2200" b="1">
                <a:solidFill>
                  <a:srgbClr val="FF3300"/>
                </a:solidFill>
                <a:latin typeface="Malgun Gothic"/>
                <a:cs typeface="Malgun Gothic"/>
              </a:rPr>
              <a:t>설계</a:t>
            </a:r>
            <a:r>
              <a:rPr dirty="0" sz="2200" spc="-14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2200" b="1">
                <a:solidFill>
                  <a:srgbClr val="FF3300"/>
                </a:solidFill>
                <a:latin typeface="Malgun Gothic"/>
                <a:cs typeface="Malgun Gothic"/>
              </a:rPr>
              <a:t>과정</a:t>
            </a:r>
            <a:r>
              <a:rPr dirty="0" sz="2200" spc="-140" b="1">
                <a:solidFill>
                  <a:srgbClr val="FF3300"/>
                </a:solidFill>
                <a:latin typeface="Malgun Gothic"/>
                <a:cs typeface="Malgun Gothic"/>
              </a:rPr>
              <a:t> </a:t>
            </a:r>
            <a:r>
              <a:rPr dirty="0" sz="2200" spc="-25" b="1">
                <a:solidFill>
                  <a:srgbClr val="FF3300"/>
                </a:solidFill>
                <a:latin typeface="Malgun Gothic"/>
                <a:cs typeface="Malgun Gothic"/>
              </a:rPr>
              <a:t>요약</a:t>
            </a:r>
            <a:endParaRPr sz="220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3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응용의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요구사항을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수집하여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기술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1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응용과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연관이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있는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타입들을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식별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응용과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연관이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있는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관계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타입들을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식별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관계가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spc="75" b="1">
                <a:latin typeface="Malgun Gothic"/>
                <a:cs typeface="Malgun Gothic"/>
              </a:rPr>
              <a:t>1:1,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1:N,</a:t>
            </a:r>
            <a:r>
              <a:rPr dirty="0" sz="1950" spc="-55" b="1">
                <a:latin typeface="Malgun Gothic"/>
                <a:cs typeface="Malgun Gothic"/>
              </a:rPr>
              <a:t> </a:t>
            </a:r>
            <a:r>
              <a:rPr dirty="0" sz="1950" spc="-110" b="1">
                <a:latin typeface="Malgun Gothic"/>
                <a:cs typeface="Malgun Gothic"/>
              </a:rPr>
              <a:t>M:N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중에서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어느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것에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해당하는지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결정</a:t>
            </a:r>
            <a:endParaRPr sz="1950">
              <a:latin typeface="Malgun Gothic"/>
              <a:cs typeface="Malgun Gothic"/>
            </a:endParaRPr>
          </a:p>
          <a:p>
            <a:pPr lvl="1" marL="832485" marR="5080" indent="-315595">
              <a:lnSpc>
                <a:spcPct val="142500"/>
              </a:lnSpc>
              <a:buFont typeface="MingLiU_HKSCS-ExtB"/>
              <a:buChar char="✓"/>
              <a:tabLst>
                <a:tab pos="832485" algn="l"/>
                <a:tab pos="1782445" algn="l"/>
                <a:tab pos="2730500" algn="l"/>
                <a:tab pos="3415029" algn="l"/>
                <a:tab pos="4629150" algn="l"/>
                <a:tab pos="5579745" algn="l"/>
                <a:tab pos="7599045" algn="l"/>
                <a:tab pos="8893810" algn="l"/>
              </a:tabLst>
            </a:pPr>
            <a:r>
              <a:rPr dirty="0" sz="1950" spc="75" b="1">
                <a:latin typeface="Malgun Gothic"/>
                <a:cs typeface="Malgun Gothic"/>
              </a:rPr>
              <a:t>엔티티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70" b="1">
                <a:latin typeface="Malgun Gothic"/>
                <a:cs typeface="Malgun Gothic"/>
              </a:rPr>
              <a:t>타입과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60" b="1">
                <a:latin typeface="Malgun Gothic"/>
                <a:cs typeface="Malgun Gothic"/>
              </a:rPr>
              <a:t>관계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90" b="1">
                <a:latin typeface="Malgun Gothic"/>
                <a:cs typeface="Malgun Gothic"/>
              </a:rPr>
              <a:t>타입들에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75" b="1">
                <a:latin typeface="Malgun Gothic"/>
                <a:cs typeface="Malgun Gothic"/>
              </a:rPr>
              <a:t>필요한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110" b="1">
                <a:latin typeface="Malgun Gothic"/>
                <a:cs typeface="Malgun Gothic"/>
              </a:rPr>
              <a:t>애트리뷰트들을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125" b="1">
                <a:latin typeface="Malgun Gothic"/>
                <a:cs typeface="Malgun Gothic"/>
              </a:rPr>
              <a:t>식별하고,</a:t>
            </a:r>
            <a:r>
              <a:rPr dirty="0" sz="1950" b="1">
                <a:latin typeface="Malgun Gothic"/>
                <a:cs typeface="Malgun Gothic"/>
              </a:rPr>
              <a:t>	</a:t>
            </a:r>
            <a:r>
              <a:rPr dirty="0" sz="1950" spc="-50" b="1">
                <a:latin typeface="Malgun Gothic"/>
                <a:cs typeface="Malgun Gothic"/>
              </a:rPr>
              <a:t>각 </a:t>
            </a:r>
            <a:r>
              <a:rPr dirty="0" sz="1950" b="1">
                <a:latin typeface="Malgun Gothic"/>
                <a:cs typeface="Malgun Gothic"/>
              </a:rPr>
              <a:t>애트리뷰트가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가질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있는</a:t>
            </a:r>
            <a:r>
              <a:rPr dirty="0" sz="1950" spc="-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값들의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집합을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식별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100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타입들을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위한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기본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키를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식별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b="1">
                <a:latin typeface="Malgun Gothic"/>
                <a:cs typeface="Malgun Gothic"/>
              </a:rPr>
              <a:t>응용을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위한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스키마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다이어그램을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그림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스키마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다이어그램이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응용에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대한</a:t>
            </a:r>
            <a:r>
              <a:rPr dirty="0" sz="1950" spc="-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요구사항과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부합되는지</a:t>
            </a:r>
            <a:r>
              <a:rPr dirty="0" sz="1950" spc="-11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검사</a:t>
            </a:r>
            <a:endParaRPr sz="1950">
              <a:latin typeface="Malgun Gothic"/>
              <a:cs typeface="Malgun Gothic"/>
            </a:endParaRPr>
          </a:p>
          <a:p>
            <a:pPr lvl="1" marL="831850" indent="-314960">
              <a:lnSpc>
                <a:spcPct val="100000"/>
              </a:lnSpc>
              <a:spcBef>
                <a:spcPts val="994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스키마</a:t>
            </a:r>
            <a:r>
              <a:rPr dirty="0" sz="1950" spc="-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다이어그램을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spc="-20" b="1">
                <a:latin typeface="Malgun Gothic"/>
                <a:cs typeface="Malgun Gothic"/>
              </a:rPr>
              <a:t>DBMS에서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사용되는</a:t>
            </a:r>
            <a:r>
              <a:rPr dirty="0" sz="1950" spc="-1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데이터베이스</a:t>
            </a:r>
            <a:r>
              <a:rPr dirty="0" sz="1950" spc="-114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모델로</a:t>
            </a:r>
            <a:r>
              <a:rPr dirty="0" sz="1950" spc="-9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변환</a:t>
            </a:r>
            <a:endParaRPr sz="1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735580" y="588263"/>
            <a:ext cx="4991100" cy="75755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3189" rIns="0" bIns="0" rtlCol="0" vert="horz">
            <a:spAutoFit/>
          </a:bodyPr>
          <a:lstStyle/>
          <a:p>
            <a:pPr marL="1490345">
              <a:lnSpc>
                <a:spcPct val="100000"/>
              </a:lnSpc>
              <a:spcBef>
                <a:spcPts val="969"/>
              </a:spcBef>
            </a:pPr>
            <a:r>
              <a:rPr dirty="0" sz="3300" spc="100">
                <a:solidFill>
                  <a:srgbClr val="3333CC"/>
                </a:solidFill>
              </a:rPr>
              <a:t>2.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 spc="150">
                <a:solidFill>
                  <a:srgbClr val="3333CC"/>
                </a:solidFill>
              </a:rPr>
              <a:t>ER</a:t>
            </a:r>
            <a:r>
              <a:rPr dirty="0" sz="3300" spc="-120">
                <a:solidFill>
                  <a:srgbClr val="3333CC"/>
                </a:solidFill>
              </a:rPr>
              <a:t> </a:t>
            </a:r>
            <a:r>
              <a:rPr dirty="0" sz="3300" spc="-25">
                <a:solidFill>
                  <a:srgbClr val="3333CC"/>
                </a:solidFill>
              </a:rPr>
              <a:t>모델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6"/>
            <a:ext cx="237490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spc="100" b="1">
                <a:latin typeface="Malgun Gothic"/>
                <a:cs typeface="Malgun Gothic"/>
              </a:rPr>
              <a:t>ER</a:t>
            </a:r>
            <a:r>
              <a:rPr dirty="0" sz="1950" spc="-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표기법의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요약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460753" y="2551938"/>
            <a:ext cx="6560820" cy="4180840"/>
            <a:chOff x="1460753" y="2551938"/>
            <a:chExt cx="6560820" cy="418084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34644" y="2560319"/>
              <a:ext cx="6263713" cy="4165091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464563" y="2555748"/>
              <a:ext cx="6553200" cy="4173220"/>
            </a:xfrm>
            <a:custGeom>
              <a:avLst/>
              <a:gdLst/>
              <a:ahLst/>
              <a:cxnLst/>
              <a:rect l="l" t="t" r="r" b="b"/>
              <a:pathLst>
                <a:path w="6553200" h="4173220">
                  <a:moveTo>
                    <a:pt x="0" y="0"/>
                  </a:moveTo>
                  <a:lnTo>
                    <a:pt x="6553200" y="0"/>
                  </a:lnTo>
                  <a:lnTo>
                    <a:pt x="6553200" y="4172712"/>
                  </a:lnTo>
                  <a:lnTo>
                    <a:pt x="0" y="4172712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7" name="object 7" descr=""/>
            <p:cNvSpPr/>
            <p:nvPr/>
          </p:nvSpPr>
          <p:spPr>
            <a:xfrm>
              <a:off x="2016379" y="5977382"/>
              <a:ext cx="2084070" cy="321310"/>
            </a:xfrm>
            <a:custGeom>
              <a:avLst/>
              <a:gdLst/>
              <a:ahLst/>
              <a:cxnLst/>
              <a:rect l="l" t="t" r="r" b="b"/>
              <a:pathLst>
                <a:path w="2084070" h="321310">
                  <a:moveTo>
                    <a:pt x="0" y="321182"/>
                  </a:moveTo>
                  <a:lnTo>
                    <a:pt x="45212" y="317118"/>
                  </a:lnTo>
                  <a:lnTo>
                    <a:pt x="85395" y="303974"/>
                  </a:lnTo>
                  <a:lnTo>
                    <a:pt x="102869" y="296544"/>
                  </a:lnTo>
                  <a:lnTo>
                    <a:pt x="123491" y="288522"/>
                  </a:lnTo>
                  <a:lnTo>
                    <a:pt x="177022" y="274095"/>
                  </a:lnTo>
                  <a:lnTo>
                    <a:pt x="245987" y="261786"/>
                  </a:lnTo>
                  <a:lnTo>
                    <a:pt x="284067" y="256381"/>
                  </a:lnTo>
                  <a:lnTo>
                    <a:pt x="324195" y="251499"/>
                  </a:lnTo>
                  <a:lnTo>
                    <a:pt x="366394" y="247141"/>
                  </a:lnTo>
                  <a:lnTo>
                    <a:pt x="411968" y="243232"/>
                  </a:lnTo>
                  <a:lnTo>
                    <a:pt x="462184" y="239871"/>
                  </a:lnTo>
                  <a:lnTo>
                    <a:pt x="517020" y="237033"/>
                  </a:lnTo>
                  <a:lnTo>
                    <a:pt x="576452" y="234695"/>
                  </a:lnTo>
                  <a:lnTo>
                    <a:pt x="618681" y="233468"/>
                  </a:lnTo>
                  <a:lnTo>
                    <a:pt x="662949" y="232457"/>
                  </a:lnTo>
                  <a:lnTo>
                    <a:pt x="709263" y="231663"/>
                  </a:lnTo>
                  <a:lnTo>
                    <a:pt x="757630" y="231092"/>
                  </a:lnTo>
                  <a:lnTo>
                    <a:pt x="808057" y="230747"/>
                  </a:lnTo>
                  <a:lnTo>
                    <a:pt x="860551" y="230631"/>
                  </a:lnTo>
                  <a:lnTo>
                    <a:pt x="906776" y="230631"/>
                  </a:lnTo>
                  <a:lnTo>
                    <a:pt x="953681" y="230631"/>
                  </a:lnTo>
                  <a:lnTo>
                    <a:pt x="1198245" y="230631"/>
                  </a:lnTo>
                  <a:lnTo>
                    <a:pt x="1256263" y="230399"/>
                  </a:lnTo>
                  <a:lnTo>
                    <a:pt x="1312211" y="229705"/>
                  </a:lnTo>
                  <a:lnTo>
                    <a:pt x="1366091" y="228552"/>
                  </a:lnTo>
                  <a:lnTo>
                    <a:pt x="1417907" y="226944"/>
                  </a:lnTo>
                  <a:lnTo>
                    <a:pt x="1467664" y="224884"/>
                  </a:lnTo>
                  <a:lnTo>
                    <a:pt x="1515363" y="222376"/>
                  </a:lnTo>
                  <a:lnTo>
                    <a:pt x="1570213" y="219421"/>
                  </a:lnTo>
                  <a:lnTo>
                    <a:pt x="1622753" y="217112"/>
                  </a:lnTo>
                  <a:lnTo>
                    <a:pt x="1672988" y="215454"/>
                  </a:lnTo>
                  <a:lnTo>
                    <a:pt x="1720925" y="214456"/>
                  </a:lnTo>
                  <a:lnTo>
                    <a:pt x="1766570" y="214121"/>
                  </a:lnTo>
                  <a:lnTo>
                    <a:pt x="1820070" y="213600"/>
                  </a:lnTo>
                  <a:lnTo>
                    <a:pt x="1869487" y="212042"/>
                  </a:lnTo>
                  <a:lnTo>
                    <a:pt x="1914784" y="209460"/>
                  </a:lnTo>
                  <a:lnTo>
                    <a:pt x="1955926" y="205866"/>
                  </a:lnTo>
                  <a:lnTo>
                    <a:pt x="2019776" y="198707"/>
                  </a:lnTo>
                  <a:lnTo>
                    <a:pt x="2064365" y="191734"/>
                  </a:lnTo>
                  <a:lnTo>
                    <a:pt x="2072322" y="190468"/>
                  </a:lnTo>
                  <a:lnTo>
                    <a:pt x="2078755" y="189726"/>
                  </a:lnTo>
                  <a:lnTo>
                    <a:pt x="2083688" y="189483"/>
                  </a:lnTo>
                </a:path>
                <a:path w="2084070" h="321310">
                  <a:moveTo>
                    <a:pt x="238759" y="0"/>
                  </a:moveTo>
                  <a:lnTo>
                    <a:pt x="238759" y="0"/>
                  </a:lnTo>
                  <a:lnTo>
                    <a:pt x="337565" y="0"/>
                  </a:lnTo>
                  <a:lnTo>
                    <a:pt x="355592" y="763"/>
                  </a:lnTo>
                  <a:lnTo>
                    <a:pt x="376713" y="3063"/>
                  </a:lnTo>
                  <a:lnTo>
                    <a:pt x="400931" y="6911"/>
                  </a:lnTo>
                  <a:lnTo>
                    <a:pt x="428244" y="12318"/>
                  </a:lnTo>
                  <a:lnTo>
                    <a:pt x="459081" y="18770"/>
                  </a:lnTo>
                  <a:lnTo>
                    <a:pt x="494061" y="25733"/>
                  </a:lnTo>
                  <a:lnTo>
                    <a:pt x="533185" y="33196"/>
                  </a:lnTo>
                  <a:lnTo>
                    <a:pt x="576452" y="41147"/>
                  </a:lnTo>
                  <a:lnTo>
                    <a:pt x="622294" y="49414"/>
                  </a:lnTo>
                  <a:lnTo>
                    <a:pt x="669147" y="57657"/>
                  </a:lnTo>
                  <a:lnTo>
                    <a:pt x="717024" y="65901"/>
                  </a:lnTo>
                  <a:lnTo>
                    <a:pt x="765937" y="74167"/>
                  </a:lnTo>
                  <a:lnTo>
                    <a:pt x="815558" y="82379"/>
                  </a:lnTo>
                  <a:lnTo>
                    <a:pt x="865727" y="90614"/>
                  </a:lnTo>
                  <a:lnTo>
                    <a:pt x="916420" y="98849"/>
                  </a:lnTo>
                  <a:lnTo>
                    <a:pt x="967613" y="107060"/>
                  </a:lnTo>
                  <a:lnTo>
                    <a:pt x="1019643" y="115065"/>
                  </a:lnTo>
                  <a:lnTo>
                    <a:pt x="1072673" y="122523"/>
                  </a:lnTo>
                  <a:lnTo>
                    <a:pt x="1126704" y="129456"/>
                  </a:lnTo>
                  <a:lnTo>
                    <a:pt x="1181734" y="135889"/>
                  </a:lnTo>
                  <a:lnTo>
                    <a:pt x="1226724" y="141009"/>
                  </a:lnTo>
                  <a:lnTo>
                    <a:pt x="1272695" y="146458"/>
                  </a:lnTo>
                  <a:lnTo>
                    <a:pt x="1319653" y="152230"/>
                  </a:lnTo>
                  <a:lnTo>
                    <a:pt x="1367606" y="158319"/>
                  </a:lnTo>
                  <a:lnTo>
                    <a:pt x="1416558" y="164718"/>
                  </a:lnTo>
                  <a:lnTo>
                    <a:pt x="1476754" y="172670"/>
                  </a:lnTo>
                  <a:lnTo>
                    <a:pt x="1533890" y="180133"/>
                  </a:lnTo>
                  <a:lnTo>
                    <a:pt x="1587954" y="187096"/>
                  </a:lnTo>
                  <a:lnTo>
                    <a:pt x="1638934" y="193547"/>
                  </a:lnTo>
                  <a:lnTo>
                    <a:pt x="1686748" y="199217"/>
                  </a:lnTo>
                  <a:lnTo>
                    <a:pt x="1731502" y="203850"/>
                  </a:lnTo>
                  <a:lnTo>
                    <a:pt x="1773183" y="207460"/>
                  </a:lnTo>
                  <a:lnTo>
                    <a:pt x="1811782" y="210057"/>
                  </a:lnTo>
                  <a:lnTo>
                    <a:pt x="1847099" y="212340"/>
                  </a:lnTo>
                  <a:lnTo>
                    <a:pt x="1878774" y="215169"/>
                  </a:lnTo>
                  <a:lnTo>
                    <a:pt x="1931288" y="222376"/>
                  </a:lnTo>
                  <a:lnTo>
                    <a:pt x="1969389" y="229584"/>
                  </a:lnTo>
                  <a:lnTo>
                    <a:pt x="2004059" y="237489"/>
                  </a:lnTo>
                  <a:lnTo>
                    <a:pt x="2012187" y="238886"/>
                  </a:lnTo>
                  <a:lnTo>
                    <a:pt x="2036953" y="238886"/>
                  </a:lnTo>
                  <a:lnTo>
                    <a:pt x="2042413" y="238886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3029585" y="2921889"/>
              <a:ext cx="4818380" cy="2652395"/>
            </a:xfrm>
            <a:custGeom>
              <a:avLst/>
              <a:gdLst/>
              <a:ahLst/>
              <a:cxnLst/>
              <a:rect l="l" t="t" r="r" b="b"/>
              <a:pathLst>
                <a:path w="4818380" h="2652395">
                  <a:moveTo>
                    <a:pt x="0" y="0"/>
                  </a:moveTo>
                  <a:lnTo>
                    <a:pt x="0" y="0"/>
                  </a:lnTo>
                  <a:lnTo>
                    <a:pt x="153669" y="0"/>
                  </a:lnTo>
                  <a:lnTo>
                    <a:pt x="161925" y="1397"/>
                  </a:lnTo>
                  <a:lnTo>
                    <a:pt x="202263" y="10243"/>
                  </a:lnTo>
                  <a:lnTo>
                    <a:pt x="251144" y="16140"/>
                  </a:lnTo>
                  <a:lnTo>
                    <a:pt x="263525" y="16383"/>
                  </a:lnTo>
                  <a:lnTo>
                    <a:pt x="276147" y="16644"/>
                  </a:lnTo>
                  <a:lnTo>
                    <a:pt x="289258" y="17430"/>
                  </a:lnTo>
                  <a:lnTo>
                    <a:pt x="302869" y="18740"/>
                  </a:lnTo>
                  <a:lnTo>
                    <a:pt x="316991" y="20574"/>
                  </a:lnTo>
                  <a:lnTo>
                    <a:pt x="331188" y="22387"/>
                  </a:lnTo>
                  <a:lnTo>
                    <a:pt x="344836" y="23653"/>
                  </a:lnTo>
                  <a:lnTo>
                    <a:pt x="357961" y="24395"/>
                  </a:lnTo>
                  <a:lnTo>
                    <a:pt x="370586" y="24637"/>
                  </a:lnTo>
                  <a:lnTo>
                    <a:pt x="382688" y="24637"/>
                  </a:lnTo>
                  <a:lnTo>
                    <a:pt x="394255" y="24637"/>
                  </a:lnTo>
                  <a:lnTo>
                    <a:pt x="405322" y="24637"/>
                  </a:lnTo>
                  <a:lnTo>
                    <a:pt x="415925" y="24637"/>
                  </a:lnTo>
                  <a:lnTo>
                    <a:pt x="426212" y="24899"/>
                  </a:lnTo>
                  <a:lnTo>
                    <a:pt x="436499" y="25685"/>
                  </a:lnTo>
                  <a:lnTo>
                    <a:pt x="446786" y="26995"/>
                  </a:lnTo>
                  <a:lnTo>
                    <a:pt x="457073" y="28828"/>
                  </a:lnTo>
                  <a:lnTo>
                    <a:pt x="467100" y="30589"/>
                  </a:lnTo>
                  <a:lnTo>
                    <a:pt x="476615" y="31861"/>
                  </a:lnTo>
                  <a:lnTo>
                    <a:pt x="485630" y="32633"/>
                  </a:lnTo>
                  <a:lnTo>
                    <a:pt x="494156" y="32892"/>
                  </a:lnTo>
                  <a:lnTo>
                    <a:pt x="505078" y="32892"/>
                  </a:lnTo>
                  <a:lnTo>
                    <a:pt x="513334" y="34289"/>
                  </a:lnTo>
                  <a:lnTo>
                    <a:pt x="518794" y="37084"/>
                  </a:lnTo>
                  <a:lnTo>
                    <a:pt x="524255" y="39750"/>
                  </a:lnTo>
                  <a:lnTo>
                    <a:pt x="531113" y="41148"/>
                  </a:lnTo>
                  <a:lnTo>
                    <a:pt x="539368" y="41148"/>
                  </a:lnTo>
                  <a:lnTo>
                    <a:pt x="545820" y="41148"/>
                  </a:lnTo>
                  <a:lnTo>
                    <a:pt x="552783" y="41148"/>
                  </a:lnTo>
                  <a:lnTo>
                    <a:pt x="560246" y="41148"/>
                  </a:lnTo>
                  <a:lnTo>
                    <a:pt x="568198" y="41148"/>
                  </a:lnTo>
                </a:path>
                <a:path w="4818380" h="2652395">
                  <a:moveTo>
                    <a:pt x="107060" y="980059"/>
                  </a:moveTo>
                  <a:lnTo>
                    <a:pt x="107060" y="980059"/>
                  </a:lnTo>
                  <a:lnTo>
                    <a:pt x="389763" y="980059"/>
                  </a:lnTo>
                  <a:lnTo>
                    <a:pt x="395224" y="980059"/>
                  </a:lnTo>
                </a:path>
                <a:path w="4818380" h="2652395">
                  <a:moveTo>
                    <a:pt x="16382" y="1902460"/>
                  </a:moveTo>
                  <a:lnTo>
                    <a:pt x="16382" y="1902460"/>
                  </a:lnTo>
                  <a:lnTo>
                    <a:pt x="343153" y="1902460"/>
                  </a:lnTo>
                  <a:lnTo>
                    <a:pt x="354075" y="1902460"/>
                  </a:lnTo>
                </a:path>
                <a:path w="4818380" h="2652395">
                  <a:moveTo>
                    <a:pt x="131698" y="2618994"/>
                  </a:moveTo>
                  <a:lnTo>
                    <a:pt x="131698" y="2618994"/>
                  </a:lnTo>
                  <a:lnTo>
                    <a:pt x="631316" y="2618994"/>
                  </a:lnTo>
                  <a:lnTo>
                    <a:pt x="642365" y="2618994"/>
                  </a:lnTo>
                </a:path>
                <a:path w="4818380" h="2652395">
                  <a:moveTo>
                    <a:pt x="3566160" y="1301241"/>
                  </a:moveTo>
                  <a:lnTo>
                    <a:pt x="3566160" y="1301241"/>
                  </a:lnTo>
                  <a:lnTo>
                    <a:pt x="3957319" y="1301241"/>
                  </a:lnTo>
                  <a:lnTo>
                    <a:pt x="3979465" y="1300982"/>
                  </a:lnTo>
                  <a:lnTo>
                    <a:pt x="4000563" y="1300210"/>
                  </a:lnTo>
                  <a:lnTo>
                    <a:pt x="4020613" y="1298938"/>
                  </a:lnTo>
                  <a:lnTo>
                    <a:pt x="4039616" y="1297177"/>
                  </a:lnTo>
                  <a:lnTo>
                    <a:pt x="4057405" y="1295344"/>
                  </a:lnTo>
                  <a:lnTo>
                    <a:pt x="4073636" y="1294034"/>
                  </a:lnTo>
                  <a:lnTo>
                    <a:pt x="4088318" y="1293248"/>
                  </a:lnTo>
                  <a:lnTo>
                    <a:pt x="4101465" y="1292987"/>
                  </a:lnTo>
                  <a:lnTo>
                    <a:pt x="4113827" y="1292987"/>
                  </a:lnTo>
                  <a:lnTo>
                    <a:pt x="4126166" y="1292987"/>
                  </a:lnTo>
                  <a:lnTo>
                    <a:pt x="4340224" y="1292987"/>
                  </a:lnTo>
                  <a:lnTo>
                    <a:pt x="4352867" y="1292727"/>
                  </a:lnTo>
                  <a:lnTo>
                    <a:pt x="4366021" y="1291955"/>
                  </a:lnTo>
                  <a:lnTo>
                    <a:pt x="4379676" y="1290683"/>
                  </a:lnTo>
                  <a:lnTo>
                    <a:pt x="4393819" y="1288923"/>
                  </a:lnTo>
                  <a:lnTo>
                    <a:pt x="4407439" y="1287089"/>
                  </a:lnTo>
                  <a:lnTo>
                    <a:pt x="4419536" y="1285779"/>
                  </a:lnTo>
                  <a:lnTo>
                    <a:pt x="4430109" y="1284993"/>
                  </a:lnTo>
                  <a:lnTo>
                    <a:pt x="4439158" y="1284732"/>
                  </a:lnTo>
                  <a:lnTo>
                    <a:pt x="4447369" y="1284732"/>
                  </a:lnTo>
                  <a:lnTo>
                    <a:pt x="4455604" y="1284732"/>
                  </a:lnTo>
                  <a:lnTo>
                    <a:pt x="4575047" y="1284732"/>
                  </a:lnTo>
                  <a:lnTo>
                    <a:pt x="4583303" y="1283462"/>
                  </a:lnTo>
                  <a:lnTo>
                    <a:pt x="4591431" y="1280667"/>
                  </a:lnTo>
                  <a:lnTo>
                    <a:pt x="4597622" y="1278592"/>
                  </a:lnTo>
                  <a:lnTo>
                    <a:pt x="4603813" y="1276540"/>
                  </a:lnTo>
                  <a:lnTo>
                    <a:pt x="4610004" y="1274488"/>
                  </a:lnTo>
                  <a:lnTo>
                    <a:pt x="4649089" y="1268349"/>
                  </a:lnTo>
                  <a:lnTo>
                    <a:pt x="4658612" y="1268349"/>
                  </a:lnTo>
                  <a:lnTo>
                    <a:pt x="4666599" y="1268349"/>
                  </a:lnTo>
                  <a:lnTo>
                    <a:pt x="4812411" y="1268349"/>
                  </a:lnTo>
                  <a:lnTo>
                    <a:pt x="4817998" y="1268349"/>
                  </a:lnTo>
                </a:path>
                <a:path w="4818380" h="2652395">
                  <a:moveTo>
                    <a:pt x="3623817" y="1523619"/>
                  </a:moveTo>
                  <a:lnTo>
                    <a:pt x="3623817" y="1523619"/>
                  </a:lnTo>
                  <a:lnTo>
                    <a:pt x="4179696" y="1523619"/>
                  </a:lnTo>
                  <a:lnTo>
                    <a:pt x="4193317" y="1523359"/>
                  </a:lnTo>
                  <a:lnTo>
                    <a:pt x="4205414" y="1522587"/>
                  </a:lnTo>
                  <a:lnTo>
                    <a:pt x="4215987" y="1521315"/>
                  </a:lnTo>
                  <a:lnTo>
                    <a:pt x="4225036" y="1519555"/>
                  </a:lnTo>
                  <a:lnTo>
                    <a:pt x="4233489" y="1517721"/>
                  </a:lnTo>
                  <a:lnTo>
                    <a:pt x="4242466" y="1516411"/>
                  </a:lnTo>
                  <a:lnTo>
                    <a:pt x="4251967" y="1515625"/>
                  </a:lnTo>
                  <a:lnTo>
                    <a:pt x="4261993" y="1515364"/>
                  </a:lnTo>
                  <a:lnTo>
                    <a:pt x="4273063" y="1515364"/>
                  </a:lnTo>
                  <a:lnTo>
                    <a:pt x="4285694" y="1515364"/>
                  </a:lnTo>
                  <a:lnTo>
                    <a:pt x="4632706" y="1515364"/>
                  </a:lnTo>
                  <a:lnTo>
                    <a:pt x="4642993" y="1515104"/>
                  </a:lnTo>
                  <a:lnTo>
                    <a:pt x="4653279" y="1514332"/>
                  </a:lnTo>
                  <a:lnTo>
                    <a:pt x="4663567" y="1513060"/>
                  </a:lnTo>
                  <a:lnTo>
                    <a:pt x="4673854" y="1511300"/>
                  </a:lnTo>
                  <a:lnTo>
                    <a:pt x="4683619" y="1509466"/>
                  </a:lnTo>
                  <a:lnTo>
                    <a:pt x="4692348" y="1508156"/>
                  </a:lnTo>
                  <a:lnTo>
                    <a:pt x="4700053" y="1507370"/>
                  </a:lnTo>
                  <a:lnTo>
                    <a:pt x="4706746" y="1507108"/>
                  </a:lnTo>
                  <a:lnTo>
                    <a:pt x="4715001" y="1507108"/>
                  </a:lnTo>
                  <a:lnTo>
                    <a:pt x="4723257" y="1507108"/>
                  </a:lnTo>
                  <a:lnTo>
                    <a:pt x="4731512" y="1507108"/>
                  </a:lnTo>
                  <a:lnTo>
                    <a:pt x="4737945" y="1507108"/>
                  </a:lnTo>
                  <a:lnTo>
                    <a:pt x="4744878" y="1507108"/>
                  </a:lnTo>
                  <a:lnTo>
                    <a:pt x="4752336" y="1507108"/>
                  </a:lnTo>
                  <a:lnTo>
                    <a:pt x="4760341" y="1507108"/>
                  </a:lnTo>
                </a:path>
                <a:path w="4818380" h="2652395">
                  <a:moveTo>
                    <a:pt x="3590797" y="2470785"/>
                  </a:moveTo>
                  <a:lnTo>
                    <a:pt x="3590797" y="2470785"/>
                  </a:lnTo>
                  <a:lnTo>
                    <a:pt x="3693794" y="2470785"/>
                  </a:lnTo>
                  <a:lnTo>
                    <a:pt x="3701514" y="2470523"/>
                  </a:lnTo>
                  <a:lnTo>
                    <a:pt x="3712305" y="2469737"/>
                  </a:lnTo>
                  <a:lnTo>
                    <a:pt x="3726191" y="2468427"/>
                  </a:lnTo>
                  <a:lnTo>
                    <a:pt x="3743197" y="2466594"/>
                  </a:lnTo>
                  <a:lnTo>
                    <a:pt x="3761696" y="2464833"/>
                  </a:lnTo>
                  <a:lnTo>
                    <a:pt x="3780218" y="2463561"/>
                  </a:lnTo>
                  <a:lnTo>
                    <a:pt x="3798740" y="2462789"/>
                  </a:lnTo>
                  <a:lnTo>
                    <a:pt x="3817239" y="2462530"/>
                  </a:lnTo>
                  <a:lnTo>
                    <a:pt x="3836574" y="2462530"/>
                  </a:lnTo>
                  <a:lnTo>
                    <a:pt x="3857434" y="2462530"/>
                  </a:lnTo>
                  <a:lnTo>
                    <a:pt x="4002659" y="2462530"/>
                  </a:lnTo>
                  <a:lnTo>
                    <a:pt x="4026826" y="2462268"/>
                  </a:lnTo>
                  <a:lnTo>
                    <a:pt x="4072114" y="2460172"/>
                  </a:lnTo>
                  <a:lnTo>
                    <a:pt x="4113281" y="2456318"/>
                  </a:lnTo>
                  <a:lnTo>
                    <a:pt x="4167378" y="2450211"/>
                  </a:lnTo>
                  <a:lnTo>
                    <a:pt x="4214455" y="2443978"/>
                  </a:lnTo>
                  <a:lnTo>
                    <a:pt x="4229099" y="2441956"/>
                  </a:lnTo>
                  <a:lnTo>
                    <a:pt x="4243242" y="2440122"/>
                  </a:lnTo>
                  <a:lnTo>
                    <a:pt x="4256897" y="2438812"/>
                  </a:lnTo>
                  <a:lnTo>
                    <a:pt x="4270051" y="2438026"/>
                  </a:lnTo>
                  <a:lnTo>
                    <a:pt x="4282694" y="2437765"/>
                  </a:lnTo>
                  <a:lnTo>
                    <a:pt x="4294741" y="2437765"/>
                  </a:lnTo>
                  <a:lnTo>
                    <a:pt x="4306300" y="2437765"/>
                  </a:lnTo>
                  <a:lnTo>
                    <a:pt x="4364990" y="2437765"/>
                  </a:lnTo>
                  <a:lnTo>
                    <a:pt x="4373201" y="2437505"/>
                  </a:lnTo>
                  <a:lnTo>
                    <a:pt x="4381436" y="2436733"/>
                  </a:lnTo>
                  <a:lnTo>
                    <a:pt x="4389671" y="2435461"/>
                  </a:lnTo>
                  <a:lnTo>
                    <a:pt x="4397883" y="2433701"/>
                  </a:lnTo>
                  <a:lnTo>
                    <a:pt x="4405905" y="2431867"/>
                  </a:lnTo>
                  <a:lnTo>
                    <a:pt x="4413392" y="2430557"/>
                  </a:lnTo>
                  <a:lnTo>
                    <a:pt x="4420332" y="2429771"/>
                  </a:lnTo>
                  <a:lnTo>
                    <a:pt x="4426712" y="2429510"/>
                  </a:lnTo>
                  <a:lnTo>
                    <a:pt x="4434967" y="2429510"/>
                  </a:lnTo>
                  <a:lnTo>
                    <a:pt x="4441824" y="2429510"/>
                  </a:lnTo>
                  <a:lnTo>
                    <a:pt x="4526915" y="2429510"/>
                  </a:lnTo>
                  <a:lnTo>
                    <a:pt x="4537964" y="2429510"/>
                  </a:lnTo>
                </a:path>
                <a:path w="4818380" h="2652395">
                  <a:moveTo>
                    <a:pt x="3607308" y="2651887"/>
                  </a:moveTo>
                  <a:lnTo>
                    <a:pt x="3607308" y="2651887"/>
                  </a:lnTo>
                  <a:lnTo>
                    <a:pt x="3722623" y="2651887"/>
                  </a:lnTo>
                  <a:lnTo>
                    <a:pt x="3730835" y="2651644"/>
                  </a:lnTo>
                  <a:lnTo>
                    <a:pt x="3739070" y="2650902"/>
                  </a:lnTo>
                  <a:lnTo>
                    <a:pt x="3747305" y="2649636"/>
                  </a:lnTo>
                  <a:lnTo>
                    <a:pt x="3755516" y="2647823"/>
                  </a:lnTo>
                  <a:lnTo>
                    <a:pt x="3763783" y="2645747"/>
                  </a:lnTo>
                  <a:lnTo>
                    <a:pt x="3772027" y="2643695"/>
                  </a:lnTo>
                  <a:lnTo>
                    <a:pt x="3780270" y="2641643"/>
                  </a:lnTo>
                  <a:lnTo>
                    <a:pt x="3788537" y="2639568"/>
                  </a:lnTo>
                  <a:lnTo>
                    <a:pt x="3796990" y="2637492"/>
                  </a:lnTo>
                  <a:lnTo>
                    <a:pt x="3835017" y="2629552"/>
                  </a:lnTo>
                  <a:lnTo>
                    <a:pt x="3854322" y="2627249"/>
                  </a:lnTo>
                  <a:lnTo>
                    <a:pt x="3859911" y="2627249"/>
                  </a:lnTo>
                  <a:lnTo>
                    <a:pt x="3865371" y="2627249"/>
                  </a:lnTo>
                  <a:lnTo>
                    <a:pt x="3870833" y="2627249"/>
                  </a:lnTo>
                  <a:lnTo>
                    <a:pt x="3876293" y="2627249"/>
                  </a:lnTo>
                  <a:lnTo>
                    <a:pt x="3881755" y="2627249"/>
                  </a:lnTo>
                  <a:lnTo>
                    <a:pt x="3887342" y="2627249"/>
                  </a:lnTo>
                </a:path>
              </a:pathLst>
            </a:custGeom>
            <a:ln w="12700">
              <a:solidFill>
                <a:srgbClr val="0000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4</a:t>
            </a:r>
            <a:r>
              <a:rPr dirty="0" spc="-25"/>
              <a:t>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785814" y="1556900"/>
            <a:ext cx="9159240" cy="4979670"/>
          </a:xfrm>
          <a:prstGeom prst="rect">
            <a:avLst/>
          </a:prstGeom>
        </p:spPr>
        <p:txBody>
          <a:bodyPr wrap="square" lIns="0" tIns="142875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125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기업에서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흔히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볼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5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있는</a:t>
            </a:r>
            <a:r>
              <a:rPr dirty="0" sz="1950" spc="-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작은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세계에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관한</a:t>
            </a:r>
            <a:r>
              <a:rPr dirty="0" sz="1950" spc="-55" b="1">
                <a:latin typeface="Malgun Gothic"/>
                <a:cs typeface="Malgun Gothic"/>
              </a:rPr>
              <a:t> </a:t>
            </a:r>
            <a:r>
              <a:rPr dirty="0" sz="1950" spc="-20" b="1">
                <a:latin typeface="Malgun Gothic"/>
                <a:cs typeface="Malgun Gothic"/>
              </a:rPr>
              <a:t>요구사항</a:t>
            </a:r>
            <a:endParaRPr sz="1950">
              <a:latin typeface="Malgun Gothic"/>
              <a:cs typeface="Malgun Gothic"/>
            </a:endParaRPr>
          </a:p>
          <a:p>
            <a:pPr algn="just" lvl="1" marL="831850" indent="-314960">
              <a:lnSpc>
                <a:spcPct val="100000"/>
              </a:lnSpc>
              <a:spcBef>
                <a:spcPts val="910"/>
              </a:spcBef>
              <a:buFont typeface="MingLiU_HKSCS-ExtB"/>
              <a:buChar char="✓"/>
              <a:tabLst>
                <a:tab pos="831850" algn="l"/>
              </a:tabLst>
            </a:pPr>
            <a:r>
              <a:rPr dirty="0" sz="1750" b="1">
                <a:latin typeface="Malgun Gothic"/>
                <a:cs typeface="Malgun Gothic"/>
              </a:rPr>
              <a:t>회사에는</a:t>
            </a:r>
            <a:r>
              <a:rPr dirty="0" sz="1750" spc="-14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다수의</a:t>
            </a:r>
            <a:r>
              <a:rPr dirty="0" sz="1750" spc="-15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사원들이</a:t>
            </a:r>
            <a:r>
              <a:rPr dirty="0" sz="1750" spc="-135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재직</a:t>
            </a:r>
            <a:endParaRPr sz="1750">
              <a:latin typeface="Malgun Gothic"/>
              <a:cs typeface="Malgun Gothic"/>
            </a:endParaRPr>
          </a:p>
          <a:p>
            <a:pPr algn="just" lvl="1" marL="832485" marR="8255" indent="-315595">
              <a:lnSpc>
                <a:spcPct val="141100"/>
              </a:lnSpc>
              <a:spcBef>
                <a:spcPts val="10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750" b="1">
                <a:latin typeface="Malgun Gothic"/>
                <a:cs typeface="Malgun Gothic"/>
              </a:rPr>
              <a:t>각</a:t>
            </a:r>
            <a:r>
              <a:rPr dirty="0" sz="1750" spc="7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사원에</a:t>
            </a:r>
            <a:r>
              <a:rPr dirty="0" sz="1750" spc="7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대해서</a:t>
            </a:r>
            <a:r>
              <a:rPr dirty="0" sz="1750" spc="7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사원번호(고유함),</a:t>
            </a:r>
            <a:r>
              <a:rPr dirty="0" sz="1750" spc="10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이름,</a:t>
            </a:r>
            <a:r>
              <a:rPr dirty="0" sz="1750" spc="10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직책,</a:t>
            </a:r>
            <a:r>
              <a:rPr dirty="0" sz="1750" spc="8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급여,</a:t>
            </a:r>
            <a:r>
              <a:rPr dirty="0" sz="1750" spc="8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주소를</a:t>
            </a:r>
            <a:r>
              <a:rPr dirty="0" sz="1750" spc="9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저장.</a:t>
            </a:r>
            <a:r>
              <a:rPr dirty="0" sz="1750" spc="10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주소는</a:t>
            </a:r>
            <a:r>
              <a:rPr dirty="0" sz="1750" spc="75" b="1">
                <a:latin typeface="Malgun Gothic"/>
                <a:cs typeface="Malgun Gothic"/>
              </a:rPr>
              <a:t> </a:t>
            </a:r>
            <a:r>
              <a:rPr dirty="0" sz="1750" spc="50" b="1">
                <a:latin typeface="Malgun Gothic"/>
                <a:cs typeface="Malgun Gothic"/>
              </a:rPr>
              <a:t>시,</a:t>
            </a:r>
            <a:r>
              <a:rPr dirty="0" sz="1750" spc="10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구, </a:t>
            </a:r>
            <a:r>
              <a:rPr dirty="0" sz="1750" b="1">
                <a:latin typeface="Malgun Gothic"/>
                <a:cs typeface="Malgun Gothic"/>
              </a:rPr>
              <a:t>동으로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세분하여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나타냄</a:t>
            </a:r>
            <a:endParaRPr sz="17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1100"/>
              </a:lnSpc>
              <a:spcBef>
                <a:spcPts val="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750" b="1">
                <a:latin typeface="Malgun Gothic"/>
                <a:cs typeface="Malgun Gothic"/>
              </a:rPr>
              <a:t>각</a:t>
            </a:r>
            <a:r>
              <a:rPr dirty="0" sz="1750" spc="41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사원은</a:t>
            </a:r>
            <a:r>
              <a:rPr dirty="0" sz="1750" spc="4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0명</a:t>
            </a:r>
            <a:r>
              <a:rPr dirty="0" sz="1750" spc="41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이상의</a:t>
            </a:r>
            <a:r>
              <a:rPr dirty="0" sz="1750" spc="44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부양가족을</a:t>
            </a:r>
            <a:r>
              <a:rPr dirty="0" sz="1750" spc="4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가질</a:t>
            </a:r>
            <a:r>
              <a:rPr dirty="0" sz="1750" spc="41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수</a:t>
            </a:r>
            <a:r>
              <a:rPr dirty="0" sz="1750" spc="420" b="1">
                <a:latin typeface="Malgun Gothic"/>
                <a:cs typeface="Malgun Gothic"/>
              </a:rPr>
              <a:t> </a:t>
            </a:r>
            <a:r>
              <a:rPr dirty="0" sz="1750" spc="75" b="1">
                <a:latin typeface="Malgun Gothic"/>
                <a:cs typeface="Malgun Gothic"/>
              </a:rPr>
              <a:t>있음.</a:t>
            </a:r>
            <a:r>
              <a:rPr dirty="0" sz="1750" spc="35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한</a:t>
            </a:r>
            <a:r>
              <a:rPr dirty="0" sz="1750" spc="44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부양가족은</a:t>
            </a:r>
            <a:r>
              <a:rPr dirty="0" sz="1750" spc="41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두</a:t>
            </a:r>
            <a:r>
              <a:rPr dirty="0" sz="1750" spc="4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명</a:t>
            </a:r>
            <a:r>
              <a:rPr dirty="0" sz="1750" spc="415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이상의 </a:t>
            </a:r>
            <a:r>
              <a:rPr dirty="0" sz="1750" b="1">
                <a:latin typeface="Malgun Gothic"/>
                <a:cs typeface="Malgun Gothic"/>
              </a:rPr>
              <a:t>사원에게</a:t>
            </a:r>
            <a:r>
              <a:rPr dirty="0" sz="1750" spc="-10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속하지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않음.</a:t>
            </a:r>
            <a:r>
              <a:rPr dirty="0" sz="1750" spc="-9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각</a:t>
            </a:r>
            <a:r>
              <a:rPr dirty="0" sz="1750" spc="-85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부양가족에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대해서</a:t>
            </a:r>
            <a:r>
              <a:rPr dirty="0" sz="1750" spc="-105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부양가족의</a:t>
            </a:r>
            <a:r>
              <a:rPr dirty="0" sz="1750" spc="-10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이름과</a:t>
            </a:r>
            <a:r>
              <a:rPr dirty="0" sz="1750" spc="-10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성별을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저장</a:t>
            </a:r>
            <a:endParaRPr sz="1750">
              <a:latin typeface="Malgun Gothic"/>
              <a:cs typeface="Malgun Gothic"/>
            </a:endParaRPr>
          </a:p>
          <a:p>
            <a:pPr algn="just" lvl="1" marL="832485" marR="6985" indent="-315595">
              <a:lnSpc>
                <a:spcPct val="1411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750" b="1">
                <a:latin typeface="Malgun Gothic"/>
                <a:cs typeface="Malgun Gothic"/>
              </a:rPr>
              <a:t>회사는</a:t>
            </a:r>
            <a:r>
              <a:rPr dirty="0" sz="1750" spc="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여러</a:t>
            </a:r>
            <a:r>
              <a:rPr dirty="0" sz="1750" spc="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개의</a:t>
            </a:r>
            <a:r>
              <a:rPr dirty="0" sz="1750" spc="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프로젝트들을</a:t>
            </a:r>
            <a:r>
              <a:rPr dirty="0" sz="1750" spc="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진행.</a:t>
            </a:r>
            <a:r>
              <a:rPr dirty="0" sz="1750" spc="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각</a:t>
            </a:r>
            <a:r>
              <a:rPr dirty="0" sz="1750" spc="2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프로젝트에</a:t>
            </a:r>
            <a:r>
              <a:rPr dirty="0" sz="1750" spc="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대해서</a:t>
            </a:r>
            <a:r>
              <a:rPr dirty="0" sz="1750" spc="10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프로젝트번호(고유함), </a:t>
            </a:r>
            <a:r>
              <a:rPr dirty="0" sz="1750" spc="55" b="1">
                <a:latin typeface="Malgun Gothic"/>
                <a:cs typeface="Malgun Gothic"/>
              </a:rPr>
              <a:t>이름,</a:t>
            </a:r>
            <a:r>
              <a:rPr dirty="0" sz="1750" spc="350" b="1">
                <a:latin typeface="Malgun Gothic"/>
                <a:cs typeface="Malgun Gothic"/>
              </a:rPr>
              <a:t> </a:t>
            </a:r>
            <a:r>
              <a:rPr dirty="0" sz="1750" spc="55" b="1">
                <a:latin typeface="Malgun Gothic"/>
                <a:cs typeface="Malgun Gothic"/>
              </a:rPr>
              <a:t>예산,</a:t>
            </a:r>
            <a:r>
              <a:rPr dirty="0" sz="1750" spc="35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프로젝트가</a:t>
            </a:r>
            <a:r>
              <a:rPr dirty="0" sz="1750" spc="37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진행되는</a:t>
            </a:r>
            <a:r>
              <a:rPr dirty="0" sz="1750" spc="37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위치를</a:t>
            </a:r>
            <a:r>
              <a:rPr dirty="0" sz="1750" spc="39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나타냄.</a:t>
            </a:r>
            <a:r>
              <a:rPr dirty="0" sz="1750" spc="35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한</a:t>
            </a:r>
            <a:r>
              <a:rPr dirty="0" sz="1750" spc="39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프로젝트는</a:t>
            </a:r>
            <a:r>
              <a:rPr dirty="0" sz="1750" spc="39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여러</a:t>
            </a:r>
            <a:r>
              <a:rPr dirty="0" sz="1750" spc="365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위치에서 </a:t>
            </a:r>
            <a:r>
              <a:rPr dirty="0" sz="1750" spc="50" b="1">
                <a:latin typeface="Malgun Gothic"/>
                <a:cs typeface="Malgun Gothic"/>
              </a:rPr>
              <a:t>진행될</a:t>
            </a:r>
            <a:r>
              <a:rPr dirty="0" sz="1750" spc="47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수</a:t>
            </a:r>
            <a:r>
              <a:rPr dirty="0" sz="1750" spc="475" b="1">
                <a:latin typeface="Malgun Gothic"/>
                <a:cs typeface="Malgun Gothic"/>
              </a:rPr>
              <a:t> </a:t>
            </a:r>
            <a:r>
              <a:rPr dirty="0" sz="1750" spc="90" b="1">
                <a:latin typeface="Malgun Gothic"/>
                <a:cs typeface="Malgun Gothic"/>
              </a:rPr>
              <a:t>있음.</a:t>
            </a:r>
            <a:r>
              <a:rPr dirty="0" sz="1750" spc="37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각</a:t>
            </a:r>
            <a:r>
              <a:rPr dirty="0" sz="1750" spc="455" b="1">
                <a:latin typeface="Malgun Gothic"/>
                <a:cs typeface="Malgun Gothic"/>
              </a:rPr>
              <a:t> </a:t>
            </a:r>
            <a:r>
              <a:rPr dirty="0" sz="1750" spc="65" b="1">
                <a:latin typeface="Malgun Gothic"/>
                <a:cs typeface="Malgun Gothic"/>
              </a:rPr>
              <a:t>프로젝트마다</a:t>
            </a:r>
            <a:r>
              <a:rPr dirty="0" sz="1750" spc="48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여러</a:t>
            </a:r>
            <a:r>
              <a:rPr dirty="0" sz="1750" spc="45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명의</a:t>
            </a:r>
            <a:r>
              <a:rPr dirty="0" sz="1750" spc="455" b="1">
                <a:latin typeface="Malgun Gothic"/>
                <a:cs typeface="Malgun Gothic"/>
              </a:rPr>
              <a:t> </a:t>
            </a:r>
            <a:r>
              <a:rPr dirty="0" sz="1750" spc="60" b="1">
                <a:latin typeface="Malgun Gothic"/>
                <a:cs typeface="Malgun Gothic"/>
              </a:rPr>
              <a:t>사원들이</a:t>
            </a:r>
            <a:r>
              <a:rPr dirty="0" sz="1750" spc="455" b="1">
                <a:latin typeface="Malgun Gothic"/>
                <a:cs typeface="Malgun Gothic"/>
              </a:rPr>
              <a:t> </a:t>
            </a:r>
            <a:r>
              <a:rPr dirty="0" sz="1750" spc="90" b="1">
                <a:latin typeface="Malgun Gothic"/>
                <a:cs typeface="Malgun Gothic"/>
              </a:rPr>
              <a:t>일함.</a:t>
            </a:r>
            <a:r>
              <a:rPr dirty="0" sz="1750" spc="35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각</a:t>
            </a:r>
            <a:r>
              <a:rPr dirty="0" sz="1750" spc="475" b="1">
                <a:latin typeface="Malgun Gothic"/>
                <a:cs typeface="Malgun Gothic"/>
              </a:rPr>
              <a:t> </a:t>
            </a:r>
            <a:r>
              <a:rPr dirty="0" sz="1750" spc="50" b="1">
                <a:latin typeface="Malgun Gothic"/>
                <a:cs typeface="Malgun Gothic"/>
              </a:rPr>
              <a:t>사원은</a:t>
            </a:r>
            <a:r>
              <a:rPr dirty="0" sz="1750" spc="455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여러</a:t>
            </a:r>
            <a:endParaRPr sz="1750">
              <a:latin typeface="Malgun Gothic"/>
              <a:cs typeface="Malgun Gothic"/>
            </a:endParaRPr>
          </a:p>
          <a:p>
            <a:pPr algn="just" marL="832485" marR="5080">
              <a:lnSpc>
                <a:spcPct val="141100"/>
              </a:lnSpc>
              <a:spcBef>
                <a:spcPts val="15"/>
              </a:spcBef>
            </a:pPr>
            <a:r>
              <a:rPr dirty="0" sz="1750" b="1">
                <a:latin typeface="Malgun Gothic"/>
                <a:cs typeface="Malgun Gothic"/>
              </a:rPr>
              <a:t>프로젝트에서</a:t>
            </a:r>
            <a:r>
              <a:rPr dirty="0" sz="1750" spc="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근무할</a:t>
            </a:r>
            <a:r>
              <a:rPr dirty="0" sz="1750" spc="-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수</a:t>
            </a:r>
            <a:r>
              <a:rPr dirty="0" sz="1750" spc="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있음.</a:t>
            </a:r>
            <a:r>
              <a:rPr dirty="0" sz="1750" spc="1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각</a:t>
            </a:r>
            <a:r>
              <a:rPr dirty="0" sz="1750" spc="-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사원이</a:t>
            </a:r>
            <a:r>
              <a:rPr dirty="0" sz="1750" spc="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해당</a:t>
            </a:r>
            <a:r>
              <a:rPr dirty="0" sz="1750" spc="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프로젝트에서</a:t>
            </a:r>
            <a:r>
              <a:rPr dirty="0" sz="1750" spc="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어떤</a:t>
            </a:r>
            <a:r>
              <a:rPr dirty="0" sz="1750" spc="1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역할을</a:t>
            </a:r>
            <a:r>
              <a:rPr dirty="0" sz="1750" spc="-15" b="1">
                <a:latin typeface="Malgun Gothic"/>
                <a:cs typeface="Malgun Gothic"/>
              </a:rPr>
              <a:t> </a:t>
            </a:r>
            <a:r>
              <a:rPr dirty="0" sz="1750" spc="-10" b="1">
                <a:latin typeface="Malgun Gothic"/>
                <a:cs typeface="Malgun Gothic"/>
              </a:rPr>
              <a:t>수행하고, </a:t>
            </a:r>
            <a:r>
              <a:rPr dirty="0" sz="1750" b="1">
                <a:latin typeface="Malgun Gothic"/>
                <a:cs typeface="Malgun Gothic"/>
              </a:rPr>
              <a:t>얼마</a:t>
            </a:r>
            <a:r>
              <a:rPr dirty="0" sz="1750" spc="2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동안</a:t>
            </a:r>
            <a:r>
              <a:rPr dirty="0" sz="1750" spc="2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근무해</a:t>
            </a:r>
            <a:r>
              <a:rPr dirty="0" sz="1750" spc="2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왔는가를</a:t>
            </a:r>
            <a:r>
              <a:rPr dirty="0" sz="1750" spc="22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나타냄.</a:t>
            </a:r>
            <a:r>
              <a:rPr dirty="0" sz="1750" spc="23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각</a:t>
            </a:r>
            <a:r>
              <a:rPr dirty="0" sz="1750" spc="2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프로젝트마다</a:t>
            </a:r>
            <a:r>
              <a:rPr dirty="0" sz="1750" spc="2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한</a:t>
            </a:r>
            <a:r>
              <a:rPr dirty="0" sz="1750" spc="22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명의</a:t>
            </a:r>
            <a:r>
              <a:rPr dirty="0" sz="1750" spc="2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프로젝트</a:t>
            </a:r>
            <a:r>
              <a:rPr dirty="0" sz="1750" spc="225" b="1">
                <a:latin typeface="Malgun Gothic"/>
                <a:cs typeface="Malgun Gothic"/>
              </a:rPr>
              <a:t> </a:t>
            </a:r>
            <a:r>
              <a:rPr dirty="0" sz="1750" spc="-20" b="1">
                <a:latin typeface="Malgun Gothic"/>
                <a:cs typeface="Malgun Gothic"/>
              </a:rPr>
              <a:t>관리자가 </a:t>
            </a:r>
            <a:r>
              <a:rPr dirty="0" sz="1750" b="1">
                <a:latin typeface="Malgun Gothic"/>
                <a:cs typeface="Malgun Gothic"/>
              </a:rPr>
              <a:t>있음.</a:t>
            </a:r>
            <a:r>
              <a:rPr dirty="0" sz="1750" spc="7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한</a:t>
            </a:r>
            <a:r>
              <a:rPr dirty="0" sz="1750" spc="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사원은</a:t>
            </a:r>
            <a:r>
              <a:rPr dirty="0" sz="1750" spc="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두</a:t>
            </a:r>
            <a:r>
              <a:rPr dirty="0" sz="1750" spc="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개</a:t>
            </a:r>
            <a:r>
              <a:rPr dirty="0" sz="1750" spc="6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이상의</a:t>
            </a:r>
            <a:r>
              <a:rPr dirty="0" sz="1750" spc="6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프로젝트의</a:t>
            </a:r>
            <a:r>
              <a:rPr dirty="0" sz="1750" spc="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관리자가</a:t>
            </a:r>
            <a:r>
              <a:rPr dirty="0" sz="1750" spc="6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될</a:t>
            </a:r>
            <a:r>
              <a:rPr dirty="0" sz="1750" spc="4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수는</a:t>
            </a:r>
            <a:r>
              <a:rPr dirty="0" sz="1750" spc="6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없음.</a:t>
            </a:r>
            <a:r>
              <a:rPr dirty="0" sz="1750" spc="55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프로젝트</a:t>
            </a:r>
            <a:r>
              <a:rPr dirty="0" sz="1750" spc="60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관리자 </a:t>
            </a:r>
            <a:r>
              <a:rPr dirty="0" sz="1750" b="1">
                <a:latin typeface="Malgun Gothic"/>
                <a:cs typeface="Malgun Gothic"/>
              </a:rPr>
              <a:t>임무를</a:t>
            </a:r>
            <a:r>
              <a:rPr dirty="0" sz="1750" spc="-12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시작한</a:t>
            </a:r>
            <a:r>
              <a:rPr dirty="0" sz="1750" spc="-130" b="1">
                <a:latin typeface="Malgun Gothic"/>
                <a:cs typeface="Malgun Gothic"/>
              </a:rPr>
              <a:t> </a:t>
            </a:r>
            <a:r>
              <a:rPr dirty="0" sz="1750" b="1">
                <a:latin typeface="Malgun Gothic"/>
                <a:cs typeface="Malgun Gothic"/>
              </a:rPr>
              <a:t>날짜를</a:t>
            </a:r>
            <a:r>
              <a:rPr dirty="0" sz="1750" spc="-114" b="1">
                <a:latin typeface="Malgun Gothic"/>
                <a:cs typeface="Malgun Gothic"/>
              </a:rPr>
              <a:t> </a:t>
            </a:r>
            <a:r>
              <a:rPr dirty="0" sz="1750" spc="-25" b="1">
                <a:latin typeface="Malgun Gothic"/>
                <a:cs typeface="Malgun Gothic"/>
              </a:rPr>
              <a:t>기록</a:t>
            </a:r>
            <a:endParaRPr sz="1750">
              <a:latin typeface="Malgun Gothic"/>
              <a:cs typeface="Malgun Gothic"/>
            </a:endParaRPr>
          </a:p>
        </p:txBody>
      </p:sp>
      <p:sp>
        <p:nvSpPr>
          <p:cNvPr id="4" name="object 4" descr=""/>
          <p:cNvSpPr/>
          <p:nvPr/>
        </p:nvSpPr>
        <p:spPr>
          <a:xfrm>
            <a:off x="6143371" y="6965695"/>
            <a:ext cx="4538345" cy="420370"/>
          </a:xfrm>
          <a:custGeom>
            <a:avLst/>
            <a:gdLst/>
            <a:ahLst/>
            <a:cxnLst/>
            <a:rect l="l" t="t" r="r" b="b"/>
            <a:pathLst>
              <a:path w="4538345" h="420370">
                <a:moveTo>
                  <a:pt x="2396617" y="304673"/>
                </a:moveTo>
                <a:lnTo>
                  <a:pt x="2476241" y="303779"/>
                </a:lnTo>
                <a:lnTo>
                  <a:pt x="2522235" y="302656"/>
                </a:lnTo>
                <a:lnTo>
                  <a:pt x="2572347" y="301079"/>
                </a:lnTo>
                <a:lnTo>
                  <a:pt x="2626572" y="299043"/>
                </a:lnTo>
                <a:lnTo>
                  <a:pt x="2684906" y="296545"/>
                </a:lnTo>
                <a:lnTo>
                  <a:pt x="2722374" y="294830"/>
                </a:lnTo>
                <a:lnTo>
                  <a:pt x="2762311" y="293038"/>
                </a:lnTo>
                <a:lnTo>
                  <a:pt x="2804719" y="291169"/>
                </a:lnTo>
                <a:lnTo>
                  <a:pt x="2849598" y="289221"/>
                </a:lnTo>
                <a:lnTo>
                  <a:pt x="2896949" y="287194"/>
                </a:lnTo>
                <a:lnTo>
                  <a:pt x="2946772" y="285087"/>
                </a:lnTo>
                <a:lnTo>
                  <a:pt x="2999069" y="282899"/>
                </a:lnTo>
                <a:lnTo>
                  <a:pt x="3053840" y="280630"/>
                </a:lnTo>
                <a:lnTo>
                  <a:pt x="3111087" y="278278"/>
                </a:lnTo>
                <a:lnTo>
                  <a:pt x="3170808" y="275844"/>
                </a:lnTo>
                <a:lnTo>
                  <a:pt x="3217917" y="273891"/>
                </a:lnTo>
                <a:lnTo>
                  <a:pt x="3265460" y="271787"/>
                </a:lnTo>
                <a:lnTo>
                  <a:pt x="3313438" y="269531"/>
                </a:lnTo>
                <a:lnTo>
                  <a:pt x="3361852" y="267125"/>
                </a:lnTo>
                <a:lnTo>
                  <a:pt x="3410702" y="264570"/>
                </a:lnTo>
                <a:lnTo>
                  <a:pt x="3459991" y="261867"/>
                </a:lnTo>
                <a:lnTo>
                  <a:pt x="3509719" y="259017"/>
                </a:lnTo>
                <a:lnTo>
                  <a:pt x="3559887" y="256021"/>
                </a:lnTo>
                <a:lnTo>
                  <a:pt x="3610496" y="252880"/>
                </a:lnTo>
                <a:lnTo>
                  <a:pt x="3661548" y="249595"/>
                </a:lnTo>
                <a:lnTo>
                  <a:pt x="3713042" y="246167"/>
                </a:lnTo>
                <a:lnTo>
                  <a:pt x="3764981" y="242597"/>
                </a:lnTo>
                <a:lnTo>
                  <a:pt x="3817365" y="238887"/>
                </a:lnTo>
                <a:lnTo>
                  <a:pt x="3866377" y="235308"/>
                </a:lnTo>
                <a:lnTo>
                  <a:pt x="3915765" y="231647"/>
                </a:lnTo>
                <a:lnTo>
                  <a:pt x="3965531" y="227904"/>
                </a:lnTo>
                <a:lnTo>
                  <a:pt x="4015675" y="224079"/>
                </a:lnTo>
                <a:lnTo>
                  <a:pt x="4066197" y="220171"/>
                </a:lnTo>
                <a:lnTo>
                  <a:pt x="4117098" y="216180"/>
                </a:lnTo>
                <a:lnTo>
                  <a:pt x="4168378" y="212105"/>
                </a:lnTo>
                <a:lnTo>
                  <a:pt x="4220036" y="207947"/>
                </a:lnTo>
                <a:lnTo>
                  <a:pt x="4272074" y="203706"/>
                </a:lnTo>
                <a:lnTo>
                  <a:pt x="4324492" y="199380"/>
                </a:lnTo>
                <a:lnTo>
                  <a:pt x="4377289" y="194969"/>
                </a:lnTo>
                <a:lnTo>
                  <a:pt x="4430467" y="190474"/>
                </a:lnTo>
                <a:lnTo>
                  <a:pt x="4484025" y="185894"/>
                </a:lnTo>
                <a:lnTo>
                  <a:pt x="4537963" y="181229"/>
                </a:lnTo>
              </a:path>
              <a:path w="4538345" h="420370">
                <a:moveTo>
                  <a:pt x="1606042" y="395351"/>
                </a:moveTo>
                <a:lnTo>
                  <a:pt x="1657950" y="392646"/>
                </a:lnTo>
                <a:lnTo>
                  <a:pt x="1709408" y="390059"/>
                </a:lnTo>
                <a:lnTo>
                  <a:pt x="1760414" y="387588"/>
                </a:lnTo>
                <a:lnTo>
                  <a:pt x="1810968" y="385233"/>
                </a:lnTo>
                <a:lnTo>
                  <a:pt x="1861068" y="382994"/>
                </a:lnTo>
                <a:lnTo>
                  <a:pt x="1910714" y="380873"/>
                </a:lnTo>
                <a:lnTo>
                  <a:pt x="1959906" y="378867"/>
                </a:lnTo>
                <a:lnTo>
                  <a:pt x="2008641" y="376978"/>
                </a:lnTo>
                <a:lnTo>
                  <a:pt x="2056919" y="375205"/>
                </a:lnTo>
                <a:lnTo>
                  <a:pt x="2104740" y="373549"/>
                </a:lnTo>
                <a:lnTo>
                  <a:pt x="2152102" y="372009"/>
                </a:lnTo>
                <a:lnTo>
                  <a:pt x="2199004" y="370586"/>
                </a:lnTo>
                <a:lnTo>
                  <a:pt x="2242696" y="369325"/>
                </a:lnTo>
                <a:lnTo>
                  <a:pt x="2287604" y="368065"/>
                </a:lnTo>
                <a:lnTo>
                  <a:pt x="2333730" y="366805"/>
                </a:lnTo>
                <a:lnTo>
                  <a:pt x="2381073" y="365545"/>
                </a:lnTo>
                <a:lnTo>
                  <a:pt x="2429633" y="364284"/>
                </a:lnTo>
                <a:lnTo>
                  <a:pt x="2479411" y="363024"/>
                </a:lnTo>
                <a:lnTo>
                  <a:pt x="2530407" y="361764"/>
                </a:lnTo>
                <a:lnTo>
                  <a:pt x="2582620" y="360504"/>
                </a:lnTo>
                <a:lnTo>
                  <a:pt x="2636050" y="359243"/>
                </a:lnTo>
                <a:lnTo>
                  <a:pt x="2690697" y="357983"/>
                </a:lnTo>
                <a:lnTo>
                  <a:pt x="2746562" y="356723"/>
                </a:lnTo>
                <a:lnTo>
                  <a:pt x="2803645" y="355463"/>
                </a:lnTo>
                <a:lnTo>
                  <a:pt x="2861945" y="354203"/>
                </a:lnTo>
                <a:lnTo>
                  <a:pt x="2907249" y="353247"/>
                </a:lnTo>
                <a:lnTo>
                  <a:pt x="2953068" y="352351"/>
                </a:lnTo>
                <a:lnTo>
                  <a:pt x="2999401" y="351516"/>
                </a:lnTo>
                <a:lnTo>
                  <a:pt x="3046248" y="350740"/>
                </a:lnTo>
                <a:lnTo>
                  <a:pt x="3093610" y="350023"/>
                </a:lnTo>
                <a:lnTo>
                  <a:pt x="3141485" y="349366"/>
                </a:lnTo>
                <a:lnTo>
                  <a:pt x="3189875" y="348768"/>
                </a:lnTo>
                <a:lnTo>
                  <a:pt x="3238779" y="348228"/>
                </a:lnTo>
                <a:lnTo>
                  <a:pt x="3288196" y="347746"/>
                </a:lnTo>
                <a:lnTo>
                  <a:pt x="3338129" y="347322"/>
                </a:lnTo>
                <a:lnTo>
                  <a:pt x="3388575" y="346955"/>
                </a:lnTo>
                <a:lnTo>
                  <a:pt x="3439535" y="346646"/>
                </a:lnTo>
                <a:lnTo>
                  <a:pt x="3491010" y="346394"/>
                </a:lnTo>
                <a:lnTo>
                  <a:pt x="3542998" y="346198"/>
                </a:lnTo>
                <a:lnTo>
                  <a:pt x="3595501" y="346059"/>
                </a:lnTo>
                <a:lnTo>
                  <a:pt x="3648518" y="345975"/>
                </a:lnTo>
                <a:lnTo>
                  <a:pt x="3702050" y="345948"/>
                </a:lnTo>
                <a:lnTo>
                  <a:pt x="3758871" y="345948"/>
                </a:lnTo>
                <a:lnTo>
                  <a:pt x="3815081" y="345948"/>
                </a:lnTo>
                <a:lnTo>
                  <a:pt x="4490295" y="345948"/>
                </a:lnTo>
                <a:lnTo>
                  <a:pt x="4537963" y="345948"/>
                </a:lnTo>
              </a:path>
              <a:path w="4538345" h="420370">
                <a:moveTo>
                  <a:pt x="856487" y="395351"/>
                </a:moveTo>
                <a:lnTo>
                  <a:pt x="925444" y="387382"/>
                </a:lnTo>
                <a:lnTo>
                  <a:pt x="967697" y="382947"/>
                </a:lnTo>
                <a:lnTo>
                  <a:pt x="1015134" y="378210"/>
                </a:lnTo>
                <a:lnTo>
                  <a:pt x="1067754" y="373173"/>
                </a:lnTo>
                <a:lnTo>
                  <a:pt x="1125558" y="367834"/>
                </a:lnTo>
                <a:lnTo>
                  <a:pt x="1188545" y="362194"/>
                </a:lnTo>
                <a:lnTo>
                  <a:pt x="1256716" y="356253"/>
                </a:lnTo>
                <a:lnTo>
                  <a:pt x="1330071" y="350012"/>
                </a:lnTo>
                <a:lnTo>
                  <a:pt x="1379062" y="345964"/>
                </a:lnTo>
                <a:lnTo>
                  <a:pt x="1428391" y="342042"/>
                </a:lnTo>
                <a:lnTo>
                  <a:pt x="1478059" y="338243"/>
                </a:lnTo>
                <a:lnTo>
                  <a:pt x="1528063" y="334569"/>
                </a:lnTo>
                <a:lnTo>
                  <a:pt x="1578405" y="331020"/>
                </a:lnTo>
                <a:lnTo>
                  <a:pt x="1629083" y="327595"/>
                </a:lnTo>
                <a:lnTo>
                  <a:pt x="1680098" y="324294"/>
                </a:lnTo>
                <a:lnTo>
                  <a:pt x="1731450" y="321118"/>
                </a:lnTo>
                <a:lnTo>
                  <a:pt x="1783137" y="318066"/>
                </a:lnTo>
                <a:lnTo>
                  <a:pt x="1835160" y="315138"/>
                </a:lnTo>
                <a:lnTo>
                  <a:pt x="1887519" y="312335"/>
                </a:lnTo>
                <a:lnTo>
                  <a:pt x="1940213" y="309657"/>
                </a:lnTo>
                <a:lnTo>
                  <a:pt x="1993241" y="307102"/>
                </a:lnTo>
                <a:lnTo>
                  <a:pt x="2046604" y="304673"/>
                </a:lnTo>
                <a:lnTo>
                  <a:pt x="2096639" y="302524"/>
                </a:lnTo>
                <a:lnTo>
                  <a:pt x="2146820" y="300446"/>
                </a:lnTo>
                <a:lnTo>
                  <a:pt x="2197146" y="298440"/>
                </a:lnTo>
                <a:lnTo>
                  <a:pt x="2247619" y="296506"/>
                </a:lnTo>
                <a:lnTo>
                  <a:pt x="2298239" y="294644"/>
                </a:lnTo>
                <a:lnTo>
                  <a:pt x="2349005" y="292854"/>
                </a:lnTo>
                <a:lnTo>
                  <a:pt x="2399918" y="291137"/>
                </a:lnTo>
                <a:lnTo>
                  <a:pt x="2450978" y="289492"/>
                </a:lnTo>
                <a:lnTo>
                  <a:pt x="2502186" y="287921"/>
                </a:lnTo>
                <a:lnTo>
                  <a:pt x="2553541" y="286422"/>
                </a:lnTo>
                <a:lnTo>
                  <a:pt x="2605045" y="284997"/>
                </a:lnTo>
                <a:lnTo>
                  <a:pt x="2656696" y="283645"/>
                </a:lnTo>
                <a:lnTo>
                  <a:pt x="2708496" y="282368"/>
                </a:lnTo>
                <a:lnTo>
                  <a:pt x="2760444" y="281164"/>
                </a:lnTo>
                <a:lnTo>
                  <a:pt x="2812542" y="280035"/>
                </a:lnTo>
                <a:lnTo>
                  <a:pt x="2864510" y="278978"/>
                </a:lnTo>
                <a:lnTo>
                  <a:pt x="2916073" y="277993"/>
                </a:lnTo>
                <a:lnTo>
                  <a:pt x="2967230" y="277079"/>
                </a:lnTo>
                <a:lnTo>
                  <a:pt x="3017982" y="276237"/>
                </a:lnTo>
                <a:lnTo>
                  <a:pt x="3068329" y="275467"/>
                </a:lnTo>
                <a:lnTo>
                  <a:pt x="3118272" y="274770"/>
                </a:lnTo>
                <a:lnTo>
                  <a:pt x="3167812" y="274144"/>
                </a:lnTo>
                <a:lnTo>
                  <a:pt x="3216948" y="273592"/>
                </a:lnTo>
                <a:lnTo>
                  <a:pt x="3265682" y="273112"/>
                </a:lnTo>
                <a:lnTo>
                  <a:pt x="3314013" y="272706"/>
                </a:lnTo>
                <a:lnTo>
                  <a:pt x="3361942" y="272373"/>
                </a:lnTo>
                <a:lnTo>
                  <a:pt x="3409470" y="272114"/>
                </a:lnTo>
                <a:lnTo>
                  <a:pt x="3456597" y="271928"/>
                </a:lnTo>
                <a:lnTo>
                  <a:pt x="3503323" y="271817"/>
                </a:lnTo>
                <a:lnTo>
                  <a:pt x="3549650" y="271780"/>
                </a:lnTo>
                <a:lnTo>
                  <a:pt x="3611460" y="271780"/>
                </a:lnTo>
                <a:lnTo>
                  <a:pt x="3671091" y="271780"/>
                </a:lnTo>
                <a:lnTo>
                  <a:pt x="4473364" y="271780"/>
                </a:lnTo>
                <a:lnTo>
                  <a:pt x="4488560" y="271780"/>
                </a:lnTo>
              </a:path>
              <a:path w="4538345" h="420370">
                <a:moveTo>
                  <a:pt x="0" y="419989"/>
                </a:moveTo>
                <a:lnTo>
                  <a:pt x="39593" y="408317"/>
                </a:lnTo>
                <a:lnTo>
                  <a:pt x="83045" y="396815"/>
                </a:lnTo>
                <a:lnTo>
                  <a:pt x="130358" y="385479"/>
                </a:lnTo>
                <a:lnTo>
                  <a:pt x="181535" y="374307"/>
                </a:lnTo>
                <a:lnTo>
                  <a:pt x="236577" y="363298"/>
                </a:lnTo>
                <a:lnTo>
                  <a:pt x="295487" y="352448"/>
                </a:lnTo>
                <a:lnTo>
                  <a:pt x="358266" y="341757"/>
                </a:lnTo>
                <a:lnTo>
                  <a:pt x="397218" y="335539"/>
                </a:lnTo>
                <a:lnTo>
                  <a:pt x="438572" y="329205"/>
                </a:lnTo>
                <a:lnTo>
                  <a:pt x="482328" y="322754"/>
                </a:lnTo>
                <a:lnTo>
                  <a:pt x="528484" y="316187"/>
                </a:lnTo>
                <a:lnTo>
                  <a:pt x="577041" y="309504"/>
                </a:lnTo>
                <a:lnTo>
                  <a:pt x="627999" y="302704"/>
                </a:lnTo>
                <a:lnTo>
                  <a:pt x="681356" y="295788"/>
                </a:lnTo>
                <a:lnTo>
                  <a:pt x="737112" y="288755"/>
                </a:lnTo>
                <a:lnTo>
                  <a:pt x="795268" y="281606"/>
                </a:lnTo>
                <a:lnTo>
                  <a:pt x="855821" y="274341"/>
                </a:lnTo>
                <a:lnTo>
                  <a:pt x="918773" y="266959"/>
                </a:lnTo>
                <a:lnTo>
                  <a:pt x="984123" y="259461"/>
                </a:lnTo>
                <a:lnTo>
                  <a:pt x="1028890" y="254410"/>
                </a:lnTo>
                <a:lnTo>
                  <a:pt x="1074420" y="249334"/>
                </a:lnTo>
                <a:lnTo>
                  <a:pt x="1120712" y="244232"/>
                </a:lnTo>
                <a:lnTo>
                  <a:pt x="1167766" y="239104"/>
                </a:lnTo>
                <a:lnTo>
                  <a:pt x="1215583" y="233952"/>
                </a:lnTo>
                <a:lnTo>
                  <a:pt x="1264162" y="228774"/>
                </a:lnTo>
                <a:lnTo>
                  <a:pt x="1313504" y="223570"/>
                </a:lnTo>
                <a:lnTo>
                  <a:pt x="1363610" y="218342"/>
                </a:lnTo>
                <a:lnTo>
                  <a:pt x="1414478" y="213090"/>
                </a:lnTo>
                <a:lnTo>
                  <a:pt x="1466109" y="207812"/>
                </a:lnTo>
                <a:lnTo>
                  <a:pt x="1518504" y="202510"/>
                </a:lnTo>
                <a:lnTo>
                  <a:pt x="1571662" y="197183"/>
                </a:lnTo>
                <a:lnTo>
                  <a:pt x="1625584" y="191833"/>
                </a:lnTo>
                <a:lnTo>
                  <a:pt x="1680269" y="186458"/>
                </a:lnTo>
                <a:lnTo>
                  <a:pt x="1735718" y="181059"/>
                </a:lnTo>
                <a:lnTo>
                  <a:pt x="1791932" y="175636"/>
                </a:lnTo>
                <a:lnTo>
                  <a:pt x="1848909" y="170189"/>
                </a:lnTo>
                <a:lnTo>
                  <a:pt x="1906651" y="164719"/>
                </a:lnTo>
                <a:lnTo>
                  <a:pt x="1958923" y="159825"/>
                </a:lnTo>
                <a:lnTo>
                  <a:pt x="2011155" y="155011"/>
                </a:lnTo>
                <a:lnTo>
                  <a:pt x="2063347" y="150278"/>
                </a:lnTo>
                <a:lnTo>
                  <a:pt x="2115498" y="145625"/>
                </a:lnTo>
                <a:lnTo>
                  <a:pt x="2167610" y="141053"/>
                </a:lnTo>
                <a:lnTo>
                  <a:pt x="2219680" y="136562"/>
                </a:lnTo>
                <a:lnTo>
                  <a:pt x="2271711" y="132152"/>
                </a:lnTo>
                <a:lnTo>
                  <a:pt x="2323700" y="127823"/>
                </a:lnTo>
                <a:lnTo>
                  <a:pt x="2375649" y="123577"/>
                </a:lnTo>
                <a:lnTo>
                  <a:pt x="2427557" y="119411"/>
                </a:lnTo>
                <a:lnTo>
                  <a:pt x="2479424" y="115328"/>
                </a:lnTo>
                <a:lnTo>
                  <a:pt x="2531250" y="111327"/>
                </a:lnTo>
                <a:lnTo>
                  <a:pt x="2583034" y="107408"/>
                </a:lnTo>
                <a:lnTo>
                  <a:pt x="2634778" y="103571"/>
                </a:lnTo>
                <a:lnTo>
                  <a:pt x="2686480" y="99818"/>
                </a:lnTo>
                <a:lnTo>
                  <a:pt x="2738141" y="96147"/>
                </a:lnTo>
                <a:lnTo>
                  <a:pt x="2789760" y="92559"/>
                </a:lnTo>
                <a:lnTo>
                  <a:pt x="2841338" y="89054"/>
                </a:lnTo>
                <a:lnTo>
                  <a:pt x="2892873" y="85633"/>
                </a:lnTo>
                <a:lnTo>
                  <a:pt x="2944368" y="82296"/>
                </a:lnTo>
                <a:lnTo>
                  <a:pt x="3001153" y="78704"/>
                </a:lnTo>
                <a:lnTo>
                  <a:pt x="3057125" y="75212"/>
                </a:lnTo>
                <a:lnTo>
                  <a:pt x="3112283" y="71819"/>
                </a:lnTo>
                <a:lnTo>
                  <a:pt x="3166627" y="68524"/>
                </a:lnTo>
                <a:lnTo>
                  <a:pt x="3220157" y="65330"/>
                </a:lnTo>
                <a:lnTo>
                  <a:pt x="3272874" y="62234"/>
                </a:lnTo>
                <a:lnTo>
                  <a:pt x="3324777" y="59238"/>
                </a:lnTo>
                <a:lnTo>
                  <a:pt x="3375866" y="56342"/>
                </a:lnTo>
                <a:lnTo>
                  <a:pt x="3426142" y="53546"/>
                </a:lnTo>
                <a:lnTo>
                  <a:pt x="3475604" y="50849"/>
                </a:lnTo>
                <a:lnTo>
                  <a:pt x="3524252" y="48253"/>
                </a:lnTo>
                <a:lnTo>
                  <a:pt x="3572086" y="45757"/>
                </a:lnTo>
                <a:lnTo>
                  <a:pt x="3619107" y="43361"/>
                </a:lnTo>
                <a:lnTo>
                  <a:pt x="3665314" y="41066"/>
                </a:lnTo>
                <a:lnTo>
                  <a:pt x="3710707" y="38871"/>
                </a:lnTo>
                <a:lnTo>
                  <a:pt x="3755286" y="36778"/>
                </a:lnTo>
                <a:lnTo>
                  <a:pt x="3799052" y="34785"/>
                </a:lnTo>
                <a:lnTo>
                  <a:pt x="3842004" y="32893"/>
                </a:lnTo>
                <a:lnTo>
                  <a:pt x="3896372" y="30550"/>
                </a:lnTo>
                <a:lnTo>
                  <a:pt x="3950022" y="28205"/>
                </a:lnTo>
                <a:lnTo>
                  <a:pt x="4002953" y="25856"/>
                </a:lnTo>
                <a:lnTo>
                  <a:pt x="4055167" y="23506"/>
                </a:lnTo>
                <a:lnTo>
                  <a:pt x="4106664" y="21153"/>
                </a:lnTo>
                <a:lnTo>
                  <a:pt x="4157445" y="18800"/>
                </a:lnTo>
                <a:lnTo>
                  <a:pt x="4207509" y="16446"/>
                </a:lnTo>
                <a:lnTo>
                  <a:pt x="4256859" y="14092"/>
                </a:lnTo>
                <a:lnTo>
                  <a:pt x="4305493" y="11739"/>
                </a:lnTo>
                <a:lnTo>
                  <a:pt x="4353414" y="9386"/>
                </a:lnTo>
                <a:lnTo>
                  <a:pt x="4400620" y="7036"/>
                </a:lnTo>
                <a:lnTo>
                  <a:pt x="4447114" y="4687"/>
                </a:lnTo>
                <a:lnTo>
                  <a:pt x="4492895" y="2342"/>
                </a:lnTo>
                <a:lnTo>
                  <a:pt x="4537963" y="0"/>
                </a:lnTo>
              </a:path>
            </a:pathLst>
          </a:custGeom>
          <a:ln w="12700">
            <a:solidFill>
              <a:srgbClr val="0000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4</a:t>
            </a: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4" name="object 4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4</a:t>
            </a:r>
            <a:r>
              <a:rPr dirty="0" spc="-25"/>
              <a:t>4</a:t>
            </a:r>
          </a:p>
        </p:txBody>
      </p:sp>
      <p:sp>
        <p:nvSpPr>
          <p:cNvPr id="3" name="object 3" descr=""/>
          <p:cNvSpPr txBox="1"/>
          <p:nvPr/>
        </p:nvSpPr>
        <p:spPr>
          <a:xfrm>
            <a:off x="785932" y="1548072"/>
            <a:ext cx="9158605" cy="5170805"/>
          </a:xfrm>
          <a:prstGeom prst="rect">
            <a:avLst/>
          </a:prstGeom>
        </p:spPr>
        <p:txBody>
          <a:bodyPr wrap="square" lIns="0" tIns="154940" rIns="0" bIns="0" rtlCol="0" vert="horz">
            <a:spAutoFit/>
          </a:bodyPr>
          <a:lstStyle/>
          <a:p>
            <a:pPr marL="389890" indent="-377190">
              <a:lnSpc>
                <a:spcPct val="100000"/>
              </a:lnSpc>
              <a:spcBef>
                <a:spcPts val="1220"/>
              </a:spcBef>
              <a:buSzPct val="109090"/>
              <a:buFont typeface="MingLiU_HKSCS-ExtB"/>
              <a:buChar char="❑"/>
              <a:tabLst>
                <a:tab pos="389890" algn="l"/>
              </a:tabLst>
            </a:pPr>
            <a:r>
              <a:rPr dirty="0" sz="2200" spc="-20" b="1">
                <a:latin typeface="Malgun Gothic"/>
                <a:cs typeface="Malgun Gothic"/>
              </a:rPr>
              <a:t>기업에서</a:t>
            </a:r>
            <a:r>
              <a:rPr dirty="0" sz="2200" spc="-155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흔히</a:t>
            </a:r>
            <a:r>
              <a:rPr dirty="0" sz="2200" spc="-155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볼</a:t>
            </a:r>
            <a:r>
              <a:rPr dirty="0" sz="2200" spc="-110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수</a:t>
            </a:r>
            <a:r>
              <a:rPr dirty="0" sz="2200" spc="-110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있는</a:t>
            </a:r>
            <a:r>
              <a:rPr dirty="0" sz="2200" spc="-155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작은</a:t>
            </a:r>
            <a:r>
              <a:rPr dirty="0" sz="2200" spc="-135" b="1">
                <a:latin typeface="Malgun Gothic"/>
                <a:cs typeface="Malgun Gothic"/>
              </a:rPr>
              <a:t> </a:t>
            </a:r>
            <a:r>
              <a:rPr dirty="0" sz="2200" spc="-10" b="1">
                <a:latin typeface="Malgun Gothic"/>
                <a:cs typeface="Malgun Gothic"/>
              </a:rPr>
              <a:t>세계에</a:t>
            </a:r>
            <a:r>
              <a:rPr dirty="0" sz="2200" spc="-155" b="1">
                <a:latin typeface="Malgun Gothic"/>
                <a:cs typeface="Malgun Gothic"/>
              </a:rPr>
              <a:t> </a:t>
            </a:r>
            <a:r>
              <a:rPr dirty="0" sz="2200" b="1">
                <a:latin typeface="Malgun Gothic"/>
                <a:cs typeface="Malgun Gothic"/>
              </a:rPr>
              <a:t>관한</a:t>
            </a:r>
            <a:r>
              <a:rPr dirty="0" sz="2200" spc="-130" b="1">
                <a:latin typeface="Malgun Gothic"/>
                <a:cs typeface="Malgun Gothic"/>
              </a:rPr>
              <a:t> </a:t>
            </a:r>
            <a:r>
              <a:rPr dirty="0" sz="2200" spc="-10" b="1">
                <a:latin typeface="Malgun Gothic"/>
                <a:cs typeface="Malgun Gothic"/>
              </a:rPr>
              <a:t>요구사항(계속)</a:t>
            </a:r>
            <a:endParaRPr sz="2200">
              <a:latin typeface="Malgun Gothic"/>
              <a:cs typeface="Malgun Gothic"/>
            </a:endParaRPr>
          </a:p>
          <a:p>
            <a:pPr algn="just" lvl="1" marL="832485" marR="8890" indent="-315595">
              <a:lnSpc>
                <a:spcPct val="143000"/>
              </a:lnSpc>
              <a:spcBef>
                <a:spcPts val="2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각</a:t>
            </a:r>
            <a:r>
              <a:rPr dirty="0" sz="1950" spc="3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사원은</a:t>
            </a:r>
            <a:r>
              <a:rPr dirty="0" sz="1950" spc="3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한</a:t>
            </a:r>
            <a:r>
              <a:rPr dirty="0" sz="1950" spc="3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부서에만</a:t>
            </a:r>
            <a:r>
              <a:rPr dirty="0" sz="1950" spc="35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속함.</a:t>
            </a:r>
            <a:r>
              <a:rPr dirty="0" sz="1950" spc="3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각</a:t>
            </a:r>
            <a:r>
              <a:rPr dirty="0" sz="1950" spc="3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부서에</a:t>
            </a:r>
            <a:r>
              <a:rPr dirty="0" sz="1950" spc="37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대해서</a:t>
            </a:r>
            <a:r>
              <a:rPr dirty="0" sz="1950" spc="3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부서번호(고유함),</a:t>
            </a:r>
            <a:r>
              <a:rPr dirty="0" sz="1950" spc="36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이름, </a:t>
            </a:r>
            <a:r>
              <a:rPr dirty="0" sz="1950" b="1">
                <a:latin typeface="Malgun Gothic"/>
                <a:cs typeface="Malgun Gothic"/>
              </a:rPr>
              <a:t>부서가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위치한</a:t>
            </a:r>
            <a:r>
              <a:rPr dirty="0" sz="1950" spc="-9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층을</a:t>
            </a:r>
            <a:r>
              <a:rPr dirty="0" sz="1950" spc="-5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나타냄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500"/>
              </a:lnSpc>
              <a:spcBef>
                <a:spcPts val="5"/>
              </a:spcBef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각</a:t>
            </a:r>
            <a:r>
              <a:rPr dirty="0" sz="1950" spc="4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프로젝트에는</a:t>
            </a:r>
            <a:r>
              <a:rPr dirty="0" sz="1950" spc="3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부품들이</a:t>
            </a:r>
            <a:r>
              <a:rPr dirty="0" sz="1950" spc="405" b="1">
                <a:latin typeface="Malgun Gothic"/>
                <a:cs typeface="Malgun Gothic"/>
              </a:rPr>
              <a:t> </a:t>
            </a:r>
            <a:r>
              <a:rPr dirty="0" sz="1950" spc="60" b="1">
                <a:latin typeface="Malgun Gothic"/>
                <a:cs typeface="Malgun Gothic"/>
              </a:rPr>
              <a:t>필요.</a:t>
            </a:r>
            <a:r>
              <a:rPr dirty="0" sz="1950" spc="3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한</a:t>
            </a:r>
            <a:r>
              <a:rPr dirty="0" sz="1950" spc="3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부품이</a:t>
            </a:r>
            <a:r>
              <a:rPr dirty="0" sz="1950" spc="39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두</a:t>
            </a:r>
            <a:r>
              <a:rPr dirty="0" sz="1950" spc="4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개</a:t>
            </a:r>
            <a:r>
              <a:rPr dirty="0" sz="1950" spc="3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이상의</a:t>
            </a:r>
            <a:r>
              <a:rPr dirty="0" sz="1950" spc="38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프로젝트에서 </a:t>
            </a:r>
            <a:r>
              <a:rPr dirty="0" sz="1950" b="1">
                <a:latin typeface="Malgun Gothic"/>
                <a:cs typeface="Malgun Gothic"/>
              </a:rPr>
              <a:t>사용될</a:t>
            </a:r>
            <a:r>
              <a:rPr dirty="0" sz="1950" spc="-2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있음.</a:t>
            </a:r>
            <a:r>
              <a:rPr dirty="0" sz="1950" spc="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하나의</a:t>
            </a:r>
            <a:r>
              <a:rPr dirty="0" sz="1950" spc="-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부품은</a:t>
            </a:r>
            <a:r>
              <a:rPr dirty="0" sz="1950" spc="-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다른</a:t>
            </a:r>
            <a:r>
              <a:rPr dirty="0" sz="1950" spc="-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여러</a:t>
            </a:r>
            <a:r>
              <a:rPr dirty="0" sz="1950" spc="-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개의</a:t>
            </a:r>
            <a:r>
              <a:rPr dirty="0" sz="1950" spc="-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부품들로</a:t>
            </a:r>
            <a:r>
              <a:rPr dirty="0" sz="1950" spc="-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이루어질</a:t>
            </a:r>
            <a:r>
              <a:rPr dirty="0" sz="1950" spc="-1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-1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있음. </a:t>
            </a:r>
            <a:r>
              <a:rPr dirty="0" sz="1950" b="1">
                <a:latin typeface="Malgun Gothic"/>
                <a:cs typeface="Malgun Gothic"/>
              </a:rPr>
              <a:t>각</a:t>
            </a:r>
            <a:r>
              <a:rPr dirty="0" sz="1950" spc="1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부품에</a:t>
            </a:r>
            <a:r>
              <a:rPr dirty="0" sz="1950" spc="1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대해서</a:t>
            </a:r>
            <a:r>
              <a:rPr dirty="0" sz="1950" spc="1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부품번호(고유함),</a:t>
            </a:r>
            <a:r>
              <a:rPr dirty="0" sz="1950" spc="1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이름,</a:t>
            </a:r>
            <a:r>
              <a:rPr dirty="0" sz="1950" spc="1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가격,</a:t>
            </a:r>
            <a:r>
              <a:rPr dirty="0" sz="1950" spc="1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그</a:t>
            </a:r>
            <a:r>
              <a:rPr dirty="0" sz="1950" spc="16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부품이</a:t>
            </a:r>
            <a:r>
              <a:rPr dirty="0" sz="1950" spc="14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다른</a:t>
            </a:r>
            <a:r>
              <a:rPr dirty="0" sz="1950" spc="140" b="1">
                <a:latin typeface="Malgun Gothic"/>
                <a:cs typeface="Malgun Gothic"/>
              </a:rPr>
              <a:t> </a:t>
            </a:r>
            <a:r>
              <a:rPr dirty="0" sz="1950" spc="-20" b="1">
                <a:latin typeface="Malgun Gothic"/>
                <a:cs typeface="Malgun Gothic"/>
              </a:rPr>
              <a:t>부품들을 </a:t>
            </a:r>
            <a:r>
              <a:rPr dirty="0" sz="1950" b="1">
                <a:latin typeface="Malgun Gothic"/>
                <a:cs typeface="Malgun Gothic"/>
              </a:rPr>
              <a:t>포함하는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경우에는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그</a:t>
            </a:r>
            <a:r>
              <a:rPr dirty="0" sz="1950" spc="-5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부품들에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관한</a:t>
            </a:r>
            <a:r>
              <a:rPr dirty="0" sz="1950" spc="-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정보도</a:t>
            </a:r>
            <a:r>
              <a:rPr dirty="0" sz="1950" spc="-10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나타냄</a:t>
            </a:r>
            <a:endParaRPr sz="1950">
              <a:latin typeface="Malgun Gothic"/>
              <a:cs typeface="Malgun Gothic"/>
            </a:endParaRPr>
          </a:p>
          <a:p>
            <a:pPr algn="just" lvl="1" marL="832485" marR="5080" indent="-315595">
              <a:lnSpc>
                <a:spcPct val="142600"/>
              </a:lnSpc>
              <a:buFont typeface="MingLiU_HKSCS-ExtB"/>
              <a:buChar char="✓"/>
              <a:tabLst>
                <a:tab pos="832485" algn="l"/>
              </a:tabLst>
            </a:pPr>
            <a:r>
              <a:rPr dirty="0" sz="1950" b="1">
                <a:latin typeface="Malgun Gothic"/>
                <a:cs typeface="Malgun Gothic"/>
              </a:rPr>
              <a:t>각</a:t>
            </a:r>
            <a:r>
              <a:rPr dirty="0" sz="1950" spc="-50" b="1">
                <a:latin typeface="Malgun Gothic"/>
                <a:cs typeface="Malgun Gothic"/>
              </a:rPr>
              <a:t>  </a:t>
            </a:r>
            <a:r>
              <a:rPr dirty="0" sz="1950" spc="95" b="1">
                <a:latin typeface="Malgun Gothic"/>
                <a:cs typeface="Malgun Gothic"/>
              </a:rPr>
              <a:t>부품을</a:t>
            </a:r>
            <a:r>
              <a:rPr dirty="0" sz="1950" spc="-50" b="1">
                <a:latin typeface="Malgun Gothic"/>
                <a:cs typeface="Malgun Gothic"/>
              </a:rPr>
              <a:t>  </a:t>
            </a:r>
            <a:r>
              <a:rPr dirty="0" sz="1950" spc="105" b="1">
                <a:latin typeface="Malgun Gothic"/>
                <a:cs typeface="Malgun Gothic"/>
              </a:rPr>
              <a:t>공급하는</a:t>
            </a:r>
            <a:r>
              <a:rPr dirty="0" sz="1950" spc="-50" b="1">
                <a:latin typeface="Malgun Gothic"/>
                <a:cs typeface="Malgun Gothic"/>
              </a:rPr>
              <a:t>  </a:t>
            </a:r>
            <a:r>
              <a:rPr dirty="0" sz="1950" spc="114" b="1">
                <a:latin typeface="Malgun Gothic"/>
                <a:cs typeface="Malgun Gothic"/>
              </a:rPr>
              <a:t>공급자들이</a:t>
            </a:r>
            <a:r>
              <a:rPr dirty="0" sz="1950" spc="-50" b="1">
                <a:latin typeface="Malgun Gothic"/>
                <a:cs typeface="Malgun Gothic"/>
              </a:rPr>
              <a:t>  </a:t>
            </a:r>
            <a:r>
              <a:rPr dirty="0" sz="1950" spc="135" b="1">
                <a:latin typeface="Malgun Gothic"/>
                <a:cs typeface="Malgun Gothic"/>
              </a:rPr>
              <a:t>있음.</a:t>
            </a:r>
            <a:r>
              <a:rPr dirty="0" sz="1950" spc="45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한</a:t>
            </a:r>
            <a:r>
              <a:rPr dirty="0" sz="1950" spc="-50" b="1">
                <a:latin typeface="Malgun Gothic"/>
                <a:cs typeface="Malgun Gothic"/>
              </a:rPr>
              <a:t>  </a:t>
            </a:r>
            <a:r>
              <a:rPr dirty="0" sz="1950" spc="75" b="1">
                <a:latin typeface="Malgun Gothic"/>
                <a:cs typeface="Malgun Gothic"/>
              </a:rPr>
              <a:t>명의</a:t>
            </a:r>
            <a:r>
              <a:rPr dirty="0" sz="1950" spc="-50" b="1">
                <a:latin typeface="Malgun Gothic"/>
                <a:cs typeface="Malgun Gothic"/>
              </a:rPr>
              <a:t>  </a:t>
            </a:r>
            <a:r>
              <a:rPr dirty="0" sz="1950" spc="105" b="1">
                <a:latin typeface="Malgun Gothic"/>
                <a:cs typeface="Malgun Gothic"/>
              </a:rPr>
              <a:t>공급자는</a:t>
            </a:r>
            <a:r>
              <a:rPr dirty="0" sz="1950" spc="-50" b="1">
                <a:latin typeface="Malgun Gothic"/>
                <a:cs typeface="Malgun Gothic"/>
              </a:rPr>
              <a:t>  </a:t>
            </a:r>
            <a:r>
              <a:rPr dirty="0" sz="1950" spc="75" b="1">
                <a:latin typeface="Malgun Gothic"/>
                <a:cs typeface="Malgun Gothic"/>
              </a:rPr>
              <a:t>여러</a:t>
            </a:r>
            <a:r>
              <a:rPr dirty="0" sz="1950" spc="-50" b="1">
                <a:latin typeface="Malgun Gothic"/>
                <a:cs typeface="Malgun Gothic"/>
              </a:rPr>
              <a:t>  </a:t>
            </a:r>
            <a:r>
              <a:rPr dirty="0" sz="1950" spc="50" b="1">
                <a:latin typeface="Malgun Gothic"/>
                <a:cs typeface="Malgun Gothic"/>
              </a:rPr>
              <a:t>가지 </a:t>
            </a:r>
            <a:r>
              <a:rPr dirty="0" sz="1950" b="1">
                <a:latin typeface="Malgun Gothic"/>
                <a:cs typeface="Malgun Gothic"/>
              </a:rPr>
              <a:t>부품들을</a:t>
            </a:r>
            <a:r>
              <a:rPr dirty="0" sz="1950" spc="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공급할</a:t>
            </a:r>
            <a:r>
              <a:rPr dirty="0" sz="1950" spc="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있고,</a:t>
            </a:r>
            <a:r>
              <a:rPr dirty="0" sz="1950" spc="8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각</a:t>
            </a:r>
            <a:r>
              <a:rPr dirty="0" sz="1950" spc="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부품은</a:t>
            </a:r>
            <a:r>
              <a:rPr dirty="0" sz="1950" spc="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여러</a:t>
            </a:r>
            <a:r>
              <a:rPr dirty="0" sz="1950" spc="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공급자들로부터</a:t>
            </a:r>
            <a:r>
              <a:rPr dirty="0" sz="1950" spc="7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공급될</a:t>
            </a:r>
            <a:r>
              <a:rPr dirty="0" sz="1950" spc="5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수</a:t>
            </a:r>
            <a:r>
              <a:rPr dirty="0" sz="1950" spc="5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있음. </a:t>
            </a:r>
            <a:r>
              <a:rPr dirty="0" sz="1950" b="1">
                <a:latin typeface="Malgun Gothic"/>
                <a:cs typeface="Malgun Gothic"/>
              </a:rPr>
              <a:t>각</a:t>
            </a:r>
            <a:r>
              <a:rPr dirty="0" sz="1950" spc="-70" b="1">
                <a:latin typeface="Malgun Gothic"/>
                <a:cs typeface="Malgun Gothic"/>
              </a:rPr>
              <a:t>  </a:t>
            </a:r>
            <a:r>
              <a:rPr dirty="0" sz="1950" spc="95" b="1">
                <a:latin typeface="Malgun Gothic"/>
                <a:cs typeface="Malgun Gothic"/>
              </a:rPr>
              <a:t>공급자에</a:t>
            </a:r>
            <a:r>
              <a:rPr dirty="0" sz="1950" spc="-70" b="1">
                <a:latin typeface="Malgun Gothic"/>
                <a:cs typeface="Malgun Gothic"/>
              </a:rPr>
              <a:t>  </a:t>
            </a:r>
            <a:r>
              <a:rPr dirty="0" sz="1950" spc="80" b="1">
                <a:latin typeface="Malgun Gothic"/>
                <a:cs typeface="Malgun Gothic"/>
              </a:rPr>
              <a:t>대해서</a:t>
            </a:r>
            <a:r>
              <a:rPr dirty="0" sz="1950" spc="-70" b="1">
                <a:latin typeface="Malgun Gothic"/>
                <a:cs typeface="Malgun Gothic"/>
              </a:rPr>
              <a:t>  </a:t>
            </a:r>
            <a:r>
              <a:rPr dirty="0" sz="1950" spc="114" b="1">
                <a:latin typeface="Malgun Gothic"/>
                <a:cs typeface="Malgun Gothic"/>
              </a:rPr>
              <a:t>공급자번호(고유함),</a:t>
            </a:r>
            <a:r>
              <a:rPr dirty="0" sz="1950" spc="445" b="1">
                <a:latin typeface="Malgun Gothic"/>
                <a:cs typeface="Malgun Gothic"/>
              </a:rPr>
              <a:t> </a:t>
            </a:r>
            <a:r>
              <a:rPr dirty="0" sz="1950" spc="125" b="1">
                <a:latin typeface="Malgun Gothic"/>
                <a:cs typeface="Malgun Gothic"/>
              </a:rPr>
              <a:t>이름,</a:t>
            </a:r>
            <a:r>
              <a:rPr dirty="0" sz="1950" spc="440" b="1">
                <a:latin typeface="Malgun Gothic"/>
                <a:cs typeface="Malgun Gothic"/>
              </a:rPr>
              <a:t> </a:t>
            </a:r>
            <a:r>
              <a:rPr dirty="0" sz="1950" spc="90" b="1">
                <a:latin typeface="Malgun Gothic"/>
                <a:cs typeface="Malgun Gothic"/>
              </a:rPr>
              <a:t>신용도를</a:t>
            </a:r>
            <a:r>
              <a:rPr dirty="0" sz="1950" spc="-70" b="1">
                <a:latin typeface="Malgun Gothic"/>
                <a:cs typeface="Malgun Gothic"/>
              </a:rPr>
              <a:t>  </a:t>
            </a:r>
            <a:r>
              <a:rPr dirty="0" sz="1950" spc="120" b="1">
                <a:latin typeface="Malgun Gothic"/>
                <a:cs typeface="Malgun Gothic"/>
              </a:rPr>
              <a:t>나타냄.</a:t>
            </a:r>
            <a:r>
              <a:rPr dirty="0" sz="1950" spc="440" b="1">
                <a:latin typeface="Malgun Gothic"/>
                <a:cs typeface="Malgun Gothic"/>
              </a:rPr>
              <a:t> </a:t>
            </a:r>
            <a:r>
              <a:rPr dirty="0" sz="1950" spc="-50" b="1">
                <a:latin typeface="Malgun Gothic"/>
                <a:cs typeface="Malgun Gothic"/>
              </a:rPr>
              <a:t>각 </a:t>
            </a:r>
            <a:r>
              <a:rPr dirty="0" sz="1950" spc="100" b="1">
                <a:latin typeface="Malgun Gothic"/>
                <a:cs typeface="Malgun Gothic"/>
              </a:rPr>
              <a:t>공급자에</a:t>
            </a:r>
            <a:r>
              <a:rPr dirty="0" sz="1950" spc="-65" b="1">
                <a:latin typeface="Malgun Gothic"/>
                <a:cs typeface="Malgun Gothic"/>
              </a:rPr>
              <a:t>  </a:t>
            </a:r>
            <a:r>
              <a:rPr dirty="0" sz="1950" spc="95" b="1">
                <a:latin typeface="Malgun Gothic"/>
                <a:cs typeface="Malgun Gothic"/>
              </a:rPr>
              <a:t>대해서</a:t>
            </a:r>
            <a:r>
              <a:rPr dirty="0" sz="1950" spc="-70" b="1">
                <a:latin typeface="Malgun Gothic"/>
                <a:cs typeface="Malgun Gothic"/>
              </a:rPr>
              <a:t>  </a:t>
            </a:r>
            <a:r>
              <a:rPr dirty="0" sz="1950" b="1">
                <a:latin typeface="Malgun Gothic"/>
                <a:cs typeface="Malgun Gothic"/>
              </a:rPr>
              <a:t>그</a:t>
            </a:r>
            <a:r>
              <a:rPr dirty="0" sz="1950" spc="-50" b="1">
                <a:latin typeface="Malgun Gothic"/>
                <a:cs typeface="Malgun Gothic"/>
              </a:rPr>
              <a:t>  </a:t>
            </a:r>
            <a:r>
              <a:rPr dirty="0" sz="1950" spc="100" b="1">
                <a:latin typeface="Malgun Gothic"/>
                <a:cs typeface="Malgun Gothic"/>
              </a:rPr>
              <a:t>공급자가</a:t>
            </a:r>
            <a:r>
              <a:rPr dirty="0" sz="1950" spc="-60" b="1">
                <a:latin typeface="Malgun Gothic"/>
                <a:cs typeface="Malgun Gothic"/>
              </a:rPr>
              <a:t>  </a:t>
            </a:r>
            <a:r>
              <a:rPr dirty="0" sz="1950" spc="65" b="1">
                <a:latin typeface="Malgun Gothic"/>
                <a:cs typeface="Malgun Gothic"/>
              </a:rPr>
              <a:t>어떤</a:t>
            </a:r>
            <a:r>
              <a:rPr dirty="0" sz="1950" spc="-60" b="1">
                <a:latin typeface="Malgun Gothic"/>
                <a:cs typeface="Malgun Gothic"/>
              </a:rPr>
              <a:t>  </a:t>
            </a:r>
            <a:r>
              <a:rPr dirty="0" sz="1950" spc="95" b="1">
                <a:latin typeface="Malgun Gothic"/>
                <a:cs typeface="Malgun Gothic"/>
              </a:rPr>
              <a:t>부품을</a:t>
            </a:r>
            <a:r>
              <a:rPr dirty="0" sz="1950" spc="-60" b="1">
                <a:latin typeface="Malgun Gothic"/>
                <a:cs typeface="Malgun Gothic"/>
              </a:rPr>
              <a:t>  </a:t>
            </a:r>
            <a:r>
              <a:rPr dirty="0" sz="1950" spc="65" b="1">
                <a:latin typeface="Malgun Gothic"/>
                <a:cs typeface="Malgun Gothic"/>
              </a:rPr>
              <a:t>어떤</a:t>
            </a:r>
            <a:r>
              <a:rPr dirty="0" sz="1950" spc="-60" b="1">
                <a:latin typeface="Malgun Gothic"/>
                <a:cs typeface="Malgun Gothic"/>
              </a:rPr>
              <a:t>  </a:t>
            </a:r>
            <a:r>
              <a:rPr dirty="0" sz="1950" spc="105" b="1">
                <a:latin typeface="Malgun Gothic"/>
                <a:cs typeface="Malgun Gothic"/>
              </a:rPr>
              <a:t>프로젝트에</a:t>
            </a:r>
            <a:r>
              <a:rPr dirty="0" sz="1950" spc="-60" b="1">
                <a:latin typeface="Malgun Gothic"/>
                <a:cs typeface="Malgun Gothic"/>
              </a:rPr>
              <a:t>  </a:t>
            </a:r>
            <a:r>
              <a:rPr dirty="0" sz="1950" spc="60" b="1">
                <a:latin typeface="Malgun Gothic"/>
                <a:cs typeface="Malgun Gothic"/>
              </a:rPr>
              <a:t>얼마나 </a:t>
            </a:r>
            <a:r>
              <a:rPr dirty="0" sz="1950" b="1">
                <a:latin typeface="Malgun Gothic"/>
                <a:cs typeface="Malgun Gothic"/>
              </a:rPr>
              <a:t>공급하는가를</a:t>
            </a:r>
            <a:r>
              <a:rPr dirty="0" sz="1950" spc="-14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나타냄</a:t>
            </a:r>
            <a:endParaRPr sz="1950">
              <a:latin typeface="Malgun Gothic"/>
              <a:cs typeface="Malgun Gothic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7"/>
            <a:ext cx="454279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</a:t>
            </a:r>
            <a:r>
              <a:rPr dirty="0" sz="1950" spc="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및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130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식별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655826" y="2683001"/>
            <a:ext cx="5977255" cy="3175000"/>
            <a:chOff x="1655826" y="2683001"/>
            <a:chExt cx="5977255" cy="317500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64208" y="2691384"/>
              <a:ext cx="5932896" cy="309057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659636" y="2686811"/>
              <a:ext cx="5969635" cy="3167380"/>
            </a:xfrm>
            <a:custGeom>
              <a:avLst/>
              <a:gdLst/>
              <a:ahLst/>
              <a:cxnLst/>
              <a:rect l="l" t="t" r="r" b="b"/>
              <a:pathLst>
                <a:path w="5969634" h="3167379">
                  <a:moveTo>
                    <a:pt x="0" y="0"/>
                  </a:moveTo>
                  <a:lnTo>
                    <a:pt x="5969508" y="0"/>
                  </a:lnTo>
                  <a:lnTo>
                    <a:pt x="5969508" y="3166872"/>
                  </a:lnTo>
                  <a:lnTo>
                    <a:pt x="0" y="3166872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4</a:t>
            </a:r>
            <a:r>
              <a:rPr dirty="0" spc="-25"/>
              <a:t>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7"/>
            <a:ext cx="52260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</a:t>
            </a:r>
            <a:r>
              <a:rPr dirty="0" sz="1950" spc="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및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13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식별(계속)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71650" y="2618993"/>
            <a:ext cx="5392420" cy="3004185"/>
            <a:chOff x="1771650" y="2618993"/>
            <a:chExt cx="5392420" cy="300418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5559" y="2625851"/>
              <a:ext cx="5285734" cy="297467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775460" y="2622803"/>
              <a:ext cx="5384800" cy="2996565"/>
            </a:xfrm>
            <a:custGeom>
              <a:avLst/>
              <a:gdLst/>
              <a:ahLst/>
              <a:cxnLst/>
              <a:rect l="l" t="t" r="r" b="b"/>
              <a:pathLst>
                <a:path w="5384800" h="2996565">
                  <a:moveTo>
                    <a:pt x="0" y="0"/>
                  </a:moveTo>
                  <a:lnTo>
                    <a:pt x="5384291" y="0"/>
                  </a:lnTo>
                  <a:lnTo>
                    <a:pt x="5384291" y="2996183"/>
                  </a:lnTo>
                  <a:lnTo>
                    <a:pt x="0" y="2996183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4</a:t>
            </a:r>
            <a:r>
              <a:rPr dirty="0" spc="-25"/>
              <a:t>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7"/>
            <a:ext cx="52260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</a:t>
            </a:r>
            <a:r>
              <a:rPr dirty="0" sz="1950" spc="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및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13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식별(계속)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466849" y="2780538"/>
            <a:ext cx="5884545" cy="2543810"/>
            <a:chOff x="1466849" y="2780538"/>
            <a:chExt cx="5884545" cy="254381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72506" y="2787396"/>
              <a:ext cx="5625736" cy="252831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470659" y="2784348"/>
              <a:ext cx="5876925" cy="2536190"/>
            </a:xfrm>
            <a:custGeom>
              <a:avLst/>
              <a:gdLst/>
              <a:ahLst/>
              <a:cxnLst/>
              <a:rect l="l" t="t" r="r" b="b"/>
              <a:pathLst>
                <a:path w="5876925" h="2536190">
                  <a:moveTo>
                    <a:pt x="0" y="0"/>
                  </a:moveTo>
                  <a:lnTo>
                    <a:pt x="5876543" y="0"/>
                  </a:lnTo>
                  <a:lnTo>
                    <a:pt x="5876543" y="2535935"/>
                  </a:lnTo>
                  <a:lnTo>
                    <a:pt x="0" y="2535935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4</a:t>
            </a:r>
            <a:r>
              <a:rPr dirty="0" spc="-25"/>
              <a:t>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7"/>
            <a:ext cx="52260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</a:t>
            </a:r>
            <a:r>
              <a:rPr dirty="0" sz="1950" spc="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및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13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식별(계속)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50314" y="2727198"/>
            <a:ext cx="5626735" cy="2435860"/>
            <a:chOff x="1750314" y="2727198"/>
            <a:chExt cx="5626735" cy="243586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51191" y="2734056"/>
              <a:ext cx="5333882" cy="2421636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754124" y="2731008"/>
              <a:ext cx="5619115" cy="2428240"/>
            </a:xfrm>
            <a:custGeom>
              <a:avLst/>
              <a:gdLst/>
              <a:ahLst/>
              <a:cxnLst/>
              <a:rect l="l" t="t" r="r" b="b"/>
              <a:pathLst>
                <a:path w="5619115" h="2428240">
                  <a:moveTo>
                    <a:pt x="0" y="0"/>
                  </a:moveTo>
                  <a:lnTo>
                    <a:pt x="5618988" y="0"/>
                  </a:lnTo>
                  <a:lnTo>
                    <a:pt x="5618988" y="2427731"/>
                  </a:lnTo>
                  <a:lnTo>
                    <a:pt x="0" y="2427731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4</a:t>
            </a:r>
            <a:r>
              <a:rPr dirty="0" spc="-25"/>
              <a:t>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7"/>
            <a:ext cx="52260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</a:t>
            </a:r>
            <a:r>
              <a:rPr dirty="0" sz="1950" spc="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및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13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식별(계속)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80794" y="2704338"/>
            <a:ext cx="5092065" cy="2769235"/>
            <a:chOff x="1780794" y="2704338"/>
            <a:chExt cx="5092065" cy="276923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787651" y="2849832"/>
              <a:ext cx="4991313" cy="2616755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784604" y="2708148"/>
              <a:ext cx="5084445" cy="2761615"/>
            </a:xfrm>
            <a:custGeom>
              <a:avLst/>
              <a:gdLst/>
              <a:ahLst/>
              <a:cxnLst/>
              <a:rect l="l" t="t" r="r" b="b"/>
              <a:pathLst>
                <a:path w="5084445" h="2761615">
                  <a:moveTo>
                    <a:pt x="0" y="0"/>
                  </a:moveTo>
                  <a:lnTo>
                    <a:pt x="5084063" y="0"/>
                  </a:lnTo>
                  <a:lnTo>
                    <a:pt x="5084063" y="2761487"/>
                  </a:lnTo>
                  <a:lnTo>
                    <a:pt x="0" y="2761487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4</a:t>
            </a:r>
            <a:r>
              <a:rPr dirty="0" spc="-25"/>
              <a:t>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7"/>
            <a:ext cx="522605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엔티티</a:t>
            </a:r>
            <a:r>
              <a:rPr dirty="0" sz="1950" spc="8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타입</a:t>
            </a:r>
            <a:r>
              <a:rPr dirty="0" sz="1950" spc="11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및</a:t>
            </a:r>
            <a:r>
              <a:rPr dirty="0" sz="1950" spc="65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130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식별(계속)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741169" y="2747009"/>
            <a:ext cx="5786755" cy="2414270"/>
            <a:chOff x="1741169" y="2747009"/>
            <a:chExt cx="5786755" cy="241427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873526" y="2753867"/>
              <a:ext cx="5521915" cy="2274794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744979" y="2750819"/>
              <a:ext cx="5779135" cy="2406650"/>
            </a:xfrm>
            <a:custGeom>
              <a:avLst/>
              <a:gdLst/>
              <a:ahLst/>
              <a:cxnLst/>
              <a:rect l="l" t="t" r="r" b="b"/>
              <a:pathLst>
                <a:path w="5779134" h="2406650">
                  <a:moveTo>
                    <a:pt x="0" y="0"/>
                  </a:moveTo>
                  <a:lnTo>
                    <a:pt x="5779007" y="0"/>
                  </a:lnTo>
                  <a:lnTo>
                    <a:pt x="5779007" y="2406396"/>
                  </a:lnTo>
                  <a:lnTo>
                    <a:pt x="0" y="2406396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/>
          <p:nvPr/>
        </p:nvSpPr>
        <p:spPr>
          <a:xfrm>
            <a:off x="9298869" y="7275359"/>
            <a:ext cx="245110" cy="245110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z="1550" spc="-25">
                <a:latin typeface="Arial MT"/>
                <a:cs typeface="Arial MT"/>
              </a:rPr>
              <a:t>50</a:t>
            </a:r>
            <a:endParaRPr sz="1550">
              <a:latin typeface="Arial MT"/>
              <a:cs typeface="Arial MT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901745" y="1860246"/>
            <a:ext cx="3539490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관계와</a:t>
            </a:r>
            <a:r>
              <a:rPr dirty="0" sz="1950" spc="-1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25" b="1">
                <a:latin typeface="Malgun Gothic"/>
                <a:cs typeface="Malgun Gothic"/>
              </a:rPr>
              <a:t>식별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61694" y="2652522"/>
            <a:ext cx="8054340" cy="3472179"/>
            <a:chOff x="1361694" y="2652522"/>
            <a:chExt cx="8054340" cy="3472179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551956" y="2659380"/>
              <a:ext cx="7772342" cy="3456432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65504" y="2656332"/>
              <a:ext cx="8046720" cy="3464560"/>
            </a:xfrm>
            <a:custGeom>
              <a:avLst/>
              <a:gdLst/>
              <a:ahLst/>
              <a:cxnLst/>
              <a:rect l="l" t="t" r="r" b="b"/>
              <a:pathLst>
                <a:path w="8046720" h="3464560">
                  <a:moveTo>
                    <a:pt x="0" y="0"/>
                  </a:moveTo>
                  <a:lnTo>
                    <a:pt x="8046719" y="0"/>
                  </a:lnTo>
                  <a:lnTo>
                    <a:pt x="8046719" y="3464051"/>
                  </a:lnTo>
                  <a:lnTo>
                    <a:pt x="0" y="3464051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5</a:t>
            </a:r>
            <a:r>
              <a:rPr dirty="0" spc="-25"/>
              <a:t>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6"/>
            <a:ext cx="42170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관계와</a:t>
            </a:r>
            <a:r>
              <a:rPr dirty="0" sz="1950" spc="-1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식별(계속)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11402" y="2585466"/>
            <a:ext cx="8223884" cy="4063365"/>
            <a:chOff x="1311402" y="2585466"/>
            <a:chExt cx="8223884" cy="406336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417923" y="2592324"/>
              <a:ext cx="8072750" cy="3999430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15212" y="2589276"/>
              <a:ext cx="8216265" cy="4055745"/>
            </a:xfrm>
            <a:custGeom>
              <a:avLst/>
              <a:gdLst/>
              <a:ahLst/>
              <a:cxnLst/>
              <a:rect l="l" t="t" r="r" b="b"/>
              <a:pathLst>
                <a:path w="8216265" h="4055745">
                  <a:moveTo>
                    <a:pt x="0" y="0"/>
                  </a:moveTo>
                  <a:lnTo>
                    <a:pt x="8215884" y="0"/>
                  </a:lnTo>
                  <a:lnTo>
                    <a:pt x="8215884" y="4055363"/>
                  </a:lnTo>
                  <a:lnTo>
                    <a:pt x="0" y="4055363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5</a:t>
            </a:r>
            <a:r>
              <a:rPr dirty="0" spc="-25"/>
              <a:t>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6"/>
            <a:ext cx="42170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관계와</a:t>
            </a:r>
            <a:r>
              <a:rPr dirty="0" sz="1950" spc="-1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식별(계속)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312926" y="2686050"/>
            <a:ext cx="8161020" cy="3679190"/>
            <a:chOff x="1312926" y="2686050"/>
            <a:chExt cx="8161020" cy="3679190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321308" y="2692908"/>
              <a:ext cx="8002871" cy="3665219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316736" y="2689860"/>
              <a:ext cx="8153400" cy="3671570"/>
            </a:xfrm>
            <a:custGeom>
              <a:avLst/>
              <a:gdLst/>
              <a:ahLst/>
              <a:cxnLst/>
              <a:rect l="l" t="t" r="r" b="b"/>
              <a:pathLst>
                <a:path w="8153400" h="3671570">
                  <a:moveTo>
                    <a:pt x="0" y="0"/>
                  </a:moveTo>
                  <a:lnTo>
                    <a:pt x="8153399" y="0"/>
                  </a:lnTo>
                  <a:lnTo>
                    <a:pt x="8153399" y="3671316"/>
                  </a:lnTo>
                  <a:lnTo>
                    <a:pt x="0" y="3671316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5</a:t>
            </a:r>
            <a:r>
              <a:rPr dirty="0" spc="-25"/>
              <a:t>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6"/>
            <a:ext cx="42170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관계와</a:t>
            </a:r>
            <a:r>
              <a:rPr dirty="0" sz="1950" spc="-1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식별(계속)</a:t>
            </a:r>
            <a:endParaRPr sz="1950">
              <a:latin typeface="Malgun Gothic"/>
              <a:cs typeface="Malgun Gothic"/>
            </a:endParaRPr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90472" y="2642616"/>
            <a:ext cx="6501721" cy="3435359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487424" y="2638043"/>
            <a:ext cx="6579234" cy="3557270"/>
          </a:xfrm>
          <a:prstGeom prst="rect">
            <a:avLst/>
          </a:prstGeom>
          <a:ln w="7619">
            <a:solidFill>
              <a:srgbClr val="33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9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205"/>
              </a:spcBef>
            </a:pPr>
            <a:endParaRPr sz="1950">
              <a:latin typeface="Times New Roman"/>
              <a:cs typeface="Times New Roman"/>
            </a:endParaRPr>
          </a:p>
          <a:p>
            <a:pPr algn="ctr" marR="1859914">
              <a:lnSpc>
                <a:spcPct val="100000"/>
              </a:lnSpc>
            </a:pPr>
            <a:r>
              <a:rPr dirty="0" sz="1950" spc="-50">
                <a:solidFill>
                  <a:srgbClr val="FF0000"/>
                </a:solidFill>
                <a:latin typeface="Malgun Gothic"/>
                <a:cs typeface="Malgun Gothic"/>
              </a:rPr>
              <a:t>M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6" name="object 6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5</a:t>
            </a:r>
            <a:r>
              <a:rPr dirty="0" spc="-25"/>
              <a:t>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sp>
        <p:nvSpPr>
          <p:cNvPr id="3" name="object 3" descr=""/>
          <p:cNvSpPr txBox="1"/>
          <p:nvPr/>
        </p:nvSpPr>
        <p:spPr>
          <a:xfrm>
            <a:off x="813307" y="1869456"/>
            <a:ext cx="42170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관계와</a:t>
            </a:r>
            <a:r>
              <a:rPr dirty="0" sz="1950" spc="-1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식별(계속)</a:t>
            </a:r>
            <a:endParaRPr sz="1950">
              <a:latin typeface="Malgun Gothic"/>
              <a:cs typeface="Malgun Gothic"/>
            </a:endParaRPr>
          </a:p>
        </p:txBody>
      </p:sp>
      <p:grpSp>
        <p:nvGrpSpPr>
          <p:cNvPr id="4" name="object 4" descr=""/>
          <p:cNvGrpSpPr/>
          <p:nvPr/>
        </p:nvGrpSpPr>
        <p:grpSpPr>
          <a:xfrm>
            <a:off x="1568957" y="2658617"/>
            <a:ext cx="7579359" cy="3858895"/>
            <a:chOff x="1568957" y="2658617"/>
            <a:chExt cx="7579359" cy="3858895"/>
          </a:xfrm>
        </p:grpSpPr>
        <p:pic>
          <p:nvPicPr>
            <p:cNvPr id="5" name="object 5" descr="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50966" y="2667000"/>
              <a:ext cx="7339684" cy="3818488"/>
            </a:xfrm>
            <a:prstGeom prst="rect">
              <a:avLst/>
            </a:prstGeom>
          </p:spPr>
        </p:pic>
        <p:sp>
          <p:nvSpPr>
            <p:cNvPr id="6" name="object 6" descr=""/>
            <p:cNvSpPr/>
            <p:nvPr/>
          </p:nvSpPr>
          <p:spPr>
            <a:xfrm>
              <a:off x="1572767" y="2662427"/>
              <a:ext cx="7571740" cy="3851275"/>
            </a:xfrm>
            <a:custGeom>
              <a:avLst/>
              <a:gdLst/>
              <a:ahLst/>
              <a:cxnLst/>
              <a:rect l="l" t="t" r="r" b="b"/>
              <a:pathLst>
                <a:path w="7571740" h="3851275">
                  <a:moveTo>
                    <a:pt x="0" y="0"/>
                  </a:moveTo>
                  <a:lnTo>
                    <a:pt x="7571232" y="0"/>
                  </a:lnTo>
                  <a:lnTo>
                    <a:pt x="7571232" y="3851148"/>
                  </a:lnTo>
                  <a:lnTo>
                    <a:pt x="0" y="3851148"/>
                  </a:lnTo>
                  <a:lnTo>
                    <a:pt x="0" y="0"/>
                  </a:lnTo>
                  <a:close/>
                </a:path>
              </a:pathLst>
            </a:custGeom>
            <a:ln w="7620">
              <a:solidFill>
                <a:srgbClr val="3366FF"/>
              </a:solidFill>
            </a:ln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7" name="object 7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5</a:t>
            </a:r>
            <a:r>
              <a:rPr dirty="0" spc="-25"/>
              <a:t>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 descr=""/>
          <p:cNvSpPr txBox="1"/>
          <p:nvPr/>
        </p:nvSpPr>
        <p:spPr>
          <a:xfrm>
            <a:off x="813307" y="1869456"/>
            <a:ext cx="4217035" cy="32766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90525" indent="-377825">
              <a:lnSpc>
                <a:spcPct val="100000"/>
              </a:lnSpc>
              <a:spcBef>
                <a:spcPts val="130"/>
              </a:spcBef>
              <a:buSzPct val="110256"/>
              <a:buFont typeface="MingLiU_HKSCS-ExtB"/>
              <a:buChar char="❑"/>
              <a:tabLst>
                <a:tab pos="390525" algn="l"/>
              </a:tabLst>
            </a:pPr>
            <a:r>
              <a:rPr dirty="0" sz="1950" b="1">
                <a:latin typeface="Malgun Gothic"/>
                <a:cs typeface="Malgun Gothic"/>
              </a:rPr>
              <a:t>관계와</a:t>
            </a:r>
            <a:r>
              <a:rPr dirty="0" sz="1950" spc="-130" b="1">
                <a:latin typeface="Malgun Gothic"/>
                <a:cs typeface="Malgun Gothic"/>
              </a:rPr>
              <a:t> </a:t>
            </a:r>
            <a:r>
              <a:rPr dirty="0" sz="1950" b="1">
                <a:latin typeface="Malgun Gothic"/>
                <a:cs typeface="Malgun Gothic"/>
              </a:rPr>
              <a:t>애트리뷰트들을</a:t>
            </a:r>
            <a:r>
              <a:rPr dirty="0" sz="1950" spc="-105" b="1">
                <a:latin typeface="Malgun Gothic"/>
                <a:cs typeface="Malgun Gothic"/>
              </a:rPr>
              <a:t> </a:t>
            </a:r>
            <a:r>
              <a:rPr dirty="0" sz="1950" spc="-10" b="1">
                <a:latin typeface="Malgun Gothic"/>
                <a:cs typeface="Malgun Gothic"/>
              </a:rPr>
              <a:t>식별(계속)</a:t>
            </a:r>
            <a:endParaRPr sz="1950">
              <a:latin typeface="Malgun Gothic"/>
              <a:cs typeface="Malgun Gothic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21308" y="560831"/>
            <a:ext cx="8069580" cy="756285"/>
          </a:xfrm>
          <a:prstGeom prst="rect"/>
          <a:ln w="13715">
            <a:solidFill>
              <a:srgbClr val="000000"/>
            </a:solidFill>
          </a:ln>
        </p:spPr>
        <p:txBody>
          <a:bodyPr wrap="square" lIns="0" tIns="121920" rIns="0" bIns="0" rtlCol="0" vert="horz">
            <a:spAutoFit/>
          </a:bodyPr>
          <a:lstStyle/>
          <a:p>
            <a:pPr marL="1741170">
              <a:lnSpc>
                <a:spcPct val="100000"/>
              </a:lnSpc>
              <a:spcBef>
                <a:spcPts val="960"/>
              </a:spcBef>
            </a:pPr>
            <a:r>
              <a:rPr dirty="0" sz="3300" spc="100">
                <a:solidFill>
                  <a:srgbClr val="3333CC"/>
                </a:solidFill>
              </a:rPr>
              <a:t>3.</a:t>
            </a:r>
            <a:r>
              <a:rPr dirty="0" sz="3300" spc="-110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데이터베이스</a:t>
            </a:r>
            <a:r>
              <a:rPr dirty="0" sz="3300" spc="-35">
                <a:solidFill>
                  <a:srgbClr val="3333CC"/>
                </a:solidFill>
              </a:rPr>
              <a:t> </a:t>
            </a:r>
            <a:r>
              <a:rPr dirty="0" sz="3300">
                <a:solidFill>
                  <a:srgbClr val="3333CC"/>
                </a:solidFill>
              </a:rPr>
              <a:t>설계 </a:t>
            </a:r>
            <a:r>
              <a:rPr dirty="0" sz="3300" spc="-50">
                <a:solidFill>
                  <a:srgbClr val="3333CC"/>
                </a:solidFill>
              </a:rPr>
              <a:t>예</a:t>
            </a:r>
            <a:endParaRPr sz="3300"/>
          </a:p>
        </p:txBody>
      </p:sp>
      <p:pic>
        <p:nvPicPr>
          <p:cNvPr id="4" name="object 4" descr="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410256" y="2327148"/>
            <a:ext cx="8145180" cy="4575371"/>
          </a:xfrm>
          <a:prstGeom prst="rect">
            <a:avLst/>
          </a:prstGeom>
        </p:spPr>
      </p:pic>
      <p:sp>
        <p:nvSpPr>
          <p:cNvPr id="5" name="object 5" descr=""/>
          <p:cNvSpPr txBox="1"/>
          <p:nvPr/>
        </p:nvSpPr>
        <p:spPr>
          <a:xfrm>
            <a:off x="1316736" y="2324100"/>
            <a:ext cx="8318500" cy="4653280"/>
          </a:xfrm>
          <a:prstGeom prst="rect">
            <a:avLst/>
          </a:prstGeom>
          <a:ln w="7619">
            <a:solidFill>
              <a:srgbClr val="3366FF"/>
            </a:solidFill>
          </a:ln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115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695"/>
              </a:spcBef>
            </a:pPr>
            <a:endParaRPr sz="1150">
              <a:latin typeface="Times New Roman"/>
              <a:cs typeface="Times New Roman"/>
            </a:endParaRPr>
          </a:p>
          <a:p>
            <a:pPr algn="r" marR="1844675">
              <a:lnSpc>
                <a:spcPct val="100000"/>
              </a:lnSpc>
            </a:pPr>
            <a:r>
              <a:rPr dirty="0" sz="1150" spc="-50" b="1">
                <a:solidFill>
                  <a:srgbClr val="FF0000"/>
                </a:solidFill>
                <a:latin typeface="Malgun Gothic"/>
                <a:cs typeface="Malgun Gothic"/>
              </a:rPr>
              <a:t>M</a:t>
            </a:r>
            <a:endParaRPr sz="1150">
              <a:latin typeface="Malgun Gothic"/>
              <a:cs typeface="Malgun Gothic"/>
            </a:endParaRPr>
          </a:p>
        </p:txBody>
      </p:sp>
      <p:grpSp>
        <p:nvGrpSpPr>
          <p:cNvPr id="6" name="object 6" descr=""/>
          <p:cNvGrpSpPr/>
          <p:nvPr/>
        </p:nvGrpSpPr>
        <p:grpSpPr>
          <a:xfrm>
            <a:off x="2654807" y="6321552"/>
            <a:ext cx="631190" cy="116205"/>
            <a:chOff x="2654807" y="6321552"/>
            <a:chExt cx="631190" cy="116205"/>
          </a:xfrm>
        </p:grpSpPr>
        <p:sp>
          <p:nvSpPr>
            <p:cNvPr id="7" name="object 7" descr=""/>
            <p:cNvSpPr/>
            <p:nvPr/>
          </p:nvSpPr>
          <p:spPr>
            <a:xfrm>
              <a:off x="2654807" y="6321552"/>
              <a:ext cx="631190" cy="116205"/>
            </a:xfrm>
            <a:custGeom>
              <a:avLst/>
              <a:gdLst/>
              <a:ahLst/>
              <a:cxnLst/>
              <a:rect l="l" t="t" r="r" b="b"/>
              <a:pathLst>
                <a:path w="631189" h="116204">
                  <a:moveTo>
                    <a:pt x="630935" y="115824"/>
                  </a:moveTo>
                  <a:lnTo>
                    <a:pt x="0" y="115824"/>
                  </a:lnTo>
                  <a:lnTo>
                    <a:pt x="0" y="0"/>
                  </a:lnTo>
                  <a:lnTo>
                    <a:pt x="630935" y="0"/>
                  </a:lnTo>
                  <a:lnTo>
                    <a:pt x="630935" y="115824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/>
          </p:txBody>
        </p:sp>
        <p:sp>
          <p:nvSpPr>
            <p:cNvPr id="8" name="object 8" descr=""/>
            <p:cNvSpPr/>
            <p:nvPr/>
          </p:nvSpPr>
          <p:spPr>
            <a:xfrm>
              <a:off x="2685288" y="6374892"/>
              <a:ext cx="553720" cy="20320"/>
            </a:xfrm>
            <a:custGeom>
              <a:avLst/>
              <a:gdLst/>
              <a:ahLst/>
              <a:cxnLst/>
              <a:rect l="l" t="t" r="r" b="b"/>
              <a:pathLst>
                <a:path w="553719" h="20320">
                  <a:moveTo>
                    <a:pt x="42672" y="12192"/>
                  </a:moveTo>
                  <a:lnTo>
                    <a:pt x="0" y="10668"/>
                  </a:lnTo>
                  <a:lnTo>
                    <a:pt x="0" y="0"/>
                  </a:lnTo>
                  <a:lnTo>
                    <a:pt x="42672" y="1524"/>
                  </a:lnTo>
                  <a:lnTo>
                    <a:pt x="42672" y="12192"/>
                  </a:lnTo>
                  <a:close/>
                </a:path>
                <a:path w="553719" h="20320">
                  <a:moveTo>
                    <a:pt x="115824" y="12192"/>
                  </a:moveTo>
                  <a:lnTo>
                    <a:pt x="74676" y="12192"/>
                  </a:lnTo>
                  <a:lnTo>
                    <a:pt x="74676" y="1524"/>
                  </a:lnTo>
                  <a:lnTo>
                    <a:pt x="115824" y="1524"/>
                  </a:lnTo>
                  <a:lnTo>
                    <a:pt x="115824" y="12192"/>
                  </a:lnTo>
                  <a:close/>
                </a:path>
                <a:path w="553719" h="20320">
                  <a:moveTo>
                    <a:pt x="188976" y="13716"/>
                  </a:moveTo>
                  <a:lnTo>
                    <a:pt x="147828" y="13716"/>
                  </a:lnTo>
                  <a:lnTo>
                    <a:pt x="147828" y="3048"/>
                  </a:lnTo>
                  <a:lnTo>
                    <a:pt x="188976" y="3048"/>
                  </a:lnTo>
                  <a:lnTo>
                    <a:pt x="188976" y="13716"/>
                  </a:lnTo>
                  <a:close/>
                </a:path>
                <a:path w="553719" h="20320">
                  <a:moveTo>
                    <a:pt x="263652" y="15240"/>
                  </a:moveTo>
                  <a:lnTo>
                    <a:pt x="220980" y="13716"/>
                  </a:lnTo>
                  <a:lnTo>
                    <a:pt x="220980" y="4572"/>
                  </a:lnTo>
                  <a:lnTo>
                    <a:pt x="263652" y="4572"/>
                  </a:lnTo>
                  <a:lnTo>
                    <a:pt x="263652" y="15240"/>
                  </a:lnTo>
                  <a:close/>
                </a:path>
                <a:path w="553719" h="20320">
                  <a:moveTo>
                    <a:pt x="336804" y="16764"/>
                  </a:moveTo>
                  <a:lnTo>
                    <a:pt x="294131" y="15240"/>
                  </a:lnTo>
                  <a:lnTo>
                    <a:pt x="294131" y="4572"/>
                  </a:lnTo>
                  <a:lnTo>
                    <a:pt x="336804" y="6096"/>
                  </a:lnTo>
                  <a:lnTo>
                    <a:pt x="336804" y="16764"/>
                  </a:lnTo>
                  <a:close/>
                </a:path>
                <a:path w="553719" h="20320">
                  <a:moveTo>
                    <a:pt x="409956" y="16764"/>
                  </a:moveTo>
                  <a:lnTo>
                    <a:pt x="368808" y="16764"/>
                  </a:lnTo>
                  <a:lnTo>
                    <a:pt x="368808" y="6096"/>
                  </a:lnTo>
                  <a:lnTo>
                    <a:pt x="409956" y="7620"/>
                  </a:lnTo>
                  <a:lnTo>
                    <a:pt x="409956" y="16764"/>
                  </a:lnTo>
                  <a:close/>
                </a:path>
                <a:path w="553719" h="20320">
                  <a:moveTo>
                    <a:pt x="483108" y="18288"/>
                  </a:moveTo>
                  <a:lnTo>
                    <a:pt x="441960" y="18288"/>
                  </a:lnTo>
                  <a:lnTo>
                    <a:pt x="441960" y="7620"/>
                  </a:lnTo>
                  <a:lnTo>
                    <a:pt x="483108" y="7620"/>
                  </a:lnTo>
                  <a:lnTo>
                    <a:pt x="483108" y="18288"/>
                  </a:lnTo>
                  <a:close/>
                </a:path>
                <a:path w="553719" h="20320">
                  <a:moveTo>
                    <a:pt x="553212" y="19812"/>
                  </a:moveTo>
                  <a:lnTo>
                    <a:pt x="515112" y="18288"/>
                  </a:lnTo>
                  <a:lnTo>
                    <a:pt x="515112" y="9144"/>
                  </a:lnTo>
                  <a:lnTo>
                    <a:pt x="553212" y="9144"/>
                  </a:lnTo>
                  <a:lnTo>
                    <a:pt x="553212" y="1981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/>
          </p:txBody>
        </p:sp>
      </p:grpSp>
      <p:sp>
        <p:nvSpPr>
          <p:cNvPr id="9" name="object 9" descr="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810"/>
              </a:lnSpc>
            </a:pPr>
            <a:r>
              <a:rPr dirty="0" spc="-25"/>
              <a:t>5</a:t>
            </a:r>
            <a:r>
              <a:rPr dirty="0" spc="-25"/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Microsoft PowerPoint - 3-5-1¥-pt0€t¤ lŁ ˝fl.ppt  -  8X1 ¨Ü</dc:title>
  <dcterms:created xsi:type="dcterms:W3CDTF">2024-10-01T06:30:32Z</dcterms:created>
  <dcterms:modified xsi:type="dcterms:W3CDTF">2024-10-01T06:30:32Z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2024-09-24T00:00:00Z</vt:filetime>
  </property>
  <property fmtid="{D5CDD505-2E9C-101B-9397-08002B2CF9AE}" pid="3" name="LastSaved">
    <vt:filetime>2024-10-01T00:00:00Z</vt:filetime>
  </property>
  <property fmtid="{D5CDD505-2E9C-101B-9397-08002B2CF9AE}" pid="4" name="Producer">
    <vt:lpwstr>Microsoft: Print To PDF</vt:lpwstr>
  </property>
</Properties>
</file>