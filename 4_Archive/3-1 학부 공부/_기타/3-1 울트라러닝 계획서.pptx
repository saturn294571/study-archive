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70" r:id="rId2"/>
    <p:sldId id="271" r:id="rId3"/>
    <p:sldId id="27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35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18FA0A-5602-09BE-2AFB-F603067DA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D92408-8BFA-A580-402A-A2418DB6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3-1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 계획서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057D5E-3A7F-3DBE-89E9-C18A1FF58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9A7F04A-59B4-7351-13FD-089BE2456F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  <a:p>
            <a:pPr lvl="1"/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사용하게 될 주요 자원들을 결정하라</a:t>
            </a:r>
          </a:p>
          <a:p>
            <a:pPr lvl="1"/>
            <a:r>
              <a:rPr lang="ko-KR" altLang="en-US" dirty="0"/>
              <a:t>벤치마킹할 다른 사람들의 방법을 찾아라</a:t>
            </a:r>
          </a:p>
          <a:p>
            <a:endParaRPr lang="ko-KR" altLang="en-US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  <a:p>
            <a:pPr lvl="1"/>
            <a:r>
              <a:rPr lang="en-US" altLang="ko-KR" dirty="0"/>
              <a:t>1~8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전반기</a:t>
            </a:r>
          </a:p>
          <a:p>
            <a:pPr lvl="2"/>
            <a:r>
              <a:rPr lang="en-US" altLang="ko-KR" dirty="0"/>
              <a:t>1~4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적응기간</a:t>
            </a:r>
          </a:p>
          <a:p>
            <a:pPr lvl="2"/>
            <a:r>
              <a:rPr lang="en-US" altLang="ko-KR" dirty="0"/>
              <a:t>5~8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중간고사 대비기간</a:t>
            </a:r>
          </a:p>
          <a:p>
            <a:pPr lvl="1"/>
            <a:r>
              <a:rPr lang="en-US" altLang="ko-KR" dirty="0"/>
              <a:t>9~16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후반기</a:t>
            </a:r>
          </a:p>
          <a:p>
            <a:pPr lvl="2"/>
            <a:r>
              <a:rPr lang="en-US" altLang="ko-KR" dirty="0"/>
              <a:t>9~12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기말과제 및 보고서 준비기간</a:t>
            </a:r>
          </a:p>
          <a:p>
            <a:pPr lvl="2"/>
            <a:r>
              <a:rPr lang="en-US" altLang="ko-KR" dirty="0"/>
              <a:t>13~16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기말고사 대비기간</a:t>
            </a:r>
          </a:p>
          <a:p>
            <a:endParaRPr lang="ko-KR" altLang="en-US" dirty="0"/>
          </a:p>
          <a:p>
            <a:r>
              <a:rPr lang="en-US" altLang="ko-KR" dirty="0"/>
              <a:t>3</a:t>
            </a:r>
            <a:r>
              <a:rPr lang="ko-KR" altLang="en-US" dirty="0"/>
              <a:t>단계는 주간 </a:t>
            </a:r>
            <a:r>
              <a:rPr lang="ko-KR" altLang="en-US" dirty="0" err="1"/>
              <a:t>울트라러닝</a:t>
            </a:r>
            <a:r>
              <a:rPr lang="ko-KR" altLang="en-US" dirty="0"/>
              <a:t> 평가서에서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단계는 </a:t>
            </a:r>
            <a:r>
              <a:rPr lang="ko-KR" altLang="en-US" dirty="0" err="1"/>
              <a:t>울트라러닝</a:t>
            </a:r>
            <a:r>
              <a:rPr lang="ko-KR" altLang="en-US" dirty="0"/>
              <a:t> 결과보고서에서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3EF6EC-6E3E-C8F3-28CD-F1E5140F052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4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DF7804-6070-C678-9AA6-59AC138B7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64DB67-5E70-E131-9946-4F796DEC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2A8A8B-EA5F-11C3-580F-3832038BA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CB4480C-AAB3-E5AA-C9B2-89A1D6DD4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글로벌경제론</a:t>
            </a:r>
            <a:r>
              <a:rPr lang="en-US" altLang="ko-KR" dirty="0"/>
              <a:t>, </a:t>
            </a:r>
            <a:r>
              <a:rPr lang="ko-KR" altLang="en-US" dirty="0"/>
              <a:t>사회보장론</a:t>
            </a:r>
            <a:r>
              <a:rPr lang="en-US" altLang="ko-KR" dirty="0"/>
              <a:t>, </a:t>
            </a:r>
            <a:r>
              <a:rPr lang="ko-KR" altLang="en-US" dirty="0"/>
              <a:t>컴퓨팅사고와 데이터분석 기초</a:t>
            </a:r>
            <a:r>
              <a:rPr lang="en-US" altLang="ko-KR" dirty="0"/>
              <a:t>, </a:t>
            </a:r>
            <a:r>
              <a:rPr lang="ko-KR" altLang="en-US" dirty="0"/>
              <a:t>프로그램언어</a:t>
            </a:r>
            <a:r>
              <a:rPr lang="en-US" altLang="ko-KR" dirty="0"/>
              <a:t>, </a:t>
            </a:r>
            <a:r>
              <a:rPr lang="ko-KR" altLang="en-US" dirty="0"/>
              <a:t>컴퓨터 네트워크</a:t>
            </a:r>
            <a:r>
              <a:rPr lang="en-US" altLang="ko-KR" dirty="0"/>
              <a:t>, </a:t>
            </a:r>
            <a:r>
              <a:rPr lang="ko-KR" altLang="en-US" dirty="0"/>
              <a:t>데이터베이스 총 </a:t>
            </a:r>
            <a:r>
              <a:rPr lang="en-US" altLang="ko-KR" dirty="0"/>
              <a:t>6</a:t>
            </a:r>
            <a:r>
              <a:rPr lang="ko-KR" altLang="en-US" dirty="0"/>
              <a:t>과목에서 평점 </a:t>
            </a:r>
            <a:r>
              <a:rPr lang="en-US" altLang="ko-KR" dirty="0"/>
              <a:t>4.25 </a:t>
            </a:r>
            <a:r>
              <a:rPr lang="ko-KR" altLang="en-US" dirty="0"/>
              <a:t>이상</a:t>
            </a:r>
          </a:p>
          <a:p>
            <a:pPr lvl="2"/>
            <a:r>
              <a:rPr lang="ko-KR" altLang="en-US" dirty="0"/>
              <a:t>글로벌 경제론</a:t>
            </a:r>
          </a:p>
          <a:p>
            <a:pPr lvl="3"/>
            <a:r>
              <a:rPr lang="ko-KR" altLang="en-US" dirty="0"/>
              <a:t>강의교재 </a:t>
            </a:r>
            <a:r>
              <a:rPr lang="en-US" altLang="ko-KR" dirty="0"/>
              <a:t>= </a:t>
            </a:r>
            <a:r>
              <a:rPr lang="ko-KR" altLang="en-US" dirty="0"/>
              <a:t>복지국가와 경제이론</a:t>
            </a:r>
            <a:endParaRPr lang="en-US" altLang="ko-KR" dirty="0"/>
          </a:p>
          <a:p>
            <a:r>
              <a:rPr lang="ko-KR" altLang="en-US" dirty="0"/>
              <a:t>사용하게 될 주요 자원들을 결정하라</a:t>
            </a:r>
            <a:endParaRPr lang="en-US" altLang="ko-KR" dirty="0"/>
          </a:p>
          <a:p>
            <a:pPr lvl="1"/>
            <a:r>
              <a:rPr lang="ko-KR" altLang="en-US" dirty="0"/>
              <a:t>글로벌경제론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사회보장론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컴퓨팅사고와 데이터분석 기초 </a:t>
            </a:r>
            <a:r>
              <a:rPr lang="en-US" altLang="ko-KR" dirty="0"/>
              <a:t>– </a:t>
            </a:r>
            <a:r>
              <a:rPr lang="ko-KR" altLang="en-US" dirty="0"/>
              <a:t>온라인 동영상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endParaRPr lang="en-US" altLang="ko-KR" dirty="0"/>
          </a:p>
          <a:p>
            <a:pPr lvl="1"/>
            <a:r>
              <a:rPr lang="ko-KR" altLang="en-US" dirty="0"/>
              <a:t>프로그램언어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 문제풀이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컴퓨터네트워크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데이터베이스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</a:p>
          <a:p>
            <a:r>
              <a:rPr lang="ko-KR" altLang="en-US" dirty="0"/>
              <a:t>벤치마킹할 다른 사람들의 방법을 찾아라</a:t>
            </a:r>
          </a:p>
          <a:p>
            <a:pPr lvl="1"/>
            <a:r>
              <a:rPr lang="ko-KR" altLang="en-US" dirty="0"/>
              <a:t>강의를 수강하고 복기</a:t>
            </a:r>
            <a:r>
              <a:rPr lang="en-US" altLang="ko-KR" dirty="0"/>
              <a:t>. </a:t>
            </a:r>
            <a:r>
              <a:rPr lang="ko-KR" altLang="en-US" dirty="0"/>
              <a:t>후에 족보를 통해 이론 및 암기 내용 적용</a:t>
            </a:r>
            <a:endParaRPr lang="en-US" altLang="ko-KR" dirty="0"/>
          </a:p>
          <a:p>
            <a:r>
              <a:rPr lang="ko-KR" altLang="en-US" dirty="0"/>
              <a:t>직접 연습 기회를 찾아라</a:t>
            </a:r>
          </a:p>
          <a:p>
            <a:pPr lvl="1"/>
            <a:r>
              <a:rPr lang="ko-KR" altLang="en-US" dirty="0"/>
              <a:t>결국 최종 평가는 중간</a:t>
            </a:r>
            <a:r>
              <a:rPr lang="en-US" altLang="ko-KR" dirty="0"/>
              <a:t>/</a:t>
            </a:r>
            <a:r>
              <a:rPr lang="ko-KR" altLang="en-US" dirty="0"/>
              <a:t>기말</a:t>
            </a:r>
            <a:r>
              <a:rPr lang="en-US" altLang="ko-KR" dirty="0"/>
              <a:t>/</a:t>
            </a:r>
            <a:r>
              <a:rPr lang="ko-KR" altLang="en-US" dirty="0"/>
              <a:t>과제이므로 족보나 인터넷에서 구할 수 있는 예시로 해결</a:t>
            </a:r>
          </a:p>
          <a:p>
            <a:r>
              <a:rPr lang="ko-KR" altLang="en-US" dirty="0"/>
              <a:t>예비 재료와 수단을 구하라</a:t>
            </a:r>
          </a:p>
          <a:p>
            <a:pPr lvl="1"/>
            <a:r>
              <a:rPr lang="ko-KR" altLang="en-US" dirty="0"/>
              <a:t>주 학습자원은 강의</a:t>
            </a:r>
            <a:r>
              <a:rPr lang="en-US" altLang="ko-KR" dirty="0"/>
              <a:t>, ppt, </a:t>
            </a:r>
            <a:r>
              <a:rPr lang="ko-KR" altLang="en-US" dirty="0"/>
              <a:t>족보로 구성되고 나머지 자원은 보조 </a:t>
            </a:r>
            <a:r>
              <a:rPr lang="ko-KR" altLang="en-US"/>
              <a:t>및 참고서로 </a:t>
            </a:r>
            <a:r>
              <a:rPr lang="ko-KR" altLang="en-US" dirty="0"/>
              <a:t>주 자원 학습에서 모자랄 때 참고한다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77D2D5-D12E-E86C-1E4E-3456BBF83C1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1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15513</TotalTime>
  <Words>249</Words>
  <Application>Microsoft Office PowerPoint</Application>
  <PresentationFormat>A4 용지(210x297mm)</PresentationFormat>
  <Paragraphs>35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디자인 사용자 지정</vt:lpstr>
      <vt:lpstr> 3-1 울트라러닝 프로젝트 계획서</vt:lpstr>
      <vt:lpstr>1단계: 자신에게 필요한 조사를 하라</vt:lpstr>
      <vt:lpstr>2단계: 일정을 조율하라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528</cp:revision>
  <dcterms:created xsi:type="dcterms:W3CDTF">2021-05-24T07:27:04Z</dcterms:created>
  <dcterms:modified xsi:type="dcterms:W3CDTF">2024-09-01T15:08:46Z</dcterms:modified>
</cp:coreProperties>
</file>