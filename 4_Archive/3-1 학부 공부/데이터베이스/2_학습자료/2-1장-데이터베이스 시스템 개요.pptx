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0693400" cy="7562850"/>
  <p:notesSz cx="10693400" cy="75628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67" y="82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1603" y="336804"/>
            <a:ext cx="9493250" cy="6804659"/>
          </a:xfrm>
          <a:custGeom>
            <a:avLst/>
            <a:gdLst/>
            <a:ahLst/>
            <a:cxnLst/>
            <a:rect l="l" t="t" r="r" b="b"/>
            <a:pathLst>
              <a:path w="9493250" h="6804659">
                <a:moveTo>
                  <a:pt x="0" y="0"/>
                </a:moveTo>
                <a:lnTo>
                  <a:pt x="0" y="0"/>
                </a:lnTo>
              </a:path>
              <a:path w="9493250" h="6804659">
                <a:moveTo>
                  <a:pt x="9492995" y="6804659"/>
                </a:moveTo>
                <a:lnTo>
                  <a:pt x="0" y="6804660"/>
                </a:lnTo>
                <a:lnTo>
                  <a:pt x="0" y="0"/>
                </a:lnTo>
              </a:path>
            </a:pathLst>
          </a:custGeom>
          <a:ln w="13716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41603" y="336804"/>
            <a:ext cx="9493250" cy="6804659"/>
          </a:xfrm>
          <a:custGeom>
            <a:avLst/>
            <a:gdLst/>
            <a:ahLst/>
            <a:cxnLst/>
            <a:rect l="l" t="t" r="r" b="b"/>
            <a:pathLst>
              <a:path w="9493250" h="6804659">
                <a:moveTo>
                  <a:pt x="0" y="0"/>
                </a:moveTo>
                <a:lnTo>
                  <a:pt x="9492995" y="0"/>
                </a:lnTo>
                <a:lnTo>
                  <a:pt x="9492995" y="6804660"/>
                </a:lnTo>
                <a:lnTo>
                  <a:pt x="0" y="6804660"/>
                </a:lnTo>
                <a:lnTo>
                  <a:pt x="0" y="0"/>
                </a:lnTo>
                <a:close/>
              </a:path>
            </a:pathLst>
          </a:custGeom>
          <a:ln w="13716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8790" y="1970083"/>
            <a:ext cx="5255818" cy="563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686" y="1646193"/>
            <a:ext cx="9220026" cy="4542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16398" y="7279918"/>
            <a:ext cx="2259329" cy="245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98869" y="7275359"/>
            <a:ext cx="270509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399032"/>
            <a:ext cx="10081260" cy="1188720"/>
          </a:xfrm>
          <a:custGeom>
            <a:avLst/>
            <a:gdLst/>
            <a:ahLst/>
            <a:cxnLst/>
            <a:rect l="l" t="t" r="r" b="b"/>
            <a:pathLst>
              <a:path w="10081260" h="1188720">
                <a:moveTo>
                  <a:pt x="10081260" y="1188719"/>
                </a:moveTo>
                <a:lnTo>
                  <a:pt x="0" y="1188719"/>
                </a:lnTo>
                <a:lnTo>
                  <a:pt x="0" y="0"/>
                </a:lnTo>
                <a:lnTo>
                  <a:pt x="10081260" y="0"/>
                </a:lnTo>
                <a:lnTo>
                  <a:pt x="10081260" y="118871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25" dirty="0"/>
              <a:t>데이터베이스</a:t>
            </a:r>
            <a:r>
              <a:rPr spc="-105" dirty="0"/>
              <a:t> </a:t>
            </a:r>
            <a:r>
              <a:rPr spc="25" dirty="0"/>
              <a:t>시스템</a:t>
            </a:r>
            <a:r>
              <a:rPr spc="-100" dirty="0"/>
              <a:t> </a:t>
            </a:r>
            <a:r>
              <a:rPr spc="25" dirty="0"/>
              <a:t>개요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30833" y="3826807"/>
            <a:ext cx="3491865" cy="325183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데이터베이스</a:t>
            </a:r>
            <a:r>
              <a:rPr sz="1750" b="1" spc="-5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시스템</a:t>
            </a:r>
            <a:r>
              <a:rPr sz="1750" b="1" spc="-4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개요</a:t>
            </a:r>
            <a:endParaRPr sz="1750">
              <a:latin typeface="Malgun Gothic"/>
              <a:cs typeface="Malgun Gothic"/>
            </a:endParaRPr>
          </a:p>
          <a:p>
            <a:pPr marL="391160" indent="-37909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91160" algn="l"/>
                <a:tab pos="391795" algn="l"/>
              </a:tabLst>
            </a:pPr>
            <a:r>
              <a:rPr sz="1750" b="1" spc="-30" dirty="0">
                <a:latin typeface="Malgun Gothic"/>
                <a:cs typeface="Malgun Gothic"/>
              </a:rPr>
              <a:t>DBMS를</a:t>
            </a:r>
            <a:r>
              <a:rPr sz="1750" b="1" spc="-8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사용하는</a:t>
            </a:r>
            <a:r>
              <a:rPr sz="1750" b="1" spc="-3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데이터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관리</a:t>
            </a:r>
            <a:endParaRPr sz="1750">
              <a:latin typeface="Malgun Gothic"/>
              <a:cs typeface="Malgun Gothic"/>
            </a:endParaRPr>
          </a:p>
          <a:p>
            <a:pPr marL="391160" indent="-37909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1160" algn="l"/>
                <a:tab pos="391795" algn="l"/>
              </a:tabLst>
            </a:pPr>
            <a:r>
              <a:rPr sz="1750" b="1" spc="-30" dirty="0">
                <a:latin typeface="Malgun Gothic"/>
                <a:cs typeface="Malgun Gothic"/>
              </a:rPr>
              <a:t>DBMS의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발전</a:t>
            </a:r>
            <a:endParaRPr sz="175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데이터베이스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스키마/인스턴스</a:t>
            </a:r>
            <a:endParaRPr sz="175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데이터베이스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언어</a:t>
            </a:r>
            <a:endParaRPr sz="175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데이터베이스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사용자</a:t>
            </a:r>
            <a:endParaRPr sz="175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spcBef>
                <a:spcPts val="1070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독립성</a:t>
            </a:r>
            <a:endParaRPr sz="175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0525" algn="l"/>
                <a:tab pos="391160" algn="l"/>
              </a:tabLst>
            </a:pPr>
            <a:r>
              <a:rPr sz="1750" b="1" spc="10" dirty="0">
                <a:latin typeface="Malgun Gothic"/>
                <a:cs typeface="Malgun Gothic"/>
              </a:rPr>
              <a:t>데이터베이스</a:t>
            </a:r>
            <a:r>
              <a:rPr sz="1750" b="1" spc="-5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시스템</a:t>
            </a:r>
            <a:r>
              <a:rPr sz="1750" b="1" spc="-4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아키텍처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932432"/>
            <a:ext cx="10083165" cy="5594985"/>
            <a:chOff x="304800" y="1932432"/>
            <a:chExt cx="10083165" cy="5594985"/>
          </a:xfrm>
        </p:grpSpPr>
        <p:sp>
          <p:nvSpPr>
            <p:cNvPr id="6" name="object 6"/>
            <p:cNvSpPr/>
            <p:nvPr/>
          </p:nvSpPr>
          <p:spPr>
            <a:xfrm>
              <a:off x="304800" y="2859023"/>
              <a:ext cx="10083165" cy="43180"/>
            </a:xfrm>
            <a:custGeom>
              <a:avLst/>
              <a:gdLst/>
              <a:ahLst/>
              <a:cxnLst/>
              <a:rect l="l" t="t" r="r" b="b"/>
              <a:pathLst>
                <a:path w="10083165" h="43180">
                  <a:moveTo>
                    <a:pt x="10082784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10082784" y="42672"/>
                  </a:lnTo>
                  <a:lnTo>
                    <a:pt x="10082784" y="0"/>
                  </a:lnTo>
                  <a:close/>
                </a:path>
              </a:pathLst>
            </a:custGeom>
            <a:solidFill>
              <a:srgbClr val="2D2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9211" y="1932431"/>
              <a:ext cx="27940" cy="5594985"/>
            </a:xfrm>
            <a:custGeom>
              <a:avLst/>
              <a:gdLst/>
              <a:ahLst/>
              <a:cxnLst/>
              <a:rect l="l" t="t" r="r" b="b"/>
              <a:pathLst>
                <a:path w="27940" h="5594984">
                  <a:moveTo>
                    <a:pt x="27432" y="0"/>
                  </a:moveTo>
                  <a:lnTo>
                    <a:pt x="0" y="0"/>
                  </a:lnTo>
                  <a:lnTo>
                    <a:pt x="0" y="5594604"/>
                  </a:lnTo>
                  <a:lnTo>
                    <a:pt x="27432" y="5594604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000" y="3229356"/>
              <a:ext cx="1900555" cy="611505"/>
            </a:xfrm>
            <a:custGeom>
              <a:avLst/>
              <a:gdLst/>
              <a:ahLst/>
              <a:cxnLst/>
              <a:rect l="l" t="t" r="r" b="b"/>
              <a:pathLst>
                <a:path w="1900555" h="611504">
                  <a:moveTo>
                    <a:pt x="0" y="0"/>
                  </a:moveTo>
                  <a:lnTo>
                    <a:pt x="1900427" y="0"/>
                  </a:lnTo>
                  <a:lnTo>
                    <a:pt x="1900427" y="611124"/>
                  </a:lnTo>
                  <a:lnTo>
                    <a:pt x="0" y="611124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2258" y="3380993"/>
              <a:ext cx="1594103" cy="3581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6483" y="588263"/>
            <a:ext cx="7751445" cy="784860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53670" rIns="0" bIns="0" rtlCol="0">
            <a:spAutoFit/>
          </a:bodyPr>
          <a:lstStyle/>
          <a:p>
            <a:pPr marL="1688464">
              <a:lnSpc>
                <a:spcPct val="100000"/>
              </a:lnSpc>
              <a:spcBef>
                <a:spcPts val="1210"/>
              </a:spcBef>
            </a:pPr>
            <a:r>
              <a:rPr sz="3300" spc="105" dirty="0">
                <a:solidFill>
                  <a:srgbClr val="3333CC"/>
                </a:solidFill>
              </a:rPr>
              <a:t>1.</a:t>
            </a:r>
            <a:r>
              <a:rPr sz="3300" spc="-14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9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839144" y="1552090"/>
            <a:ext cx="9168765" cy="334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 marR="5080" indent="-366395">
              <a:lnSpc>
                <a:spcPct val="140500"/>
              </a:lnSpc>
              <a:spcBef>
                <a:spcPts val="95"/>
              </a:spcBef>
              <a:buSzPct val="109090"/>
              <a:buFont typeface="PMingLiU-ExtB"/>
              <a:buChar char="❑"/>
              <a:tabLst>
                <a:tab pos="379095" algn="l"/>
              </a:tabLst>
            </a:pPr>
            <a:r>
              <a:rPr sz="2200" b="1" spc="-25" dirty="0">
                <a:latin typeface="Malgun Gothic"/>
                <a:cs typeface="Malgun Gothic"/>
              </a:rPr>
              <a:t>정보화</a:t>
            </a:r>
            <a:r>
              <a:rPr sz="2200" b="1" spc="12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사회(특히</a:t>
            </a:r>
            <a:r>
              <a:rPr sz="2200" b="1" spc="130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빅</a:t>
            </a:r>
            <a:r>
              <a:rPr sz="2200" b="1" spc="10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데이터</a:t>
            </a:r>
            <a:r>
              <a:rPr sz="2200" b="1" spc="13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시대)에서</a:t>
            </a:r>
            <a:r>
              <a:rPr sz="2200" b="1" spc="10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정보를</a:t>
            </a:r>
            <a:r>
              <a:rPr sz="2200" b="1" spc="130" dirty="0">
                <a:latin typeface="Malgun Gothic"/>
                <a:cs typeface="Malgun Gothic"/>
              </a:rPr>
              <a:t> </a:t>
            </a:r>
            <a:r>
              <a:rPr sz="2200" b="1" spc="25" dirty="0">
                <a:latin typeface="Malgun Gothic"/>
                <a:cs typeface="Malgun Gothic"/>
              </a:rPr>
              <a:t>수집,</a:t>
            </a:r>
            <a:r>
              <a:rPr sz="2200" b="1" spc="165" dirty="0">
                <a:latin typeface="Malgun Gothic"/>
                <a:cs typeface="Malgun Gothic"/>
              </a:rPr>
              <a:t> </a:t>
            </a:r>
            <a:r>
              <a:rPr sz="2200" b="1" spc="25" dirty="0">
                <a:latin typeface="Malgun Gothic"/>
                <a:cs typeface="Malgun Gothic"/>
              </a:rPr>
              <a:t>관리,</a:t>
            </a:r>
            <a:r>
              <a:rPr sz="2200" b="1" spc="165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분석하는데 </a:t>
            </a:r>
            <a:r>
              <a:rPr sz="2200" b="1" spc="-760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데이터베이스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관련</a:t>
            </a:r>
            <a:r>
              <a:rPr sz="2200" b="1" spc="-114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기술이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주요하게</a:t>
            </a:r>
            <a:r>
              <a:rPr sz="2200" b="1" spc="-16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활용되고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있음</a:t>
            </a:r>
            <a:endParaRPr sz="2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PMingLiU-ExtB"/>
              <a:buChar char="❑"/>
            </a:pPr>
            <a:endParaRPr sz="1300">
              <a:latin typeface="Malgun Gothic"/>
              <a:cs typeface="Malgun Gothic"/>
            </a:endParaRPr>
          </a:p>
          <a:p>
            <a:pPr marL="378460" indent="-366395">
              <a:lnSpc>
                <a:spcPct val="100000"/>
              </a:lnSpc>
              <a:buClr>
                <a:srgbClr val="000000"/>
              </a:buClr>
              <a:buSzPct val="109090"/>
              <a:buFont typeface="PMingLiU-ExtB"/>
              <a:buChar char="❑"/>
              <a:tabLst>
                <a:tab pos="379095" algn="l"/>
              </a:tabLst>
            </a:pPr>
            <a:r>
              <a:rPr sz="2200" b="1" spc="95" dirty="0">
                <a:solidFill>
                  <a:srgbClr val="FF0000"/>
                </a:solidFill>
                <a:latin typeface="Malgun Gothic"/>
                <a:cs typeface="Malgun Gothic"/>
              </a:rPr>
              <a:t>[용어</a:t>
            </a:r>
            <a:r>
              <a:rPr sz="220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정의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및</a:t>
            </a:r>
            <a:r>
              <a:rPr sz="220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90" dirty="0">
                <a:solidFill>
                  <a:srgbClr val="FF0000"/>
                </a:solidFill>
                <a:latin typeface="Malgun Gothic"/>
                <a:cs typeface="Malgun Gothic"/>
              </a:rPr>
              <a:t>구분]</a:t>
            </a:r>
            <a:r>
              <a:rPr sz="220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데이터베이스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시스템(Database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System)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2230"/>
              </a:spcBef>
              <a:buSzPct val="110256"/>
              <a:buFont typeface="PMingLiU-ExtB"/>
              <a:buChar char="✓"/>
              <a:tabLst>
                <a:tab pos="833119" algn="l"/>
              </a:tabLst>
            </a:pPr>
            <a:r>
              <a:rPr sz="1950" b="1" spc="15" dirty="0">
                <a:latin typeface="Malgun Gothic"/>
                <a:cs typeface="Malgun Gothic"/>
              </a:rPr>
              <a:t>데이터베이스(Database)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2185"/>
              </a:spcBef>
              <a:buSzPct val="110256"/>
              <a:buFont typeface="PMingLiU-ExtB"/>
              <a:buChar char="✓"/>
              <a:tabLst>
                <a:tab pos="833119" algn="l"/>
              </a:tabLst>
            </a:pPr>
            <a:r>
              <a:rPr sz="1950" b="1" spc="30" dirty="0">
                <a:latin typeface="Malgun Gothic"/>
                <a:cs typeface="Malgun Gothic"/>
              </a:rPr>
              <a:t>데이터베이스</a:t>
            </a:r>
            <a:r>
              <a:rPr sz="1950" b="1" spc="5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관리</a:t>
            </a:r>
            <a:r>
              <a:rPr sz="1950" b="1" spc="-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시스템(Database</a:t>
            </a:r>
            <a:r>
              <a:rPr sz="1950" b="1" spc="4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Management</a:t>
            </a:r>
            <a:r>
              <a:rPr sz="1950" b="1" spc="4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System)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2195"/>
              </a:spcBef>
              <a:buSzPct val="110256"/>
              <a:buFont typeface="PMingLiU-ExtB"/>
              <a:buChar char="✓"/>
              <a:tabLst>
                <a:tab pos="833119" algn="l"/>
              </a:tabLst>
            </a:pPr>
            <a:r>
              <a:rPr sz="1950" b="1" spc="30" dirty="0">
                <a:latin typeface="Malgun Gothic"/>
                <a:cs typeface="Malgun Gothic"/>
              </a:rPr>
              <a:t>데이터베이스</a:t>
            </a:r>
            <a:r>
              <a:rPr sz="1950" b="1" spc="5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사용자</a:t>
            </a:r>
            <a:r>
              <a:rPr sz="1950" b="1" spc="10" dirty="0">
                <a:latin typeface="Malgun Gothic"/>
                <a:cs typeface="Malgun Gothic"/>
              </a:rPr>
              <a:t> (User)</a:t>
            </a:r>
            <a:r>
              <a:rPr sz="1950" b="1" spc="2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및</a:t>
            </a:r>
            <a:r>
              <a:rPr sz="1950" b="1" spc="1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응용</a:t>
            </a:r>
            <a:r>
              <a:rPr sz="1950" b="1" spc="3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프로그램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66688" y="1924177"/>
            <a:ext cx="2803525" cy="133350"/>
          </a:xfrm>
          <a:custGeom>
            <a:avLst/>
            <a:gdLst/>
            <a:ahLst/>
            <a:cxnLst/>
            <a:rect l="l" t="t" r="r" b="b"/>
            <a:pathLst>
              <a:path w="2803525" h="133350">
                <a:moveTo>
                  <a:pt x="0" y="132969"/>
                </a:moveTo>
                <a:lnTo>
                  <a:pt x="0" y="132969"/>
                </a:lnTo>
                <a:lnTo>
                  <a:pt x="354584" y="132969"/>
                </a:lnTo>
                <a:lnTo>
                  <a:pt x="392304" y="132633"/>
                </a:lnTo>
                <a:lnTo>
                  <a:pt x="427942" y="131619"/>
                </a:lnTo>
                <a:lnTo>
                  <a:pt x="461508" y="129915"/>
                </a:lnTo>
                <a:lnTo>
                  <a:pt x="493013" y="127508"/>
                </a:lnTo>
                <a:lnTo>
                  <a:pt x="521420" y="125027"/>
                </a:lnTo>
                <a:lnTo>
                  <a:pt x="545671" y="123285"/>
                </a:lnTo>
                <a:lnTo>
                  <a:pt x="565755" y="122257"/>
                </a:lnTo>
                <a:lnTo>
                  <a:pt x="581660" y="121920"/>
                </a:lnTo>
                <a:lnTo>
                  <a:pt x="595899" y="121564"/>
                </a:lnTo>
                <a:lnTo>
                  <a:pt x="642619" y="116332"/>
                </a:lnTo>
                <a:lnTo>
                  <a:pt x="683125" y="104937"/>
                </a:lnTo>
                <a:lnTo>
                  <a:pt x="701172" y="94861"/>
                </a:lnTo>
                <a:lnTo>
                  <a:pt x="710517" y="91408"/>
                </a:lnTo>
                <a:lnTo>
                  <a:pt x="720552" y="89336"/>
                </a:lnTo>
                <a:lnTo>
                  <a:pt x="731265" y="88646"/>
                </a:lnTo>
                <a:lnTo>
                  <a:pt x="743025" y="87955"/>
                </a:lnTo>
                <a:lnTo>
                  <a:pt x="756189" y="85883"/>
                </a:lnTo>
                <a:lnTo>
                  <a:pt x="770735" y="82430"/>
                </a:lnTo>
                <a:lnTo>
                  <a:pt x="786638" y="77597"/>
                </a:lnTo>
                <a:lnTo>
                  <a:pt x="804332" y="72407"/>
                </a:lnTo>
                <a:lnTo>
                  <a:pt x="845913" y="64077"/>
                </a:lnTo>
                <a:lnTo>
                  <a:pt x="895395" y="58197"/>
                </a:lnTo>
                <a:lnTo>
                  <a:pt x="950779" y="52673"/>
                </a:lnTo>
                <a:lnTo>
                  <a:pt x="1010354" y="47148"/>
                </a:lnTo>
                <a:lnTo>
                  <a:pt x="1038748" y="44386"/>
                </a:lnTo>
                <a:lnTo>
                  <a:pt x="1091311" y="38862"/>
                </a:lnTo>
                <a:lnTo>
                  <a:pt x="1134284" y="33274"/>
                </a:lnTo>
                <a:lnTo>
                  <a:pt x="1175188" y="24923"/>
                </a:lnTo>
                <a:lnTo>
                  <a:pt x="1188323" y="22161"/>
                </a:lnTo>
                <a:lnTo>
                  <a:pt x="1202862" y="19399"/>
                </a:lnTo>
                <a:lnTo>
                  <a:pt x="1218818" y="16637"/>
                </a:lnTo>
                <a:lnTo>
                  <a:pt x="1235059" y="13874"/>
                </a:lnTo>
                <a:lnTo>
                  <a:pt x="1250632" y="11112"/>
                </a:lnTo>
                <a:lnTo>
                  <a:pt x="1265539" y="8350"/>
                </a:lnTo>
                <a:lnTo>
                  <a:pt x="1279779" y="5587"/>
                </a:lnTo>
                <a:lnTo>
                  <a:pt x="1295328" y="3161"/>
                </a:lnTo>
                <a:lnTo>
                  <a:pt x="1314354" y="1412"/>
                </a:lnTo>
                <a:lnTo>
                  <a:pt x="1336857" y="355"/>
                </a:lnTo>
                <a:lnTo>
                  <a:pt x="1362837" y="0"/>
                </a:lnTo>
                <a:lnTo>
                  <a:pt x="1387770" y="0"/>
                </a:lnTo>
                <a:lnTo>
                  <a:pt x="1407144" y="0"/>
                </a:lnTo>
                <a:lnTo>
                  <a:pt x="1420969" y="0"/>
                </a:lnTo>
                <a:lnTo>
                  <a:pt x="1429258" y="0"/>
                </a:lnTo>
                <a:lnTo>
                  <a:pt x="1437282" y="355"/>
                </a:lnTo>
                <a:lnTo>
                  <a:pt x="1450117" y="1412"/>
                </a:lnTo>
                <a:lnTo>
                  <a:pt x="1467762" y="3161"/>
                </a:lnTo>
                <a:lnTo>
                  <a:pt x="1490217" y="5587"/>
                </a:lnTo>
                <a:lnTo>
                  <a:pt x="1515173" y="7995"/>
                </a:lnTo>
                <a:lnTo>
                  <a:pt x="1540129" y="9699"/>
                </a:lnTo>
                <a:lnTo>
                  <a:pt x="1565084" y="10713"/>
                </a:lnTo>
                <a:lnTo>
                  <a:pt x="1590039" y="11049"/>
                </a:lnTo>
                <a:lnTo>
                  <a:pt x="1613538" y="11049"/>
                </a:lnTo>
                <a:lnTo>
                  <a:pt x="1634299" y="11049"/>
                </a:lnTo>
                <a:lnTo>
                  <a:pt x="1739518" y="11049"/>
                </a:lnTo>
                <a:lnTo>
                  <a:pt x="1759973" y="11404"/>
                </a:lnTo>
                <a:lnTo>
                  <a:pt x="1776952" y="12461"/>
                </a:lnTo>
                <a:lnTo>
                  <a:pt x="1790453" y="14210"/>
                </a:lnTo>
                <a:lnTo>
                  <a:pt x="1800479" y="16637"/>
                </a:lnTo>
                <a:lnTo>
                  <a:pt x="1809476" y="19063"/>
                </a:lnTo>
                <a:lnTo>
                  <a:pt x="1819878" y="20812"/>
                </a:lnTo>
                <a:lnTo>
                  <a:pt x="1831661" y="21869"/>
                </a:lnTo>
                <a:lnTo>
                  <a:pt x="1844802" y="22225"/>
                </a:lnTo>
                <a:lnTo>
                  <a:pt x="1857996" y="22560"/>
                </a:lnTo>
                <a:lnTo>
                  <a:pt x="1869773" y="23574"/>
                </a:lnTo>
                <a:lnTo>
                  <a:pt x="1880145" y="25278"/>
                </a:lnTo>
                <a:lnTo>
                  <a:pt x="1889125" y="27686"/>
                </a:lnTo>
                <a:lnTo>
                  <a:pt x="1900173" y="31369"/>
                </a:lnTo>
                <a:lnTo>
                  <a:pt x="1907666" y="33274"/>
                </a:lnTo>
                <a:lnTo>
                  <a:pt x="1911350" y="33274"/>
                </a:lnTo>
                <a:lnTo>
                  <a:pt x="1915493" y="33629"/>
                </a:lnTo>
                <a:lnTo>
                  <a:pt x="1922398" y="34686"/>
                </a:lnTo>
                <a:lnTo>
                  <a:pt x="1932066" y="36435"/>
                </a:lnTo>
                <a:lnTo>
                  <a:pt x="1944496" y="38862"/>
                </a:lnTo>
                <a:lnTo>
                  <a:pt x="1958383" y="41269"/>
                </a:lnTo>
                <a:lnTo>
                  <a:pt x="1972246" y="42973"/>
                </a:lnTo>
                <a:lnTo>
                  <a:pt x="1986109" y="43987"/>
                </a:lnTo>
                <a:lnTo>
                  <a:pt x="1999995" y="44323"/>
                </a:lnTo>
                <a:lnTo>
                  <a:pt x="2013809" y="44323"/>
                </a:lnTo>
                <a:lnTo>
                  <a:pt x="2027634" y="44323"/>
                </a:lnTo>
                <a:lnTo>
                  <a:pt x="2293619" y="44323"/>
                </a:lnTo>
                <a:lnTo>
                  <a:pt x="2305714" y="44678"/>
                </a:lnTo>
                <a:lnTo>
                  <a:pt x="2354453" y="49911"/>
                </a:lnTo>
                <a:lnTo>
                  <a:pt x="2394664" y="58197"/>
                </a:lnTo>
                <a:lnTo>
                  <a:pt x="2437638" y="72009"/>
                </a:lnTo>
                <a:lnTo>
                  <a:pt x="2460111" y="79323"/>
                </a:lnTo>
                <a:lnTo>
                  <a:pt x="2483310" y="84518"/>
                </a:lnTo>
                <a:lnTo>
                  <a:pt x="2507200" y="87618"/>
                </a:lnTo>
                <a:lnTo>
                  <a:pt x="2531744" y="88646"/>
                </a:lnTo>
                <a:lnTo>
                  <a:pt x="2555654" y="89001"/>
                </a:lnTo>
                <a:lnTo>
                  <a:pt x="2577480" y="90058"/>
                </a:lnTo>
                <a:lnTo>
                  <a:pt x="2597235" y="91807"/>
                </a:lnTo>
                <a:lnTo>
                  <a:pt x="2614930" y="94234"/>
                </a:lnTo>
                <a:lnTo>
                  <a:pt x="2631860" y="96641"/>
                </a:lnTo>
                <a:lnTo>
                  <a:pt x="2649505" y="98345"/>
                </a:lnTo>
                <a:lnTo>
                  <a:pt x="2667865" y="99359"/>
                </a:lnTo>
                <a:lnTo>
                  <a:pt x="2686939" y="99695"/>
                </a:lnTo>
                <a:lnTo>
                  <a:pt x="2705604" y="99695"/>
                </a:lnTo>
                <a:lnTo>
                  <a:pt x="2722911" y="99695"/>
                </a:lnTo>
                <a:lnTo>
                  <a:pt x="2791864" y="99695"/>
                </a:lnTo>
                <a:lnTo>
                  <a:pt x="2803270" y="9969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57527" y="2478278"/>
            <a:ext cx="4554220" cy="133350"/>
          </a:xfrm>
          <a:custGeom>
            <a:avLst/>
            <a:gdLst/>
            <a:ahLst/>
            <a:cxnLst/>
            <a:rect l="l" t="t" r="r" b="b"/>
            <a:pathLst>
              <a:path w="4554220" h="133350">
                <a:moveTo>
                  <a:pt x="0" y="132841"/>
                </a:moveTo>
                <a:lnTo>
                  <a:pt x="0" y="132841"/>
                </a:lnTo>
                <a:lnTo>
                  <a:pt x="121920" y="132841"/>
                </a:lnTo>
                <a:lnTo>
                  <a:pt x="140305" y="132506"/>
                </a:lnTo>
                <a:lnTo>
                  <a:pt x="187410" y="129788"/>
                </a:lnTo>
                <a:lnTo>
                  <a:pt x="246614" y="124618"/>
                </a:lnTo>
                <a:lnTo>
                  <a:pt x="277050" y="121856"/>
                </a:lnTo>
                <a:lnTo>
                  <a:pt x="307486" y="119094"/>
                </a:lnTo>
                <a:lnTo>
                  <a:pt x="369810" y="113905"/>
                </a:lnTo>
                <a:lnTo>
                  <a:pt x="441870" y="111099"/>
                </a:lnTo>
                <a:lnTo>
                  <a:pt x="482091" y="110744"/>
                </a:lnTo>
                <a:lnTo>
                  <a:pt x="525357" y="109698"/>
                </a:lnTo>
                <a:lnTo>
                  <a:pt x="572087" y="106568"/>
                </a:lnTo>
                <a:lnTo>
                  <a:pt x="622270" y="101367"/>
                </a:lnTo>
                <a:lnTo>
                  <a:pt x="675894" y="94107"/>
                </a:lnTo>
                <a:lnTo>
                  <a:pt x="729237" y="86510"/>
                </a:lnTo>
                <a:lnTo>
                  <a:pt x="778414" y="80295"/>
                </a:lnTo>
                <a:lnTo>
                  <a:pt x="823448" y="75461"/>
                </a:lnTo>
                <a:lnTo>
                  <a:pt x="864361" y="72009"/>
                </a:lnTo>
                <a:lnTo>
                  <a:pt x="932195" y="67833"/>
                </a:lnTo>
                <a:lnTo>
                  <a:pt x="980694" y="66421"/>
                </a:lnTo>
                <a:lnTo>
                  <a:pt x="999696" y="66421"/>
                </a:lnTo>
                <a:lnTo>
                  <a:pt x="1018031" y="66421"/>
                </a:lnTo>
                <a:lnTo>
                  <a:pt x="2698115" y="66421"/>
                </a:lnTo>
                <a:lnTo>
                  <a:pt x="2712283" y="66065"/>
                </a:lnTo>
                <a:lnTo>
                  <a:pt x="2727166" y="65008"/>
                </a:lnTo>
                <a:lnTo>
                  <a:pt x="2742763" y="63259"/>
                </a:lnTo>
                <a:lnTo>
                  <a:pt x="2759075" y="60833"/>
                </a:lnTo>
                <a:lnTo>
                  <a:pt x="2777051" y="58425"/>
                </a:lnTo>
                <a:lnTo>
                  <a:pt x="2797825" y="56721"/>
                </a:lnTo>
                <a:lnTo>
                  <a:pt x="2821386" y="55707"/>
                </a:lnTo>
                <a:lnTo>
                  <a:pt x="2847721" y="55372"/>
                </a:lnTo>
                <a:lnTo>
                  <a:pt x="2874337" y="55016"/>
                </a:lnTo>
                <a:lnTo>
                  <a:pt x="2921426" y="52210"/>
                </a:lnTo>
                <a:lnTo>
                  <a:pt x="2961239" y="47021"/>
                </a:lnTo>
                <a:lnTo>
                  <a:pt x="2980626" y="44259"/>
                </a:lnTo>
                <a:lnTo>
                  <a:pt x="3000013" y="41497"/>
                </a:lnTo>
                <a:lnTo>
                  <a:pt x="3040518" y="36308"/>
                </a:lnTo>
                <a:lnTo>
                  <a:pt x="3093184" y="33502"/>
                </a:lnTo>
                <a:lnTo>
                  <a:pt x="3124708" y="33147"/>
                </a:lnTo>
                <a:lnTo>
                  <a:pt x="3154475" y="33147"/>
                </a:lnTo>
                <a:lnTo>
                  <a:pt x="3177301" y="33147"/>
                </a:lnTo>
                <a:lnTo>
                  <a:pt x="3335147" y="33147"/>
                </a:lnTo>
                <a:lnTo>
                  <a:pt x="3360439" y="32811"/>
                </a:lnTo>
                <a:lnTo>
                  <a:pt x="3391947" y="31797"/>
                </a:lnTo>
                <a:lnTo>
                  <a:pt x="3429694" y="30093"/>
                </a:lnTo>
                <a:lnTo>
                  <a:pt x="3473704" y="27686"/>
                </a:lnTo>
                <a:lnTo>
                  <a:pt x="3517657" y="25259"/>
                </a:lnTo>
                <a:lnTo>
                  <a:pt x="3555396" y="23510"/>
                </a:lnTo>
                <a:lnTo>
                  <a:pt x="3586896" y="22453"/>
                </a:lnTo>
                <a:lnTo>
                  <a:pt x="3612134" y="22098"/>
                </a:lnTo>
                <a:lnTo>
                  <a:pt x="3635353" y="22098"/>
                </a:lnTo>
                <a:lnTo>
                  <a:pt x="3660632" y="22098"/>
                </a:lnTo>
                <a:lnTo>
                  <a:pt x="3687982" y="22098"/>
                </a:lnTo>
                <a:lnTo>
                  <a:pt x="3717417" y="22098"/>
                </a:lnTo>
                <a:lnTo>
                  <a:pt x="3745470" y="21742"/>
                </a:lnTo>
                <a:lnTo>
                  <a:pt x="3768677" y="20685"/>
                </a:lnTo>
                <a:lnTo>
                  <a:pt x="3787050" y="18936"/>
                </a:lnTo>
                <a:lnTo>
                  <a:pt x="3800602" y="16510"/>
                </a:lnTo>
                <a:lnTo>
                  <a:pt x="3810625" y="14102"/>
                </a:lnTo>
                <a:lnTo>
                  <a:pt x="3818588" y="12398"/>
                </a:lnTo>
                <a:lnTo>
                  <a:pt x="3824479" y="11384"/>
                </a:lnTo>
                <a:lnTo>
                  <a:pt x="3828288" y="11049"/>
                </a:lnTo>
                <a:lnTo>
                  <a:pt x="3831971" y="11049"/>
                </a:lnTo>
                <a:lnTo>
                  <a:pt x="3839337" y="11049"/>
                </a:lnTo>
                <a:lnTo>
                  <a:pt x="3878072" y="11049"/>
                </a:lnTo>
                <a:lnTo>
                  <a:pt x="3884005" y="10693"/>
                </a:lnTo>
                <a:lnTo>
                  <a:pt x="3890581" y="9636"/>
                </a:lnTo>
                <a:lnTo>
                  <a:pt x="3897824" y="7887"/>
                </a:lnTo>
                <a:lnTo>
                  <a:pt x="3905758" y="5461"/>
                </a:lnTo>
                <a:lnTo>
                  <a:pt x="3916934" y="1777"/>
                </a:lnTo>
                <a:lnTo>
                  <a:pt x="3924300" y="0"/>
                </a:lnTo>
                <a:lnTo>
                  <a:pt x="3994404" y="0"/>
                </a:lnTo>
                <a:lnTo>
                  <a:pt x="4009336" y="335"/>
                </a:lnTo>
                <a:lnTo>
                  <a:pt x="4026328" y="1349"/>
                </a:lnTo>
                <a:lnTo>
                  <a:pt x="4045392" y="3053"/>
                </a:lnTo>
                <a:lnTo>
                  <a:pt x="4066540" y="5461"/>
                </a:lnTo>
                <a:lnTo>
                  <a:pt x="4087967" y="7887"/>
                </a:lnTo>
                <a:lnTo>
                  <a:pt x="4108037" y="9636"/>
                </a:lnTo>
                <a:lnTo>
                  <a:pt x="4126726" y="10693"/>
                </a:lnTo>
                <a:lnTo>
                  <a:pt x="4144010" y="11049"/>
                </a:lnTo>
                <a:lnTo>
                  <a:pt x="4160321" y="11049"/>
                </a:lnTo>
                <a:lnTo>
                  <a:pt x="4175918" y="11049"/>
                </a:lnTo>
                <a:lnTo>
                  <a:pt x="4546600" y="11049"/>
                </a:lnTo>
                <a:lnTo>
                  <a:pt x="4553966" y="1104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73678" y="3165221"/>
            <a:ext cx="4831080" cy="88900"/>
          </a:xfrm>
          <a:custGeom>
            <a:avLst/>
            <a:gdLst/>
            <a:ahLst/>
            <a:cxnLst/>
            <a:rect l="l" t="t" r="r" b="b"/>
            <a:pathLst>
              <a:path w="4831080" h="88900">
                <a:moveTo>
                  <a:pt x="0" y="11048"/>
                </a:moveTo>
                <a:lnTo>
                  <a:pt x="0" y="11048"/>
                </a:lnTo>
                <a:lnTo>
                  <a:pt x="1418209" y="11048"/>
                </a:lnTo>
                <a:lnTo>
                  <a:pt x="1449714" y="11739"/>
                </a:lnTo>
                <a:lnTo>
                  <a:pt x="1477756" y="13811"/>
                </a:lnTo>
                <a:lnTo>
                  <a:pt x="1502344" y="17264"/>
                </a:lnTo>
                <a:lnTo>
                  <a:pt x="1523492" y="22097"/>
                </a:lnTo>
                <a:lnTo>
                  <a:pt x="1542494" y="26931"/>
                </a:lnTo>
                <a:lnTo>
                  <a:pt x="1560829" y="30384"/>
                </a:lnTo>
                <a:lnTo>
                  <a:pt x="1578498" y="32456"/>
                </a:lnTo>
                <a:lnTo>
                  <a:pt x="1595501" y="33146"/>
                </a:lnTo>
                <a:lnTo>
                  <a:pt x="1612094" y="33146"/>
                </a:lnTo>
                <a:lnTo>
                  <a:pt x="1628711" y="33146"/>
                </a:lnTo>
                <a:lnTo>
                  <a:pt x="1645328" y="33146"/>
                </a:lnTo>
                <a:lnTo>
                  <a:pt x="1661922" y="33146"/>
                </a:lnTo>
                <a:lnTo>
                  <a:pt x="1678233" y="33502"/>
                </a:lnTo>
                <a:lnTo>
                  <a:pt x="1693830" y="34559"/>
                </a:lnTo>
                <a:lnTo>
                  <a:pt x="1708713" y="36308"/>
                </a:lnTo>
                <a:lnTo>
                  <a:pt x="1722882" y="38734"/>
                </a:lnTo>
                <a:lnTo>
                  <a:pt x="1736076" y="41161"/>
                </a:lnTo>
                <a:lnTo>
                  <a:pt x="1747853" y="42910"/>
                </a:lnTo>
                <a:lnTo>
                  <a:pt x="1758225" y="43967"/>
                </a:lnTo>
                <a:lnTo>
                  <a:pt x="1767205" y="44322"/>
                </a:lnTo>
                <a:lnTo>
                  <a:pt x="1775511" y="44322"/>
                </a:lnTo>
                <a:lnTo>
                  <a:pt x="1783842" y="44322"/>
                </a:lnTo>
                <a:lnTo>
                  <a:pt x="1972183" y="44322"/>
                </a:lnTo>
                <a:lnTo>
                  <a:pt x="1985734" y="45013"/>
                </a:lnTo>
                <a:lnTo>
                  <a:pt x="2004107" y="47085"/>
                </a:lnTo>
                <a:lnTo>
                  <a:pt x="2027314" y="50538"/>
                </a:lnTo>
                <a:lnTo>
                  <a:pt x="2055368" y="55371"/>
                </a:lnTo>
                <a:lnTo>
                  <a:pt x="2084393" y="60561"/>
                </a:lnTo>
                <a:lnTo>
                  <a:pt x="2110692" y="65071"/>
                </a:lnTo>
                <a:lnTo>
                  <a:pt x="2155063" y="72008"/>
                </a:lnTo>
                <a:lnTo>
                  <a:pt x="2203854" y="77134"/>
                </a:lnTo>
                <a:lnTo>
                  <a:pt x="2216023" y="77469"/>
                </a:lnTo>
                <a:lnTo>
                  <a:pt x="2227764" y="77825"/>
                </a:lnTo>
                <a:lnTo>
                  <a:pt x="2240899" y="78882"/>
                </a:lnTo>
                <a:lnTo>
                  <a:pt x="2255438" y="80631"/>
                </a:lnTo>
                <a:lnTo>
                  <a:pt x="2271395" y="83057"/>
                </a:lnTo>
                <a:lnTo>
                  <a:pt x="2287988" y="85484"/>
                </a:lnTo>
                <a:lnTo>
                  <a:pt x="2304605" y="87233"/>
                </a:lnTo>
                <a:lnTo>
                  <a:pt x="2321222" y="88290"/>
                </a:lnTo>
                <a:lnTo>
                  <a:pt x="2337816" y="88645"/>
                </a:lnTo>
                <a:lnTo>
                  <a:pt x="2354464" y="88645"/>
                </a:lnTo>
                <a:lnTo>
                  <a:pt x="2371090" y="88645"/>
                </a:lnTo>
                <a:lnTo>
                  <a:pt x="2814320" y="88645"/>
                </a:lnTo>
                <a:lnTo>
                  <a:pt x="2830560" y="88290"/>
                </a:lnTo>
                <a:lnTo>
                  <a:pt x="2846133" y="87233"/>
                </a:lnTo>
                <a:lnTo>
                  <a:pt x="2861040" y="85484"/>
                </a:lnTo>
                <a:lnTo>
                  <a:pt x="2875279" y="83057"/>
                </a:lnTo>
                <a:lnTo>
                  <a:pt x="2889111" y="80631"/>
                </a:lnTo>
                <a:lnTo>
                  <a:pt x="2902966" y="78882"/>
                </a:lnTo>
                <a:lnTo>
                  <a:pt x="2916820" y="77825"/>
                </a:lnTo>
                <a:lnTo>
                  <a:pt x="2930652" y="77469"/>
                </a:lnTo>
                <a:lnTo>
                  <a:pt x="2945173" y="77469"/>
                </a:lnTo>
                <a:lnTo>
                  <a:pt x="2961100" y="77469"/>
                </a:lnTo>
                <a:lnTo>
                  <a:pt x="2978407" y="77469"/>
                </a:lnTo>
                <a:lnTo>
                  <a:pt x="2997073" y="77469"/>
                </a:lnTo>
                <a:lnTo>
                  <a:pt x="3015811" y="77134"/>
                </a:lnTo>
                <a:lnTo>
                  <a:pt x="3033156" y="76120"/>
                </a:lnTo>
                <a:lnTo>
                  <a:pt x="3049097" y="74416"/>
                </a:lnTo>
                <a:lnTo>
                  <a:pt x="3063621" y="72008"/>
                </a:lnTo>
                <a:lnTo>
                  <a:pt x="3077098" y="69582"/>
                </a:lnTo>
                <a:lnTo>
                  <a:pt x="3089909" y="67833"/>
                </a:lnTo>
                <a:lnTo>
                  <a:pt x="3102054" y="66776"/>
                </a:lnTo>
                <a:lnTo>
                  <a:pt x="3113531" y="66420"/>
                </a:lnTo>
                <a:lnTo>
                  <a:pt x="3125626" y="66420"/>
                </a:lnTo>
                <a:lnTo>
                  <a:pt x="3139805" y="66420"/>
                </a:lnTo>
                <a:lnTo>
                  <a:pt x="3745103" y="66420"/>
                </a:lnTo>
                <a:lnTo>
                  <a:pt x="3762033" y="66085"/>
                </a:lnTo>
                <a:lnTo>
                  <a:pt x="3779678" y="65071"/>
                </a:lnTo>
                <a:lnTo>
                  <a:pt x="3798038" y="63367"/>
                </a:lnTo>
                <a:lnTo>
                  <a:pt x="3817112" y="60959"/>
                </a:lnTo>
                <a:lnTo>
                  <a:pt x="3836804" y="58177"/>
                </a:lnTo>
                <a:lnTo>
                  <a:pt x="3857212" y="55371"/>
                </a:lnTo>
                <a:lnTo>
                  <a:pt x="3900170" y="49783"/>
                </a:lnTo>
                <a:lnTo>
                  <a:pt x="3947255" y="45672"/>
                </a:lnTo>
                <a:lnTo>
                  <a:pt x="3999865" y="44322"/>
                </a:lnTo>
                <a:lnTo>
                  <a:pt x="4026199" y="44322"/>
                </a:lnTo>
                <a:lnTo>
                  <a:pt x="4049760" y="44322"/>
                </a:lnTo>
                <a:lnTo>
                  <a:pt x="4155058" y="44322"/>
                </a:lnTo>
                <a:lnTo>
                  <a:pt x="4173726" y="43630"/>
                </a:lnTo>
                <a:lnTo>
                  <a:pt x="4196572" y="41544"/>
                </a:lnTo>
                <a:lnTo>
                  <a:pt x="4223585" y="38054"/>
                </a:lnTo>
                <a:lnTo>
                  <a:pt x="4254754" y="33146"/>
                </a:lnTo>
                <a:lnTo>
                  <a:pt x="4287996" y="27977"/>
                </a:lnTo>
                <a:lnTo>
                  <a:pt x="4321238" y="23510"/>
                </a:lnTo>
                <a:lnTo>
                  <a:pt x="4354480" y="19734"/>
                </a:lnTo>
                <a:lnTo>
                  <a:pt x="4387723" y="16637"/>
                </a:lnTo>
                <a:lnTo>
                  <a:pt x="4420965" y="13854"/>
                </a:lnTo>
                <a:lnTo>
                  <a:pt x="4454207" y="11049"/>
                </a:lnTo>
                <a:lnTo>
                  <a:pt x="4520692" y="5460"/>
                </a:lnTo>
                <a:lnTo>
                  <a:pt x="4581636" y="1349"/>
                </a:lnTo>
                <a:lnTo>
                  <a:pt x="4631436" y="0"/>
                </a:lnTo>
                <a:lnTo>
                  <a:pt x="4653274" y="0"/>
                </a:lnTo>
                <a:lnTo>
                  <a:pt x="4674409" y="0"/>
                </a:lnTo>
                <a:lnTo>
                  <a:pt x="4820165" y="0"/>
                </a:lnTo>
                <a:lnTo>
                  <a:pt x="483095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813292" y="1686613"/>
            <a:ext cx="8506460" cy="3949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92125" indent="-480059">
              <a:lnSpc>
                <a:spcPct val="100000"/>
              </a:lnSpc>
              <a:spcBef>
                <a:spcPts val="125"/>
              </a:spcBef>
              <a:buClr>
                <a:srgbClr val="000000"/>
              </a:buClr>
              <a:buSzPct val="110416"/>
              <a:buFont typeface="PMingLiU-ExtB"/>
              <a:buChar char="❑"/>
              <a:tabLst>
                <a:tab pos="492125" algn="l"/>
                <a:tab pos="492759" algn="l"/>
              </a:tabLst>
            </a:pPr>
            <a:r>
              <a:rPr sz="2400" b="1" spc="-10" dirty="0">
                <a:solidFill>
                  <a:srgbClr val="FF3300"/>
                </a:solidFill>
                <a:latin typeface="Malgun Gothic"/>
                <a:cs typeface="Malgun Gothic"/>
              </a:rPr>
              <a:t>데이터베이스</a:t>
            </a:r>
            <a:r>
              <a:rPr sz="2400" b="1" spc="-12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2400" b="1" spc="45" dirty="0">
                <a:solidFill>
                  <a:srgbClr val="FF3300"/>
                </a:solidFill>
                <a:latin typeface="Malgun Gothic"/>
                <a:cs typeface="Malgun Gothic"/>
              </a:rPr>
              <a:t>시스템</a:t>
            </a:r>
            <a:r>
              <a:rPr sz="2400" b="1" spc="45" dirty="0">
                <a:latin typeface="Malgun Gothic"/>
                <a:cs typeface="Malgun Gothic"/>
              </a:rPr>
              <a:t>(</a:t>
            </a:r>
            <a:r>
              <a:rPr sz="2400" b="1" spc="45" dirty="0">
                <a:solidFill>
                  <a:srgbClr val="FF3300"/>
                </a:solidFill>
                <a:latin typeface="Malgun Gothic"/>
                <a:cs typeface="Malgun Gothic"/>
              </a:rPr>
              <a:t>DBS</a:t>
            </a:r>
            <a:r>
              <a:rPr sz="2400" b="1" spc="45" dirty="0">
                <a:latin typeface="Malgun Gothic"/>
                <a:cs typeface="Malgun Gothic"/>
              </a:rPr>
              <a:t>:</a:t>
            </a:r>
            <a:r>
              <a:rPr sz="2400" b="1" spc="-80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Database</a:t>
            </a:r>
            <a:r>
              <a:rPr sz="2400" b="1" spc="-114" dirty="0">
                <a:latin typeface="Malgun Gothic"/>
                <a:cs typeface="Malgun Gothic"/>
              </a:rPr>
              <a:t> </a:t>
            </a:r>
            <a:r>
              <a:rPr sz="2400" b="1" spc="-10" dirty="0">
                <a:latin typeface="Malgun Gothic"/>
                <a:cs typeface="Malgun Gothic"/>
              </a:rPr>
              <a:t>System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b="1" spc="-10" dirty="0">
                <a:latin typeface="Malgun Gothic"/>
                <a:cs typeface="Malgun Gothic"/>
              </a:rPr>
              <a:t>의</a:t>
            </a:r>
            <a:r>
              <a:rPr sz="2400" b="1" spc="-335" dirty="0">
                <a:latin typeface="Malgun Gothic"/>
                <a:cs typeface="Malgun Gothic"/>
              </a:rPr>
              <a:t> </a:t>
            </a:r>
            <a:r>
              <a:rPr sz="2400" b="1" spc="20" dirty="0">
                <a:latin typeface="Malgun Gothic"/>
                <a:cs typeface="Malgun Gothic"/>
              </a:rPr>
              <a:t>구성</a:t>
            </a:r>
            <a:r>
              <a:rPr sz="2400" b="1" spc="-290" dirty="0">
                <a:latin typeface="Malgun Gothic"/>
                <a:cs typeface="Malgun Gothic"/>
              </a:rPr>
              <a:t> </a:t>
            </a:r>
            <a:r>
              <a:rPr sz="2400" b="1" spc="20" dirty="0">
                <a:latin typeface="Malgun Gothic"/>
                <a:cs typeface="Malgun Gothic"/>
              </a:rPr>
              <a:t>요소</a:t>
            </a:r>
            <a:endParaRPr sz="24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311" y="2340864"/>
            <a:ext cx="6388607" cy="46161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7139" y="581279"/>
            <a:ext cx="7163434" cy="771525"/>
            <a:chOff x="1747139" y="581279"/>
            <a:chExt cx="7163434" cy="771525"/>
          </a:xfrm>
        </p:grpSpPr>
        <p:sp>
          <p:nvSpPr>
            <p:cNvPr id="3" name="object 3"/>
            <p:cNvSpPr/>
            <p:nvPr/>
          </p:nvSpPr>
          <p:spPr>
            <a:xfrm>
              <a:off x="1754124" y="588264"/>
              <a:ext cx="7149465" cy="757555"/>
            </a:xfrm>
            <a:custGeom>
              <a:avLst/>
              <a:gdLst/>
              <a:ahLst/>
              <a:cxnLst/>
              <a:rect l="l" t="t" r="r" b="b"/>
              <a:pathLst>
                <a:path w="7149465" h="757555">
                  <a:moveTo>
                    <a:pt x="0" y="0"/>
                  </a:moveTo>
                  <a:lnTo>
                    <a:pt x="0" y="0"/>
                  </a:lnTo>
                </a:path>
                <a:path w="7149465" h="757555">
                  <a:moveTo>
                    <a:pt x="7149083" y="757427"/>
                  </a:moveTo>
                  <a:lnTo>
                    <a:pt x="0" y="757428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4124" y="588264"/>
              <a:ext cx="7149465" cy="757555"/>
            </a:xfrm>
            <a:custGeom>
              <a:avLst/>
              <a:gdLst/>
              <a:ahLst/>
              <a:cxnLst/>
              <a:rect l="l" t="t" r="r" b="b"/>
              <a:pathLst>
                <a:path w="7149465" h="757555">
                  <a:moveTo>
                    <a:pt x="0" y="0"/>
                  </a:moveTo>
                  <a:lnTo>
                    <a:pt x="7149083" y="0"/>
                  </a:lnTo>
                  <a:lnTo>
                    <a:pt x="7149083" y="757428"/>
                  </a:lnTo>
                  <a:lnTo>
                    <a:pt x="0" y="757428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29526" y="714354"/>
            <a:ext cx="56076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9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6" name="object 6"/>
          <p:cNvSpPr/>
          <p:nvPr/>
        </p:nvSpPr>
        <p:spPr>
          <a:xfrm>
            <a:off x="1185672" y="1988820"/>
            <a:ext cx="8542020" cy="946785"/>
          </a:xfrm>
          <a:custGeom>
            <a:avLst/>
            <a:gdLst/>
            <a:ahLst/>
            <a:cxnLst/>
            <a:rect l="l" t="t" r="r" b="b"/>
            <a:pathLst>
              <a:path w="8542020" h="946785">
                <a:moveTo>
                  <a:pt x="8542020" y="946404"/>
                </a:moveTo>
                <a:lnTo>
                  <a:pt x="0" y="946404"/>
                </a:lnTo>
                <a:lnTo>
                  <a:pt x="0" y="0"/>
                </a:lnTo>
                <a:lnTo>
                  <a:pt x="8542020" y="0"/>
                </a:lnTo>
                <a:lnTo>
                  <a:pt x="8542020" y="946404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5932" y="1593658"/>
            <a:ext cx="8872220" cy="4533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05"/>
              </a:spcBef>
              <a:buSzPct val="109090"/>
              <a:buFont typeface="PMingLiU-ExtB"/>
              <a:buChar char="❑"/>
              <a:tabLst>
                <a:tab pos="390525" algn="l"/>
              </a:tabLst>
            </a:pPr>
            <a:r>
              <a:rPr sz="2200" b="1" spc="-20" dirty="0">
                <a:solidFill>
                  <a:srgbClr val="FF3300"/>
                </a:solidFill>
                <a:latin typeface="Malgun Gothic"/>
                <a:cs typeface="Malgun Gothic"/>
              </a:rPr>
              <a:t>데이터베이스(database)</a:t>
            </a:r>
            <a:r>
              <a:rPr sz="2200" b="1" spc="-11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정의</a:t>
            </a:r>
            <a:endParaRPr sz="2200" dirty="0">
              <a:latin typeface="Malgun Gothic"/>
              <a:cs typeface="Malgun Gothic"/>
            </a:endParaRPr>
          </a:p>
          <a:p>
            <a:pPr marL="499745" marR="303530">
              <a:lnSpc>
                <a:spcPct val="152800"/>
              </a:lnSpc>
              <a:spcBef>
                <a:spcPts val="250"/>
              </a:spcBef>
            </a:pPr>
            <a:r>
              <a:rPr sz="1950" b="1" dirty="0">
                <a:latin typeface="Malgun Gothic"/>
                <a:cs typeface="Malgun Gothic"/>
              </a:rPr>
              <a:t>데이터베이스는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조직체에서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3333CC"/>
                </a:solidFill>
                <a:latin typeface="Malgun Gothic"/>
                <a:cs typeface="Malgun Gothic"/>
              </a:rPr>
              <a:t>공유</a:t>
            </a:r>
            <a:r>
              <a:rPr sz="1950" b="1" spc="10" dirty="0">
                <a:latin typeface="Malgun Gothic"/>
                <a:cs typeface="Malgun Gothic"/>
              </a:rPr>
              <a:t>해서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사용하는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3333CC"/>
                </a:solidFill>
                <a:latin typeface="Malgun Gothic"/>
                <a:cs typeface="Malgun Gothic"/>
              </a:rPr>
              <a:t>운영</a:t>
            </a:r>
            <a:r>
              <a:rPr sz="1950" b="1" spc="-95" dirty="0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데이터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-30" dirty="0">
                <a:latin typeface="Malgun Gothic"/>
                <a:cs typeface="Malgun Gothic"/>
              </a:rPr>
              <a:t>(operational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-5" dirty="0">
                <a:latin typeface="Malgun Gothic"/>
                <a:cs typeface="Malgun Gothic"/>
              </a:rPr>
              <a:t>data)들을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구조적으로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3333CC"/>
                </a:solidFill>
                <a:latin typeface="Malgun Gothic"/>
                <a:cs typeface="Malgun Gothic"/>
              </a:rPr>
              <a:t>통합</a:t>
            </a:r>
            <a:r>
              <a:rPr sz="1950" b="1" spc="10" dirty="0">
                <a:latin typeface="Malgun Gothic"/>
                <a:cs typeface="Malgun Gothic"/>
              </a:rPr>
              <a:t>하여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3333CC"/>
                </a:solidFill>
                <a:latin typeface="Malgun Gothic"/>
                <a:cs typeface="Malgun Gothic"/>
              </a:rPr>
              <a:t>저장</a:t>
            </a:r>
            <a:r>
              <a:rPr sz="1950" b="1" spc="10" dirty="0">
                <a:latin typeface="Malgun Gothic"/>
                <a:cs typeface="Malgun Gothic"/>
              </a:rPr>
              <a:t>한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서로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3333CC"/>
                </a:solidFill>
                <a:latin typeface="Malgun Gothic"/>
                <a:cs typeface="Malgun Gothic"/>
              </a:rPr>
              <a:t>관련</a:t>
            </a:r>
            <a:r>
              <a:rPr sz="1950" b="1" spc="10" dirty="0">
                <a:latin typeface="Malgun Gothic"/>
                <a:cs typeface="Malgun Gothic"/>
              </a:rPr>
              <a:t>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데이터의</a:t>
            </a:r>
            <a:r>
              <a:rPr sz="19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모임</a:t>
            </a:r>
            <a:r>
              <a:rPr sz="1950" b="1" spc="30" dirty="0">
                <a:latin typeface="Malgun Gothic"/>
                <a:cs typeface="Malgun Gothic"/>
              </a:rPr>
              <a:t>이다.</a:t>
            </a:r>
            <a:endParaRPr sz="195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20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 dirty="0">
              <a:latin typeface="Malgun Gothic"/>
              <a:cs typeface="Malgun Gothic"/>
            </a:endParaRPr>
          </a:p>
          <a:p>
            <a:pPr marL="389890" indent="-377825">
              <a:lnSpc>
                <a:spcPct val="100000"/>
              </a:lnSpc>
              <a:buSzPct val="109090"/>
              <a:buFont typeface="PMingLiU-ExtB"/>
              <a:buChar char="❑"/>
              <a:tabLst>
                <a:tab pos="390525" algn="l"/>
              </a:tabLst>
            </a:pPr>
            <a:r>
              <a:rPr sz="2200" b="1" spc="-20" dirty="0">
                <a:latin typeface="Malgun Gothic"/>
                <a:cs typeface="Malgun Gothic"/>
              </a:rPr>
              <a:t>데</a:t>
            </a:r>
            <a:r>
              <a:rPr sz="2200" b="1" spc="-40" dirty="0">
                <a:latin typeface="Malgun Gothic"/>
                <a:cs typeface="Malgun Gothic"/>
              </a:rPr>
              <a:t>이</a:t>
            </a:r>
            <a:r>
              <a:rPr sz="2200" b="1" spc="-20" dirty="0">
                <a:latin typeface="Malgun Gothic"/>
                <a:cs typeface="Malgun Gothic"/>
              </a:rPr>
              <a:t>터</a:t>
            </a:r>
            <a:r>
              <a:rPr sz="2200" b="1" spc="-40" dirty="0">
                <a:latin typeface="Malgun Gothic"/>
                <a:cs typeface="Malgun Gothic"/>
              </a:rPr>
              <a:t>베이스</a:t>
            </a:r>
            <a:r>
              <a:rPr sz="2200" b="1" spc="5" dirty="0">
                <a:latin typeface="Malgun Gothic"/>
                <a:cs typeface="Malgun Gothic"/>
              </a:rPr>
              <a:t>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특</a:t>
            </a:r>
            <a:r>
              <a:rPr sz="2200" b="1" spc="5" dirty="0">
                <a:latin typeface="Malgun Gothic"/>
                <a:cs typeface="Malgun Gothic"/>
              </a:rPr>
              <a:t>징</a:t>
            </a:r>
            <a:endParaRPr sz="2200" dirty="0">
              <a:latin typeface="Malgun Gothic"/>
              <a:cs typeface="Malgun Gothic"/>
            </a:endParaRPr>
          </a:p>
          <a:p>
            <a:pPr marL="832485" marR="149860" lvl="1" indent="-315595">
              <a:lnSpc>
                <a:spcPct val="132300"/>
              </a:lnSpc>
              <a:spcBef>
                <a:spcPts val="51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30" dirty="0">
                <a:latin typeface="Malgun Gothic"/>
                <a:cs typeface="Malgun Gothic"/>
              </a:rPr>
              <a:t>데이터베이스는</a:t>
            </a:r>
            <a:r>
              <a:rPr sz="1950" b="1" spc="4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데이터의 대규모</a:t>
            </a:r>
            <a:r>
              <a:rPr sz="1950" b="1" spc="5" dirty="0">
                <a:latin typeface="Malgun Gothic"/>
                <a:cs typeface="Malgun Gothic"/>
              </a:rPr>
              <a:t> </a:t>
            </a:r>
            <a:r>
              <a:rPr sz="1950" b="1" spc="25" dirty="0">
                <a:latin typeface="Malgun Gothic"/>
                <a:cs typeface="Malgun Gothic"/>
              </a:rPr>
              <a:t>저장소로서</a:t>
            </a:r>
            <a:r>
              <a:rPr sz="1950" b="1" spc="25" dirty="0">
                <a:latin typeface="Calibri"/>
                <a:cs typeface="Calibri"/>
              </a:rPr>
              <a:t>,</a:t>
            </a:r>
            <a:r>
              <a:rPr sz="1950" b="1" spc="30" dirty="0">
                <a:latin typeface="Calibri"/>
                <a:cs typeface="Calibri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여러</a:t>
            </a:r>
            <a:r>
              <a:rPr sz="1950" b="1" spc="1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목적으로</a:t>
            </a:r>
            <a:r>
              <a:rPr sz="1950" b="1" spc="2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사용자에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의해</a:t>
            </a:r>
            <a:r>
              <a:rPr sz="1950" b="1" spc="2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동시에</a:t>
            </a:r>
            <a:r>
              <a:rPr sz="1950" b="1" spc="4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사용됨</a:t>
            </a:r>
            <a:r>
              <a:rPr sz="1950" b="1" spc="20" dirty="0">
                <a:latin typeface="Malgun Gothic"/>
                <a:cs typeface="Malgun Gothic"/>
              </a:rPr>
              <a:t> (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동시</a:t>
            </a:r>
            <a:r>
              <a:rPr sz="1950" b="1" spc="25" dirty="0">
                <a:solidFill>
                  <a:srgbClr val="FF0000"/>
                </a:solidFill>
                <a:latin typeface="Malgun Gothic"/>
                <a:cs typeface="Malgun Gothic"/>
              </a:rPr>
              <a:t> 공유</a:t>
            </a:r>
            <a:r>
              <a:rPr sz="1950" b="1" spc="25" dirty="0">
                <a:latin typeface="Malgun Gothic"/>
                <a:cs typeface="Malgun Gothic"/>
              </a:rPr>
              <a:t>)</a:t>
            </a:r>
            <a:endParaRPr sz="195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23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30" dirty="0">
                <a:latin typeface="Malgun Gothic"/>
                <a:cs typeface="Malgun Gothic"/>
              </a:rPr>
              <a:t>모든</a:t>
            </a:r>
            <a:r>
              <a:rPr sz="1950" b="1" spc="1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데이터가 중복을</a:t>
            </a:r>
            <a:r>
              <a:rPr sz="1950" b="1" spc="1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최소화하면서</a:t>
            </a:r>
            <a:r>
              <a:rPr sz="1950" b="1" spc="5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통합됨</a:t>
            </a:r>
            <a:r>
              <a:rPr sz="1950" b="1" spc="1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(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중복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5" dirty="0">
                <a:solidFill>
                  <a:srgbClr val="FF0000"/>
                </a:solidFill>
                <a:latin typeface="Malgun Gothic"/>
                <a:cs typeface="Malgun Gothic"/>
              </a:rPr>
              <a:t>최소화</a:t>
            </a:r>
            <a:r>
              <a:rPr sz="1950" b="1" spc="25" dirty="0">
                <a:latin typeface="Malgun Gothic"/>
                <a:cs typeface="Malgun Gothic"/>
              </a:rPr>
              <a:t>)</a:t>
            </a:r>
            <a:endParaRPr sz="19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2300"/>
              </a:lnSpc>
              <a:spcBef>
                <a:spcPts val="48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30" dirty="0">
                <a:latin typeface="Malgun Gothic"/>
                <a:cs typeface="Malgun Gothic"/>
              </a:rPr>
              <a:t>데이터베이스는</a:t>
            </a:r>
            <a:r>
              <a:rPr sz="1950" b="1" spc="5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한</a:t>
            </a:r>
            <a:r>
              <a:rPr sz="1950" b="1" spc="-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조직체의</a:t>
            </a:r>
            <a:r>
              <a:rPr sz="1950" b="1" spc="35" dirty="0"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운영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데이터뿐만 아니라</a:t>
            </a:r>
            <a:r>
              <a:rPr sz="1950" b="1" spc="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그</a:t>
            </a:r>
            <a:r>
              <a:rPr sz="1950" b="1" spc="1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데이터에</a:t>
            </a:r>
            <a:r>
              <a:rPr sz="1950" b="1" spc="1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관한 </a:t>
            </a:r>
            <a:r>
              <a:rPr sz="1950" b="1" spc="-67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설명</a:t>
            </a:r>
            <a:r>
              <a:rPr sz="1950" b="1" spc="5" dirty="0">
                <a:latin typeface="Malgun Gothic"/>
                <a:cs typeface="Malgun Gothic"/>
              </a:rPr>
              <a:t>(</a:t>
            </a:r>
            <a:r>
              <a:rPr sz="1950" b="1" spc="30" dirty="0">
                <a:solidFill>
                  <a:srgbClr val="FF3300"/>
                </a:solidFill>
                <a:latin typeface="Malgun Gothic"/>
                <a:cs typeface="Malgun Gothic"/>
              </a:rPr>
              <a:t>메타데이터</a:t>
            </a:r>
            <a:r>
              <a:rPr sz="1950" b="1" dirty="0">
                <a:solidFill>
                  <a:srgbClr val="FF3300"/>
                </a:solidFill>
                <a:latin typeface="Calibri"/>
                <a:cs typeface="Calibri"/>
              </a:rPr>
              <a:t>(</a:t>
            </a:r>
            <a:r>
              <a:rPr sz="1950" b="1" spc="10" dirty="0">
                <a:solidFill>
                  <a:srgbClr val="FF3300"/>
                </a:solidFill>
                <a:latin typeface="Calibri"/>
                <a:cs typeface="Calibri"/>
              </a:rPr>
              <a:t>m</a:t>
            </a:r>
            <a:r>
              <a:rPr sz="1950" b="1" spc="25" dirty="0">
                <a:solidFill>
                  <a:srgbClr val="FF3300"/>
                </a:solidFill>
                <a:latin typeface="Calibri"/>
                <a:cs typeface="Calibri"/>
              </a:rPr>
              <a:t>e</a:t>
            </a:r>
            <a:r>
              <a:rPr sz="1950" b="1" spc="15" dirty="0">
                <a:solidFill>
                  <a:srgbClr val="FF3300"/>
                </a:solidFill>
                <a:latin typeface="Calibri"/>
                <a:cs typeface="Calibri"/>
              </a:rPr>
              <a:t>t</a:t>
            </a:r>
            <a:r>
              <a:rPr sz="1950" b="1" dirty="0">
                <a:solidFill>
                  <a:srgbClr val="FF3300"/>
                </a:solidFill>
                <a:latin typeface="Calibri"/>
                <a:cs typeface="Calibri"/>
              </a:rPr>
              <a:t>a</a:t>
            </a:r>
            <a:r>
              <a:rPr sz="1950" b="1" spc="20" dirty="0">
                <a:solidFill>
                  <a:srgbClr val="FF3300"/>
                </a:solidFill>
                <a:latin typeface="Calibri"/>
                <a:cs typeface="Calibri"/>
              </a:rPr>
              <a:t>d</a:t>
            </a:r>
            <a:r>
              <a:rPr sz="1950" b="1" dirty="0">
                <a:solidFill>
                  <a:srgbClr val="FF3300"/>
                </a:solidFill>
                <a:latin typeface="Calibri"/>
                <a:cs typeface="Calibri"/>
              </a:rPr>
              <a:t>a</a:t>
            </a:r>
            <a:r>
              <a:rPr sz="1950" b="1" spc="15" dirty="0">
                <a:solidFill>
                  <a:srgbClr val="FF3300"/>
                </a:solidFill>
                <a:latin typeface="Calibri"/>
                <a:cs typeface="Calibri"/>
              </a:rPr>
              <a:t>t</a:t>
            </a:r>
            <a:r>
              <a:rPr sz="1950" b="1" spc="20" dirty="0">
                <a:solidFill>
                  <a:srgbClr val="FF3300"/>
                </a:solidFill>
                <a:latin typeface="Calibri"/>
                <a:cs typeface="Calibri"/>
              </a:rPr>
              <a:t>a</a:t>
            </a:r>
            <a:r>
              <a:rPr sz="1950" b="1" dirty="0">
                <a:solidFill>
                  <a:srgbClr val="FF3300"/>
                </a:solidFill>
                <a:latin typeface="Calibri"/>
                <a:cs typeface="Calibri"/>
              </a:rPr>
              <a:t>)</a:t>
            </a:r>
            <a:r>
              <a:rPr sz="1950" b="1" dirty="0">
                <a:latin typeface="Calibri"/>
                <a:cs typeface="Calibri"/>
              </a:rPr>
              <a:t>)</a:t>
            </a:r>
            <a:r>
              <a:rPr sz="1950" b="1" spc="45" dirty="0">
                <a:latin typeface="Malgun Gothic"/>
                <a:cs typeface="Malgun Gothic"/>
              </a:rPr>
              <a:t>까</a:t>
            </a:r>
            <a:r>
              <a:rPr sz="1950" b="1" spc="30" dirty="0">
                <a:latin typeface="Malgun Gothic"/>
                <a:cs typeface="Malgun Gothic"/>
              </a:rPr>
              <a:t>지</a:t>
            </a:r>
            <a:r>
              <a:rPr sz="1950" b="1" spc="6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포함</a:t>
            </a:r>
            <a:r>
              <a:rPr sz="1950" b="1" spc="-22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Calibri"/>
                <a:cs typeface="Calibri"/>
              </a:rPr>
              <a:t>(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자기</a:t>
            </a:r>
            <a:r>
              <a:rPr sz="1950" b="1" spc="-2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기</a:t>
            </a:r>
            <a:r>
              <a:rPr sz="1950" b="1" spc="35" dirty="0">
                <a:solidFill>
                  <a:srgbClr val="FF0000"/>
                </a:solidFill>
                <a:latin typeface="Malgun Gothic"/>
                <a:cs typeface="Malgun Gothic"/>
              </a:rPr>
              <a:t>술</a:t>
            </a:r>
            <a:r>
              <a:rPr sz="1950" b="1" spc="5" dirty="0">
                <a:latin typeface="Calibri"/>
                <a:cs typeface="Calibri"/>
              </a:rPr>
              <a:t>)</a:t>
            </a:r>
            <a:endParaRPr sz="195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0216" y="1066038"/>
            <a:ext cx="7824470" cy="1917700"/>
            <a:chOff x="720216" y="1066038"/>
            <a:chExt cx="7824470" cy="1917700"/>
          </a:xfrm>
        </p:grpSpPr>
        <p:sp>
          <p:nvSpPr>
            <p:cNvPr id="9" name="object 9"/>
            <p:cNvSpPr/>
            <p:nvPr/>
          </p:nvSpPr>
          <p:spPr>
            <a:xfrm>
              <a:off x="3130931" y="2467102"/>
              <a:ext cx="1241425" cy="509905"/>
            </a:xfrm>
            <a:custGeom>
              <a:avLst/>
              <a:gdLst/>
              <a:ahLst/>
              <a:cxnLst/>
              <a:rect l="l" t="t" r="r" b="b"/>
              <a:pathLst>
                <a:path w="1241425" h="509905">
                  <a:moveTo>
                    <a:pt x="0" y="66548"/>
                  </a:moveTo>
                  <a:lnTo>
                    <a:pt x="0" y="66548"/>
                  </a:lnTo>
                  <a:lnTo>
                    <a:pt x="238252" y="66548"/>
                  </a:lnTo>
                  <a:lnTo>
                    <a:pt x="275992" y="65855"/>
                  </a:lnTo>
                  <a:lnTo>
                    <a:pt x="317198" y="63769"/>
                  </a:lnTo>
                  <a:lnTo>
                    <a:pt x="361856" y="60279"/>
                  </a:lnTo>
                  <a:lnTo>
                    <a:pt x="409956" y="55372"/>
                  </a:lnTo>
                  <a:lnTo>
                    <a:pt x="459156" y="49847"/>
                  </a:lnTo>
                  <a:lnTo>
                    <a:pt x="506952" y="44323"/>
                  </a:lnTo>
                  <a:lnTo>
                    <a:pt x="553366" y="38798"/>
                  </a:lnTo>
                  <a:lnTo>
                    <a:pt x="598423" y="33274"/>
                  </a:lnTo>
                  <a:lnTo>
                    <a:pt x="643070" y="28440"/>
                  </a:lnTo>
                  <a:lnTo>
                    <a:pt x="688419" y="24987"/>
                  </a:lnTo>
                  <a:lnTo>
                    <a:pt x="734458" y="22915"/>
                  </a:lnTo>
                  <a:lnTo>
                    <a:pt x="781177" y="22225"/>
                  </a:lnTo>
                  <a:lnTo>
                    <a:pt x="824087" y="22225"/>
                  </a:lnTo>
                  <a:lnTo>
                    <a:pt x="858710" y="22225"/>
                  </a:lnTo>
                  <a:lnTo>
                    <a:pt x="993520" y="22225"/>
                  </a:lnTo>
                  <a:lnTo>
                    <a:pt x="1000886" y="20320"/>
                  </a:lnTo>
                  <a:lnTo>
                    <a:pt x="1041527" y="11049"/>
                  </a:lnTo>
                  <a:lnTo>
                    <a:pt x="1052649" y="10713"/>
                  </a:lnTo>
                  <a:lnTo>
                    <a:pt x="1063736" y="9699"/>
                  </a:lnTo>
                  <a:lnTo>
                    <a:pt x="1074799" y="7995"/>
                  </a:lnTo>
                  <a:lnTo>
                    <a:pt x="1085849" y="5587"/>
                  </a:lnTo>
                  <a:lnTo>
                    <a:pt x="1097327" y="3161"/>
                  </a:lnTo>
                  <a:lnTo>
                    <a:pt x="1109471" y="1412"/>
                  </a:lnTo>
                  <a:lnTo>
                    <a:pt x="1122283" y="355"/>
                  </a:lnTo>
                  <a:lnTo>
                    <a:pt x="1135760" y="0"/>
                  </a:lnTo>
                  <a:lnTo>
                    <a:pt x="1148901" y="0"/>
                  </a:lnTo>
                  <a:lnTo>
                    <a:pt x="1160684" y="0"/>
                  </a:lnTo>
                  <a:lnTo>
                    <a:pt x="1235164" y="0"/>
                  </a:lnTo>
                  <a:lnTo>
                    <a:pt x="1241044" y="0"/>
                  </a:lnTo>
                </a:path>
                <a:path w="1241425" h="509905">
                  <a:moveTo>
                    <a:pt x="1141348" y="376809"/>
                  </a:moveTo>
                  <a:lnTo>
                    <a:pt x="1119123" y="409956"/>
                  </a:lnTo>
                  <a:lnTo>
                    <a:pt x="1107364" y="416190"/>
                  </a:lnTo>
                  <a:lnTo>
                    <a:pt x="1094200" y="423830"/>
                  </a:lnTo>
                  <a:lnTo>
                    <a:pt x="1079654" y="432851"/>
                  </a:lnTo>
                  <a:lnTo>
                    <a:pt x="1063752" y="443229"/>
                  </a:lnTo>
                  <a:lnTo>
                    <a:pt x="1047795" y="453253"/>
                  </a:lnTo>
                  <a:lnTo>
                    <a:pt x="1033256" y="461216"/>
                  </a:lnTo>
                  <a:lnTo>
                    <a:pt x="1020121" y="467107"/>
                  </a:lnTo>
                  <a:lnTo>
                    <a:pt x="1008380" y="470915"/>
                  </a:lnTo>
                  <a:lnTo>
                    <a:pt x="996902" y="474033"/>
                  </a:lnTo>
                  <a:lnTo>
                    <a:pt x="984757" y="477853"/>
                  </a:lnTo>
                  <a:lnTo>
                    <a:pt x="971946" y="482363"/>
                  </a:lnTo>
                  <a:lnTo>
                    <a:pt x="958469" y="487552"/>
                  </a:lnTo>
                  <a:lnTo>
                    <a:pt x="945328" y="492742"/>
                  </a:lnTo>
                  <a:lnTo>
                    <a:pt x="933545" y="497252"/>
                  </a:lnTo>
                  <a:lnTo>
                    <a:pt x="889232" y="509422"/>
                  </a:lnTo>
                  <a:lnTo>
                    <a:pt x="880871" y="509777"/>
                  </a:lnTo>
                  <a:lnTo>
                    <a:pt x="872920" y="509777"/>
                  </a:lnTo>
                  <a:lnTo>
                    <a:pt x="865647" y="509777"/>
                  </a:lnTo>
                  <a:lnTo>
                    <a:pt x="799592" y="509777"/>
                  </a:lnTo>
                  <a:lnTo>
                    <a:pt x="792226" y="507873"/>
                  </a:lnTo>
                  <a:lnTo>
                    <a:pt x="781177" y="504189"/>
                  </a:lnTo>
                  <a:lnTo>
                    <a:pt x="770128" y="500507"/>
                  </a:lnTo>
                  <a:lnTo>
                    <a:pt x="762761" y="496824"/>
                  </a:lnTo>
                  <a:lnTo>
                    <a:pt x="731266" y="476503"/>
                  </a:lnTo>
                  <a:lnTo>
                    <a:pt x="720215" y="470269"/>
                  </a:lnTo>
                  <a:lnTo>
                    <a:pt x="686943" y="443229"/>
                  </a:lnTo>
                  <a:lnTo>
                    <a:pt x="656849" y="409975"/>
                  </a:lnTo>
                  <a:lnTo>
                    <a:pt x="629562" y="371867"/>
                  </a:lnTo>
                  <a:lnTo>
                    <a:pt x="620521" y="350900"/>
                  </a:lnTo>
                  <a:lnTo>
                    <a:pt x="620521" y="343535"/>
                  </a:lnTo>
                  <a:lnTo>
                    <a:pt x="619831" y="337300"/>
                  </a:lnTo>
                  <a:lnTo>
                    <a:pt x="617759" y="329660"/>
                  </a:lnTo>
                  <a:lnTo>
                    <a:pt x="614306" y="320639"/>
                  </a:lnTo>
                  <a:lnTo>
                    <a:pt x="609472" y="310261"/>
                  </a:lnTo>
                  <a:lnTo>
                    <a:pt x="604283" y="299192"/>
                  </a:lnTo>
                  <a:lnTo>
                    <a:pt x="599773" y="288099"/>
                  </a:lnTo>
                  <a:lnTo>
                    <a:pt x="588660" y="246586"/>
                  </a:lnTo>
                  <a:lnTo>
                    <a:pt x="587247" y="232663"/>
                  </a:lnTo>
                  <a:lnTo>
                    <a:pt x="587603" y="226448"/>
                  </a:lnTo>
                  <a:lnTo>
                    <a:pt x="595953" y="188747"/>
                  </a:lnTo>
                  <a:lnTo>
                    <a:pt x="609472" y="160654"/>
                  </a:lnTo>
                  <a:lnTo>
                    <a:pt x="614306" y="152368"/>
                  </a:lnTo>
                  <a:lnTo>
                    <a:pt x="617759" y="144081"/>
                  </a:lnTo>
                  <a:lnTo>
                    <a:pt x="619831" y="135794"/>
                  </a:lnTo>
                  <a:lnTo>
                    <a:pt x="620521" y="127508"/>
                  </a:lnTo>
                  <a:lnTo>
                    <a:pt x="620521" y="116332"/>
                  </a:lnTo>
                  <a:lnTo>
                    <a:pt x="624205" y="108965"/>
                  </a:lnTo>
                  <a:lnTo>
                    <a:pt x="661161" y="81279"/>
                  </a:lnTo>
                  <a:lnTo>
                    <a:pt x="666749" y="75691"/>
                  </a:lnTo>
                  <a:lnTo>
                    <a:pt x="670432" y="72009"/>
                  </a:lnTo>
                  <a:lnTo>
                    <a:pt x="674116" y="68325"/>
                  </a:lnTo>
                  <a:lnTo>
                    <a:pt x="681482" y="66548"/>
                  </a:lnTo>
                  <a:lnTo>
                    <a:pt x="692531" y="66548"/>
                  </a:lnTo>
                  <a:lnTo>
                    <a:pt x="701172" y="66192"/>
                  </a:lnTo>
                  <a:lnTo>
                    <a:pt x="710517" y="65135"/>
                  </a:lnTo>
                  <a:lnTo>
                    <a:pt x="720552" y="63386"/>
                  </a:lnTo>
                  <a:lnTo>
                    <a:pt x="731266" y="60960"/>
                  </a:lnTo>
                  <a:lnTo>
                    <a:pt x="742743" y="58533"/>
                  </a:lnTo>
                  <a:lnTo>
                    <a:pt x="754888" y="56784"/>
                  </a:lnTo>
                  <a:lnTo>
                    <a:pt x="767699" y="55727"/>
                  </a:lnTo>
                  <a:lnTo>
                    <a:pt x="781177" y="55372"/>
                  </a:lnTo>
                  <a:lnTo>
                    <a:pt x="795008" y="55372"/>
                  </a:lnTo>
                  <a:lnTo>
                    <a:pt x="808863" y="55372"/>
                  </a:lnTo>
                  <a:lnTo>
                    <a:pt x="892047" y="55372"/>
                  </a:lnTo>
                  <a:lnTo>
                    <a:pt x="905861" y="55727"/>
                  </a:lnTo>
                  <a:lnTo>
                    <a:pt x="919686" y="56784"/>
                  </a:lnTo>
                  <a:lnTo>
                    <a:pt x="933535" y="58533"/>
                  </a:lnTo>
                  <a:lnTo>
                    <a:pt x="947419" y="60960"/>
                  </a:lnTo>
                  <a:lnTo>
                    <a:pt x="960895" y="63386"/>
                  </a:lnTo>
                  <a:lnTo>
                    <a:pt x="973693" y="65135"/>
                  </a:lnTo>
                  <a:lnTo>
                    <a:pt x="985799" y="66192"/>
                  </a:lnTo>
                  <a:lnTo>
                    <a:pt x="997204" y="66548"/>
                  </a:lnTo>
                  <a:lnTo>
                    <a:pt x="1007280" y="66883"/>
                  </a:lnTo>
                  <a:lnTo>
                    <a:pt x="1015237" y="67897"/>
                  </a:lnTo>
                  <a:lnTo>
                    <a:pt x="1021099" y="69601"/>
                  </a:lnTo>
                  <a:lnTo>
                    <a:pt x="1024890" y="72009"/>
                  </a:lnTo>
                  <a:lnTo>
                    <a:pt x="1028699" y="75691"/>
                  </a:lnTo>
                  <a:lnTo>
                    <a:pt x="1036066" y="79375"/>
                  </a:lnTo>
                  <a:lnTo>
                    <a:pt x="1072028" y="94525"/>
                  </a:lnTo>
                  <a:lnTo>
                    <a:pt x="1106170" y="120014"/>
                  </a:lnTo>
                  <a:lnTo>
                    <a:pt x="1108074" y="125602"/>
                  </a:lnTo>
                  <a:lnTo>
                    <a:pt x="1108074" y="132969"/>
                  </a:lnTo>
                  <a:lnTo>
                    <a:pt x="1108074" y="140335"/>
                  </a:lnTo>
                  <a:lnTo>
                    <a:pt x="1108074" y="147700"/>
                  </a:lnTo>
                  <a:lnTo>
                    <a:pt x="1108074" y="155194"/>
                  </a:lnTo>
                  <a:lnTo>
                    <a:pt x="1108410" y="161073"/>
                  </a:lnTo>
                  <a:lnTo>
                    <a:pt x="1109424" y="167655"/>
                  </a:lnTo>
                  <a:lnTo>
                    <a:pt x="1111128" y="174928"/>
                  </a:lnTo>
                  <a:lnTo>
                    <a:pt x="1113535" y="182879"/>
                  </a:lnTo>
                  <a:lnTo>
                    <a:pt x="1116016" y="191521"/>
                  </a:lnTo>
                  <a:lnTo>
                    <a:pt x="1117758" y="200866"/>
                  </a:lnTo>
                  <a:lnTo>
                    <a:pt x="1118786" y="210901"/>
                  </a:lnTo>
                  <a:lnTo>
                    <a:pt x="1119123" y="221614"/>
                  </a:lnTo>
                  <a:lnTo>
                    <a:pt x="1119479" y="232683"/>
                  </a:lnTo>
                  <a:lnTo>
                    <a:pt x="1120536" y="243776"/>
                  </a:lnTo>
                  <a:lnTo>
                    <a:pt x="1122285" y="254869"/>
                  </a:lnTo>
                  <a:lnTo>
                    <a:pt x="1124711" y="265938"/>
                  </a:lnTo>
                  <a:lnTo>
                    <a:pt x="1127119" y="276316"/>
                  </a:lnTo>
                  <a:lnTo>
                    <a:pt x="1128823" y="285337"/>
                  </a:lnTo>
                  <a:lnTo>
                    <a:pt x="1129837" y="292977"/>
                  </a:lnTo>
                  <a:lnTo>
                    <a:pt x="1130172" y="299212"/>
                  </a:lnTo>
                  <a:lnTo>
                    <a:pt x="1130172" y="306577"/>
                  </a:lnTo>
                  <a:lnTo>
                    <a:pt x="1130172" y="313944"/>
                  </a:lnTo>
                  <a:lnTo>
                    <a:pt x="1130172" y="321310"/>
                  </a:lnTo>
                  <a:lnTo>
                    <a:pt x="1130172" y="328802"/>
                  </a:lnTo>
                  <a:lnTo>
                    <a:pt x="1130172" y="336169"/>
                  </a:lnTo>
                  <a:lnTo>
                    <a:pt x="1130172" y="34353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3661" y="1906778"/>
              <a:ext cx="3890771" cy="9988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6566" y="1072388"/>
              <a:ext cx="1185545" cy="1162050"/>
            </a:xfrm>
            <a:custGeom>
              <a:avLst/>
              <a:gdLst/>
              <a:ahLst/>
              <a:cxnLst/>
              <a:rect l="l" t="t" r="r" b="b"/>
              <a:pathLst>
                <a:path w="1185545" h="1162050">
                  <a:moveTo>
                    <a:pt x="88645" y="596518"/>
                  </a:moveTo>
                  <a:lnTo>
                    <a:pt x="96011" y="596518"/>
                  </a:lnTo>
                  <a:lnTo>
                    <a:pt x="103377" y="596518"/>
                  </a:lnTo>
                  <a:lnTo>
                    <a:pt x="110744" y="596518"/>
                  </a:lnTo>
                  <a:lnTo>
                    <a:pt x="118768" y="596874"/>
                  </a:lnTo>
                  <a:lnTo>
                    <a:pt x="131603" y="597931"/>
                  </a:lnTo>
                  <a:lnTo>
                    <a:pt x="149248" y="599680"/>
                  </a:lnTo>
                  <a:lnTo>
                    <a:pt x="171704" y="602106"/>
                  </a:lnTo>
                  <a:lnTo>
                    <a:pt x="196304" y="604514"/>
                  </a:lnTo>
                  <a:lnTo>
                    <a:pt x="220202" y="606218"/>
                  </a:lnTo>
                  <a:lnTo>
                    <a:pt x="243409" y="607232"/>
                  </a:lnTo>
                  <a:lnTo>
                    <a:pt x="265938" y="607567"/>
                  </a:lnTo>
                  <a:lnTo>
                    <a:pt x="290875" y="607567"/>
                  </a:lnTo>
                  <a:lnTo>
                    <a:pt x="321325" y="607567"/>
                  </a:lnTo>
                  <a:lnTo>
                    <a:pt x="758952" y="607567"/>
                  </a:lnTo>
                  <a:lnTo>
                    <a:pt x="780432" y="608613"/>
                  </a:lnTo>
                  <a:lnTo>
                    <a:pt x="794972" y="611743"/>
                  </a:lnTo>
                  <a:lnTo>
                    <a:pt x="802582" y="616944"/>
                  </a:lnTo>
                  <a:lnTo>
                    <a:pt x="803274" y="624204"/>
                  </a:lnTo>
                  <a:lnTo>
                    <a:pt x="798776" y="633593"/>
                  </a:lnTo>
                  <a:lnTo>
                    <a:pt x="764540" y="674115"/>
                  </a:lnTo>
                  <a:lnTo>
                    <a:pt x="720201" y="712866"/>
                  </a:lnTo>
                  <a:lnTo>
                    <a:pt x="689727" y="736427"/>
                  </a:lnTo>
                  <a:lnTo>
                    <a:pt x="653669" y="762762"/>
                  </a:lnTo>
                  <a:lnTo>
                    <a:pt x="614902" y="789769"/>
                  </a:lnTo>
                  <a:lnTo>
                    <a:pt x="576135" y="815371"/>
                  </a:lnTo>
                  <a:lnTo>
                    <a:pt x="537368" y="839593"/>
                  </a:lnTo>
                  <a:lnTo>
                    <a:pt x="498602" y="862456"/>
                  </a:lnTo>
                  <a:lnTo>
                    <a:pt x="459835" y="886029"/>
                  </a:lnTo>
                  <a:lnTo>
                    <a:pt x="421068" y="912352"/>
                  </a:lnTo>
                  <a:lnTo>
                    <a:pt x="382301" y="941413"/>
                  </a:lnTo>
                  <a:lnTo>
                    <a:pt x="343535" y="973201"/>
                  </a:lnTo>
                  <a:lnTo>
                    <a:pt x="305740" y="1005417"/>
                  </a:lnTo>
                  <a:lnTo>
                    <a:pt x="270065" y="1035573"/>
                  </a:lnTo>
                  <a:lnTo>
                    <a:pt x="236485" y="1063658"/>
                  </a:lnTo>
                  <a:lnTo>
                    <a:pt x="204977" y="1089660"/>
                  </a:lnTo>
                  <a:lnTo>
                    <a:pt x="177280" y="1112468"/>
                  </a:lnTo>
                  <a:lnTo>
                    <a:pt x="155130" y="1131157"/>
                  </a:lnTo>
                  <a:lnTo>
                    <a:pt x="138505" y="1145702"/>
                  </a:lnTo>
                  <a:lnTo>
                    <a:pt x="127380" y="1156080"/>
                  </a:lnTo>
                  <a:lnTo>
                    <a:pt x="120120" y="1161605"/>
                  </a:lnTo>
                  <a:lnTo>
                    <a:pt x="114919" y="1161605"/>
                  </a:lnTo>
                  <a:lnTo>
                    <a:pt x="111789" y="1156080"/>
                  </a:lnTo>
                  <a:lnTo>
                    <a:pt x="110744" y="1145031"/>
                  </a:lnTo>
                  <a:lnTo>
                    <a:pt x="111099" y="1130454"/>
                  </a:lnTo>
                  <a:lnTo>
                    <a:pt x="112156" y="1114520"/>
                  </a:lnTo>
                  <a:lnTo>
                    <a:pt x="113905" y="1097204"/>
                  </a:lnTo>
                  <a:lnTo>
                    <a:pt x="116332" y="1078484"/>
                  </a:lnTo>
                  <a:lnTo>
                    <a:pt x="119449" y="1056008"/>
                  </a:lnTo>
                  <a:lnTo>
                    <a:pt x="123269" y="1027271"/>
                  </a:lnTo>
                  <a:lnTo>
                    <a:pt x="132969" y="951102"/>
                  </a:lnTo>
                  <a:lnTo>
                    <a:pt x="142714" y="871344"/>
                  </a:lnTo>
                  <a:lnTo>
                    <a:pt x="148257" y="824806"/>
                  </a:lnTo>
                  <a:lnTo>
                    <a:pt x="154239" y="773835"/>
                  </a:lnTo>
                  <a:lnTo>
                    <a:pt x="160654" y="718438"/>
                  </a:lnTo>
                  <a:lnTo>
                    <a:pt x="166030" y="670125"/>
                  </a:lnTo>
                  <a:lnTo>
                    <a:pt x="171106" y="621194"/>
                  </a:lnTo>
                  <a:lnTo>
                    <a:pt x="175879" y="571642"/>
                  </a:lnTo>
                  <a:lnTo>
                    <a:pt x="180344" y="521466"/>
                  </a:lnTo>
                  <a:lnTo>
                    <a:pt x="184499" y="470662"/>
                  </a:lnTo>
                  <a:lnTo>
                    <a:pt x="188341" y="419226"/>
                  </a:lnTo>
                  <a:lnTo>
                    <a:pt x="192761" y="358526"/>
                  </a:lnTo>
                  <a:lnTo>
                    <a:pt x="197188" y="300476"/>
                  </a:lnTo>
                  <a:lnTo>
                    <a:pt x="201627" y="245079"/>
                  </a:lnTo>
                  <a:lnTo>
                    <a:pt x="206084" y="192333"/>
                  </a:lnTo>
                  <a:lnTo>
                    <a:pt x="210566" y="142239"/>
                  </a:lnTo>
                  <a:lnTo>
                    <a:pt x="215735" y="88209"/>
                  </a:lnTo>
                  <a:lnTo>
                    <a:pt x="220202" y="48037"/>
                  </a:lnTo>
                  <a:lnTo>
                    <a:pt x="227076" y="9271"/>
                  </a:lnTo>
                  <a:lnTo>
                    <a:pt x="232664" y="0"/>
                  </a:lnTo>
                  <a:lnTo>
                    <a:pt x="232664" y="3810"/>
                  </a:lnTo>
                  <a:lnTo>
                    <a:pt x="233354" y="9336"/>
                  </a:lnTo>
                  <a:lnTo>
                    <a:pt x="243713" y="59181"/>
                  </a:lnTo>
                  <a:lnTo>
                    <a:pt x="256222" y="108981"/>
                  </a:lnTo>
                  <a:lnTo>
                    <a:pt x="271398" y="158876"/>
                  </a:lnTo>
                  <a:lnTo>
                    <a:pt x="281142" y="187977"/>
                  </a:lnTo>
                  <a:lnTo>
                    <a:pt x="293623" y="225377"/>
                  </a:lnTo>
                  <a:lnTo>
                    <a:pt x="308867" y="271087"/>
                  </a:lnTo>
                  <a:lnTo>
                    <a:pt x="326898" y="325120"/>
                  </a:lnTo>
                  <a:lnTo>
                    <a:pt x="342153" y="371842"/>
                  </a:lnTo>
                  <a:lnTo>
                    <a:pt x="356981" y="419034"/>
                  </a:lnTo>
                  <a:lnTo>
                    <a:pt x="371383" y="466678"/>
                  </a:lnTo>
                  <a:lnTo>
                    <a:pt x="385358" y="514754"/>
                  </a:lnTo>
                  <a:lnTo>
                    <a:pt x="398907" y="563245"/>
                  </a:lnTo>
                  <a:lnTo>
                    <a:pt x="414119" y="619349"/>
                  </a:lnTo>
                  <a:lnTo>
                    <a:pt x="426592" y="665749"/>
                  </a:lnTo>
                  <a:lnTo>
                    <a:pt x="443230" y="729488"/>
                  </a:lnTo>
                  <a:lnTo>
                    <a:pt x="453588" y="774207"/>
                  </a:lnTo>
                  <a:lnTo>
                    <a:pt x="454279" y="779399"/>
                  </a:lnTo>
                  <a:lnTo>
                    <a:pt x="454279" y="783081"/>
                  </a:lnTo>
                  <a:lnTo>
                    <a:pt x="448691" y="783081"/>
                  </a:lnTo>
                  <a:lnTo>
                    <a:pt x="437642" y="779399"/>
                  </a:lnTo>
                  <a:lnTo>
                    <a:pt x="393319" y="757174"/>
                  </a:lnTo>
                  <a:lnTo>
                    <a:pt x="342455" y="726045"/>
                  </a:lnTo>
                  <a:lnTo>
                    <a:pt x="321310" y="712851"/>
                  </a:lnTo>
                  <a:lnTo>
                    <a:pt x="297400" y="697991"/>
                  </a:lnTo>
                  <a:lnTo>
                    <a:pt x="270049" y="681037"/>
                  </a:lnTo>
                  <a:lnTo>
                    <a:pt x="239246" y="661987"/>
                  </a:lnTo>
                  <a:lnTo>
                    <a:pt x="204977" y="640841"/>
                  </a:lnTo>
                  <a:lnTo>
                    <a:pt x="169664" y="619005"/>
                  </a:lnTo>
                  <a:lnTo>
                    <a:pt x="135731" y="597884"/>
                  </a:lnTo>
                  <a:lnTo>
                    <a:pt x="103179" y="577476"/>
                  </a:lnTo>
                  <a:lnTo>
                    <a:pt x="44648" y="540091"/>
                  </a:lnTo>
                  <a:lnTo>
                    <a:pt x="8643" y="515135"/>
                  </a:lnTo>
                  <a:lnTo>
                    <a:pt x="0" y="507873"/>
                  </a:lnTo>
                </a:path>
                <a:path w="1185545" h="1162050">
                  <a:moveTo>
                    <a:pt x="853186" y="552196"/>
                  </a:moveTo>
                  <a:lnTo>
                    <a:pt x="853186" y="552196"/>
                  </a:lnTo>
                  <a:lnTo>
                    <a:pt x="1085850" y="552196"/>
                  </a:lnTo>
                  <a:lnTo>
                    <a:pt x="1102498" y="553579"/>
                  </a:lnTo>
                  <a:lnTo>
                    <a:pt x="1152397" y="574421"/>
                  </a:lnTo>
                  <a:lnTo>
                    <a:pt x="1183473" y="598298"/>
                  </a:lnTo>
                  <a:lnTo>
                    <a:pt x="1185545" y="602106"/>
                  </a:lnTo>
                  <a:lnTo>
                    <a:pt x="1185545" y="605789"/>
                  </a:lnTo>
                  <a:lnTo>
                    <a:pt x="1185545" y="613155"/>
                  </a:lnTo>
                  <a:lnTo>
                    <a:pt x="1185545" y="624204"/>
                  </a:lnTo>
                  <a:lnTo>
                    <a:pt x="1185209" y="632565"/>
                  </a:lnTo>
                  <a:lnTo>
                    <a:pt x="1168971" y="676878"/>
                  </a:lnTo>
                  <a:lnTo>
                    <a:pt x="1131879" y="716661"/>
                  </a:lnTo>
                  <a:lnTo>
                    <a:pt x="1114901" y="733615"/>
                  </a:lnTo>
                  <a:lnTo>
                    <a:pt x="1095875" y="752665"/>
                  </a:lnTo>
                  <a:lnTo>
                    <a:pt x="1074801" y="773811"/>
                  </a:lnTo>
                  <a:lnTo>
                    <a:pt x="1052609" y="795984"/>
                  </a:lnTo>
                  <a:lnTo>
                    <a:pt x="1030430" y="818133"/>
                  </a:lnTo>
                  <a:lnTo>
                    <a:pt x="1008274" y="840283"/>
                  </a:lnTo>
                  <a:lnTo>
                    <a:pt x="986155" y="862456"/>
                  </a:lnTo>
                  <a:lnTo>
                    <a:pt x="961199" y="886366"/>
                  </a:lnTo>
                  <a:lnTo>
                    <a:pt x="930719" y="913717"/>
                  </a:lnTo>
                  <a:lnTo>
                    <a:pt x="894714" y="944520"/>
                  </a:lnTo>
                  <a:lnTo>
                    <a:pt x="853186" y="978788"/>
                  </a:lnTo>
                  <a:lnTo>
                    <a:pt x="813038" y="1011338"/>
                  </a:lnTo>
                  <a:lnTo>
                    <a:pt x="781176" y="1036970"/>
                  </a:lnTo>
                  <a:lnTo>
                    <a:pt x="742315" y="1067435"/>
                  </a:lnTo>
                  <a:lnTo>
                    <a:pt x="732647" y="1075033"/>
                  </a:lnTo>
                  <a:lnTo>
                    <a:pt x="725741" y="1081262"/>
                  </a:lnTo>
                  <a:lnTo>
                    <a:pt x="721598" y="1086133"/>
                  </a:lnTo>
                  <a:lnTo>
                    <a:pt x="720217" y="1089660"/>
                  </a:lnTo>
                  <a:lnTo>
                    <a:pt x="720217" y="1089993"/>
                  </a:lnTo>
                  <a:lnTo>
                    <a:pt x="720217" y="1085469"/>
                  </a:lnTo>
                  <a:lnTo>
                    <a:pt x="720217" y="1076086"/>
                  </a:lnTo>
                  <a:lnTo>
                    <a:pt x="720217" y="1061847"/>
                  </a:lnTo>
                  <a:lnTo>
                    <a:pt x="720554" y="1044916"/>
                  </a:lnTo>
                  <a:lnTo>
                    <a:pt x="725805" y="989838"/>
                  </a:lnTo>
                  <a:lnTo>
                    <a:pt x="734091" y="938625"/>
                  </a:lnTo>
                  <a:lnTo>
                    <a:pt x="747902" y="862456"/>
                  </a:lnTo>
                  <a:lnTo>
                    <a:pt x="757237" y="816072"/>
                  </a:lnTo>
                  <a:lnTo>
                    <a:pt x="768667" y="765508"/>
                  </a:lnTo>
                  <a:lnTo>
                    <a:pt x="782193" y="710777"/>
                  </a:lnTo>
                  <a:lnTo>
                    <a:pt x="797814" y="651890"/>
                  </a:lnTo>
                  <a:lnTo>
                    <a:pt x="810644" y="603184"/>
                  </a:lnTo>
                  <a:lnTo>
                    <a:pt x="822608" y="554454"/>
                  </a:lnTo>
                  <a:lnTo>
                    <a:pt x="833695" y="505705"/>
                  </a:lnTo>
                  <a:lnTo>
                    <a:pt x="843891" y="456944"/>
                  </a:lnTo>
                  <a:lnTo>
                    <a:pt x="853186" y="408177"/>
                  </a:lnTo>
                  <a:lnTo>
                    <a:pt x="863899" y="351383"/>
                  </a:lnTo>
                  <a:lnTo>
                    <a:pt x="873934" y="302910"/>
                  </a:lnTo>
                  <a:lnTo>
                    <a:pt x="883279" y="262749"/>
                  </a:lnTo>
                  <a:lnTo>
                    <a:pt x="899537" y="206642"/>
                  </a:lnTo>
                  <a:lnTo>
                    <a:pt x="914145" y="175513"/>
                  </a:lnTo>
                  <a:lnTo>
                    <a:pt x="917598" y="177940"/>
                  </a:lnTo>
                  <a:lnTo>
                    <a:pt x="922432" y="185213"/>
                  </a:lnTo>
                  <a:lnTo>
                    <a:pt x="928647" y="197320"/>
                  </a:lnTo>
                  <a:lnTo>
                    <a:pt x="936244" y="214249"/>
                  </a:lnTo>
                  <a:lnTo>
                    <a:pt x="944550" y="233660"/>
                  </a:lnTo>
                  <a:lnTo>
                    <a:pt x="952881" y="253047"/>
                  </a:lnTo>
                  <a:lnTo>
                    <a:pt x="969518" y="291846"/>
                  </a:lnTo>
                  <a:lnTo>
                    <a:pt x="988917" y="347233"/>
                  </a:lnTo>
                  <a:lnTo>
                    <a:pt x="1000700" y="387411"/>
                  </a:lnTo>
                  <a:lnTo>
                    <a:pt x="1013840" y="435863"/>
                  </a:lnTo>
                  <a:lnTo>
                    <a:pt x="1027318" y="488517"/>
                  </a:lnTo>
                  <a:lnTo>
                    <a:pt x="1040129" y="541147"/>
                  </a:lnTo>
                  <a:lnTo>
                    <a:pt x="1052274" y="593776"/>
                  </a:lnTo>
                  <a:lnTo>
                    <a:pt x="1063752" y="646429"/>
                  </a:lnTo>
                  <a:lnTo>
                    <a:pt x="1074465" y="696956"/>
                  </a:lnTo>
                  <a:lnTo>
                    <a:pt x="1084500" y="743362"/>
                  </a:lnTo>
                  <a:lnTo>
                    <a:pt x="1093845" y="785625"/>
                  </a:lnTo>
                  <a:lnTo>
                    <a:pt x="1102487" y="823722"/>
                  </a:lnTo>
                  <a:lnTo>
                    <a:pt x="1109747" y="856607"/>
                  </a:lnTo>
                  <a:lnTo>
                    <a:pt x="1114948" y="883253"/>
                  </a:lnTo>
                  <a:lnTo>
                    <a:pt x="1118078" y="903660"/>
                  </a:lnTo>
                  <a:lnTo>
                    <a:pt x="1119124" y="917828"/>
                  </a:lnTo>
                  <a:lnTo>
                    <a:pt x="1119124" y="927905"/>
                  </a:lnTo>
                  <a:lnTo>
                    <a:pt x="1119124" y="935862"/>
                  </a:lnTo>
                  <a:lnTo>
                    <a:pt x="1119124" y="941724"/>
                  </a:lnTo>
                  <a:lnTo>
                    <a:pt x="1119124" y="945514"/>
                  </a:lnTo>
                  <a:lnTo>
                    <a:pt x="1119124" y="949198"/>
                  </a:lnTo>
                  <a:lnTo>
                    <a:pt x="1117219" y="947420"/>
                  </a:lnTo>
                  <a:lnTo>
                    <a:pt x="1089658" y="889083"/>
                  </a:lnTo>
                  <a:lnTo>
                    <a:pt x="1074801" y="856868"/>
                  </a:lnTo>
                  <a:lnTo>
                    <a:pt x="1055725" y="818790"/>
                  </a:lnTo>
                  <a:lnTo>
                    <a:pt x="1031827" y="776557"/>
                  </a:lnTo>
                  <a:lnTo>
                    <a:pt x="1003095" y="730156"/>
                  </a:lnTo>
                  <a:lnTo>
                    <a:pt x="969518" y="679576"/>
                  </a:lnTo>
                  <a:lnTo>
                    <a:pt x="940044" y="637286"/>
                  </a:lnTo>
                  <a:lnTo>
                    <a:pt x="909236" y="594537"/>
                  </a:lnTo>
                  <a:lnTo>
                    <a:pt x="877099" y="551332"/>
                  </a:lnTo>
                  <a:lnTo>
                    <a:pt x="843639" y="507669"/>
                  </a:lnTo>
                  <a:lnTo>
                    <a:pt x="808863" y="463550"/>
                  </a:lnTo>
                  <a:lnTo>
                    <a:pt x="774528" y="420818"/>
                  </a:lnTo>
                  <a:lnTo>
                    <a:pt x="742394" y="381170"/>
                  </a:lnTo>
                  <a:lnTo>
                    <a:pt x="712466" y="344613"/>
                  </a:lnTo>
                  <a:lnTo>
                    <a:pt x="684752" y="311154"/>
                  </a:lnTo>
                  <a:lnTo>
                    <a:pt x="659257" y="280797"/>
                  </a:lnTo>
                  <a:lnTo>
                    <a:pt x="631896" y="248582"/>
                  </a:lnTo>
                  <a:lnTo>
                    <a:pt x="595891" y="206966"/>
                  </a:lnTo>
                  <a:lnTo>
                    <a:pt x="587248" y="19761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831710" y="4328160"/>
            <a:ext cx="2480310" cy="44450"/>
          </a:xfrm>
          <a:custGeom>
            <a:avLst/>
            <a:gdLst/>
            <a:ahLst/>
            <a:cxnLst/>
            <a:rect l="l" t="t" r="r" b="b"/>
            <a:pathLst>
              <a:path w="2480309" h="44450">
                <a:moveTo>
                  <a:pt x="0" y="44322"/>
                </a:moveTo>
                <a:lnTo>
                  <a:pt x="0" y="44322"/>
                </a:lnTo>
                <a:lnTo>
                  <a:pt x="1601089" y="44322"/>
                </a:lnTo>
                <a:lnTo>
                  <a:pt x="1616019" y="43985"/>
                </a:lnTo>
                <a:lnTo>
                  <a:pt x="1632997" y="42957"/>
                </a:lnTo>
                <a:lnTo>
                  <a:pt x="1652023" y="41215"/>
                </a:lnTo>
                <a:lnTo>
                  <a:pt x="1673098" y="38734"/>
                </a:lnTo>
                <a:lnTo>
                  <a:pt x="1694936" y="36327"/>
                </a:lnTo>
                <a:lnTo>
                  <a:pt x="1716071" y="34623"/>
                </a:lnTo>
                <a:lnTo>
                  <a:pt x="1736516" y="33609"/>
                </a:lnTo>
                <a:lnTo>
                  <a:pt x="1756283" y="33273"/>
                </a:lnTo>
                <a:lnTo>
                  <a:pt x="1775638" y="33273"/>
                </a:lnTo>
                <a:lnTo>
                  <a:pt x="1795018" y="33273"/>
                </a:lnTo>
                <a:lnTo>
                  <a:pt x="2271522" y="33273"/>
                </a:lnTo>
                <a:lnTo>
                  <a:pt x="2283616" y="32918"/>
                </a:lnTo>
                <a:lnTo>
                  <a:pt x="2332355" y="27685"/>
                </a:lnTo>
                <a:lnTo>
                  <a:pt x="2384379" y="19399"/>
                </a:lnTo>
                <a:lnTo>
                  <a:pt x="2425192" y="11112"/>
                </a:lnTo>
                <a:lnTo>
                  <a:pt x="2458837" y="3161"/>
                </a:lnTo>
                <a:lnTo>
                  <a:pt x="2466800" y="1412"/>
                </a:lnTo>
                <a:lnTo>
                  <a:pt x="2472691" y="355"/>
                </a:lnTo>
                <a:lnTo>
                  <a:pt x="2476500" y="0"/>
                </a:lnTo>
                <a:lnTo>
                  <a:pt x="2480183" y="0"/>
                </a:lnTo>
                <a:lnTo>
                  <a:pt x="2478278" y="0"/>
                </a:lnTo>
                <a:lnTo>
                  <a:pt x="2443226" y="0"/>
                </a:lnTo>
                <a:lnTo>
                  <a:pt x="2434584" y="690"/>
                </a:lnTo>
                <a:lnTo>
                  <a:pt x="2425239" y="2762"/>
                </a:lnTo>
                <a:lnTo>
                  <a:pt x="2415204" y="6215"/>
                </a:lnTo>
                <a:lnTo>
                  <a:pt x="2404491" y="1104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50359" y="4594098"/>
            <a:ext cx="820419" cy="354965"/>
          </a:xfrm>
          <a:custGeom>
            <a:avLst/>
            <a:gdLst/>
            <a:ahLst/>
            <a:cxnLst/>
            <a:rect l="l" t="t" r="r" b="b"/>
            <a:pathLst>
              <a:path w="820420" h="354964">
                <a:moveTo>
                  <a:pt x="819912" y="221615"/>
                </a:moveTo>
                <a:lnTo>
                  <a:pt x="788098" y="260397"/>
                </a:lnTo>
                <a:lnTo>
                  <a:pt x="758951" y="288036"/>
                </a:lnTo>
                <a:lnTo>
                  <a:pt x="714303" y="311931"/>
                </a:lnTo>
                <a:lnTo>
                  <a:pt x="680708" y="318893"/>
                </a:lnTo>
                <a:lnTo>
                  <a:pt x="662019" y="322707"/>
                </a:lnTo>
                <a:lnTo>
                  <a:pt x="641949" y="327187"/>
                </a:lnTo>
                <a:lnTo>
                  <a:pt x="620522" y="332359"/>
                </a:lnTo>
                <a:lnTo>
                  <a:pt x="597302" y="337601"/>
                </a:lnTo>
                <a:lnTo>
                  <a:pt x="544673" y="345896"/>
                </a:lnTo>
                <a:lnTo>
                  <a:pt x="485449" y="351422"/>
                </a:lnTo>
                <a:lnTo>
                  <a:pt x="430014" y="354228"/>
                </a:lnTo>
                <a:lnTo>
                  <a:pt x="404367" y="354584"/>
                </a:lnTo>
                <a:lnTo>
                  <a:pt x="378440" y="354584"/>
                </a:lnTo>
                <a:lnTo>
                  <a:pt x="350392" y="354584"/>
                </a:lnTo>
                <a:lnTo>
                  <a:pt x="177291" y="354584"/>
                </a:lnTo>
                <a:lnTo>
                  <a:pt x="156499" y="353538"/>
                </a:lnTo>
                <a:lnTo>
                  <a:pt x="138493" y="350408"/>
                </a:lnTo>
                <a:lnTo>
                  <a:pt x="123249" y="345207"/>
                </a:lnTo>
                <a:lnTo>
                  <a:pt x="110743" y="337947"/>
                </a:lnTo>
                <a:lnTo>
                  <a:pt x="100030" y="329995"/>
                </a:lnTo>
                <a:lnTo>
                  <a:pt x="89995" y="322722"/>
                </a:lnTo>
                <a:lnTo>
                  <a:pt x="80650" y="316140"/>
                </a:lnTo>
                <a:lnTo>
                  <a:pt x="72009" y="310261"/>
                </a:lnTo>
                <a:lnTo>
                  <a:pt x="64410" y="304734"/>
                </a:lnTo>
                <a:lnTo>
                  <a:pt x="44658" y="268354"/>
                </a:lnTo>
                <a:lnTo>
                  <a:pt x="44323" y="260350"/>
                </a:lnTo>
                <a:lnTo>
                  <a:pt x="43632" y="251708"/>
                </a:lnTo>
                <a:lnTo>
                  <a:pt x="27676" y="210901"/>
                </a:lnTo>
                <a:lnTo>
                  <a:pt x="11049" y="182880"/>
                </a:lnTo>
                <a:lnTo>
                  <a:pt x="6215" y="174519"/>
                </a:lnTo>
                <a:lnTo>
                  <a:pt x="2762" y="166195"/>
                </a:lnTo>
                <a:lnTo>
                  <a:pt x="690" y="157894"/>
                </a:lnTo>
                <a:lnTo>
                  <a:pt x="0" y="149606"/>
                </a:lnTo>
                <a:lnTo>
                  <a:pt x="0" y="141654"/>
                </a:lnTo>
                <a:lnTo>
                  <a:pt x="0" y="134381"/>
                </a:lnTo>
                <a:lnTo>
                  <a:pt x="0" y="60960"/>
                </a:lnTo>
                <a:lnTo>
                  <a:pt x="1381" y="57842"/>
                </a:lnTo>
                <a:lnTo>
                  <a:pt x="5524" y="54022"/>
                </a:lnTo>
                <a:lnTo>
                  <a:pt x="12430" y="49512"/>
                </a:lnTo>
                <a:lnTo>
                  <a:pt x="22098" y="44323"/>
                </a:lnTo>
                <a:lnTo>
                  <a:pt x="33220" y="38796"/>
                </a:lnTo>
                <a:lnTo>
                  <a:pt x="44307" y="33258"/>
                </a:lnTo>
                <a:lnTo>
                  <a:pt x="55370" y="27695"/>
                </a:lnTo>
                <a:lnTo>
                  <a:pt x="66420" y="22098"/>
                </a:lnTo>
                <a:lnTo>
                  <a:pt x="76852" y="16928"/>
                </a:lnTo>
                <a:lnTo>
                  <a:pt x="85867" y="12461"/>
                </a:lnTo>
                <a:lnTo>
                  <a:pt x="93477" y="8685"/>
                </a:lnTo>
                <a:lnTo>
                  <a:pt x="99694" y="5588"/>
                </a:lnTo>
                <a:lnTo>
                  <a:pt x="106265" y="3161"/>
                </a:lnTo>
                <a:lnTo>
                  <a:pt x="114919" y="1412"/>
                </a:lnTo>
                <a:lnTo>
                  <a:pt x="125644" y="355"/>
                </a:lnTo>
                <a:lnTo>
                  <a:pt x="138429" y="0"/>
                </a:lnTo>
                <a:lnTo>
                  <a:pt x="152316" y="0"/>
                </a:lnTo>
                <a:lnTo>
                  <a:pt x="166179" y="0"/>
                </a:lnTo>
                <a:lnTo>
                  <a:pt x="581660" y="0"/>
                </a:lnTo>
                <a:lnTo>
                  <a:pt x="600043" y="355"/>
                </a:lnTo>
                <a:lnTo>
                  <a:pt x="642619" y="5588"/>
                </a:lnTo>
                <a:lnTo>
                  <a:pt x="686942" y="22098"/>
                </a:lnTo>
                <a:lnTo>
                  <a:pt x="709167" y="38735"/>
                </a:lnTo>
                <a:lnTo>
                  <a:pt x="709167" y="42418"/>
                </a:lnTo>
                <a:lnTo>
                  <a:pt x="712851" y="46228"/>
                </a:lnTo>
                <a:lnTo>
                  <a:pt x="720216" y="49911"/>
                </a:lnTo>
                <a:lnTo>
                  <a:pt x="727582" y="53594"/>
                </a:lnTo>
                <a:lnTo>
                  <a:pt x="731265" y="60960"/>
                </a:lnTo>
                <a:lnTo>
                  <a:pt x="731265" y="72009"/>
                </a:lnTo>
                <a:lnTo>
                  <a:pt x="731956" y="80650"/>
                </a:lnTo>
                <a:lnTo>
                  <a:pt x="734028" y="89995"/>
                </a:lnTo>
                <a:lnTo>
                  <a:pt x="737481" y="100030"/>
                </a:lnTo>
                <a:lnTo>
                  <a:pt x="742314" y="110744"/>
                </a:lnTo>
                <a:lnTo>
                  <a:pt x="747168" y="122221"/>
                </a:lnTo>
                <a:lnTo>
                  <a:pt x="750665" y="134366"/>
                </a:lnTo>
                <a:lnTo>
                  <a:pt x="752780" y="147177"/>
                </a:lnTo>
                <a:lnTo>
                  <a:pt x="753490" y="160655"/>
                </a:lnTo>
                <a:lnTo>
                  <a:pt x="753490" y="173795"/>
                </a:lnTo>
                <a:lnTo>
                  <a:pt x="753490" y="185578"/>
                </a:lnTo>
                <a:lnTo>
                  <a:pt x="753490" y="264033"/>
                </a:lnTo>
                <a:lnTo>
                  <a:pt x="749680" y="267716"/>
                </a:lnTo>
                <a:lnTo>
                  <a:pt x="706677" y="284982"/>
                </a:lnTo>
                <a:lnTo>
                  <a:pt x="686942" y="288036"/>
                </a:lnTo>
                <a:lnTo>
                  <a:pt x="679576" y="288036"/>
                </a:lnTo>
                <a:lnTo>
                  <a:pt x="672211" y="288036"/>
                </a:lnTo>
                <a:lnTo>
                  <a:pt x="664844" y="28803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54418" y="4794630"/>
            <a:ext cx="1473835" cy="620395"/>
          </a:xfrm>
          <a:custGeom>
            <a:avLst/>
            <a:gdLst/>
            <a:ahLst/>
            <a:cxnLst/>
            <a:rect l="l" t="t" r="r" b="b"/>
            <a:pathLst>
              <a:path w="1473834" h="620395">
                <a:moveTo>
                  <a:pt x="1185672" y="509650"/>
                </a:moveTo>
                <a:lnTo>
                  <a:pt x="1178178" y="509650"/>
                </a:lnTo>
                <a:lnTo>
                  <a:pt x="1174496" y="511428"/>
                </a:lnTo>
                <a:lnTo>
                  <a:pt x="1174496" y="515111"/>
                </a:lnTo>
                <a:lnTo>
                  <a:pt x="1172777" y="518638"/>
                </a:lnTo>
                <a:lnTo>
                  <a:pt x="1131260" y="545978"/>
                </a:lnTo>
                <a:lnTo>
                  <a:pt x="1089731" y="565358"/>
                </a:lnTo>
                <a:lnTo>
                  <a:pt x="1037417" y="585813"/>
                </a:lnTo>
                <a:lnTo>
                  <a:pt x="993082" y="596913"/>
                </a:lnTo>
                <a:lnTo>
                  <a:pt x="958812" y="598632"/>
                </a:lnTo>
                <a:lnTo>
                  <a:pt x="943244" y="599646"/>
                </a:lnTo>
                <a:lnTo>
                  <a:pt x="928368" y="601350"/>
                </a:lnTo>
                <a:lnTo>
                  <a:pt x="914146" y="603757"/>
                </a:lnTo>
                <a:lnTo>
                  <a:pt x="898931" y="606184"/>
                </a:lnTo>
                <a:lnTo>
                  <a:pt x="880919" y="607933"/>
                </a:lnTo>
                <a:lnTo>
                  <a:pt x="860121" y="608990"/>
                </a:lnTo>
                <a:lnTo>
                  <a:pt x="836549" y="609345"/>
                </a:lnTo>
                <a:lnTo>
                  <a:pt x="810976" y="609701"/>
                </a:lnTo>
                <a:lnTo>
                  <a:pt x="783986" y="610758"/>
                </a:lnTo>
                <a:lnTo>
                  <a:pt x="755592" y="612507"/>
                </a:lnTo>
                <a:lnTo>
                  <a:pt x="725804" y="614933"/>
                </a:lnTo>
                <a:lnTo>
                  <a:pt x="695680" y="617341"/>
                </a:lnTo>
                <a:lnTo>
                  <a:pt x="666257" y="619045"/>
                </a:lnTo>
                <a:lnTo>
                  <a:pt x="637526" y="620059"/>
                </a:lnTo>
                <a:lnTo>
                  <a:pt x="609473" y="620394"/>
                </a:lnTo>
                <a:lnTo>
                  <a:pt x="582801" y="620394"/>
                </a:lnTo>
                <a:lnTo>
                  <a:pt x="558212" y="620394"/>
                </a:lnTo>
                <a:lnTo>
                  <a:pt x="448817" y="620394"/>
                </a:lnTo>
                <a:lnTo>
                  <a:pt x="434933" y="620059"/>
                </a:lnTo>
                <a:lnTo>
                  <a:pt x="421084" y="619045"/>
                </a:lnTo>
                <a:lnTo>
                  <a:pt x="407259" y="617341"/>
                </a:lnTo>
                <a:lnTo>
                  <a:pt x="393446" y="614933"/>
                </a:lnTo>
                <a:lnTo>
                  <a:pt x="378868" y="612151"/>
                </a:lnTo>
                <a:lnTo>
                  <a:pt x="362934" y="609345"/>
                </a:lnTo>
                <a:lnTo>
                  <a:pt x="308923" y="601350"/>
                </a:lnTo>
                <a:lnTo>
                  <a:pt x="271525" y="598296"/>
                </a:lnTo>
                <a:lnTo>
                  <a:pt x="262884" y="597941"/>
                </a:lnTo>
                <a:lnTo>
                  <a:pt x="221668" y="589591"/>
                </a:lnTo>
                <a:lnTo>
                  <a:pt x="188467" y="576071"/>
                </a:lnTo>
                <a:lnTo>
                  <a:pt x="176990" y="571238"/>
                </a:lnTo>
                <a:lnTo>
                  <a:pt x="164846" y="567785"/>
                </a:lnTo>
                <a:lnTo>
                  <a:pt x="152034" y="565713"/>
                </a:lnTo>
                <a:lnTo>
                  <a:pt x="138556" y="565022"/>
                </a:lnTo>
                <a:lnTo>
                  <a:pt x="126107" y="564685"/>
                </a:lnTo>
                <a:lnTo>
                  <a:pt x="116395" y="563657"/>
                </a:lnTo>
                <a:lnTo>
                  <a:pt x="109446" y="561915"/>
                </a:lnTo>
                <a:lnTo>
                  <a:pt x="105282" y="559434"/>
                </a:lnTo>
                <a:lnTo>
                  <a:pt x="101600" y="555751"/>
                </a:lnTo>
                <a:lnTo>
                  <a:pt x="96011" y="553973"/>
                </a:lnTo>
                <a:lnTo>
                  <a:pt x="88646" y="553973"/>
                </a:lnTo>
                <a:lnTo>
                  <a:pt x="81279" y="553973"/>
                </a:lnTo>
                <a:lnTo>
                  <a:pt x="75819" y="552068"/>
                </a:lnTo>
                <a:lnTo>
                  <a:pt x="72008" y="548385"/>
                </a:lnTo>
                <a:lnTo>
                  <a:pt x="68325" y="544702"/>
                </a:lnTo>
                <a:lnTo>
                  <a:pt x="66548" y="541019"/>
                </a:lnTo>
                <a:lnTo>
                  <a:pt x="66548" y="537336"/>
                </a:lnTo>
                <a:lnTo>
                  <a:pt x="66548" y="533653"/>
                </a:lnTo>
                <a:lnTo>
                  <a:pt x="64642" y="531748"/>
                </a:lnTo>
                <a:lnTo>
                  <a:pt x="60959" y="531748"/>
                </a:lnTo>
                <a:lnTo>
                  <a:pt x="57276" y="531748"/>
                </a:lnTo>
                <a:lnTo>
                  <a:pt x="53594" y="529970"/>
                </a:lnTo>
                <a:lnTo>
                  <a:pt x="49910" y="526287"/>
                </a:lnTo>
                <a:lnTo>
                  <a:pt x="46227" y="522604"/>
                </a:lnTo>
                <a:lnTo>
                  <a:pt x="40639" y="518921"/>
                </a:lnTo>
                <a:lnTo>
                  <a:pt x="11175" y="487425"/>
                </a:lnTo>
                <a:lnTo>
                  <a:pt x="0" y="459739"/>
                </a:lnTo>
                <a:lnTo>
                  <a:pt x="0" y="456056"/>
                </a:lnTo>
                <a:lnTo>
                  <a:pt x="0" y="448690"/>
                </a:lnTo>
                <a:lnTo>
                  <a:pt x="0" y="437641"/>
                </a:lnTo>
                <a:lnTo>
                  <a:pt x="355" y="428944"/>
                </a:lnTo>
                <a:lnTo>
                  <a:pt x="1412" y="419592"/>
                </a:lnTo>
                <a:lnTo>
                  <a:pt x="3161" y="409549"/>
                </a:lnTo>
                <a:lnTo>
                  <a:pt x="5587" y="398779"/>
                </a:lnTo>
                <a:lnTo>
                  <a:pt x="8350" y="387729"/>
                </a:lnTo>
                <a:lnTo>
                  <a:pt x="11112" y="376666"/>
                </a:lnTo>
                <a:lnTo>
                  <a:pt x="13874" y="365579"/>
                </a:lnTo>
                <a:lnTo>
                  <a:pt x="16636" y="354456"/>
                </a:lnTo>
                <a:lnTo>
                  <a:pt x="20445" y="343052"/>
                </a:lnTo>
                <a:lnTo>
                  <a:pt x="26336" y="330946"/>
                </a:lnTo>
                <a:lnTo>
                  <a:pt x="34299" y="318148"/>
                </a:lnTo>
                <a:lnTo>
                  <a:pt x="44323" y="304672"/>
                </a:lnTo>
                <a:lnTo>
                  <a:pt x="54754" y="291478"/>
                </a:lnTo>
                <a:lnTo>
                  <a:pt x="63769" y="279701"/>
                </a:lnTo>
                <a:lnTo>
                  <a:pt x="71379" y="269329"/>
                </a:lnTo>
                <a:lnTo>
                  <a:pt x="77597" y="260349"/>
                </a:lnTo>
                <a:lnTo>
                  <a:pt x="83814" y="252043"/>
                </a:lnTo>
                <a:lnTo>
                  <a:pt x="91424" y="243712"/>
                </a:lnTo>
                <a:lnTo>
                  <a:pt x="100439" y="235382"/>
                </a:lnTo>
                <a:lnTo>
                  <a:pt x="110871" y="227075"/>
                </a:lnTo>
                <a:lnTo>
                  <a:pt x="121231" y="219124"/>
                </a:lnTo>
                <a:lnTo>
                  <a:pt x="130222" y="211851"/>
                </a:lnTo>
                <a:lnTo>
                  <a:pt x="137856" y="205269"/>
                </a:lnTo>
                <a:lnTo>
                  <a:pt x="144145" y="199389"/>
                </a:lnTo>
                <a:lnTo>
                  <a:pt x="150006" y="193863"/>
                </a:lnTo>
                <a:lnTo>
                  <a:pt x="156559" y="188325"/>
                </a:lnTo>
                <a:lnTo>
                  <a:pt x="193637" y="163752"/>
                </a:lnTo>
                <a:lnTo>
                  <a:pt x="206882" y="156971"/>
                </a:lnTo>
                <a:lnTo>
                  <a:pt x="212471" y="153161"/>
                </a:lnTo>
                <a:lnTo>
                  <a:pt x="216153" y="149478"/>
                </a:lnTo>
                <a:lnTo>
                  <a:pt x="219836" y="145795"/>
                </a:lnTo>
                <a:lnTo>
                  <a:pt x="225298" y="142112"/>
                </a:lnTo>
                <a:lnTo>
                  <a:pt x="232790" y="138429"/>
                </a:lnTo>
                <a:lnTo>
                  <a:pt x="239006" y="135312"/>
                </a:lnTo>
                <a:lnTo>
                  <a:pt x="277060" y="116603"/>
                </a:lnTo>
                <a:lnTo>
                  <a:pt x="321383" y="102056"/>
                </a:lnTo>
                <a:lnTo>
                  <a:pt x="332470" y="98266"/>
                </a:lnTo>
                <a:lnTo>
                  <a:pt x="343533" y="93761"/>
                </a:lnTo>
                <a:lnTo>
                  <a:pt x="354583" y="88518"/>
                </a:lnTo>
                <a:lnTo>
                  <a:pt x="365706" y="83349"/>
                </a:lnTo>
                <a:lnTo>
                  <a:pt x="410366" y="69582"/>
                </a:lnTo>
                <a:lnTo>
                  <a:pt x="448817" y="66420"/>
                </a:lnTo>
                <a:lnTo>
                  <a:pt x="461958" y="65730"/>
                </a:lnTo>
                <a:lnTo>
                  <a:pt x="473741" y="63658"/>
                </a:lnTo>
                <a:lnTo>
                  <a:pt x="484143" y="60205"/>
                </a:lnTo>
                <a:lnTo>
                  <a:pt x="493140" y="55371"/>
                </a:lnTo>
                <a:lnTo>
                  <a:pt x="502120" y="50182"/>
                </a:lnTo>
                <a:lnTo>
                  <a:pt x="512492" y="45672"/>
                </a:lnTo>
                <a:lnTo>
                  <a:pt x="524269" y="41852"/>
                </a:lnTo>
                <a:lnTo>
                  <a:pt x="537463" y="38734"/>
                </a:lnTo>
                <a:lnTo>
                  <a:pt x="550604" y="35972"/>
                </a:lnTo>
                <a:lnTo>
                  <a:pt x="562387" y="33210"/>
                </a:lnTo>
                <a:lnTo>
                  <a:pt x="572789" y="30448"/>
                </a:lnTo>
                <a:lnTo>
                  <a:pt x="581786" y="27685"/>
                </a:lnTo>
                <a:lnTo>
                  <a:pt x="591812" y="25259"/>
                </a:lnTo>
                <a:lnTo>
                  <a:pt x="605313" y="23510"/>
                </a:lnTo>
                <a:lnTo>
                  <a:pt x="622292" y="22453"/>
                </a:lnTo>
                <a:lnTo>
                  <a:pt x="642747" y="22097"/>
                </a:lnTo>
                <a:lnTo>
                  <a:pt x="664866" y="21407"/>
                </a:lnTo>
                <a:lnTo>
                  <a:pt x="687022" y="19335"/>
                </a:lnTo>
                <a:lnTo>
                  <a:pt x="709201" y="15882"/>
                </a:lnTo>
                <a:lnTo>
                  <a:pt x="731392" y="11048"/>
                </a:lnTo>
                <a:lnTo>
                  <a:pt x="751774" y="6215"/>
                </a:lnTo>
                <a:lnTo>
                  <a:pt x="768715" y="2762"/>
                </a:lnTo>
                <a:lnTo>
                  <a:pt x="782202" y="690"/>
                </a:lnTo>
                <a:lnTo>
                  <a:pt x="792226" y="0"/>
                </a:lnTo>
                <a:lnTo>
                  <a:pt x="800586" y="0"/>
                </a:lnTo>
                <a:lnTo>
                  <a:pt x="808910" y="0"/>
                </a:lnTo>
                <a:lnTo>
                  <a:pt x="941831" y="0"/>
                </a:lnTo>
                <a:lnTo>
                  <a:pt x="948066" y="335"/>
                </a:lnTo>
                <a:lnTo>
                  <a:pt x="955706" y="1349"/>
                </a:lnTo>
                <a:lnTo>
                  <a:pt x="964727" y="3053"/>
                </a:lnTo>
                <a:lnTo>
                  <a:pt x="975105" y="5460"/>
                </a:lnTo>
                <a:lnTo>
                  <a:pt x="986174" y="8223"/>
                </a:lnTo>
                <a:lnTo>
                  <a:pt x="997267" y="10985"/>
                </a:lnTo>
                <a:lnTo>
                  <a:pt x="1008360" y="13747"/>
                </a:lnTo>
                <a:lnTo>
                  <a:pt x="1019428" y="16509"/>
                </a:lnTo>
                <a:lnTo>
                  <a:pt x="1030142" y="18936"/>
                </a:lnTo>
                <a:lnTo>
                  <a:pt x="1040177" y="20685"/>
                </a:lnTo>
                <a:lnTo>
                  <a:pt x="1049522" y="21742"/>
                </a:lnTo>
                <a:lnTo>
                  <a:pt x="1058163" y="22097"/>
                </a:lnTo>
                <a:lnTo>
                  <a:pt x="1066168" y="22097"/>
                </a:lnTo>
                <a:lnTo>
                  <a:pt x="1073435" y="22097"/>
                </a:lnTo>
                <a:lnTo>
                  <a:pt x="1185672" y="22097"/>
                </a:lnTo>
                <a:lnTo>
                  <a:pt x="1201574" y="22453"/>
                </a:lnTo>
                <a:lnTo>
                  <a:pt x="1216120" y="23510"/>
                </a:lnTo>
                <a:lnTo>
                  <a:pt x="1229284" y="25259"/>
                </a:lnTo>
                <a:lnTo>
                  <a:pt x="1241044" y="27685"/>
                </a:lnTo>
                <a:lnTo>
                  <a:pt x="1251067" y="30093"/>
                </a:lnTo>
                <a:lnTo>
                  <a:pt x="1259030" y="31797"/>
                </a:lnTo>
                <a:lnTo>
                  <a:pt x="1264921" y="32811"/>
                </a:lnTo>
                <a:lnTo>
                  <a:pt x="1268729" y="33146"/>
                </a:lnTo>
                <a:lnTo>
                  <a:pt x="1272412" y="33146"/>
                </a:lnTo>
                <a:lnTo>
                  <a:pt x="1279778" y="36829"/>
                </a:lnTo>
                <a:lnTo>
                  <a:pt x="1318640" y="55371"/>
                </a:lnTo>
                <a:lnTo>
                  <a:pt x="1326006" y="55371"/>
                </a:lnTo>
                <a:lnTo>
                  <a:pt x="1333373" y="57149"/>
                </a:lnTo>
                <a:lnTo>
                  <a:pt x="1379474" y="75691"/>
                </a:lnTo>
                <a:lnTo>
                  <a:pt x="1386966" y="77469"/>
                </a:lnTo>
                <a:lnTo>
                  <a:pt x="1390650" y="77469"/>
                </a:lnTo>
                <a:lnTo>
                  <a:pt x="1394332" y="77469"/>
                </a:lnTo>
                <a:lnTo>
                  <a:pt x="1399794" y="81152"/>
                </a:lnTo>
                <a:lnTo>
                  <a:pt x="1407286" y="88518"/>
                </a:lnTo>
                <a:lnTo>
                  <a:pt x="1414652" y="96011"/>
                </a:lnTo>
                <a:lnTo>
                  <a:pt x="1420113" y="101472"/>
                </a:lnTo>
                <a:lnTo>
                  <a:pt x="1423797" y="105155"/>
                </a:lnTo>
                <a:lnTo>
                  <a:pt x="1427606" y="108838"/>
                </a:lnTo>
                <a:lnTo>
                  <a:pt x="1431289" y="114426"/>
                </a:lnTo>
                <a:lnTo>
                  <a:pt x="1434973" y="121792"/>
                </a:lnTo>
                <a:lnTo>
                  <a:pt x="1438655" y="129158"/>
                </a:lnTo>
                <a:lnTo>
                  <a:pt x="1444116" y="134746"/>
                </a:lnTo>
                <a:lnTo>
                  <a:pt x="1473707" y="158749"/>
                </a:lnTo>
                <a:lnTo>
                  <a:pt x="1473707" y="166115"/>
                </a:lnTo>
                <a:lnTo>
                  <a:pt x="1473707" y="173481"/>
                </a:lnTo>
                <a:lnTo>
                  <a:pt x="1473707" y="271398"/>
                </a:lnTo>
                <a:lnTo>
                  <a:pt x="1471802" y="278764"/>
                </a:lnTo>
                <a:lnTo>
                  <a:pt x="1440433" y="315721"/>
                </a:lnTo>
                <a:lnTo>
                  <a:pt x="1418335" y="348995"/>
                </a:lnTo>
                <a:lnTo>
                  <a:pt x="1418335" y="352678"/>
                </a:lnTo>
                <a:lnTo>
                  <a:pt x="1416430" y="358139"/>
                </a:lnTo>
                <a:lnTo>
                  <a:pt x="1412748" y="365632"/>
                </a:lnTo>
                <a:lnTo>
                  <a:pt x="1409064" y="372998"/>
                </a:lnTo>
                <a:lnTo>
                  <a:pt x="1405381" y="380364"/>
                </a:lnTo>
                <a:lnTo>
                  <a:pt x="1401699" y="387730"/>
                </a:lnTo>
                <a:lnTo>
                  <a:pt x="1398015" y="395096"/>
                </a:lnTo>
                <a:lnTo>
                  <a:pt x="1392427" y="400684"/>
                </a:lnTo>
                <a:lnTo>
                  <a:pt x="1385061" y="404367"/>
                </a:lnTo>
                <a:lnTo>
                  <a:pt x="1377696" y="408050"/>
                </a:lnTo>
                <a:lnTo>
                  <a:pt x="1370329" y="411733"/>
                </a:lnTo>
                <a:lnTo>
                  <a:pt x="1362963" y="415416"/>
                </a:lnTo>
                <a:lnTo>
                  <a:pt x="1356675" y="419225"/>
                </a:lnTo>
                <a:lnTo>
                  <a:pt x="1349041" y="425116"/>
                </a:lnTo>
                <a:lnTo>
                  <a:pt x="1340050" y="433079"/>
                </a:lnTo>
                <a:lnTo>
                  <a:pt x="1329689" y="443102"/>
                </a:lnTo>
                <a:lnTo>
                  <a:pt x="1319311" y="452844"/>
                </a:lnTo>
                <a:lnTo>
                  <a:pt x="1310290" y="459787"/>
                </a:lnTo>
                <a:lnTo>
                  <a:pt x="1302650" y="463944"/>
                </a:lnTo>
                <a:lnTo>
                  <a:pt x="1296415" y="465327"/>
                </a:lnTo>
                <a:lnTo>
                  <a:pt x="1290536" y="466709"/>
                </a:lnTo>
                <a:lnTo>
                  <a:pt x="1283954" y="470852"/>
                </a:lnTo>
                <a:lnTo>
                  <a:pt x="1276681" y="477758"/>
                </a:lnTo>
                <a:lnTo>
                  <a:pt x="1268729" y="487425"/>
                </a:lnTo>
                <a:lnTo>
                  <a:pt x="1260423" y="497857"/>
                </a:lnTo>
                <a:lnTo>
                  <a:pt x="1252092" y="506872"/>
                </a:lnTo>
                <a:lnTo>
                  <a:pt x="1243762" y="514482"/>
                </a:lnTo>
                <a:lnTo>
                  <a:pt x="1235455" y="520699"/>
                </a:lnTo>
                <a:lnTo>
                  <a:pt x="1227504" y="526579"/>
                </a:lnTo>
                <a:lnTo>
                  <a:pt x="1220231" y="533161"/>
                </a:lnTo>
                <a:lnTo>
                  <a:pt x="1213649" y="540434"/>
                </a:lnTo>
                <a:lnTo>
                  <a:pt x="1207770" y="548385"/>
                </a:lnTo>
                <a:lnTo>
                  <a:pt x="1202245" y="556002"/>
                </a:lnTo>
                <a:lnTo>
                  <a:pt x="1196720" y="562260"/>
                </a:lnTo>
                <a:lnTo>
                  <a:pt x="1191196" y="567138"/>
                </a:lnTo>
                <a:lnTo>
                  <a:pt x="1185672" y="570610"/>
                </a:lnTo>
                <a:lnTo>
                  <a:pt x="1178178" y="574293"/>
                </a:lnTo>
                <a:lnTo>
                  <a:pt x="1172717" y="577976"/>
                </a:lnTo>
                <a:lnTo>
                  <a:pt x="1169034" y="581659"/>
                </a:lnTo>
                <a:lnTo>
                  <a:pt x="1165226" y="584777"/>
                </a:lnTo>
                <a:lnTo>
                  <a:pt x="1159335" y="588597"/>
                </a:lnTo>
                <a:lnTo>
                  <a:pt x="1151372" y="593107"/>
                </a:lnTo>
                <a:lnTo>
                  <a:pt x="1141349" y="59829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44723" y="5835967"/>
            <a:ext cx="2315845" cy="88900"/>
          </a:xfrm>
          <a:custGeom>
            <a:avLst/>
            <a:gdLst/>
            <a:ahLst/>
            <a:cxnLst/>
            <a:rect l="l" t="t" r="r" b="b"/>
            <a:pathLst>
              <a:path w="2315845" h="88900">
                <a:moveTo>
                  <a:pt x="0" y="0"/>
                </a:moveTo>
                <a:lnTo>
                  <a:pt x="0" y="0"/>
                </a:lnTo>
                <a:lnTo>
                  <a:pt x="437641" y="0"/>
                </a:lnTo>
                <a:lnTo>
                  <a:pt x="466383" y="355"/>
                </a:lnTo>
                <a:lnTo>
                  <a:pt x="491648" y="1412"/>
                </a:lnTo>
                <a:lnTo>
                  <a:pt x="513437" y="3161"/>
                </a:lnTo>
                <a:lnTo>
                  <a:pt x="531749" y="5588"/>
                </a:lnTo>
                <a:lnTo>
                  <a:pt x="546679" y="8014"/>
                </a:lnTo>
                <a:lnTo>
                  <a:pt x="558133" y="9763"/>
                </a:lnTo>
                <a:lnTo>
                  <a:pt x="566110" y="10820"/>
                </a:lnTo>
                <a:lnTo>
                  <a:pt x="570610" y="11176"/>
                </a:lnTo>
                <a:lnTo>
                  <a:pt x="574294" y="11176"/>
                </a:lnTo>
                <a:lnTo>
                  <a:pt x="577976" y="11176"/>
                </a:lnTo>
                <a:lnTo>
                  <a:pt x="797687" y="11176"/>
                </a:lnTo>
                <a:lnTo>
                  <a:pt x="824025" y="11511"/>
                </a:lnTo>
                <a:lnTo>
                  <a:pt x="858662" y="12525"/>
                </a:lnTo>
                <a:lnTo>
                  <a:pt x="901610" y="14229"/>
                </a:lnTo>
                <a:lnTo>
                  <a:pt x="952881" y="16637"/>
                </a:lnTo>
                <a:lnTo>
                  <a:pt x="1005478" y="19063"/>
                </a:lnTo>
                <a:lnTo>
                  <a:pt x="1052576" y="20812"/>
                </a:lnTo>
                <a:lnTo>
                  <a:pt x="1094148" y="21869"/>
                </a:lnTo>
                <a:lnTo>
                  <a:pt x="1130172" y="22225"/>
                </a:lnTo>
                <a:lnTo>
                  <a:pt x="1163060" y="22580"/>
                </a:lnTo>
                <a:lnTo>
                  <a:pt x="1195244" y="23637"/>
                </a:lnTo>
                <a:lnTo>
                  <a:pt x="1226738" y="25386"/>
                </a:lnTo>
                <a:lnTo>
                  <a:pt x="1257554" y="27813"/>
                </a:lnTo>
                <a:lnTo>
                  <a:pt x="1286297" y="30220"/>
                </a:lnTo>
                <a:lnTo>
                  <a:pt x="1311576" y="31924"/>
                </a:lnTo>
                <a:lnTo>
                  <a:pt x="1333402" y="32938"/>
                </a:lnTo>
                <a:lnTo>
                  <a:pt x="1351787" y="33274"/>
                </a:lnTo>
                <a:lnTo>
                  <a:pt x="1367672" y="33274"/>
                </a:lnTo>
                <a:lnTo>
                  <a:pt x="1382188" y="33274"/>
                </a:lnTo>
                <a:lnTo>
                  <a:pt x="1395347" y="33274"/>
                </a:lnTo>
                <a:lnTo>
                  <a:pt x="1407159" y="33274"/>
                </a:lnTo>
                <a:lnTo>
                  <a:pt x="1417873" y="33629"/>
                </a:lnTo>
                <a:lnTo>
                  <a:pt x="1427908" y="34686"/>
                </a:lnTo>
                <a:lnTo>
                  <a:pt x="1437253" y="36435"/>
                </a:lnTo>
                <a:lnTo>
                  <a:pt x="1445895" y="38862"/>
                </a:lnTo>
                <a:lnTo>
                  <a:pt x="1454201" y="41269"/>
                </a:lnTo>
                <a:lnTo>
                  <a:pt x="1462532" y="42973"/>
                </a:lnTo>
                <a:lnTo>
                  <a:pt x="1470862" y="43987"/>
                </a:lnTo>
                <a:lnTo>
                  <a:pt x="1479169" y="44323"/>
                </a:lnTo>
                <a:lnTo>
                  <a:pt x="1487457" y="44323"/>
                </a:lnTo>
                <a:lnTo>
                  <a:pt x="1495758" y="44323"/>
                </a:lnTo>
                <a:lnTo>
                  <a:pt x="1504082" y="44323"/>
                </a:lnTo>
                <a:lnTo>
                  <a:pt x="1512443" y="44323"/>
                </a:lnTo>
                <a:lnTo>
                  <a:pt x="1521422" y="44678"/>
                </a:lnTo>
                <a:lnTo>
                  <a:pt x="1531794" y="45735"/>
                </a:lnTo>
                <a:lnTo>
                  <a:pt x="1543571" y="47484"/>
                </a:lnTo>
                <a:lnTo>
                  <a:pt x="1556766" y="49911"/>
                </a:lnTo>
                <a:lnTo>
                  <a:pt x="1570579" y="52337"/>
                </a:lnTo>
                <a:lnTo>
                  <a:pt x="1584404" y="54086"/>
                </a:lnTo>
                <a:lnTo>
                  <a:pt x="1598253" y="55143"/>
                </a:lnTo>
                <a:lnTo>
                  <a:pt x="1612137" y="55499"/>
                </a:lnTo>
                <a:lnTo>
                  <a:pt x="1625969" y="55499"/>
                </a:lnTo>
                <a:lnTo>
                  <a:pt x="1639823" y="55499"/>
                </a:lnTo>
                <a:lnTo>
                  <a:pt x="1653678" y="55499"/>
                </a:lnTo>
                <a:lnTo>
                  <a:pt x="1667509" y="55499"/>
                </a:lnTo>
                <a:lnTo>
                  <a:pt x="1682031" y="56189"/>
                </a:lnTo>
                <a:lnTo>
                  <a:pt x="1697958" y="58261"/>
                </a:lnTo>
                <a:lnTo>
                  <a:pt x="1715265" y="61714"/>
                </a:lnTo>
                <a:lnTo>
                  <a:pt x="1733931" y="66548"/>
                </a:lnTo>
                <a:lnTo>
                  <a:pt x="1753697" y="71737"/>
                </a:lnTo>
                <a:lnTo>
                  <a:pt x="1774142" y="76247"/>
                </a:lnTo>
                <a:lnTo>
                  <a:pt x="1817116" y="83185"/>
                </a:lnTo>
                <a:lnTo>
                  <a:pt x="1855851" y="87296"/>
                </a:lnTo>
                <a:lnTo>
                  <a:pt x="1883536" y="88646"/>
                </a:lnTo>
                <a:lnTo>
                  <a:pt x="1894306" y="88646"/>
                </a:lnTo>
                <a:lnTo>
                  <a:pt x="1904349" y="88646"/>
                </a:lnTo>
                <a:lnTo>
                  <a:pt x="2071878" y="88646"/>
                </a:lnTo>
                <a:lnTo>
                  <a:pt x="2077813" y="88310"/>
                </a:lnTo>
                <a:lnTo>
                  <a:pt x="2084403" y="87296"/>
                </a:lnTo>
                <a:lnTo>
                  <a:pt x="2091684" y="85592"/>
                </a:lnTo>
                <a:lnTo>
                  <a:pt x="2099691" y="83185"/>
                </a:lnTo>
                <a:lnTo>
                  <a:pt x="2107642" y="80758"/>
                </a:lnTo>
                <a:lnTo>
                  <a:pt x="2114915" y="79009"/>
                </a:lnTo>
                <a:lnTo>
                  <a:pt x="2121497" y="77952"/>
                </a:lnTo>
                <a:lnTo>
                  <a:pt x="2127377" y="77597"/>
                </a:lnTo>
                <a:lnTo>
                  <a:pt x="2133592" y="77597"/>
                </a:lnTo>
                <a:lnTo>
                  <a:pt x="2141188" y="77597"/>
                </a:lnTo>
                <a:lnTo>
                  <a:pt x="2204847" y="77597"/>
                </a:lnTo>
                <a:lnTo>
                  <a:pt x="2215634" y="77261"/>
                </a:lnTo>
                <a:lnTo>
                  <a:pt x="2225706" y="76247"/>
                </a:lnTo>
                <a:lnTo>
                  <a:pt x="2235065" y="74543"/>
                </a:lnTo>
                <a:lnTo>
                  <a:pt x="2243709" y="72136"/>
                </a:lnTo>
                <a:lnTo>
                  <a:pt x="2254758" y="68453"/>
                </a:lnTo>
                <a:lnTo>
                  <a:pt x="2262123" y="66548"/>
                </a:lnTo>
                <a:lnTo>
                  <a:pt x="2309838" y="66548"/>
                </a:lnTo>
                <a:lnTo>
                  <a:pt x="2315718" y="6654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14595" y="5647690"/>
            <a:ext cx="2459990" cy="554355"/>
          </a:xfrm>
          <a:custGeom>
            <a:avLst/>
            <a:gdLst/>
            <a:ahLst/>
            <a:cxnLst/>
            <a:rect l="l" t="t" r="r" b="b"/>
            <a:pathLst>
              <a:path w="2459990" h="554354">
                <a:moveTo>
                  <a:pt x="0" y="132969"/>
                </a:moveTo>
                <a:lnTo>
                  <a:pt x="52657" y="116395"/>
                </a:lnTo>
                <a:lnTo>
                  <a:pt x="87286" y="110515"/>
                </a:lnTo>
                <a:lnTo>
                  <a:pt x="105298" y="109458"/>
                </a:lnTo>
                <a:lnTo>
                  <a:pt x="166242" y="105282"/>
                </a:lnTo>
                <a:lnTo>
                  <a:pt x="204656" y="102183"/>
                </a:lnTo>
                <a:lnTo>
                  <a:pt x="279435" y="93888"/>
                </a:lnTo>
                <a:lnTo>
                  <a:pt x="353234" y="83121"/>
                </a:lnTo>
                <a:lnTo>
                  <a:pt x="393382" y="77597"/>
                </a:lnTo>
                <a:lnTo>
                  <a:pt x="436292" y="72072"/>
                </a:lnTo>
                <a:lnTo>
                  <a:pt x="481964" y="66548"/>
                </a:lnTo>
                <a:lnTo>
                  <a:pt x="528738" y="61714"/>
                </a:lnTo>
                <a:lnTo>
                  <a:pt x="574786" y="58261"/>
                </a:lnTo>
                <a:lnTo>
                  <a:pt x="620142" y="56189"/>
                </a:lnTo>
                <a:lnTo>
                  <a:pt x="664844" y="55499"/>
                </a:lnTo>
                <a:lnTo>
                  <a:pt x="707755" y="55143"/>
                </a:lnTo>
                <a:lnTo>
                  <a:pt x="747902" y="54086"/>
                </a:lnTo>
                <a:lnTo>
                  <a:pt x="819912" y="49911"/>
                </a:lnTo>
                <a:lnTo>
                  <a:pt x="883634" y="44386"/>
                </a:lnTo>
                <a:lnTo>
                  <a:pt x="941831" y="38862"/>
                </a:lnTo>
                <a:lnTo>
                  <a:pt x="967458" y="36435"/>
                </a:lnTo>
                <a:lnTo>
                  <a:pt x="988917" y="34686"/>
                </a:lnTo>
                <a:lnTo>
                  <a:pt x="1006232" y="33629"/>
                </a:lnTo>
                <a:lnTo>
                  <a:pt x="1019428" y="33274"/>
                </a:lnTo>
                <a:lnTo>
                  <a:pt x="1029452" y="33274"/>
                </a:lnTo>
                <a:lnTo>
                  <a:pt x="1037415" y="33274"/>
                </a:lnTo>
                <a:lnTo>
                  <a:pt x="1307464" y="33274"/>
                </a:lnTo>
                <a:lnTo>
                  <a:pt x="1329301" y="32938"/>
                </a:lnTo>
                <a:lnTo>
                  <a:pt x="1350422" y="31924"/>
                </a:lnTo>
                <a:lnTo>
                  <a:pt x="1370830" y="30220"/>
                </a:lnTo>
                <a:lnTo>
                  <a:pt x="1390522" y="27812"/>
                </a:lnTo>
                <a:lnTo>
                  <a:pt x="1410289" y="24977"/>
                </a:lnTo>
                <a:lnTo>
                  <a:pt x="1430734" y="22177"/>
                </a:lnTo>
                <a:lnTo>
                  <a:pt x="1473707" y="16637"/>
                </a:lnTo>
                <a:lnTo>
                  <a:pt x="1513808" y="12525"/>
                </a:lnTo>
                <a:lnTo>
                  <a:pt x="1545716" y="11175"/>
                </a:lnTo>
                <a:lnTo>
                  <a:pt x="1559192" y="11175"/>
                </a:lnTo>
                <a:lnTo>
                  <a:pt x="1571990" y="11175"/>
                </a:lnTo>
                <a:lnTo>
                  <a:pt x="1844802" y="11175"/>
                </a:lnTo>
                <a:lnTo>
                  <a:pt x="1871138" y="10820"/>
                </a:lnTo>
                <a:lnTo>
                  <a:pt x="1900237" y="9763"/>
                </a:lnTo>
                <a:lnTo>
                  <a:pt x="1932098" y="8014"/>
                </a:lnTo>
                <a:lnTo>
                  <a:pt x="1966722" y="5587"/>
                </a:lnTo>
                <a:lnTo>
                  <a:pt x="2000654" y="3161"/>
                </a:lnTo>
                <a:lnTo>
                  <a:pt x="2030444" y="1412"/>
                </a:lnTo>
                <a:lnTo>
                  <a:pt x="2056090" y="355"/>
                </a:lnTo>
                <a:lnTo>
                  <a:pt x="2077593" y="0"/>
                </a:lnTo>
                <a:lnTo>
                  <a:pt x="2097641" y="0"/>
                </a:lnTo>
                <a:lnTo>
                  <a:pt x="2119106" y="0"/>
                </a:lnTo>
                <a:lnTo>
                  <a:pt x="2449431" y="0"/>
                </a:lnTo>
                <a:lnTo>
                  <a:pt x="2459862" y="0"/>
                </a:lnTo>
              </a:path>
              <a:path w="2459990" h="554354">
                <a:moveTo>
                  <a:pt x="1828291" y="465455"/>
                </a:moveTo>
                <a:lnTo>
                  <a:pt x="1795018" y="487553"/>
                </a:lnTo>
                <a:lnTo>
                  <a:pt x="1752744" y="499312"/>
                </a:lnTo>
                <a:lnTo>
                  <a:pt x="1736804" y="501427"/>
                </a:lnTo>
                <a:lnTo>
                  <a:pt x="1713934" y="504924"/>
                </a:lnTo>
                <a:lnTo>
                  <a:pt x="1684147" y="509778"/>
                </a:lnTo>
                <a:lnTo>
                  <a:pt x="1649523" y="515302"/>
                </a:lnTo>
                <a:lnTo>
                  <a:pt x="1571990" y="526351"/>
                </a:lnTo>
                <a:lnTo>
                  <a:pt x="1529079" y="531876"/>
                </a:lnTo>
                <a:lnTo>
                  <a:pt x="1484431" y="537065"/>
                </a:lnTo>
                <a:lnTo>
                  <a:pt x="1439068" y="541575"/>
                </a:lnTo>
                <a:lnTo>
                  <a:pt x="1392991" y="545395"/>
                </a:lnTo>
                <a:lnTo>
                  <a:pt x="1346200" y="548513"/>
                </a:lnTo>
                <a:lnTo>
                  <a:pt x="1303645" y="550939"/>
                </a:lnTo>
                <a:lnTo>
                  <a:pt x="1245490" y="553745"/>
                </a:lnTo>
                <a:lnTo>
                  <a:pt x="1229867" y="554101"/>
                </a:lnTo>
                <a:lnTo>
                  <a:pt x="1219509" y="553745"/>
                </a:lnTo>
                <a:lnTo>
                  <a:pt x="1210532" y="552688"/>
                </a:lnTo>
                <a:lnTo>
                  <a:pt x="1202936" y="550939"/>
                </a:lnTo>
                <a:lnTo>
                  <a:pt x="1196720" y="548513"/>
                </a:lnTo>
                <a:lnTo>
                  <a:pt x="1189227" y="544830"/>
                </a:lnTo>
                <a:lnTo>
                  <a:pt x="1183766" y="542925"/>
                </a:lnTo>
                <a:lnTo>
                  <a:pt x="1180083" y="542925"/>
                </a:lnTo>
                <a:lnTo>
                  <a:pt x="1176401" y="542925"/>
                </a:lnTo>
                <a:lnTo>
                  <a:pt x="1172717" y="539242"/>
                </a:lnTo>
                <a:lnTo>
                  <a:pt x="1168907" y="531876"/>
                </a:lnTo>
                <a:lnTo>
                  <a:pt x="1165225" y="524510"/>
                </a:lnTo>
                <a:lnTo>
                  <a:pt x="1161541" y="517144"/>
                </a:lnTo>
                <a:lnTo>
                  <a:pt x="1130172" y="476504"/>
                </a:lnTo>
                <a:lnTo>
                  <a:pt x="1119794" y="466125"/>
                </a:lnTo>
                <a:lnTo>
                  <a:pt x="1110773" y="457104"/>
                </a:lnTo>
                <a:lnTo>
                  <a:pt x="1083433" y="426656"/>
                </a:lnTo>
                <a:lnTo>
                  <a:pt x="1077164" y="415587"/>
                </a:lnTo>
                <a:lnTo>
                  <a:pt x="1073388" y="410019"/>
                </a:lnTo>
                <a:lnTo>
                  <a:pt x="1068921" y="404451"/>
                </a:lnTo>
                <a:lnTo>
                  <a:pt x="1063752" y="398907"/>
                </a:lnTo>
                <a:lnTo>
                  <a:pt x="1058509" y="393382"/>
                </a:lnTo>
                <a:lnTo>
                  <a:pt x="1054004" y="387858"/>
                </a:lnTo>
                <a:lnTo>
                  <a:pt x="1050214" y="382333"/>
                </a:lnTo>
                <a:lnTo>
                  <a:pt x="1047114" y="376809"/>
                </a:lnTo>
                <a:lnTo>
                  <a:pt x="1043431" y="369443"/>
                </a:lnTo>
                <a:lnTo>
                  <a:pt x="1039749" y="363855"/>
                </a:lnTo>
                <a:lnTo>
                  <a:pt x="1035938" y="360172"/>
                </a:lnTo>
                <a:lnTo>
                  <a:pt x="1032255" y="356489"/>
                </a:lnTo>
                <a:lnTo>
                  <a:pt x="1028572" y="352806"/>
                </a:lnTo>
                <a:lnTo>
                  <a:pt x="1024889" y="349123"/>
                </a:lnTo>
                <a:lnTo>
                  <a:pt x="1021206" y="345440"/>
                </a:lnTo>
                <a:lnTo>
                  <a:pt x="1019428" y="341757"/>
                </a:lnTo>
                <a:lnTo>
                  <a:pt x="1019428" y="337947"/>
                </a:lnTo>
                <a:lnTo>
                  <a:pt x="1019428" y="334264"/>
                </a:lnTo>
                <a:lnTo>
                  <a:pt x="1019428" y="293624"/>
                </a:lnTo>
                <a:lnTo>
                  <a:pt x="1019764" y="284982"/>
                </a:lnTo>
                <a:lnTo>
                  <a:pt x="1028698" y="243820"/>
                </a:lnTo>
                <a:lnTo>
                  <a:pt x="1052576" y="210566"/>
                </a:lnTo>
                <a:lnTo>
                  <a:pt x="1085850" y="182880"/>
                </a:lnTo>
                <a:lnTo>
                  <a:pt x="1122179" y="169068"/>
                </a:lnTo>
                <a:lnTo>
                  <a:pt x="1164492" y="158301"/>
                </a:lnTo>
                <a:lnTo>
                  <a:pt x="1213230" y="155194"/>
                </a:lnTo>
                <a:lnTo>
                  <a:pt x="1231951" y="155194"/>
                </a:lnTo>
                <a:lnTo>
                  <a:pt x="1249267" y="155194"/>
                </a:lnTo>
                <a:lnTo>
                  <a:pt x="1506854" y="155194"/>
                </a:lnTo>
                <a:lnTo>
                  <a:pt x="1522120" y="155531"/>
                </a:lnTo>
                <a:lnTo>
                  <a:pt x="1564131" y="168148"/>
                </a:lnTo>
                <a:lnTo>
                  <a:pt x="1567814" y="171831"/>
                </a:lnTo>
                <a:lnTo>
                  <a:pt x="1571498" y="175513"/>
                </a:lnTo>
                <a:lnTo>
                  <a:pt x="1575180" y="179197"/>
                </a:lnTo>
                <a:lnTo>
                  <a:pt x="1578990" y="182880"/>
                </a:lnTo>
                <a:lnTo>
                  <a:pt x="1582674" y="186562"/>
                </a:lnTo>
                <a:lnTo>
                  <a:pt x="1586356" y="188468"/>
                </a:lnTo>
                <a:lnTo>
                  <a:pt x="1590039" y="188468"/>
                </a:lnTo>
                <a:lnTo>
                  <a:pt x="1593723" y="188468"/>
                </a:lnTo>
                <a:lnTo>
                  <a:pt x="1599183" y="188468"/>
                </a:lnTo>
                <a:lnTo>
                  <a:pt x="1606677" y="188468"/>
                </a:lnTo>
                <a:lnTo>
                  <a:pt x="1614043" y="188468"/>
                </a:lnTo>
                <a:lnTo>
                  <a:pt x="1621408" y="190246"/>
                </a:lnTo>
                <a:lnTo>
                  <a:pt x="1658365" y="217931"/>
                </a:lnTo>
                <a:lnTo>
                  <a:pt x="1665731" y="221615"/>
                </a:lnTo>
                <a:lnTo>
                  <a:pt x="1673098" y="221615"/>
                </a:lnTo>
                <a:lnTo>
                  <a:pt x="1680463" y="221615"/>
                </a:lnTo>
                <a:lnTo>
                  <a:pt x="1687829" y="223519"/>
                </a:lnTo>
                <a:lnTo>
                  <a:pt x="1695323" y="227203"/>
                </a:lnTo>
                <a:lnTo>
                  <a:pt x="1702688" y="230886"/>
                </a:lnTo>
                <a:lnTo>
                  <a:pt x="1708150" y="234569"/>
                </a:lnTo>
                <a:lnTo>
                  <a:pt x="1711832" y="238251"/>
                </a:lnTo>
                <a:lnTo>
                  <a:pt x="1715359" y="241369"/>
                </a:lnTo>
                <a:lnTo>
                  <a:pt x="1720230" y="245189"/>
                </a:lnTo>
                <a:lnTo>
                  <a:pt x="1726459" y="249699"/>
                </a:lnTo>
                <a:lnTo>
                  <a:pt x="1734057" y="254888"/>
                </a:lnTo>
                <a:lnTo>
                  <a:pt x="1741654" y="260078"/>
                </a:lnTo>
                <a:lnTo>
                  <a:pt x="1767331" y="282575"/>
                </a:lnTo>
                <a:lnTo>
                  <a:pt x="1771014" y="286257"/>
                </a:lnTo>
                <a:lnTo>
                  <a:pt x="1774698" y="289941"/>
                </a:lnTo>
                <a:lnTo>
                  <a:pt x="1778380" y="293624"/>
                </a:lnTo>
                <a:lnTo>
                  <a:pt x="1782063" y="297434"/>
                </a:lnTo>
                <a:lnTo>
                  <a:pt x="1783969" y="302895"/>
                </a:lnTo>
                <a:lnTo>
                  <a:pt x="1783969" y="310261"/>
                </a:lnTo>
                <a:lnTo>
                  <a:pt x="1783969" y="317627"/>
                </a:lnTo>
                <a:lnTo>
                  <a:pt x="1783969" y="325120"/>
                </a:lnTo>
                <a:lnTo>
                  <a:pt x="1783969" y="332486"/>
                </a:lnTo>
                <a:lnTo>
                  <a:pt x="1783613" y="338365"/>
                </a:lnTo>
                <a:lnTo>
                  <a:pt x="1782556" y="344947"/>
                </a:lnTo>
                <a:lnTo>
                  <a:pt x="1780807" y="352220"/>
                </a:lnTo>
                <a:lnTo>
                  <a:pt x="1778380" y="360172"/>
                </a:lnTo>
                <a:lnTo>
                  <a:pt x="1775954" y="369506"/>
                </a:lnTo>
                <a:lnTo>
                  <a:pt x="1774205" y="380936"/>
                </a:lnTo>
                <a:lnTo>
                  <a:pt x="1773148" y="394462"/>
                </a:lnTo>
                <a:lnTo>
                  <a:pt x="1772793" y="41008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813311" y="1692696"/>
            <a:ext cx="8641080" cy="346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00"/>
              </a:spcBef>
              <a:buSzPct val="109433"/>
              <a:buFont typeface="PMingLiU-ExtB"/>
              <a:buChar char="❑"/>
              <a:tabLst>
                <a:tab pos="390525" algn="l"/>
              </a:tabLst>
            </a:pPr>
            <a:r>
              <a:rPr sz="2650" b="1" spc="-45" dirty="0">
                <a:latin typeface="Malgun Gothic"/>
                <a:cs typeface="Malgun Gothic"/>
              </a:rPr>
              <a:t>데이터베이스</a:t>
            </a:r>
            <a:endParaRPr sz="26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40000"/>
              </a:lnSpc>
              <a:spcBef>
                <a:spcPts val="64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조직체의</a:t>
            </a:r>
            <a:r>
              <a:rPr sz="220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시스템들이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공유해서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사용하는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서로</a:t>
            </a:r>
            <a:r>
              <a:rPr sz="220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Malgun Gothic"/>
                <a:cs typeface="Malgun Gothic"/>
              </a:rPr>
              <a:t>관련된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운영 </a:t>
            </a:r>
            <a:r>
              <a:rPr sz="2200" b="1" spc="-7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330" dirty="0">
                <a:solidFill>
                  <a:srgbClr val="FF0000"/>
                </a:solidFill>
                <a:latin typeface="Malgun Gothic"/>
                <a:cs typeface="Malgun Gothic"/>
              </a:rPr>
              <a:t>데</a:t>
            </a:r>
            <a:r>
              <a:rPr sz="2200" b="1" u="heavy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heavy" spc="240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터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들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구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조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적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으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로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통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합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된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모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임</a:t>
            </a:r>
            <a:endParaRPr sz="2200" dirty="0">
              <a:latin typeface="Malgun Gothic"/>
              <a:cs typeface="Malgun Gothic"/>
            </a:endParaRPr>
          </a:p>
          <a:p>
            <a:pPr marL="832485" marR="253365" lvl="1" indent="-315595">
              <a:lnSpc>
                <a:spcPct val="140000"/>
              </a:lnSpc>
              <a:spcBef>
                <a:spcPts val="5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시스템</a:t>
            </a:r>
            <a:r>
              <a:rPr sz="2200" b="1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카탈로그(또는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사전)</a:t>
            </a:r>
            <a:r>
              <a:rPr sz="2200" b="1" spc="-5" dirty="0">
                <a:latin typeface="Malgun Gothic"/>
                <a:cs typeface="Malgun Gothic"/>
              </a:rPr>
              <a:t>와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Malgun Gothic"/>
                <a:cs typeface="Malgun Gothic"/>
              </a:rPr>
              <a:t>저장된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sz="2200" b="1" spc="-30" dirty="0">
                <a:latin typeface="Malgun Gothic"/>
                <a:cs typeface="Malgun Gothic"/>
              </a:rPr>
              <a:t>로 </a:t>
            </a:r>
            <a:r>
              <a:rPr sz="2200" b="1" spc="-76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구분할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수</a:t>
            </a:r>
            <a:r>
              <a:rPr sz="2200" b="1" spc="-114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있음</a:t>
            </a:r>
            <a:endParaRPr sz="2200" dirty="0">
              <a:latin typeface="Malgun Gothic"/>
              <a:cs typeface="Malgun Gothic"/>
            </a:endParaRPr>
          </a:p>
          <a:p>
            <a:pPr marL="832485" marR="322580" lvl="1" indent="-315595">
              <a:lnSpc>
                <a:spcPct val="140000"/>
              </a:lnSpc>
              <a:spcBef>
                <a:spcPts val="550"/>
              </a:spcBef>
              <a:buFont typeface="PMingLiU-ExtB"/>
              <a:buChar char="✓"/>
              <a:tabLst>
                <a:tab pos="923290" algn="l"/>
                <a:tab pos="924560" algn="l"/>
              </a:tabLst>
            </a:pPr>
            <a:r>
              <a:rPr dirty="0"/>
              <a:t>	</a:t>
            </a:r>
            <a:r>
              <a:rPr sz="2200" b="1" spc="-20" dirty="0">
                <a:latin typeface="Malgun Gothic"/>
                <a:cs typeface="Malgun Gothic"/>
              </a:rPr>
              <a:t>시스템</a:t>
            </a:r>
            <a:r>
              <a:rPr sz="2200" b="1" spc="-12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카탈로그(system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catalog)는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저장된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데이터베이스의 </a:t>
            </a:r>
            <a:r>
              <a:rPr sz="2200" b="1" spc="-75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스키마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정보(메타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정보)를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유지</a:t>
            </a:r>
            <a:endParaRPr sz="22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9142" y="2068322"/>
            <a:ext cx="2726055" cy="642620"/>
          </a:xfrm>
          <a:custGeom>
            <a:avLst/>
            <a:gdLst/>
            <a:ahLst/>
            <a:cxnLst/>
            <a:rect l="l" t="t" r="r" b="b"/>
            <a:pathLst>
              <a:path w="2726054" h="642619">
                <a:moveTo>
                  <a:pt x="0" y="520826"/>
                </a:moveTo>
                <a:lnTo>
                  <a:pt x="0" y="520826"/>
                </a:lnTo>
                <a:lnTo>
                  <a:pt x="271525" y="520826"/>
                </a:lnTo>
                <a:lnTo>
                  <a:pt x="300960" y="521517"/>
                </a:lnTo>
                <a:lnTo>
                  <a:pt x="328310" y="523589"/>
                </a:lnTo>
                <a:lnTo>
                  <a:pt x="353589" y="527042"/>
                </a:lnTo>
                <a:lnTo>
                  <a:pt x="376808" y="531876"/>
                </a:lnTo>
                <a:lnTo>
                  <a:pt x="400309" y="537065"/>
                </a:lnTo>
                <a:lnTo>
                  <a:pt x="426608" y="541575"/>
                </a:lnTo>
                <a:lnTo>
                  <a:pt x="487552" y="548513"/>
                </a:lnTo>
                <a:lnTo>
                  <a:pt x="547100" y="552624"/>
                </a:lnTo>
                <a:lnTo>
                  <a:pt x="592836" y="553974"/>
                </a:lnTo>
                <a:lnTo>
                  <a:pt x="612937" y="553974"/>
                </a:lnTo>
                <a:lnTo>
                  <a:pt x="634396" y="553974"/>
                </a:lnTo>
                <a:lnTo>
                  <a:pt x="657236" y="553974"/>
                </a:lnTo>
                <a:lnTo>
                  <a:pt x="681482" y="553974"/>
                </a:lnTo>
                <a:lnTo>
                  <a:pt x="706417" y="552946"/>
                </a:lnTo>
                <a:lnTo>
                  <a:pt x="731329" y="549846"/>
                </a:lnTo>
                <a:lnTo>
                  <a:pt x="756241" y="544651"/>
                </a:lnTo>
                <a:lnTo>
                  <a:pt x="781176" y="537337"/>
                </a:lnTo>
                <a:lnTo>
                  <a:pt x="806823" y="530096"/>
                </a:lnTo>
                <a:lnTo>
                  <a:pt x="833850" y="524938"/>
                </a:lnTo>
                <a:lnTo>
                  <a:pt x="862258" y="521852"/>
                </a:lnTo>
                <a:lnTo>
                  <a:pt x="892048" y="520826"/>
                </a:lnTo>
                <a:lnTo>
                  <a:pt x="921073" y="520826"/>
                </a:lnTo>
                <a:lnTo>
                  <a:pt x="947372" y="520826"/>
                </a:lnTo>
                <a:lnTo>
                  <a:pt x="970932" y="520826"/>
                </a:lnTo>
                <a:lnTo>
                  <a:pt x="991743" y="520826"/>
                </a:lnTo>
                <a:lnTo>
                  <a:pt x="1012144" y="520471"/>
                </a:lnTo>
                <a:lnTo>
                  <a:pt x="1059233" y="517665"/>
                </a:lnTo>
                <a:lnTo>
                  <a:pt x="1115304" y="511784"/>
                </a:lnTo>
                <a:lnTo>
                  <a:pt x="1184594" y="500683"/>
                </a:lnTo>
                <a:lnTo>
                  <a:pt x="1224407" y="493013"/>
                </a:lnTo>
                <a:lnTo>
                  <a:pt x="1266291" y="485773"/>
                </a:lnTo>
                <a:lnTo>
                  <a:pt x="1308877" y="480615"/>
                </a:lnTo>
                <a:lnTo>
                  <a:pt x="1352155" y="477529"/>
                </a:lnTo>
                <a:lnTo>
                  <a:pt x="1396111" y="476503"/>
                </a:lnTo>
                <a:lnTo>
                  <a:pt x="1439429" y="475793"/>
                </a:lnTo>
                <a:lnTo>
                  <a:pt x="1480629" y="473678"/>
                </a:lnTo>
                <a:lnTo>
                  <a:pt x="1519733" y="470181"/>
                </a:lnTo>
                <a:lnTo>
                  <a:pt x="1556766" y="465327"/>
                </a:lnTo>
                <a:lnTo>
                  <a:pt x="1593480" y="459803"/>
                </a:lnTo>
                <a:lnTo>
                  <a:pt x="1631600" y="454278"/>
                </a:lnTo>
                <a:lnTo>
                  <a:pt x="1671101" y="448754"/>
                </a:lnTo>
                <a:lnTo>
                  <a:pt x="1711959" y="443229"/>
                </a:lnTo>
                <a:lnTo>
                  <a:pt x="1775666" y="434943"/>
                </a:lnTo>
                <a:lnTo>
                  <a:pt x="1800606" y="432180"/>
                </a:lnTo>
                <a:lnTo>
                  <a:pt x="1804289" y="432180"/>
                </a:lnTo>
                <a:lnTo>
                  <a:pt x="1811655" y="432180"/>
                </a:lnTo>
                <a:lnTo>
                  <a:pt x="1854072" y="432180"/>
                </a:lnTo>
                <a:lnTo>
                  <a:pt x="1861566" y="432180"/>
                </a:lnTo>
              </a:path>
              <a:path w="2726054" h="642619">
                <a:moveTo>
                  <a:pt x="1174495" y="609472"/>
                </a:moveTo>
                <a:lnTo>
                  <a:pt x="1174495" y="609472"/>
                </a:lnTo>
                <a:lnTo>
                  <a:pt x="1102487" y="609472"/>
                </a:lnTo>
                <a:lnTo>
                  <a:pt x="1095120" y="607567"/>
                </a:lnTo>
                <a:lnTo>
                  <a:pt x="1091438" y="603884"/>
                </a:lnTo>
                <a:lnTo>
                  <a:pt x="1087755" y="600201"/>
                </a:lnTo>
                <a:lnTo>
                  <a:pt x="1084071" y="596518"/>
                </a:lnTo>
                <a:lnTo>
                  <a:pt x="1080389" y="592836"/>
                </a:lnTo>
                <a:lnTo>
                  <a:pt x="1076706" y="589152"/>
                </a:lnTo>
                <a:lnTo>
                  <a:pt x="1071118" y="583564"/>
                </a:lnTo>
                <a:lnTo>
                  <a:pt x="1047114" y="548513"/>
                </a:lnTo>
                <a:lnTo>
                  <a:pt x="1044352" y="540508"/>
                </a:lnTo>
                <a:lnTo>
                  <a:pt x="1041590" y="533241"/>
                </a:lnTo>
                <a:lnTo>
                  <a:pt x="1038828" y="526688"/>
                </a:lnTo>
                <a:lnTo>
                  <a:pt x="1036065" y="520826"/>
                </a:lnTo>
                <a:lnTo>
                  <a:pt x="1033303" y="514201"/>
                </a:lnTo>
                <a:lnTo>
                  <a:pt x="1030541" y="505539"/>
                </a:lnTo>
                <a:lnTo>
                  <a:pt x="1027779" y="494805"/>
                </a:lnTo>
                <a:lnTo>
                  <a:pt x="1025017" y="481964"/>
                </a:lnTo>
                <a:lnTo>
                  <a:pt x="1022181" y="468824"/>
                </a:lnTo>
                <a:lnTo>
                  <a:pt x="1019381" y="457041"/>
                </a:lnTo>
                <a:lnTo>
                  <a:pt x="1016605" y="446639"/>
                </a:lnTo>
                <a:lnTo>
                  <a:pt x="1013840" y="437641"/>
                </a:lnTo>
                <a:lnTo>
                  <a:pt x="1011433" y="428662"/>
                </a:lnTo>
                <a:lnTo>
                  <a:pt x="1009729" y="418290"/>
                </a:lnTo>
                <a:lnTo>
                  <a:pt x="1008715" y="406513"/>
                </a:lnTo>
                <a:lnTo>
                  <a:pt x="1008380" y="393318"/>
                </a:lnTo>
                <a:lnTo>
                  <a:pt x="1008715" y="379487"/>
                </a:lnTo>
                <a:lnTo>
                  <a:pt x="1013840" y="337946"/>
                </a:lnTo>
                <a:lnTo>
                  <a:pt x="1025288" y="299513"/>
                </a:lnTo>
                <a:lnTo>
                  <a:pt x="1053373" y="257942"/>
                </a:lnTo>
                <a:lnTo>
                  <a:pt x="1085913" y="232711"/>
                </a:lnTo>
                <a:lnTo>
                  <a:pt x="1097006" y="224387"/>
                </a:lnTo>
                <a:lnTo>
                  <a:pt x="1134364" y="199453"/>
                </a:lnTo>
                <a:lnTo>
                  <a:pt x="1169034" y="182879"/>
                </a:lnTo>
                <a:lnTo>
                  <a:pt x="1207770" y="166195"/>
                </a:lnTo>
                <a:lnTo>
                  <a:pt x="1246505" y="149605"/>
                </a:lnTo>
                <a:lnTo>
                  <a:pt x="1289478" y="134381"/>
                </a:lnTo>
                <a:lnTo>
                  <a:pt x="1340739" y="121919"/>
                </a:lnTo>
                <a:lnTo>
                  <a:pt x="1369482" y="115685"/>
                </a:lnTo>
                <a:lnTo>
                  <a:pt x="1400286" y="108045"/>
                </a:lnTo>
                <a:lnTo>
                  <a:pt x="1433161" y="99024"/>
                </a:lnTo>
                <a:lnTo>
                  <a:pt x="1468120" y="88645"/>
                </a:lnTo>
                <a:lnTo>
                  <a:pt x="1506216" y="77239"/>
                </a:lnTo>
                <a:lnTo>
                  <a:pt x="1548479" y="65119"/>
                </a:lnTo>
                <a:lnTo>
                  <a:pt x="1594885" y="52284"/>
                </a:lnTo>
                <a:lnTo>
                  <a:pt x="1645411" y="38734"/>
                </a:lnTo>
                <a:lnTo>
                  <a:pt x="1692874" y="26304"/>
                </a:lnTo>
                <a:lnTo>
                  <a:pt x="1729930" y="16636"/>
                </a:lnTo>
                <a:lnTo>
                  <a:pt x="1772920" y="5587"/>
                </a:lnTo>
                <a:lnTo>
                  <a:pt x="1818550" y="355"/>
                </a:lnTo>
                <a:lnTo>
                  <a:pt x="1839341" y="0"/>
                </a:lnTo>
                <a:lnTo>
                  <a:pt x="1861177" y="0"/>
                </a:lnTo>
                <a:lnTo>
                  <a:pt x="1882298" y="0"/>
                </a:lnTo>
                <a:lnTo>
                  <a:pt x="1983358" y="0"/>
                </a:lnTo>
                <a:lnTo>
                  <a:pt x="1994481" y="355"/>
                </a:lnTo>
                <a:lnTo>
                  <a:pt x="2039850" y="8685"/>
                </a:lnTo>
                <a:lnTo>
                  <a:pt x="2088642" y="22097"/>
                </a:lnTo>
                <a:lnTo>
                  <a:pt x="2128837" y="34623"/>
                </a:lnTo>
                <a:lnTo>
                  <a:pt x="2171699" y="49911"/>
                </a:lnTo>
                <a:lnTo>
                  <a:pt x="2193538" y="57507"/>
                </a:lnTo>
                <a:lnTo>
                  <a:pt x="2214673" y="63722"/>
                </a:lnTo>
                <a:lnTo>
                  <a:pt x="2235118" y="68556"/>
                </a:lnTo>
                <a:lnTo>
                  <a:pt x="2254885" y="72008"/>
                </a:lnTo>
                <a:lnTo>
                  <a:pt x="2273887" y="74771"/>
                </a:lnTo>
                <a:lnTo>
                  <a:pt x="2292223" y="77533"/>
                </a:lnTo>
                <a:lnTo>
                  <a:pt x="2343134" y="85840"/>
                </a:lnTo>
                <a:lnTo>
                  <a:pt x="2387854" y="94233"/>
                </a:lnTo>
                <a:lnTo>
                  <a:pt x="2402375" y="96996"/>
                </a:lnTo>
                <a:lnTo>
                  <a:pt x="2454274" y="105282"/>
                </a:lnTo>
                <a:lnTo>
                  <a:pt x="2496923" y="110408"/>
                </a:lnTo>
                <a:lnTo>
                  <a:pt x="2504185" y="110743"/>
                </a:lnTo>
                <a:lnTo>
                  <a:pt x="2510403" y="111099"/>
                </a:lnTo>
                <a:lnTo>
                  <a:pt x="2518013" y="112156"/>
                </a:lnTo>
                <a:lnTo>
                  <a:pt x="2527028" y="113905"/>
                </a:lnTo>
                <a:lnTo>
                  <a:pt x="2537460" y="116331"/>
                </a:lnTo>
                <a:lnTo>
                  <a:pt x="2548173" y="118758"/>
                </a:lnTo>
                <a:lnTo>
                  <a:pt x="2558208" y="120507"/>
                </a:lnTo>
                <a:lnTo>
                  <a:pt x="2567553" y="121564"/>
                </a:lnTo>
                <a:lnTo>
                  <a:pt x="2576195" y="121919"/>
                </a:lnTo>
                <a:lnTo>
                  <a:pt x="2584836" y="121919"/>
                </a:lnTo>
                <a:lnTo>
                  <a:pt x="2594181" y="121919"/>
                </a:lnTo>
                <a:lnTo>
                  <a:pt x="2604216" y="121919"/>
                </a:lnTo>
                <a:lnTo>
                  <a:pt x="2614930" y="121919"/>
                </a:lnTo>
                <a:lnTo>
                  <a:pt x="2625361" y="122255"/>
                </a:lnTo>
                <a:lnTo>
                  <a:pt x="2634376" y="123269"/>
                </a:lnTo>
                <a:lnTo>
                  <a:pt x="2641986" y="124973"/>
                </a:lnTo>
                <a:lnTo>
                  <a:pt x="2648204" y="127380"/>
                </a:lnTo>
                <a:lnTo>
                  <a:pt x="2655570" y="131063"/>
                </a:lnTo>
                <a:lnTo>
                  <a:pt x="2662935" y="132968"/>
                </a:lnTo>
                <a:lnTo>
                  <a:pt x="2670302" y="132968"/>
                </a:lnTo>
                <a:lnTo>
                  <a:pt x="2677795" y="132968"/>
                </a:lnTo>
                <a:lnTo>
                  <a:pt x="2683256" y="134746"/>
                </a:lnTo>
                <a:lnTo>
                  <a:pt x="2686939" y="138556"/>
                </a:lnTo>
                <a:lnTo>
                  <a:pt x="2690622" y="142239"/>
                </a:lnTo>
                <a:lnTo>
                  <a:pt x="2694432" y="147700"/>
                </a:lnTo>
                <a:lnTo>
                  <a:pt x="2714624" y="182879"/>
                </a:lnTo>
                <a:lnTo>
                  <a:pt x="2719532" y="190831"/>
                </a:lnTo>
                <a:lnTo>
                  <a:pt x="2723022" y="198104"/>
                </a:lnTo>
                <a:lnTo>
                  <a:pt x="2725108" y="204686"/>
                </a:lnTo>
                <a:lnTo>
                  <a:pt x="2725801" y="210565"/>
                </a:lnTo>
                <a:lnTo>
                  <a:pt x="2725801" y="216781"/>
                </a:lnTo>
                <a:lnTo>
                  <a:pt x="2725801" y="224377"/>
                </a:lnTo>
                <a:lnTo>
                  <a:pt x="2725801" y="282575"/>
                </a:lnTo>
                <a:lnTo>
                  <a:pt x="2725108" y="291907"/>
                </a:lnTo>
                <a:lnTo>
                  <a:pt x="2714624" y="332358"/>
                </a:lnTo>
                <a:lnTo>
                  <a:pt x="2698051" y="369774"/>
                </a:lnTo>
                <a:lnTo>
                  <a:pt x="2669684" y="399595"/>
                </a:lnTo>
                <a:lnTo>
                  <a:pt x="2637139" y="427942"/>
                </a:lnTo>
                <a:lnTo>
                  <a:pt x="2603188" y="441096"/>
                </a:lnTo>
                <a:lnTo>
                  <a:pt x="2590053" y="445944"/>
                </a:lnTo>
                <a:lnTo>
                  <a:pt x="2575514" y="452197"/>
                </a:lnTo>
                <a:lnTo>
                  <a:pt x="2559558" y="459866"/>
                </a:lnTo>
                <a:lnTo>
                  <a:pt x="2541581" y="468508"/>
                </a:lnTo>
                <a:lnTo>
                  <a:pt x="2520807" y="477853"/>
                </a:lnTo>
                <a:lnTo>
                  <a:pt x="2470911" y="498601"/>
                </a:lnTo>
                <a:lnTo>
                  <a:pt x="2421064" y="516588"/>
                </a:lnTo>
                <a:lnTo>
                  <a:pt x="2382266" y="526288"/>
                </a:lnTo>
                <a:lnTo>
                  <a:pt x="2365672" y="529405"/>
                </a:lnTo>
                <a:lnTo>
                  <a:pt x="2349055" y="533225"/>
                </a:lnTo>
                <a:lnTo>
                  <a:pt x="2332438" y="537735"/>
                </a:lnTo>
                <a:lnTo>
                  <a:pt x="2315845" y="542925"/>
                </a:lnTo>
                <a:lnTo>
                  <a:pt x="2299196" y="548114"/>
                </a:lnTo>
                <a:lnTo>
                  <a:pt x="2249297" y="559562"/>
                </a:lnTo>
                <a:lnTo>
                  <a:pt x="2196361" y="567848"/>
                </a:lnTo>
                <a:lnTo>
                  <a:pt x="2177287" y="570611"/>
                </a:lnTo>
                <a:lnTo>
                  <a:pt x="2158569" y="573373"/>
                </a:lnTo>
                <a:lnTo>
                  <a:pt x="2110867" y="581659"/>
                </a:lnTo>
                <a:lnTo>
                  <a:pt x="2076180" y="588597"/>
                </a:lnTo>
                <a:lnTo>
                  <a:pt x="2053663" y="593107"/>
                </a:lnTo>
                <a:lnTo>
                  <a:pt x="2002057" y="603150"/>
                </a:lnTo>
                <a:lnTo>
                  <a:pt x="1963334" y="608762"/>
                </a:lnTo>
                <a:lnTo>
                  <a:pt x="1950211" y="609472"/>
                </a:lnTo>
                <a:lnTo>
                  <a:pt x="1938734" y="609472"/>
                </a:lnTo>
                <a:lnTo>
                  <a:pt x="1926589" y="609472"/>
                </a:lnTo>
                <a:lnTo>
                  <a:pt x="1833753" y="609472"/>
                </a:lnTo>
                <a:lnTo>
                  <a:pt x="1811633" y="610163"/>
                </a:lnTo>
                <a:lnTo>
                  <a:pt x="1750724" y="615688"/>
                </a:lnTo>
                <a:lnTo>
                  <a:pt x="1711959" y="620521"/>
                </a:lnTo>
                <a:lnTo>
                  <a:pt x="1673883" y="625711"/>
                </a:lnTo>
                <a:lnTo>
                  <a:pt x="1618448" y="634041"/>
                </a:lnTo>
                <a:lnTo>
                  <a:pt x="1588303" y="639566"/>
                </a:lnTo>
                <a:lnTo>
                  <a:pt x="1577578" y="641270"/>
                </a:lnTo>
                <a:lnTo>
                  <a:pt x="1568924" y="642284"/>
                </a:lnTo>
                <a:lnTo>
                  <a:pt x="1562354" y="642619"/>
                </a:lnTo>
                <a:lnTo>
                  <a:pt x="1556136" y="642619"/>
                </a:lnTo>
                <a:lnTo>
                  <a:pt x="1548526" y="642619"/>
                </a:lnTo>
                <a:lnTo>
                  <a:pt x="1539511" y="642619"/>
                </a:lnTo>
                <a:lnTo>
                  <a:pt x="1529080" y="64261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59705" y="2589149"/>
            <a:ext cx="1064260" cy="99695"/>
          </a:xfrm>
          <a:custGeom>
            <a:avLst/>
            <a:gdLst/>
            <a:ahLst/>
            <a:cxnLst/>
            <a:rect l="l" t="t" r="r" b="b"/>
            <a:pathLst>
              <a:path w="1064260" h="99694">
                <a:moveTo>
                  <a:pt x="0" y="66420"/>
                </a:moveTo>
                <a:lnTo>
                  <a:pt x="44342" y="74771"/>
                </a:lnTo>
                <a:lnTo>
                  <a:pt x="55435" y="77533"/>
                </a:lnTo>
                <a:lnTo>
                  <a:pt x="66528" y="80295"/>
                </a:lnTo>
                <a:lnTo>
                  <a:pt x="77597" y="83057"/>
                </a:lnTo>
                <a:lnTo>
                  <a:pt x="89003" y="85820"/>
                </a:lnTo>
                <a:lnTo>
                  <a:pt x="127508" y="94106"/>
                </a:lnTo>
                <a:lnTo>
                  <a:pt x="181479" y="99339"/>
                </a:lnTo>
                <a:lnTo>
                  <a:pt x="204978" y="99694"/>
                </a:lnTo>
                <a:lnTo>
                  <a:pt x="230977" y="99694"/>
                </a:lnTo>
                <a:lnTo>
                  <a:pt x="259048" y="99694"/>
                </a:lnTo>
                <a:lnTo>
                  <a:pt x="289167" y="99694"/>
                </a:lnTo>
                <a:lnTo>
                  <a:pt x="321310" y="99694"/>
                </a:lnTo>
                <a:lnTo>
                  <a:pt x="358717" y="99339"/>
                </a:lnTo>
                <a:lnTo>
                  <a:pt x="404447" y="98282"/>
                </a:lnTo>
                <a:lnTo>
                  <a:pt x="458487" y="96533"/>
                </a:lnTo>
                <a:lnTo>
                  <a:pt x="520827" y="94106"/>
                </a:lnTo>
                <a:lnTo>
                  <a:pt x="574014" y="91227"/>
                </a:lnTo>
                <a:lnTo>
                  <a:pt x="627202" y="87013"/>
                </a:lnTo>
                <a:lnTo>
                  <a:pt x="680389" y="81469"/>
                </a:lnTo>
                <a:lnTo>
                  <a:pt x="733577" y="74603"/>
                </a:lnTo>
                <a:lnTo>
                  <a:pt x="786765" y="66420"/>
                </a:lnTo>
                <a:lnTo>
                  <a:pt x="848393" y="56397"/>
                </a:lnTo>
                <a:lnTo>
                  <a:pt x="900318" y="48434"/>
                </a:lnTo>
                <a:lnTo>
                  <a:pt x="942552" y="42543"/>
                </a:lnTo>
                <a:lnTo>
                  <a:pt x="975106" y="38735"/>
                </a:lnTo>
                <a:lnTo>
                  <a:pt x="1000394" y="35972"/>
                </a:lnTo>
                <a:lnTo>
                  <a:pt x="1020826" y="33210"/>
                </a:lnTo>
                <a:lnTo>
                  <a:pt x="1036399" y="30448"/>
                </a:lnTo>
                <a:lnTo>
                  <a:pt x="1047115" y="27686"/>
                </a:lnTo>
                <a:lnTo>
                  <a:pt x="1058164" y="24002"/>
                </a:lnTo>
                <a:lnTo>
                  <a:pt x="1063752" y="20192"/>
                </a:lnTo>
                <a:lnTo>
                  <a:pt x="1063752" y="16510"/>
                </a:lnTo>
                <a:lnTo>
                  <a:pt x="1063752" y="12826"/>
                </a:lnTo>
                <a:lnTo>
                  <a:pt x="1061847" y="9143"/>
                </a:lnTo>
                <a:lnTo>
                  <a:pt x="1058164" y="5461"/>
                </a:lnTo>
                <a:lnTo>
                  <a:pt x="1054481" y="1777"/>
                </a:lnTo>
                <a:lnTo>
                  <a:pt x="1049020" y="0"/>
                </a:lnTo>
                <a:lnTo>
                  <a:pt x="104152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5202" y="2544826"/>
            <a:ext cx="1551305" cy="99695"/>
          </a:xfrm>
          <a:custGeom>
            <a:avLst/>
            <a:gdLst/>
            <a:ahLst/>
            <a:cxnLst/>
            <a:rect l="l" t="t" r="r" b="b"/>
            <a:pathLst>
              <a:path w="1551304" h="99694">
                <a:moveTo>
                  <a:pt x="0" y="88646"/>
                </a:moveTo>
                <a:lnTo>
                  <a:pt x="10713" y="93479"/>
                </a:lnTo>
                <a:lnTo>
                  <a:pt x="20748" y="96932"/>
                </a:lnTo>
                <a:lnTo>
                  <a:pt x="30093" y="99004"/>
                </a:lnTo>
                <a:lnTo>
                  <a:pt x="38734" y="99695"/>
                </a:lnTo>
                <a:lnTo>
                  <a:pt x="47785" y="99695"/>
                </a:lnTo>
                <a:lnTo>
                  <a:pt x="58181" y="99695"/>
                </a:lnTo>
                <a:lnTo>
                  <a:pt x="365632" y="99695"/>
                </a:lnTo>
                <a:lnTo>
                  <a:pt x="394041" y="99339"/>
                </a:lnTo>
                <a:lnTo>
                  <a:pt x="455001" y="96533"/>
                </a:lnTo>
                <a:lnTo>
                  <a:pt x="521823" y="90654"/>
                </a:lnTo>
                <a:lnTo>
                  <a:pt x="596602" y="79605"/>
                </a:lnTo>
                <a:lnTo>
                  <a:pt x="637158" y="72009"/>
                </a:lnTo>
                <a:lnTo>
                  <a:pt x="679380" y="64339"/>
                </a:lnTo>
                <a:lnTo>
                  <a:pt x="722995" y="58086"/>
                </a:lnTo>
                <a:lnTo>
                  <a:pt x="768014" y="53238"/>
                </a:lnTo>
                <a:lnTo>
                  <a:pt x="814451" y="49784"/>
                </a:lnTo>
                <a:lnTo>
                  <a:pt x="858049" y="47376"/>
                </a:lnTo>
                <a:lnTo>
                  <a:pt x="924482" y="44658"/>
                </a:lnTo>
                <a:lnTo>
                  <a:pt x="947293" y="44323"/>
                </a:lnTo>
                <a:lnTo>
                  <a:pt x="965323" y="43967"/>
                </a:lnTo>
                <a:lnTo>
                  <a:pt x="980567" y="42910"/>
                </a:lnTo>
                <a:lnTo>
                  <a:pt x="993048" y="41161"/>
                </a:lnTo>
                <a:lnTo>
                  <a:pt x="1002792" y="38735"/>
                </a:lnTo>
                <a:lnTo>
                  <a:pt x="1011433" y="36308"/>
                </a:lnTo>
                <a:lnTo>
                  <a:pt x="1020778" y="34559"/>
                </a:lnTo>
                <a:lnTo>
                  <a:pt x="1030813" y="33502"/>
                </a:lnTo>
                <a:lnTo>
                  <a:pt x="1041526" y="33147"/>
                </a:lnTo>
                <a:lnTo>
                  <a:pt x="1052240" y="33147"/>
                </a:lnTo>
                <a:lnTo>
                  <a:pt x="1062275" y="33147"/>
                </a:lnTo>
                <a:lnTo>
                  <a:pt x="1157858" y="33147"/>
                </a:lnTo>
                <a:lnTo>
                  <a:pt x="1167884" y="32811"/>
                </a:lnTo>
                <a:lnTo>
                  <a:pt x="1218819" y="27686"/>
                </a:lnTo>
                <a:lnTo>
                  <a:pt x="1263142" y="20748"/>
                </a:lnTo>
                <a:lnTo>
                  <a:pt x="1307465" y="11049"/>
                </a:lnTo>
                <a:lnTo>
                  <a:pt x="1328947" y="6215"/>
                </a:lnTo>
                <a:lnTo>
                  <a:pt x="1349025" y="2762"/>
                </a:lnTo>
                <a:lnTo>
                  <a:pt x="1367722" y="690"/>
                </a:lnTo>
                <a:lnTo>
                  <a:pt x="1385062" y="0"/>
                </a:lnTo>
                <a:lnTo>
                  <a:pt x="1401302" y="0"/>
                </a:lnTo>
                <a:lnTo>
                  <a:pt x="1416875" y="0"/>
                </a:lnTo>
                <a:lnTo>
                  <a:pt x="1543812" y="0"/>
                </a:lnTo>
                <a:lnTo>
                  <a:pt x="155117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55028" y="3608451"/>
            <a:ext cx="2592705" cy="133350"/>
          </a:xfrm>
          <a:custGeom>
            <a:avLst/>
            <a:gdLst/>
            <a:ahLst/>
            <a:cxnLst/>
            <a:rect l="l" t="t" r="r" b="b"/>
            <a:pathLst>
              <a:path w="2592704" h="133350">
                <a:moveTo>
                  <a:pt x="0" y="99695"/>
                </a:moveTo>
                <a:lnTo>
                  <a:pt x="7616" y="100740"/>
                </a:lnTo>
                <a:lnTo>
                  <a:pt x="19399" y="103870"/>
                </a:lnTo>
                <a:lnTo>
                  <a:pt x="35325" y="109071"/>
                </a:lnTo>
                <a:lnTo>
                  <a:pt x="55372" y="116332"/>
                </a:lnTo>
                <a:lnTo>
                  <a:pt x="77210" y="123592"/>
                </a:lnTo>
                <a:lnTo>
                  <a:pt x="98345" y="128793"/>
                </a:lnTo>
                <a:lnTo>
                  <a:pt x="118790" y="131923"/>
                </a:lnTo>
                <a:lnTo>
                  <a:pt x="138556" y="132968"/>
                </a:lnTo>
                <a:lnTo>
                  <a:pt x="158249" y="132968"/>
                </a:lnTo>
                <a:lnTo>
                  <a:pt x="178657" y="132968"/>
                </a:lnTo>
                <a:lnTo>
                  <a:pt x="432180" y="132968"/>
                </a:lnTo>
                <a:lnTo>
                  <a:pt x="464659" y="132631"/>
                </a:lnTo>
                <a:lnTo>
                  <a:pt x="495792" y="131603"/>
                </a:lnTo>
                <a:lnTo>
                  <a:pt x="525567" y="129861"/>
                </a:lnTo>
                <a:lnTo>
                  <a:pt x="553974" y="127380"/>
                </a:lnTo>
                <a:lnTo>
                  <a:pt x="579955" y="124973"/>
                </a:lnTo>
                <a:lnTo>
                  <a:pt x="602472" y="123269"/>
                </a:lnTo>
                <a:lnTo>
                  <a:pt x="621536" y="122255"/>
                </a:lnTo>
                <a:lnTo>
                  <a:pt x="637159" y="121920"/>
                </a:lnTo>
                <a:lnTo>
                  <a:pt x="649589" y="121920"/>
                </a:lnTo>
                <a:lnTo>
                  <a:pt x="659257" y="121920"/>
                </a:lnTo>
                <a:lnTo>
                  <a:pt x="919606" y="121920"/>
                </a:lnTo>
                <a:lnTo>
                  <a:pt x="974349" y="121229"/>
                </a:lnTo>
                <a:lnTo>
                  <a:pt x="1027699" y="119157"/>
                </a:lnTo>
                <a:lnTo>
                  <a:pt x="1079644" y="115704"/>
                </a:lnTo>
                <a:lnTo>
                  <a:pt x="1130173" y="110871"/>
                </a:lnTo>
                <a:lnTo>
                  <a:pt x="1178272" y="105628"/>
                </a:lnTo>
                <a:lnTo>
                  <a:pt x="1222930" y="101123"/>
                </a:lnTo>
                <a:lnTo>
                  <a:pt x="1264136" y="97333"/>
                </a:lnTo>
                <a:lnTo>
                  <a:pt x="1301877" y="94234"/>
                </a:lnTo>
                <a:lnTo>
                  <a:pt x="1336163" y="91469"/>
                </a:lnTo>
                <a:lnTo>
                  <a:pt x="1366996" y="88693"/>
                </a:lnTo>
                <a:lnTo>
                  <a:pt x="1394352" y="85893"/>
                </a:lnTo>
                <a:lnTo>
                  <a:pt x="1418209" y="83058"/>
                </a:lnTo>
                <a:lnTo>
                  <a:pt x="1438310" y="80650"/>
                </a:lnTo>
                <a:lnTo>
                  <a:pt x="1454245" y="78946"/>
                </a:lnTo>
                <a:lnTo>
                  <a:pt x="1466036" y="77932"/>
                </a:lnTo>
                <a:lnTo>
                  <a:pt x="1473707" y="77597"/>
                </a:lnTo>
                <a:lnTo>
                  <a:pt x="1479569" y="77597"/>
                </a:lnTo>
                <a:lnTo>
                  <a:pt x="1486122" y="77597"/>
                </a:lnTo>
                <a:lnTo>
                  <a:pt x="1656461" y="77597"/>
                </a:lnTo>
                <a:lnTo>
                  <a:pt x="1694557" y="76906"/>
                </a:lnTo>
                <a:lnTo>
                  <a:pt x="1736820" y="74834"/>
                </a:lnTo>
                <a:lnTo>
                  <a:pt x="1783226" y="71381"/>
                </a:lnTo>
                <a:lnTo>
                  <a:pt x="1833752" y="66548"/>
                </a:lnTo>
                <a:lnTo>
                  <a:pt x="1887096" y="61305"/>
                </a:lnTo>
                <a:lnTo>
                  <a:pt x="1941798" y="56800"/>
                </a:lnTo>
                <a:lnTo>
                  <a:pt x="1997880" y="53010"/>
                </a:lnTo>
                <a:lnTo>
                  <a:pt x="2055368" y="49911"/>
                </a:lnTo>
                <a:lnTo>
                  <a:pt x="2111827" y="46793"/>
                </a:lnTo>
                <a:lnTo>
                  <a:pt x="2164810" y="42973"/>
                </a:lnTo>
                <a:lnTo>
                  <a:pt x="2214316" y="38463"/>
                </a:lnTo>
                <a:lnTo>
                  <a:pt x="2260346" y="33274"/>
                </a:lnTo>
                <a:lnTo>
                  <a:pt x="2302230" y="28084"/>
                </a:lnTo>
                <a:lnTo>
                  <a:pt x="2339292" y="23574"/>
                </a:lnTo>
                <a:lnTo>
                  <a:pt x="2371520" y="19754"/>
                </a:lnTo>
                <a:lnTo>
                  <a:pt x="2398903" y="16637"/>
                </a:lnTo>
                <a:lnTo>
                  <a:pt x="2423094" y="13874"/>
                </a:lnTo>
                <a:lnTo>
                  <a:pt x="2445940" y="11112"/>
                </a:lnTo>
                <a:lnTo>
                  <a:pt x="2467429" y="8350"/>
                </a:lnTo>
                <a:lnTo>
                  <a:pt x="2487549" y="5587"/>
                </a:lnTo>
                <a:lnTo>
                  <a:pt x="2505858" y="3161"/>
                </a:lnTo>
                <a:lnTo>
                  <a:pt x="2522108" y="1412"/>
                </a:lnTo>
                <a:lnTo>
                  <a:pt x="2536287" y="355"/>
                </a:lnTo>
                <a:lnTo>
                  <a:pt x="2548381" y="0"/>
                </a:lnTo>
                <a:lnTo>
                  <a:pt x="2558460" y="0"/>
                </a:lnTo>
                <a:lnTo>
                  <a:pt x="2566431" y="0"/>
                </a:lnTo>
                <a:lnTo>
                  <a:pt x="2572331" y="0"/>
                </a:lnTo>
                <a:lnTo>
                  <a:pt x="2576195" y="0"/>
                </a:lnTo>
                <a:lnTo>
                  <a:pt x="2579878" y="0"/>
                </a:lnTo>
                <a:lnTo>
                  <a:pt x="2585339" y="0"/>
                </a:lnTo>
                <a:lnTo>
                  <a:pt x="2592704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2722" y="3641725"/>
            <a:ext cx="2360295" cy="55880"/>
          </a:xfrm>
          <a:custGeom>
            <a:avLst/>
            <a:gdLst/>
            <a:ahLst/>
            <a:cxnLst/>
            <a:rect l="l" t="t" r="r" b="b"/>
            <a:pathLst>
              <a:path w="2360295" h="55879">
                <a:moveTo>
                  <a:pt x="0" y="0"/>
                </a:moveTo>
                <a:lnTo>
                  <a:pt x="0" y="0"/>
                </a:lnTo>
                <a:lnTo>
                  <a:pt x="132969" y="0"/>
                </a:lnTo>
                <a:lnTo>
                  <a:pt x="167974" y="214"/>
                </a:lnTo>
                <a:lnTo>
                  <a:pt x="210959" y="861"/>
                </a:lnTo>
                <a:lnTo>
                  <a:pt x="261917" y="1947"/>
                </a:lnTo>
                <a:lnTo>
                  <a:pt x="320843" y="3478"/>
                </a:lnTo>
                <a:lnTo>
                  <a:pt x="387730" y="5461"/>
                </a:lnTo>
                <a:lnTo>
                  <a:pt x="445611" y="7197"/>
                </a:lnTo>
                <a:lnTo>
                  <a:pt x="501019" y="8603"/>
                </a:lnTo>
                <a:lnTo>
                  <a:pt x="553958" y="9683"/>
                </a:lnTo>
                <a:lnTo>
                  <a:pt x="604430" y="10446"/>
                </a:lnTo>
                <a:lnTo>
                  <a:pt x="652440" y="10899"/>
                </a:lnTo>
                <a:lnTo>
                  <a:pt x="697991" y="11049"/>
                </a:lnTo>
                <a:lnTo>
                  <a:pt x="750965" y="11049"/>
                </a:lnTo>
                <a:lnTo>
                  <a:pt x="803505" y="11049"/>
                </a:lnTo>
                <a:lnTo>
                  <a:pt x="1407159" y="11049"/>
                </a:lnTo>
                <a:lnTo>
                  <a:pt x="1414776" y="11404"/>
                </a:lnTo>
                <a:lnTo>
                  <a:pt x="1426559" y="12461"/>
                </a:lnTo>
                <a:lnTo>
                  <a:pt x="1442485" y="14210"/>
                </a:lnTo>
                <a:lnTo>
                  <a:pt x="1462532" y="16637"/>
                </a:lnTo>
                <a:lnTo>
                  <a:pt x="1484014" y="19044"/>
                </a:lnTo>
                <a:lnTo>
                  <a:pt x="1504092" y="20748"/>
                </a:lnTo>
                <a:lnTo>
                  <a:pt x="1522789" y="21762"/>
                </a:lnTo>
                <a:lnTo>
                  <a:pt x="1540128" y="22098"/>
                </a:lnTo>
                <a:lnTo>
                  <a:pt x="1558460" y="22790"/>
                </a:lnTo>
                <a:lnTo>
                  <a:pt x="1580292" y="24876"/>
                </a:lnTo>
                <a:lnTo>
                  <a:pt x="1605601" y="28366"/>
                </a:lnTo>
                <a:lnTo>
                  <a:pt x="1634363" y="33274"/>
                </a:lnTo>
                <a:lnTo>
                  <a:pt x="1665815" y="38443"/>
                </a:lnTo>
                <a:lnTo>
                  <a:pt x="1735054" y="46686"/>
                </a:lnTo>
                <a:lnTo>
                  <a:pt x="1811561" y="52264"/>
                </a:lnTo>
                <a:lnTo>
                  <a:pt x="1850342" y="54006"/>
                </a:lnTo>
                <a:lnTo>
                  <a:pt x="1889146" y="55034"/>
                </a:lnTo>
                <a:lnTo>
                  <a:pt x="1927987" y="55372"/>
                </a:lnTo>
                <a:lnTo>
                  <a:pt x="1965707" y="55372"/>
                </a:lnTo>
                <a:lnTo>
                  <a:pt x="2001345" y="55372"/>
                </a:lnTo>
                <a:lnTo>
                  <a:pt x="2339250" y="55372"/>
                </a:lnTo>
                <a:lnTo>
                  <a:pt x="2360041" y="5537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785932" y="1768864"/>
            <a:ext cx="8772525" cy="1844039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485"/>
              </a:spcBef>
              <a:buSzPct val="109090"/>
              <a:buFont typeface="PMingLiU-ExtB"/>
              <a:buChar char="❑"/>
              <a:tabLst>
                <a:tab pos="390525" algn="l"/>
              </a:tabLst>
            </a:pPr>
            <a:r>
              <a:rPr sz="2200" b="1" spc="-25" dirty="0">
                <a:solidFill>
                  <a:srgbClr val="FF3300"/>
                </a:solidFill>
                <a:latin typeface="Malgun Gothic"/>
                <a:cs typeface="Malgun Gothic"/>
              </a:rPr>
              <a:t>데이터베이스</a:t>
            </a:r>
            <a:r>
              <a:rPr sz="2200" b="1" spc="-13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3300"/>
                </a:solidFill>
                <a:latin typeface="Malgun Gothic"/>
                <a:cs typeface="Malgun Gothic"/>
              </a:rPr>
              <a:t>관리</a:t>
            </a:r>
            <a:r>
              <a:rPr sz="2200" b="1" spc="-114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3300"/>
                </a:solidFill>
                <a:latin typeface="Malgun Gothic"/>
                <a:cs typeface="Malgun Gothic"/>
              </a:rPr>
              <a:t>시스템</a:t>
            </a:r>
            <a:r>
              <a:rPr sz="2200" b="1" spc="-20" dirty="0">
                <a:latin typeface="Malgun Gothic"/>
                <a:cs typeface="Malgun Gothic"/>
              </a:rPr>
              <a:t>(</a:t>
            </a:r>
            <a:r>
              <a:rPr sz="2200" b="1" spc="-20" dirty="0">
                <a:solidFill>
                  <a:srgbClr val="FF3300"/>
                </a:solidFill>
                <a:latin typeface="Malgun Gothic"/>
                <a:cs typeface="Malgun Gothic"/>
              </a:rPr>
              <a:t>DBMS</a:t>
            </a:r>
            <a:r>
              <a:rPr sz="2200" b="1" spc="-20" dirty="0">
                <a:latin typeface="Malgun Gothic"/>
                <a:cs typeface="Malgun Gothic"/>
              </a:rPr>
              <a:t>:</a:t>
            </a:r>
            <a:r>
              <a:rPr sz="2200" b="1" spc="-10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Database</a:t>
            </a:r>
            <a:r>
              <a:rPr sz="2200" b="1" spc="-105" dirty="0">
                <a:latin typeface="Malgun Gothic"/>
                <a:cs typeface="Malgun Gothic"/>
              </a:rPr>
              <a:t> </a:t>
            </a:r>
            <a:r>
              <a:rPr sz="2200" b="1" spc="-85" dirty="0">
                <a:latin typeface="Malgun Gothic"/>
                <a:cs typeface="Malgun Gothic"/>
              </a:rPr>
              <a:t>Management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System)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27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데이터베이스와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사용자간의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인터페이스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기능</a:t>
            </a:r>
            <a:endParaRPr sz="1950">
              <a:latin typeface="Malgun Gothic"/>
              <a:cs typeface="Malgun Gothic"/>
            </a:endParaRPr>
          </a:p>
          <a:p>
            <a:pPr marL="832485" marR="186055" lvl="1" indent="-315595">
              <a:lnSpc>
                <a:spcPct val="132300"/>
              </a:lnSpc>
              <a:spcBef>
                <a:spcPts val="48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-50" dirty="0">
                <a:latin typeface="Malgun Gothic"/>
                <a:cs typeface="Malgun Gothic"/>
              </a:rPr>
              <a:t>데이터베이스를</a:t>
            </a:r>
            <a:r>
              <a:rPr sz="1950" b="1" u="sng" spc="250" dirty="0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정의하고,</a:t>
            </a:r>
            <a:r>
              <a:rPr sz="19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질의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처리를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지원하고,</a:t>
            </a:r>
            <a:r>
              <a:rPr sz="19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접근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관리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기능</a:t>
            </a:r>
            <a:r>
              <a:rPr sz="1950" b="1" spc="-8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등의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작업을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수행하는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소프트웨어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2461" y="2279015"/>
            <a:ext cx="3180080" cy="177165"/>
          </a:xfrm>
          <a:custGeom>
            <a:avLst/>
            <a:gdLst/>
            <a:ahLst/>
            <a:cxnLst/>
            <a:rect l="l" t="t" r="r" b="b"/>
            <a:pathLst>
              <a:path w="3180079" h="177164">
                <a:moveTo>
                  <a:pt x="0" y="88519"/>
                </a:moveTo>
                <a:lnTo>
                  <a:pt x="9334" y="90257"/>
                </a:lnTo>
                <a:lnTo>
                  <a:pt x="26288" y="95472"/>
                </a:lnTo>
                <a:lnTo>
                  <a:pt x="50863" y="104163"/>
                </a:lnTo>
                <a:lnTo>
                  <a:pt x="83057" y="116332"/>
                </a:lnTo>
                <a:lnTo>
                  <a:pt x="117681" y="129117"/>
                </a:lnTo>
                <a:lnTo>
                  <a:pt x="178641" y="148496"/>
                </a:lnTo>
                <a:lnTo>
                  <a:pt x="234414" y="160256"/>
                </a:lnTo>
                <a:lnTo>
                  <a:pt x="272827" y="164766"/>
                </a:lnTo>
                <a:lnTo>
                  <a:pt x="320242" y="168586"/>
                </a:lnTo>
                <a:lnTo>
                  <a:pt x="376681" y="171703"/>
                </a:lnTo>
                <a:lnTo>
                  <a:pt x="435213" y="174111"/>
                </a:lnTo>
                <a:lnTo>
                  <a:pt x="488886" y="175815"/>
                </a:lnTo>
                <a:lnTo>
                  <a:pt x="537702" y="176829"/>
                </a:lnTo>
                <a:lnTo>
                  <a:pt x="581659" y="177164"/>
                </a:lnTo>
                <a:lnTo>
                  <a:pt x="620142" y="177164"/>
                </a:lnTo>
                <a:lnTo>
                  <a:pt x="652351" y="177164"/>
                </a:lnTo>
                <a:lnTo>
                  <a:pt x="858646" y="177164"/>
                </a:lnTo>
                <a:lnTo>
                  <a:pt x="920295" y="175783"/>
                </a:lnTo>
                <a:lnTo>
                  <a:pt x="977788" y="171640"/>
                </a:lnTo>
                <a:lnTo>
                  <a:pt x="1031114" y="164734"/>
                </a:lnTo>
                <a:lnTo>
                  <a:pt x="1080262" y="155066"/>
                </a:lnTo>
                <a:lnTo>
                  <a:pt x="1127053" y="144353"/>
                </a:lnTo>
                <a:lnTo>
                  <a:pt x="1173130" y="134318"/>
                </a:lnTo>
                <a:lnTo>
                  <a:pt x="1218493" y="124973"/>
                </a:lnTo>
                <a:lnTo>
                  <a:pt x="1263141" y="116332"/>
                </a:lnTo>
                <a:lnTo>
                  <a:pt x="1307788" y="107971"/>
                </a:lnTo>
                <a:lnTo>
                  <a:pt x="1353137" y="99647"/>
                </a:lnTo>
                <a:lnTo>
                  <a:pt x="1399176" y="91346"/>
                </a:lnTo>
                <a:lnTo>
                  <a:pt x="1445895" y="83058"/>
                </a:lnTo>
                <a:lnTo>
                  <a:pt x="1491640" y="75106"/>
                </a:lnTo>
                <a:lnTo>
                  <a:pt x="1534588" y="67833"/>
                </a:lnTo>
                <a:lnTo>
                  <a:pt x="1574750" y="61251"/>
                </a:lnTo>
                <a:lnTo>
                  <a:pt x="1649188" y="49827"/>
                </a:lnTo>
                <a:lnTo>
                  <a:pt x="1688322" y="44259"/>
                </a:lnTo>
                <a:lnTo>
                  <a:pt x="1729527" y="38691"/>
                </a:lnTo>
                <a:lnTo>
                  <a:pt x="1772793" y="33147"/>
                </a:lnTo>
                <a:lnTo>
                  <a:pt x="1817495" y="27957"/>
                </a:lnTo>
                <a:lnTo>
                  <a:pt x="1862851" y="23447"/>
                </a:lnTo>
                <a:lnTo>
                  <a:pt x="1908899" y="19627"/>
                </a:lnTo>
                <a:lnTo>
                  <a:pt x="1955673" y="16510"/>
                </a:lnTo>
                <a:lnTo>
                  <a:pt x="2002391" y="13747"/>
                </a:lnTo>
                <a:lnTo>
                  <a:pt x="2048430" y="10985"/>
                </a:lnTo>
                <a:lnTo>
                  <a:pt x="2093779" y="8223"/>
                </a:lnTo>
                <a:lnTo>
                  <a:pt x="2138426" y="5461"/>
                </a:lnTo>
                <a:lnTo>
                  <a:pt x="2182437" y="3053"/>
                </a:lnTo>
                <a:lnTo>
                  <a:pt x="2225722" y="1349"/>
                </a:lnTo>
                <a:lnTo>
                  <a:pt x="2268317" y="335"/>
                </a:lnTo>
                <a:lnTo>
                  <a:pt x="2310256" y="0"/>
                </a:lnTo>
                <a:lnTo>
                  <a:pt x="2350049" y="0"/>
                </a:lnTo>
                <a:lnTo>
                  <a:pt x="2386377" y="0"/>
                </a:lnTo>
                <a:lnTo>
                  <a:pt x="2797683" y="0"/>
                </a:lnTo>
                <a:lnTo>
                  <a:pt x="2827135" y="690"/>
                </a:lnTo>
                <a:lnTo>
                  <a:pt x="2854515" y="2762"/>
                </a:lnTo>
                <a:lnTo>
                  <a:pt x="2879800" y="6215"/>
                </a:lnTo>
                <a:lnTo>
                  <a:pt x="2902966" y="11049"/>
                </a:lnTo>
                <a:lnTo>
                  <a:pt x="2924466" y="15882"/>
                </a:lnTo>
                <a:lnTo>
                  <a:pt x="2944574" y="19335"/>
                </a:lnTo>
                <a:lnTo>
                  <a:pt x="2963277" y="21407"/>
                </a:lnTo>
                <a:lnTo>
                  <a:pt x="2980563" y="22098"/>
                </a:lnTo>
                <a:lnTo>
                  <a:pt x="2997902" y="22453"/>
                </a:lnTo>
                <a:lnTo>
                  <a:pt x="3016599" y="23510"/>
                </a:lnTo>
                <a:lnTo>
                  <a:pt x="3058160" y="27686"/>
                </a:lnTo>
                <a:lnTo>
                  <a:pt x="3096895" y="33210"/>
                </a:lnTo>
                <a:lnTo>
                  <a:pt x="3135012" y="41142"/>
                </a:lnTo>
                <a:lnTo>
                  <a:pt x="3144027" y="42846"/>
                </a:lnTo>
                <a:lnTo>
                  <a:pt x="3151637" y="43860"/>
                </a:lnTo>
                <a:lnTo>
                  <a:pt x="3157854" y="44196"/>
                </a:lnTo>
                <a:lnTo>
                  <a:pt x="3165221" y="44196"/>
                </a:lnTo>
                <a:lnTo>
                  <a:pt x="3172587" y="44196"/>
                </a:lnTo>
                <a:lnTo>
                  <a:pt x="3179953" y="4419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23770" y="2689098"/>
            <a:ext cx="4210685" cy="11430"/>
          </a:xfrm>
          <a:custGeom>
            <a:avLst/>
            <a:gdLst/>
            <a:ahLst/>
            <a:cxnLst/>
            <a:rect l="l" t="t" r="r" b="b"/>
            <a:pathLst>
              <a:path w="4210685" h="11430">
                <a:moveTo>
                  <a:pt x="-6349" y="5587"/>
                </a:moveTo>
                <a:lnTo>
                  <a:pt x="4216781" y="5587"/>
                </a:lnTo>
              </a:path>
            </a:pathLst>
          </a:custGeom>
          <a:ln w="2387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04639" y="3176651"/>
            <a:ext cx="1850389" cy="44450"/>
          </a:xfrm>
          <a:custGeom>
            <a:avLst/>
            <a:gdLst/>
            <a:ahLst/>
            <a:cxnLst/>
            <a:rect l="l" t="t" r="r" b="b"/>
            <a:pathLst>
              <a:path w="1850389" h="44450">
                <a:moveTo>
                  <a:pt x="0" y="0"/>
                </a:moveTo>
                <a:lnTo>
                  <a:pt x="15902" y="9687"/>
                </a:lnTo>
                <a:lnTo>
                  <a:pt x="30448" y="16637"/>
                </a:lnTo>
                <a:lnTo>
                  <a:pt x="43612" y="20824"/>
                </a:lnTo>
                <a:lnTo>
                  <a:pt x="55372" y="22225"/>
                </a:lnTo>
                <a:lnTo>
                  <a:pt x="67131" y="22225"/>
                </a:lnTo>
                <a:lnTo>
                  <a:pt x="80295" y="22225"/>
                </a:lnTo>
                <a:lnTo>
                  <a:pt x="94841" y="22225"/>
                </a:lnTo>
                <a:lnTo>
                  <a:pt x="110744" y="22225"/>
                </a:lnTo>
                <a:lnTo>
                  <a:pt x="127392" y="22560"/>
                </a:lnTo>
                <a:lnTo>
                  <a:pt x="144017" y="23574"/>
                </a:lnTo>
                <a:lnTo>
                  <a:pt x="160643" y="25278"/>
                </a:lnTo>
                <a:lnTo>
                  <a:pt x="177291" y="27686"/>
                </a:lnTo>
                <a:lnTo>
                  <a:pt x="194913" y="30112"/>
                </a:lnTo>
                <a:lnTo>
                  <a:pt x="214629" y="31861"/>
                </a:lnTo>
                <a:lnTo>
                  <a:pt x="236442" y="32918"/>
                </a:lnTo>
                <a:lnTo>
                  <a:pt x="260350" y="33274"/>
                </a:lnTo>
                <a:lnTo>
                  <a:pt x="284950" y="33274"/>
                </a:lnTo>
                <a:lnTo>
                  <a:pt x="308848" y="33274"/>
                </a:lnTo>
                <a:lnTo>
                  <a:pt x="625983" y="33274"/>
                </a:lnTo>
                <a:lnTo>
                  <a:pt x="634343" y="32918"/>
                </a:lnTo>
                <a:lnTo>
                  <a:pt x="642667" y="31861"/>
                </a:lnTo>
                <a:lnTo>
                  <a:pt x="650968" y="30112"/>
                </a:lnTo>
                <a:lnTo>
                  <a:pt x="659257" y="27686"/>
                </a:lnTo>
                <a:lnTo>
                  <a:pt x="667208" y="25278"/>
                </a:lnTo>
                <a:lnTo>
                  <a:pt x="674481" y="23574"/>
                </a:lnTo>
                <a:lnTo>
                  <a:pt x="681063" y="22560"/>
                </a:lnTo>
                <a:lnTo>
                  <a:pt x="686943" y="22225"/>
                </a:lnTo>
                <a:lnTo>
                  <a:pt x="693177" y="22225"/>
                </a:lnTo>
                <a:lnTo>
                  <a:pt x="700817" y="22225"/>
                </a:lnTo>
                <a:lnTo>
                  <a:pt x="1562353" y="22225"/>
                </a:lnTo>
                <a:lnTo>
                  <a:pt x="1573758" y="22560"/>
                </a:lnTo>
                <a:lnTo>
                  <a:pt x="1585864" y="23574"/>
                </a:lnTo>
                <a:lnTo>
                  <a:pt x="1598662" y="25278"/>
                </a:lnTo>
                <a:lnTo>
                  <a:pt x="1612138" y="27686"/>
                </a:lnTo>
                <a:lnTo>
                  <a:pt x="1626377" y="30448"/>
                </a:lnTo>
                <a:lnTo>
                  <a:pt x="1641284" y="33210"/>
                </a:lnTo>
                <a:lnTo>
                  <a:pt x="1689391" y="41215"/>
                </a:lnTo>
                <a:lnTo>
                  <a:pt x="1734058" y="44323"/>
                </a:lnTo>
                <a:lnTo>
                  <a:pt x="1747533" y="44323"/>
                </a:lnTo>
                <a:lnTo>
                  <a:pt x="1760331" y="44323"/>
                </a:lnTo>
                <a:lnTo>
                  <a:pt x="1840366" y="44323"/>
                </a:lnTo>
                <a:lnTo>
                  <a:pt x="1850389" y="4432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19568" y="3176651"/>
            <a:ext cx="1640205" cy="44450"/>
          </a:xfrm>
          <a:custGeom>
            <a:avLst/>
            <a:gdLst/>
            <a:ahLst/>
            <a:cxnLst/>
            <a:rect l="l" t="t" r="r" b="b"/>
            <a:pathLst>
              <a:path w="1640204" h="44450">
                <a:moveTo>
                  <a:pt x="0" y="44323"/>
                </a:moveTo>
                <a:lnTo>
                  <a:pt x="0" y="44323"/>
                </a:lnTo>
                <a:lnTo>
                  <a:pt x="515238" y="44323"/>
                </a:lnTo>
                <a:lnTo>
                  <a:pt x="555386" y="43985"/>
                </a:lnTo>
                <a:lnTo>
                  <a:pt x="592772" y="42957"/>
                </a:lnTo>
                <a:lnTo>
                  <a:pt x="627395" y="41215"/>
                </a:lnTo>
                <a:lnTo>
                  <a:pt x="659256" y="38735"/>
                </a:lnTo>
                <a:lnTo>
                  <a:pt x="686954" y="36327"/>
                </a:lnTo>
                <a:lnTo>
                  <a:pt x="709104" y="34623"/>
                </a:lnTo>
                <a:lnTo>
                  <a:pt x="725729" y="33609"/>
                </a:lnTo>
                <a:lnTo>
                  <a:pt x="736853" y="33274"/>
                </a:lnTo>
                <a:lnTo>
                  <a:pt x="747902" y="33274"/>
                </a:lnTo>
                <a:lnTo>
                  <a:pt x="755269" y="33274"/>
                </a:lnTo>
                <a:lnTo>
                  <a:pt x="1063625" y="33274"/>
                </a:lnTo>
                <a:lnTo>
                  <a:pt x="1104538" y="32918"/>
                </a:lnTo>
                <a:lnTo>
                  <a:pt x="1149572" y="31861"/>
                </a:lnTo>
                <a:lnTo>
                  <a:pt x="1198749" y="30112"/>
                </a:lnTo>
                <a:lnTo>
                  <a:pt x="1252092" y="27686"/>
                </a:lnTo>
                <a:lnTo>
                  <a:pt x="1305026" y="24923"/>
                </a:lnTo>
                <a:lnTo>
                  <a:pt x="1353137" y="22161"/>
                </a:lnTo>
                <a:lnTo>
                  <a:pt x="1396414" y="19399"/>
                </a:lnTo>
                <a:lnTo>
                  <a:pt x="1434846" y="16637"/>
                </a:lnTo>
                <a:lnTo>
                  <a:pt x="1502743" y="11112"/>
                </a:lnTo>
                <a:lnTo>
                  <a:pt x="1562353" y="5587"/>
                </a:lnTo>
                <a:lnTo>
                  <a:pt x="1587924" y="3161"/>
                </a:lnTo>
                <a:lnTo>
                  <a:pt x="1609375" y="1412"/>
                </a:lnTo>
                <a:lnTo>
                  <a:pt x="1626683" y="355"/>
                </a:lnTo>
                <a:lnTo>
                  <a:pt x="1639824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6252" y="6251829"/>
            <a:ext cx="4133850" cy="299720"/>
          </a:xfrm>
          <a:custGeom>
            <a:avLst/>
            <a:gdLst/>
            <a:ahLst/>
            <a:cxnLst/>
            <a:rect l="l" t="t" r="r" b="b"/>
            <a:pathLst>
              <a:path w="4133850" h="299720">
                <a:moveTo>
                  <a:pt x="4133723" y="0"/>
                </a:moveTo>
                <a:lnTo>
                  <a:pt x="0" y="0"/>
                </a:lnTo>
                <a:lnTo>
                  <a:pt x="0" y="299339"/>
                </a:lnTo>
                <a:lnTo>
                  <a:pt x="4133723" y="299339"/>
                </a:lnTo>
                <a:lnTo>
                  <a:pt x="413372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3854" y="6251829"/>
            <a:ext cx="572135" cy="299720"/>
          </a:xfrm>
          <a:custGeom>
            <a:avLst/>
            <a:gdLst/>
            <a:ahLst/>
            <a:cxnLst/>
            <a:rect l="l" t="t" r="r" b="b"/>
            <a:pathLst>
              <a:path w="572135" h="299720">
                <a:moveTo>
                  <a:pt x="572007" y="0"/>
                </a:moveTo>
                <a:lnTo>
                  <a:pt x="0" y="0"/>
                </a:lnTo>
                <a:lnTo>
                  <a:pt x="0" y="299339"/>
                </a:lnTo>
                <a:lnTo>
                  <a:pt x="572007" y="299339"/>
                </a:lnTo>
                <a:lnTo>
                  <a:pt x="57200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11214" y="4233926"/>
            <a:ext cx="2411095" cy="300355"/>
          </a:xfrm>
          <a:custGeom>
            <a:avLst/>
            <a:gdLst/>
            <a:ahLst/>
            <a:cxnLst/>
            <a:rect l="l" t="t" r="r" b="b"/>
            <a:pathLst>
              <a:path w="2411095" h="300354">
                <a:moveTo>
                  <a:pt x="2411094" y="0"/>
                </a:moveTo>
                <a:lnTo>
                  <a:pt x="0" y="0"/>
                </a:lnTo>
                <a:lnTo>
                  <a:pt x="0" y="300100"/>
                </a:lnTo>
                <a:lnTo>
                  <a:pt x="2411094" y="300100"/>
                </a:lnTo>
                <a:lnTo>
                  <a:pt x="241109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57652" y="4233926"/>
            <a:ext cx="1491615" cy="300355"/>
          </a:xfrm>
          <a:custGeom>
            <a:avLst/>
            <a:gdLst/>
            <a:ahLst/>
            <a:cxnLst/>
            <a:rect l="l" t="t" r="r" b="b"/>
            <a:pathLst>
              <a:path w="1491614" h="300354">
                <a:moveTo>
                  <a:pt x="1491614" y="0"/>
                </a:moveTo>
                <a:lnTo>
                  <a:pt x="0" y="0"/>
                </a:lnTo>
                <a:lnTo>
                  <a:pt x="0" y="300100"/>
                </a:lnTo>
                <a:lnTo>
                  <a:pt x="1491614" y="300100"/>
                </a:lnTo>
                <a:lnTo>
                  <a:pt x="149161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522843" y="3762883"/>
            <a:ext cx="1220470" cy="300355"/>
          </a:xfrm>
          <a:custGeom>
            <a:avLst/>
            <a:gdLst/>
            <a:ahLst/>
            <a:cxnLst/>
            <a:rect l="l" t="t" r="r" b="b"/>
            <a:pathLst>
              <a:path w="1220470" h="300354">
                <a:moveTo>
                  <a:pt x="1220088" y="0"/>
                </a:moveTo>
                <a:lnTo>
                  <a:pt x="0" y="0"/>
                </a:lnTo>
                <a:lnTo>
                  <a:pt x="0" y="300100"/>
                </a:lnTo>
                <a:lnTo>
                  <a:pt x="1220088" y="300100"/>
                </a:lnTo>
                <a:lnTo>
                  <a:pt x="122008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32853" y="3762883"/>
            <a:ext cx="573405" cy="300355"/>
          </a:xfrm>
          <a:custGeom>
            <a:avLst/>
            <a:gdLst/>
            <a:ahLst/>
            <a:cxnLst/>
            <a:rect l="l" t="t" r="r" b="b"/>
            <a:pathLst>
              <a:path w="573404" h="300354">
                <a:moveTo>
                  <a:pt x="573151" y="0"/>
                </a:moveTo>
                <a:lnTo>
                  <a:pt x="0" y="0"/>
                </a:lnTo>
                <a:lnTo>
                  <a:pt x="0" y="300100"/>
                </a:lnTo>
                <a:lnTo>
                  <a:pt x="573151" y="300100"/>
                </a:lnTo>
                <a:lnTo>
                  <a:pt x="57315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33854" y="3762883"/>
            <a:ext cx="2412365" cy="300355"/>
          </a:xfrm>
          <a:custGeom>
            <a:avLst/>
            <a:gdLst/>
            <a:ahLst/>
            <a:cxnLst/>
            <a:rect l="l" t="t" r="r" b="b"/>
            <a:pathLst>
              <a:path w="2412365" h="300354">
                <a:moveTo>
                  <a:pt x="2412110" y="0"/>
                </a:moveTo>
                <a:lnTo>
                  <a:pt x="0" y="0"/>
                </a:lnTo>
                <a:lnTo>
                  <a:pt x="0" y="300100"/>
                </a:lnTo>
                <a:lnTo>
                  <a:pt x="2412110" y="300100"/>
                </a:lnTo>
                <a:lnTo>
                  <a:pt x="241211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51773" y="3291840"/>
            <a:ext cx="576580" cy="299720"/>
          </a:xfrm>
          <a:custGeom>
            <a:avLst/>
            <a:gdLst/>
            <a:ahLst/>
            <a:cxnLst/>
            <a:rect l="l" t="t" r="r" b="b"/>
            <a:pathLst>
              <a:path w="576579" h="299720">
                <a:moveTo>
                  <a:pt x="576326" y="0"/>
                </a:moveTo>
                <a:lnTo>
                  <a:pt x="0" y="0"/>
                </a:lnTo>
                <a:lnTo>
                  <a:pt x="0" y="299465"/>
                </a:lnTo>
                <a:lnTo>
                  <a:pt x="576326" y="299465"/>
                </a:lnTo>
                <a:lnTo>
                  <a:pt x="57632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81979" y="3291840"/>
            <a:ext cx="1217295" cy="299720"/>
          </a:xfrm>
          <a:custGeom>
            <a:avLst/>
            <a:gdLst/>
            <a:ahLst/>
            <a:cxnLst/>
            <a:rect l="l" t="t" r="r" b="b"/>
            <a:pathLst>
              <a:path w="1217295" h="299720">
                <a:moveTo>
                  <a:pt x="1216787" y="0"/>
                </a:moveTo>
                <a:lnTo>
                  <a:pt x="0" y="0"/>
                </a:lnTo>
                <a:lnTo>
                  <a:pt x="0" y="299465"/>
                </a:lnTo>
                <a:lnTo>
                  <a:pt x="1216787" y="299465"/>
                </a:lnTo>
                <a:lnTo>
                  <a:pt x="121678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29179" y="3291840"/>
            <a:ext cx="575310" cy="299720"/>
          </a:xfrm>
          <a:custGeom>
            <a:avLst/>
            <a:gdLst/>
            <a:ahLst/>
            <a:cxnLst/>
            <a:rect l="l" t="t" r="r" b="b"/>
            <a:pathLst>
              <a:path w="575310" h="299720">
                <a:moveTo>
                  <a:pt x="575309" y="0"/>
                </a:moveTo>
                <a:lnTo>
                  <a:pt x="0" y="0"/>
                </a:lnTo>
                <a:lnTo>
                  <a:pt x="0" y="299465"/>
                </a:lnTo>
                <a:lnTo>
                  <a:pt x="575309" y="299465"/>
                </a:lnTo>
                <a:lnTo>
                  <a:pt x="57530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33854" y="3291840"/>
            <a:ext cx="574675" cy="299720"/>
          </a:xfrm>
          <a:custGeom>
            <a:avLst/>
            <a:gdLst/>
            <a:ahLst/>
            <a:cxnLst/>
            <a:rect l="l" t="t" r="r" b="b"/>
            <a:pathLst>
              <a:path w="574675" h="299720">
                <a:moveTo>
                  <a:pt x="574167" y="0"/>
                </a:moveTo>
                <a:lnTo>
                  <a:pt x="0" y="0"/>
                </a:lnTo>
                <a:lnTo>
                  <a:pt x="0" y="299465"/>
                </a:lnTo>
                <a:lnTo>
                  <a:pt x="574167" y="299465"/>
                </a:lnTo>
                <a:lnTo>
                  <a:pt x="57416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85940" y="2820797"/>
            <a:ext cx="1217930" cy="300355"/>
          </a:xfrm>
          <a:custGeom>
            <a:avLst/>
            <a:gdLst/>
            <a:ahLst/>
            <a:cxnLst/>
            <a:rect l="l" t="t" r="r" b="b"/>
            <a:pathLst>
              <a:path w="1217929" h="300355">
                <a:moveTo>
                  <a:pt x="1217802" y="0"/>
                </a:moveTo>
                <a:lnTo>
                  <a:pt x="0" y="0"/>
                </a:lnTo>
                <a:lnTo>
                  <a:pt x="0" y="300227"/>
                </a:lnTo>
                <a:lnTo>
                  <a:pt x="1217802" y="300227"/>
                </a:lnTo>
                <a:lnTo>
                  <a:pt x="121780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16019" y="2820797"/>
            <a:ext cx="1217295" cy="300355"/>
          </a:xfrm>
          <a:custGeom>
            <a:avLst/>
            <a:gdLst/>
            <a:ahLst/>
            <a:cxnLst/>
            <a:rect l="l" t="t" r="r" b="b"/>
            <a:pathLst>
              <a:path w="1217295" h="300355">
                <a:moveTo>
                  <a:pt x="1216786" y="0"/>
                </a:moveTo>
                <a:lnTo>
                  <a:pt x="0" y="0"/>
                </a:lnTo>
                <a:lnTo>
                  <a:pt x="0" y="300227"/>
                </a:lnTo>
                <a:lnTo>
                  <a:pt x="1216786" y="300227"/>
                </a:lnTo>
                <a:lnTo>
                  <a:pt x="121678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33854" y="2820797"/>
            <a:ext cx="575310" cy="300355"/>
          </a:xfrm>
          <a:custGeom>
            <a:avLst/>
            <a:gdLst/>
            <a:ahLst/>
            <a:cxnLst/>
            <a:rect l="l" t="t" r="r" b="b"/>
            <a:pathLst>
              <a:path w="575310" h="300355">
                <a:moveTo>
                  <a:pt x="575182" y="0"/>
                </a:moveTo>
                <a:lnTo>
                  <a:pt x="0" y="0"/>
                </a:lnTo>
                <a:lnTo>
                  <a:pt x="0" y="300227"/>
                </a:lnTo>
                <a:lnTo>
                  <a:pt x="575182" y="300227"/>
                </a:lnTo>
                <a:lnTo>
                  <a:pt x="57518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53706" y="2351278"/>
            <a:ext cx="2875280" cy="300355"/>
          </a:xfrm>
          <a:custGeom>
            <a:avLst/>
            <a:gdLst/>
            <a:ahLst/>
            <a:cxnLst/>
            <a:rect l="l" t="t" r="r" b="b"/>
            <a:pathLst>
              <a:path w="2875279" h="300355">
                <a:moveTo>
                  <a:pt x="2875279" y="0"/>
                </a:moveTo>
                <a:lnTo>
                  <a:pt x="0" y="0"/>
                </a:lnTo>
                <a:lnTo>
                  <a:pt x="0" y="300227"/>
                </a:lnTo>
                <a:lnTo>
                  <a:pt x="2875279" y="300227"/>
                </a:lnTo>
                <a:lnTo>
                  <a:pt x="287527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51960" y="2351278"/>
            <a:ext cx="2599690" cy="300355"/>
          </a:xfrm>
          <a:custGeom>
            <a:avLst/>
            <a:gdLst/>
            <a:ahLst/>
            <a:cxnLst/>
            <a:rect l="l" t="t" r="r" b="b"/>
            <a:pathLst>
              <a:path w="2599690" h="300355">
                <a:moveTo>
                  <a:pt x="2599309" y="0"/>
                </a:moveTo>
                <a:lnTo>
                  <a:pt x="0" y="0"/>
                </a:lnTo>
                <a:lnTo>
                  <a:pt x="0" y="300227"/>
                </a:lnTo>
                <a:lnTo>
                  <a:pt x="2599309" y="300227"/>
                </a:lnTo>
                <a:lnTo>
                  <a:pt x="259930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34619" y="329819"/>
            <a:ext cx="9507220" cy="6818630"/>
            <a:chOff x="634619" y="329819"/>
            <a:chExt cx="9507220" cy="6818630"/>
          </a:xfrm>
        </p:grpSpPr>
        <p:sp>
          <p:nvSpPr>
            <p:cNvPr id="19" name="object 19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22" name="object 22"/>
          <p:cNvSpPr txBox="1"/>
          <p:nvPr/>
        </p:nvSpPr>
        <p:spPr>
          <a:xfrm>
            <a:off x="813311" y="1692696"/>
            <a:ext cx="212090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00"/>
              </a:spcBef>
              <a:buSzPct val="109433"/>
              <a:buFont typeface="PMingLiU-ExtB"/>
              <a:buChar char="❑"/>
              <a:tabLst>
                <a:tab pos="390525" algn="l"/>
              </a:tabLst>
            </a:pPr>
            <a:r>
              <a:rPr sz="2650" b="1" spc="-70" dirty="0">
                <a:latin typeface="Malgun Gothic"/>
                <a:cs typeface="Malgun Gothic"/>
              </a:rPr>
              <a:t>D</a:t>
            </a:r>
            <a:r>
              <a:rPr sz="2650" b="1" spc="60" dirty="0">
                <a:latin typeface="Malgun Gothic"/>
                <a:cs typeface="Malgun Gothic"/>
              </a:rPr>
              <a:t>B</a:t>
            </a:r>
            <a:r>
              <a:rPr sz="2650" b="1" spc="-440" dirty="0">
                <a:latin typeface="Malgun Gothic"/>
                <a:cs typeface="Malgun Gothic"/>
              </a:rPr>
              <a:t>M</a:t>
            </a:r>
            <a:r>
              <a:rPr sz="2650" b="1" spc="175" dirty="0">
                <a:latin typeface="Malgun Gothic"/>
                <a:cs typeface="Malgun Gothic"/>
              </a:rPr>
              <a:t>S</a:t>
            </a:r>
            <a:r>
              <a:rPr sz="2650" b="1" spc="-145" dirty="0">
                <a:latin typeface="Malgun Gothic"/>
                <a:cs typeface="Malgun Gothic"/>
              </a:rPr>
              <a:t> </a:t>
            </a:r>
            <a:r>
              <a:rPr sz="2650" b="1" spc="-30" dirty="0">
                <a:latin typeface="Malgun Gothic"/>
                <a:cs typeface="Malgun Gothic"/>
              </a:rPr>
              <a:t>기</a:t>
            </a:r>
            <a:r>
              <a:rPr sz="2650" b="1" dirty="0">
                <a:latin typeface="Malgun Gothic"/>
                <a:cs typeface="Malgun Gothic"/>
              </a:rPr>
              <a:t>능</a:t>
            </a:r>
            <a:endParaRPr sz="26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33854" y="2351278"/>
            <a:ext cx="1129030" cy="30035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365"/>
              </a:lnSpc>
            </a:pPr>
            <a:r>
              <a:rPr sz="2200" b="1" spc="-20" dirty="0">
                <a:solidFill>
                  <a:srgbClr val="3333CC"/>
                </a:solidFill>
                <a:latin typeface="Malgun Gothic"/>
                <a:cs typeface="Malgun Gothic"/>
              </a:rPr>
              <a:t>사</a:t>
            </a:r>
            <a:r>
              <a:rPr sz="2200" b="1" spc="-40" dirty="0">
                <a:solidFill>
                  <a:srgbClr val="3333CC"/>
                </a:solidFill>
                <a:latin typeface="Malgun Gothic"/>
                <a:cs typeface="Malgun Gothic"/>
              </a:rPr>
              <a:t>용</a:t>
            </a:r>
            <a:r>
              <a:rPr sz="2200" b="1" spc="-25" dirty="0">
                <a:solidFill>
                  <a:srgbClr val="3333CC"/>
                </a:solidFill>
                <a:latin typeface="Malgun Gothic"/>
                <a:cs typeface="Malgun Gothic"/>
              </a:rPr>
              <a:t>자</a:t>
            </a:r>
            <a:r>
              <a:rPr sz="2200" b="1" spc="5" dirty="0">
                <a:latin typeface="Malgun Gothic"/>
                <a:cs typeface="Malgun Gothic"/>
              </a:rPr>
              <a:t>가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17773" y="2311418"/>
            <a:ext cx="859853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18920" indent="-150685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Font typeface="PMingLiU-ExtB"/>
              <a:buChar char="✓"/>
              <a:tabLst>
                <a:tab pos="1518285" algn="l"/>
                <a:tab pos="1519555" algn="l"/>
              </a:tabLst>
            </a:pPr>
            <a:r>
              <a:rPr sz="2200" b="1" spc="-10" dirty="0">
                <a:latin typeface="Malgun Gothic"/>
                <a:cs typeface="Malgun Gothic"/>
              </a:rPr>
              <a:t>새로운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데이터베이스를</a:t>
            </a:r>
            <a:r>
              <a:rPr sz="2200" b="1" spc="-160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생성하고,</a:t>
            </a:r>
            <a:r>
              <a:rPr sz="2200" b="1" spc="-80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데이터베이스의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구조를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47444" y="2633484"/>
            <a:ext cx="8252459" cy="1424940"/>
          </a:xfrm>
          <a:custGeom>
            <a:avLst/>
            <a:gdLst/>
            <a:ahLst/>
            <a:cxnLst/>
            <a:rect l="l" t="t" r="r" b="b"/>
            <a:pathLst>
              <a:path w="8252459" h="1424939">
                <a:moveTo>
                  <a:pt x="2478011" y="469392"/>
                </a:moveTo>
                <a:lnTo>
                  <a:pt x="0" y="469392"/>
                </a:lnTo>
                <a:lnTo>
                  <a:pt x="0" y="483108"/>
                </a:lnTo>
                <a:lnTo>
                  <a:pt x="2478011" y="483108"/>
                </a:lnTo>
                <a:lnTo>
                  <a:pt x="2478011" y="469392"/>
                </a:lnTo>
                <a:close/>
              </a:path>
              <a:path w="8252459" h="1424939">
                <a:moveTo>
                  <a:pt x="3944099" y="940308"/>
                </a:moveTo>
                <a:lnTo>
                  <a:pt x="0" y="940308"/>
                </a:lnTo>
                <a:lnTo>
                  <a:pt x="0" y="954024"/>
                </a:lnTo>
                <a:lnTo>
                  <a:pt x="3944099" y="954024"/>
                </a:lnTo>
                <a:lnTo>
                  <a:pt x="3944099" y="940308"/>
                </a:lnTo>
                <a:close/>
              </a:path>
              <a:path w="8252459" h="1424939">
                <a:moveTo>
                  <a:pt x="6784848" y="1411224"/>
                </a:moveTo>
                <a:lnTo>
                  <a:pt x="0" y="1411224"/>
                </a:lnTo>
                <a:lnTo>
                  <a:pt x="0" y="1424940"/>
                </a:lnTo>
                <a:lnTo>
                  <a:pt x="6784848" y="1424940"/>
                </a:lnTo>
                <a:lnTo>
                  <a:pt x="6784848" y="1411224"/>
                </a:lnTo>
                <a:close/>
              </a:path>
              <a:path w="8252459" h="1424939">
                <a:moveTo>
                  <a:pt x="7816583" y="469392"/>
                </a:moveTo>
                <a:lnTo>
                  <a:pt x="5245595" y="469392"/>
                </a:lnTo>
                <a:lnTo>
                  <a:pt x="5245595" y="483108"/>
                </a:lnTo>
                <a:lnTo>
                  <a:pt x="7816583" y="483108"/>
                </a:lnTo>
                <a:lnTo>
                  <a:pt x="7816583" y="469392"/>
                </a:lnTo>
                <a:close/>
              </a:path>
              <a:path w="8252459" h="1424939">
                <a:moveTo>
                  <a:pt x="8252460" y="0"/>
                </a:moveTo>
                <a:lnTo>
                  <a:pt x="1191755" y="0"/>
                </a:lnTo>
                <a:lnTo>
                  <a:pt x="1191755" y="13716"/>
                </a:lnTo>
                <a:lnTo>
                  <a:pt x="8252460" y="13716"/>
                </a:lnTo>
                <a:lnTo>
                  <a:pt x="82524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2146" rIns="0" bIns="0" rtlCol="0">
            <a:spAutoFit/>
          </a:bodyPr>
          <a:lstStyle/>
          <a:p>
            <a:pPr marL="908685" marR="5080">
              <a:lnSpc>
                <a:spcPct val="140500"/>
              </a:lnSpc>
              <a:spcBef>
                <a:spcPts val="95"/>
              </a:spcBef>
            </a:pPr>
            <a:r>
              <a:rPr spc="-20" dirty="0"/>
              <a:t>명세할 </a:t>
            </a:r>
            <a:r>
              <a:rPr spc="5" dirty="0"/>
              <a:t>수 </a:t>
            </a:r>
            <a:r>
              <a:rPr spc="-5" dirty="0"/>
              <a:t>있게 </a:t>
            </a:r>
            <a:r>
              <a:rPr spc="-10" dirty="0"/>
              <a:t>하고(</a:t>
            </a:r>
            <a:r>
              <a:rPr spc="-10" dirty="0">
                <a:solidFill>
                  <a:srgbClr val="FF0000"/>
                </a:solidFill>
              </a:rPr>
              <a:t>정의 </a:t>
            </a:r>
            <a:r>
              <a:rPr spc="35" dirty="0">
                <a:solidFill>
                  <a:srgbClr val="FF0000"/>
                </a:solidFill>
              </a:rPr>
              <a:t>기능</a:t>
            </a:r>
            <a:r>
              <a:rPr spc="35" dirty="0"/>
              <a:t>), </a:t>
            </a:r>
            <a:r>
              <a:rPr spc="-20" dirty="0">
                <a:solidFill>
                  <a:srgbClr val="3333CC"/>
                </a:solidFill>
              </a:rPr>
              <a:t>사용자</a:t>
            </a:r>
            <a:r>
              <a:rPr spc="-20" dirty="0"/>
              <a:t>가 </a:t>
            </a:r>
            <a:r>
              <a:rPr spc="-25" dirty="0"/>
              <a:t>데이터를 효율적으로 </a:t>
            </a:r>
            <a:r>
              <a:rPr spc="-20" dirty="0"/>
              <a:t> 질의하고 수정할 </a:t>
            </a:r>
            <a:r>
              <a:rPr spc="5" dirty="0"/>
              <a:t>수 </a:t>
            </a:r>
            <a:r>
              <a:rPr spc="-20" dirty="0"/>
              <a:t>있도록 </a:t>
            </a:r>
            <a:r>
              <a:rPr spc="-10" dirty="0"/>
              <a:t>하며(</a:t>
            </a:r>
            <a:r>
              <a:rPr spc="-10" dirty="0">
                <a:solidFill>
                  <a:srgbClr val="FF0000"/>
                </a:solidFill>
              </a:rPr>
              <a:t>조작 </a:t>
            </a:r>
            <a:r>
              <a:rPr spc="35" dirty="0">
                <a:solidFill>
                  <a:srgbClr val="FF0000"/>
                </a:solidFill>
              </a:rPr>
              <a:t>기능</a:t>
            </a:r>
            <a:r>
              <a:rPr spc="35" dirty="0"/>
              <a:t>),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시스템의 </a:t>
            </a:r>
            <a:r>
              <a:rPr u="heavy" spc="-25" dirty="0">
                <a:uFill>
                  <a:solidFill>
                    <a:srgbClr val="000000"/>
                  </a:solidFill>
                </a:uFill>
              </a:rPr>
              <a:t>고장이나 </a:t>
            </a:r>
            <a:r>
              <a:rPr spc="-20" dirty="0"/>
              <a:t> 권한이</a:t>
            </a:r>
            <a:r>
              <a:rPr spc="-120" dirty="0"/>
              <a:t> </a:t>
            </a:r>
            <a:r>
              <a:rPr spc="-5" dirty="0"/>
              <a:t>없는</a:t>
            </a:r>
            <a:r>
              <a:rPr spc="-140" dirty="0"/>
              <a:t> </a:t>
            </a:r>
            <a:r>
              <a:rPr spc="-25" dirty="0"/>
              <a:t>사용자로부터</a:t>
            </a:r>
            <a:r>
              <a:rPr spc="-135" dirty="0"/>
              <a:t> </a:t>
            </a:r>
            <a:r>
              <a:rPr spc="-20" dirty="0"/>
              <a:t>데이터를</a:t>
            </a:r>
            <a:r>
              <a:rPr spc="-140" dirty="0"/>
              <a:t> </a:t>
            </a:r>
            <a:r>
              <a:rPr spc="-20" dirty="0"/>
              <a:t>안전하게</a:t>
            </a:r>
            <a:r>
              <a:rPr spc="-135" dirty="0"/>
              <a:t> </a:t>
            </a:r>
            <a:r>
              <a:rPr spc="-20" dirty="0"/>
              <a:t>보호하며(</a:t>
            </a:r>
            <a:r>
              <a:rPr spc="-20" dirty="0">
                <a:solidFill>
                  <a:srgbClr val="FF0000"/>
                </a:solidFill>
              </a:rPr>
              <a:t>보호</a:t>
            </a:r>
            <a:r>
              <a:rPr spc="-140" dirty="0">
                <a:solidFill>
                  <a:srgbClr val="FF0000"/>
                </a:solidFill>
              </a:rPr>
              <a:t> </a:t>
            </a:r>
            <a:r>
              <a:rPr spc="35" dirty="0">
                <a:solidFill>
                  <a:srgbClr val="FF0000"/>
                </a:solidFill>
              </a:rPr>
              <a:t>기능</a:t>
            </a:r>
            <a:r>
              <a:rPr spc="35" dirty="0"/>
              <a:t>), </a:t>
            </a:r>
            <a:r>
              <a:rPr spc="-755" dirty="0"/>
              <a:t> </a:t>
            </a:r>
            <a:r>
              <a:rPr u="heavy" spc="-20" dirty="0">
                <a:uFill>
                  <a:solidFill>
                    <a:srgbClr val="000000"/>
                  </a:solidFill>
                </a:uFill>
              </a:rPr>
              <a:t>동시에</a:t>
            </a:r>
            <a:r>
              <a:rPr u="heavy" spc="-1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5" dirty="0">
                <a:uFill>
                  <a:solidFill>
                    <a:srgbClr val="000000"/>
                  </a:solidFill>
                </a:uFill>
              </a:rPr>
              <a:t>여러</a:t>
            </a:r>
            <a:r>
              <a:rPr u="heavy" spc="-13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u="heavy" spc="-20" dirty="0">
                <a:solidFill>
                  <a:srgbClr val="3333CC"/>
                </a:solidFill>
                <a:uFill>
                  <a:solidFill>
                    <a:srgbClr val="000000"/>
                  </a:solidFill>
                </a:uFill>
              </a:rPr>
              <a:t>사용자</a:t>
            </a:r>
            <a:r>
              <a:rPr spc="-20" dirty="0"/>
              <a:t>가</a:t>
            </a:r>
            <a:r>
              <a:rPr spc="-135" dirty="0"/>
              <a:t> </a:t>
            </a:r>
            <a:r>
              <a:rPr spc="-25" dirty="0"/>
              <a:t>데이터베이스를</a:t>
            </a:r>
            <a:r>
              <a:rPr spc="-140" dirty="0"/>
              <a:t> </a:t>
            </a:r>
            <a:r>
              <a:rPr spc="-25" dirty="0"/>
              <a:t>접근하는</a:t>
            </a:r>
            <a:r>
              <a:rPr spc="-114" dirty="0"/>
              <a:t> </a:t>
            </a:r>
            <a:r>
              <a:rPr spc="-5" dirty="0"/>
              <a:t>것을</a:t>
            </a:r>
            <a:r>
              <a:rPr spc="-140" dirty="0"/>
              <a:t> </a:t>
            </a:r>
            <a:r>
              <a:rPr spc="-20" dirty="0"/>
              <a:t>제어하는</a:t>
            </a:r>
          </a:p>
        </p:txBody>
      </p:sp>
      <p:sp>
        <p:nvSpPr>
          <p:cNvPr id="27" name="object 27"/>
          <p:cNvSpPr/>
          <p:nvPr/>
        </p:nvSpPr>
        <p:spPr>
          <a:xfrm>
            <a:off x="4034027" y="4515611"/>
            <a:ext cx="5314315" cy="13970"/>
          </a:xfrm>
          <a:custGeom>
            <a:avLst/>
            <a:gdLst/>
            <a:ahLst/>
            <a:cxnLst/>
            <a:rect l="l" t="t" r="r" b="b"/>
            <a:pathLst>
              <a:path w="5314315" h="13970">
                <a:moveTo>
                  <a:pt x="5314187" y="13716"/>
                </a:moveTo>
                <a:lnTo>
                  <a:pt x="0" y="13716"/>
                </a:lnTo>
                <a:lnTo>
                  <a:pt x="0" y="0"/>
                </a:lnTo>
                <a:lnTo>
                  <a:pt x="5314187" y="0"/>
                </a:lnTo>
                <a:lnTo>
                  <a:pt x="5314187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33854" y="4704969"/>
            <a:ext cx="2712720" cy="29972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355"/>
              </a:lnSpc>
            </a:pP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(동시</a:t>
            </a:r>
            <a:r>
              <a:rPr sz="2200" b="1" spc="-16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공유</a:t>
            </a:r>
            <a:r>
              <a:rPr sz="220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지원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기능)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29" name="object 29"/>
          <p:cNvSpPr txBox="1"/>
          <p:nvPr/>
        </p:nvSpPr>
        <p:spPr>
          <a:xfrm>
            <a:off x="4403623" y="4664564"/>
            <a:ext cx="23253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소프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트웨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어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패</a:t>
            </a: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키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지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17773" y="5067881"/>
            <a:ext cx="8655685" cy="1505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40500"/>
              </a:lnSpc>
              <a:spcBef>
                <a:spcPts val="95"/>
              </a:spcBef>
              <a:buFont typeface="PMingLiU-ExtB"/>
              <a:buChar char="✓"/>
              <a:tabLst>
                <a:tab pos="328295" algn="l"/>
                <a:tab pos="2383155" algn="l"/>
                <a:tab pos="4502785" algn="l"/>
                <a:tab pos="6623050" algn="l"/>
                <a:tab pos="7736205" algn="l"/>
              </a:tabLst>
            </a:pPr>
            <a:r>
              <a:rPr sz="2200" b="1" spc="245" dirty="0">
                <a:latin typeface="Malgun Gothic"/>
                <a:cs typeface="Malgun Gothic"/>
              </a:rPr>
              <a:t>데</a:t>
            </a:r>
            <a:r>
              <a:rPr sz="2200" b="1" spc="270" dirty="0">
                <a:latin typeface="Malgun Gothic"/>
                <a:cs typeface="Malgun Gothic"/>
              </a:rPr>
              <a:t>이터</a:t>
            </a:r>
            <a:r>
              <a:rPr sz="2200" b="1" spc="245" dirty="0">
                <a:latin typeface="Malgun Gothic"/>
                <a:cs typeface="Malgun Gothic"/>
              </a:rPr>
              <a:t>베</a:t>
            </a:r>
            <a:r>
              <a:rPr sz="2200" b="1" spc="270" dirty="0">
                <a:latin typeface="Malgun Gothic"/>
                <a:cs typeface="Malgun Gothic"/>
              </a:rPr>
              <a:t>이</a:t>
            </a:r>
            <a:r>
              <a:rPr sz="2200" b="1" spc="5" dirty="0">
                <a:latin typeface="Malgun Gothic"/>
                <a:cs typeface="Malgun Gothic"/>
              </a:rPr>
              <a:t>스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245" dirty="0">
                <a:latin typeface="Malgun Gothic"/>
                <a:cs typeface="Malgun Gothic"/>
              </a:rPr>
              <a:t>언</a:t>
            </a:r>
            <a:r>
              <a:rPr sz="2200" b="1" spc="270" dirty="0">
                <a:latin typeface="Malgun Gothic"/>
                <a:cs typeface="Malgun Gothic"/>
              </a:rPr>
              <a:t>어</a:t>
            </a:r>
            <a:r>
              <a:rPr sz="2200" b="1" spc="5" dirty="0">
                <a:latin typeface="Malgun Gothic"/>
                <a:cs typeface="Malgun Gothic"/>
              </a:rPr>
              <a:t>(</a:t>
            </a:r>
            <a:r>
              <a:rPr sz="2200" b="1" spc="-80" dirty="0">
                <a:latin typeface="Malgun Gothic"/>
                <a:cs typeface="Malgun Gothic"/>
              </a:rPr>
              <a:t>D</a:t>
            </a:r>
            <a:r>
              <a:rPr sz="2200" b="1" spc="15" dirty="0">
                <a:latin typeface="Malgun Gothic"/>
                <a:cs typeface="Malgun Gothic"/>
              </a:rPr>
              <a:t>a</a:t>
            </a:r>
            <a:r>
              <a:rPr sz="2200" b="1" spc="-185" dirty="0">
                <a:latin typeface="Malgun Gothic"/>
                <a:cs typeface="Malgun Gothic"/>
              </a:rPr>
              <a:t>t</a:t>
            </a:r>
            <a:r>
              <a:rPr sz="2200" b="1" spc="35" dirty="0">
                <a:latin typeface="Malgun Gothic"/>
                <a:cs typeface="Malgun Gothic"/>
              </a:rPr>
              <a:t>a</a:t>
            </a:r>
            <a:r>
              <a:rPr sz="2200" b="1" spc="-80" dirty="0">
                <a:latin typeface="Malgun Gothic"/>
                <a:cs typeface="Malgun Gothic"/>
              </a:rPr>
              <a:t>b</a:t>
            </a:r>
            <a:r>
              <a:rPr sz="2200" b="1" spc="35" dirty="0">
                <a:latin typeface="Malgun Gothic"/>
                <a:cs typeface="Malgun Gothic"/>
              </a:rPr>
              <a:t>a</a:t>
            </a:r>
            <a:r>
              <a:rPr sz="2200" b="1" spc="105" dirty="0">
                <a:latin typeface="Malgun Gothic"/>
                <a:cs typeface="Malgun Gothic"/>
              </a:rPr>
              <a:t>s</a:t>
            </a:r>
            <a:r>
              <a:rPr sz="2200" b="1" spc="40" dirty="0">
                <a:latin typeface="Malgun Gothic"/>
                <a:cs typeface="Malgun Gothic"/>
              </a:rPr>
              <a:t>e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-125" dirty="0">
                <a:latin typeface="Malgun Gothic"/>
                <a:cs typeface="Malgun Gothic"/>
              </a:rPr>
              <a:t>l</a:t>
            </a:r>
            <a:r>
              <a:rPr sz="2200" b="1" spc="15" dirty="0">
                <a:latin typeface="Malgun Gothic"/>
                <a:cs typeface="Malgun Gothic"/>
              </a:rPr>
              <a:t>a</a:t>
            </a:r>
            <a:r>
              <a:rPr sz="2200" b="1" spc="-85" dirty="0">
                <a:latin typeface="Malgun Gothic"/>
                <a:cs typeface="Malgun Gothic"/>
              </a:rPr>
              <a:t>n</a:t>
            </a:r>
            <a:r>
              <a:rPr sz="2200" b="1" spc="-60" dirty="0">
                <a:latin typeface="Malgun Gothic"/>
                <a:cs typeface="Malgun Gothic"/>
              </a:rPr>
              <a:t>g</a:t>
            </a:r>
            <a:r>
              <a:rPr sz="2200" b="1" spc="-125" dirty="0">
                <a:latin typeface="Malgun Gothic"/>
                <a:cs typeface="Malgun Gothic"/>
              </a:rPr>
              <a:t>u</a:t>
            </a:r>
            <a:r>
              <a:rPr sz="2200" b="1" spc="35" dirty="0">
                <a:latin typeface="Malgun Gothic"/>
                <a:cs typeface="Malgun Gothic"/>
              </a:rPr>
              <a:t>a</a:t>
            </a:r>
            <a:r>
              <a:rPr sz="2200" b="1" spc="-80" dirty="0">
                <a:latin typeface="Malgun Gothic"/>
                <a:cs typeface="Malgun Gothic"/>
              </a:rPr>
              <a:t>g</a:t>
            </a:r>
            <a:r>
              <a:rPr sz="2200" b="1" dirty="0">
                <a:latin typeface="Malgun Gothic"/>
                <a:cs typeface="Malgun Gothic"/>
              </a:rPr>
              <a:t>e</a:t>
            </a:r>
            <a:r>
              <a:rPr sz="2200" b="1" spc="40" dirty="0">
                <a:latin typeface="Malgun Gothic"/>
                <a:cs typeface="Malgun Gothic"/>
              </a:rPr>
              <a:t>)</a:t>
            </a:r>
            <a:r>
              <a:rPr sz="2200" b="1" spc="-500" dirty="0">
                <a:latin typeface="Malgun Gothic"/>
                <a:cs typeface="Malgun Gothic"/>
              </a:rPr>
              <a:t> </a:t>
            </a:r>
            <a:r>
              <a:rPr sz="2200" b="1" spc="270" dirty="0">
                <a:latin typeface="Malgun Gothic"/>
                <a:cs typeface="Malgun Gothic"/>
              </a:rPr>
              <a:t>라</a:t>
            </a:r>
            <a:r>
              <a:rPr sz="2200" b="1" spc="5" dirty="0">
                <a:latin typeface="Malgun Gothic"/>
                <a:cs typeface="Malgun Gothic"/>
              </a:rPr>
              <a:t>고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245" dirty="0">
                <a:latin typeface="Malgun Gothic"/>
                <a:cs typeface="Malgun Gothic"/>
              </a:rPr>
              <a:t>부르</a:t>
            </a:r>
            <a:r>
              <a:rPr sz="2200" b="1" spc="5" dirty="0">
                <a:latin typeface="Malgun Gothic"/>
                <a:cs typeface="Malgun Gothic"/>
              </a:rPr>
              <a:t>는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270" dirty="0">
                <a:latin typeface="Malgun Gothic"/>
                <a:cs typeface="Malgun Gothic"/>
              </a:rPr>
              <a:t>특</a:t>
            </a:r>
            <a:r>
              <a:rPr sz="2200" b="1" spc="245" dirty="0">
                <a:latin typeface="Malgun Gothic"/>
                <a:cs typeface="Malgun Gothic"/>
              </a:rPr>
              <a:t>별</a:t>
            </a:r>
            <a:r>
              <a:rPr sz="2200" b="1" dirty="0">
                <a:latin typeface="Malgun Gothic"/>
                <a:cs typeface="Malgun Gothic"/>
              </a:rPr>
              <a:t>한  </a:t>
            </a:r>
            <a:r>
              <a:rPr sz="2200" b="1" spc="-20" dirty="0">
                <a:latin typeface="Malgun Gothic"/>
                <a:cs typeface="Malgun Gothic"/>
              </a:rPr>
              <a:t>프로그래밍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언어를</a:t>
            </a:r>
            <a:r>
              <a:rPr sz="2200" b="1" spc="-114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한</a:t>
            </a:r>
            <a:r>
              <a:rPr sz="2200" b="1" spc="-114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개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이상</a:t>
            </a:r>
            <a:r>
              <a:rPr sz="2200" b="1" spc="-114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제공</a:t>
            </a:r>
            <a:endParaRPr sz="2200" dirty="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59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2200" b="1" spc="45" dirty="0">
                <a:solidFill>
                  <a:srgbClr val="FF0000"/>
                </a:solidFill>
                <a:latin typeface="Malgun Gothic"/>
                <a:cs typeface="Malgun Gothic"/>
              </a:rPr>
              <a:t>SQL은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여러</a:t>
            </a:r>
            <a:r>
              <a:rPr sz="220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45" dirty="0">
                <a:solidFill>
                  <a:srgbClr val="FF0000"/>
                </a:solidFill>
                <a:latin typeface="Malgun Gothic"/>
                <a:cs typeface="Malgun Gothic"/>
              </a:rPr>
              <a:t>DBMS에서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제공되는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사실상의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표준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sz="220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Malgun Gothic"/>
                <a:cs typeface="Malgun Gothic"/>
              </a:rPr>
              <a:t>언어</a:t>
            </a:r>
            <a:endParaRPr sz="22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1856232" y="1999488"/>
            <a:ext cx="6983095" cy="4672965"/>
            <a:chOff x="1856232" y="1999488"/>
            <a:chExt cx="6983095" cy="4672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6232" y="1999488"/>
              <a:ext cx="6982967" cy="46725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69661" y="4884388"/>
              <a:ext cx="166370" cy="441959"/>
            </a:xfrm>
            <a:custGeom>
              <a:avLst/>
              <a:gdLst/>
              <a:ahLst/>
              <a:cxnLst/>
              <a:rect l="l" t="t" r="r" b="b"/>
              <a:pathLst>
                <a:path w="166370" h="441960">
                  <a:moveTo>
                    <a:pt x="166242" y="441864"/>
                  </a:moveTo>
                  <a:lnTo>
                    <a:pt x="161053" y="426243"/>
                  </a:lnTo>
                  <a:lnTo>
                    <a:pt x="156543" y="412718"/>
                  </a:lnTo>
                  <a:lnTo>
                    <a:pt x="152723" y="401288"/>
                  </a:lnTo>
                  <a:lnTo>
                    <a:pt x="149605" y="391953"/>
                  </a:lnTo>
                  <a:lnTo>
                    <a:pt x="143789" y="349700"/>
                  </a:lnTo>
                  <a:lnTo>
                    <a:pt x="142732" y="339328"/>
                  </a:lnTo>
                  <a:lnTo>
                    <a:pt x="140983" y="327550"/>
                  </a:lnTo>
                  <a:lnTo>
                    <a:pt x="138557" y="314356"/>
                  </a:lnTo>
                  <a:lnTo>
                    <a:pt x="136130" y="301234"/>
                  </a:lnTo>
                  <a:lnTo>
                    <a:pt x="134381" y="289480"/>
                  </a:lnTo>
                  <a:lnTo>
                    <a:pt x="133324" y="279084"/>
                  </a:lnTo>
                  <a:lnTo>
                    <a:pt x="132968" y="270033"/>
                  </a:lnTo>
                  <a:lnTo>
                    <a:pt x="132968" y="262082"/>
                  </a:lnTo>
                  <a:lnTo>
                    <a:pt x="132968" y="254809"/>
                  </a:lnTo>
                  <a:lnTo>
                    <a:pt x="132968" y="9683"/>
                  </a:lnTo>
                  <a:lnTo>
                    <a:pt x="130559" y="1734"/>
                  </a:lnTo>
                  <a:lnTo>
                    <a:pt x="94234" y="15271"/>
                  </a:lnTo>
                  <a:lnTo>
                    <a:pt x="62372" y="40195"/>
                  </a:lnTo>
                  <a:lnTo>
                    <a:pt x="38798" y="67190"/>
                  </a:lnTo>
                  <a:lnTo>
                    <a:pt x="33274" y="73405"/>
                  </a:lnTo>
                  <a:lnTo>
                    <a:pt x="27749" y="78239"/>
                  </a:lnTo>
                  <a:lnTo>
                    <a:pt x="22225" y="81692"/>
                  </a:lnTo>
                  <a:lnTo>
                    <a:pt x="14859" y="85375"/>
                  </a:lnTo>
                  <a:lnTo>
                    <a:pt x="7492" y="87280"/>
                  </a:lnTo>
                  <a:lnTo>
                    <a:pt x="0" y="8728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5232" y="4932045"/>
              <a:ext cx="112394" cy="792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91582" y="4196080"/>
              <a:ext cx="55880" cy="354965"/>
            </a:xfrm>
            <a:custGeom>
              <a:avLst/>
              <a:gdLst/>
              <a:ahLst/>
              <a:cxnLst/>
              <a:rect l="l" t="t" r="r" b="b"/>
              <a:pathLst>
                <a:path w="55879" h="354964">
                  <a:moveTo>
                    <a:pt x="55371" y="354584"/>
                  </a:moveTo>
                  <a:lnTo>
                    <a:pt x="55371" y="354584"/>
                  </a:lnTo>
                  <a:lnTo>
                    <a:pt x="55371" y="46100"/>
                  </a:lnTo>
                  <a:lnTo>
                    <a:pt x="51688" y="44323"/>
                  </a:lnTo>
                  <a:lnTo>
                    <a:pt x="44322" y="44323"/>
                  </a:lnTo>
                </a:path>
                <a:path w="55879" h="354964">
                  <a:moveTo>
                    <a:pt x="55371" y="0"/>
                  </a:moveTo>
                  <a:lnTo>
                    <a:pt x="16637" y="9144"/>
                  </a:lnTo>
                  <a:lnTo>
                    <a:pt x="9270" y="11049"/>
                  </a:lnTo>
                  <a:lnTo>
                    <a:pt x="5587" y="11049"/>
                  </a:lnTo>
                  <a:lnTo>
                    <a:pt x="1904" y="11049"/>
                  </a:lnTo>
                  <a:lnTo>
                    <a:pt x="0" y="12826"/>
                  </a:lnTo>
                  <a:lnTo>
                    <a:pt x="0" y="16637"/>
                  </a:lnTo>
                  <a:lnTo>
                    <a:pt x="0" y="20320"/>
                  </a:lnTo>
                  <a:lnTo>
                    <a:pt x="0" y="25781"/>
                  </a:lnTo>
                  <a:lnTo>
                    <a:pt x="0" y="3314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3878" y="4189730"/>
              <a:ext cx="112395" cy="680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3984" y="2700274"/>
              <a:ext cx="266065" cy="1562735"/>
            </a:xfrm>
            <a:custGeom>
              <a:avLst/>
              <a:gdLst/>
              <a:ahLst/>
              <a:cxnLst/>
              <a:rect l="l" t="t" r="r" b="b"/>
              <a:pathLst>
                <a:path w="266064" h="1562735">
                  <a:moveTo>
                    <a:pt x="99822" y="1473580"/>
                  </a:moveTo>
                  <a:lnTo>
                    <a:pt x="92328" y="1473580"/>
                  </a:lnTo>
                  <a:lnTo>
                    <a:pt x="88645" y="1475486"/>
                  </a:lnTo>
                  <a:lnTo>
                    <a:pt x="88645" y="1479168"/>
                  </a:lnTo>
                  <a:lnTo>
                    <a:pt x="88645" y="1482852"/>
                  </a:lnTo>
                  <a:lnTo>
                    <a:pt x="68629" y="1515540"/>
                  </a:lnTo>
                  <a:lnTo>
                    <a:pt x="53363" y="1531088"/>
                  </a:lnTo>
                  <a:lnTo>
                    <a:pt x="47148" y="1537303"/>
                  </a:lnTo>
                  <a:lnTo>
                    <a:pt x="42314" y="1542137"/>
                  </a:lnTo>
                  <a:lnTo>
                    <a:pt x="38862" y="1545589"/>
                  </a:lnTo>
                  <a:lnTo>
                    <a:pt x="35178" y="1549273"/>
                  </a:lnTo>
                  <a:lnTo>
                    <a:pt x="33274" y="1554861"/>
                  </a:lnTo>
                  <a:lnTo>
                    <a:pt x="33274" y="1562227"/>
                  </a:lnTo>
                </a:path>
                <a:path w="266064" h="1562735">
                  <a:moveTo>
                    <a:pt x="88645" y="1152270"/>
                  </a:moveTo>
                  <a:lnTo>
                    <a:pt x="88645" y="1152270"/>
                  </a:lnTo>
                  <a:lnTo>
                    <a:pt x="88645" y="1019301"/>
                  </a:lnTo>
                  <a:lnTo>
                    <a:pt x="89001" y="1008941"/>
                  </a:lnTo>
                  <a:lnTo>
                    <a:pt x="90058" y="999950"/>
                  </a:lnTo>
                  <a:lnTo>
                    <a:pt x="91807" y="992316"/>
                  </a:lnTo>
                  <a:lnTo>
                    <a:pt x="94234" y="986027"/>
                  </a:lnTo>
                  <a:lnTo>
                    <a:pt x="97916" y="978662"/>
                  </a:lnTo>
                  <a:lnTo>
                    <a:pt x="99822" y="973201"/>
                  </a:lnTo>
                  <a:lnTo>
                    <a:pt x="99822" y="777366"/>
                  </a:lnTo>
                  <a:lnTo>
                    <a:pt x="97916" y="775588"/>
                  </a:lnTo>
                  <a:lnTo>
                    <a:pt x="94234" y="775588"/>
                  </a:lnTo>
                  <a:lnTo>
                    <a:pt x="90550" y="775588"/>
                  </a:lnTo>
                  <a:lnTo>
                    <a:pt x="88645" y="777366"/>
                  </a:lnTo>
                  <a:lnTo>
                    <a:pt x="88645" y="781050"/>
                  </a:lnTo>
                  <a:lnTo>
                    <a:pt x="87620" y="784522"/>
                  </a:lnTo>
                  <a:lnTo>
                    <a:pt x="84534" y="789400"/>
                  </a:lnTo>
                  <a:lnTo>
                    <a:pt x="79376" y="795658"/>
                  </a:lnTo>
                  <a:lnTo>
                    <a:pt x="72136" y="803275"/>
                  </a:lnTo>
                  <a:lnTo>
                    <a:pt x="63420" y="812254"/>
                  </a:lnTo>
                  <a:lnTo>
                    <a:pt x="54038" y="822626"/>
                  </a:lnTo>
                  <a:lnTo>
                    <a:pt x="23250" y="860383"/>
                  </a:lnTo>
                  <a:lnTo>
                    <a:pt x="1904" y="893699"/>
                  </a:lnTo>
                  <a:lnTo>
                    <a:pt x="0" y="901191"/>
                  </a:lnTo>
                  <a:lnTo>
                    <a:pt x="0" y="908557"/>
                  </a:lnTo>
                </a:path>
                <a:path w="266064" h="1562735">
                  <a:moveTo>
                    <a:pt x="177291" y="775588"/>
                  </a:moveTo>
                  <a:lnTo>
                    <a:pt x="177291" y="775588"/>
                  </a:lnTo>
                </a:path>
                <a:path w="266064" h="1562735">
                  <a:moveTo>
                    <a:pt x="121919" y="775588"/>
                  </a:moveTo>
                  <a:lnTo>
                    <a:pt x="127109" y="785256"/>
                  </a:lnTo>
                  <a:lnTo>
                    <a:pt x="131619" y="792162"/>
                  </a:lnTo>
                  <a:lnTo>
                    <a:pt x="135439" y="796305"/>
                  </a:lnTo>
                  <a:lnTo>
                    <a:pt x="138556" y="797687"/>
                  </a:lnTo>
                  <a:lnTo>
                    <a:pt x="142239" y="797687"/>
                  </a:lnTo>
                  <a:lnTo>
                    <a:pt x="145923" y="799591"/>
                  </a:lnTo>
                  <a:lnTo>
                    <a:pt x="149605" y="803275"/>
                  </a:lnTo>
                  <a:lnTo>
                    <a:pt x="153288" y="806957"/>
                  </a:lnTo>
                  <a:lnTo>
                    <a:pt x="156972" y="810640"/>
                  </a:lnTo>
                  <a:lnTo>
                    <a:pt x="160654" y="814324"/>
                  </a:lnTo>
                  <a:lnTo>
                    <a:pt x="164464" y="818006"/>
                  </a:lnTo>
                  <a:lnTo>
                    <a:pt x="169925" y="823594"/>
                  </a:lnTo>
                  <a:lnTo>
                    <a:pt x="197044" y="853803"/>
                  </a:lnTo>
                  <a:lnTo>
                    <a:pt x="204977" y="864235"/>
                  </a:lnTo>
                  <a:lnTo>
                    <a:pt x="213338" y="874593"/>
                  </a:lnTo>
                  <a:lnTo>
                    <a:pt x="221662" y="883570"/>
                  </a:lnTo>
                  <a:lnTo>
                    <a:pt x="229963" y="891166"/>
                  </a:lnTo>
                  <a:lnTo>
                    <a:pt x="238251" y="897381"/>
                  </a:lnTo>
                  <a:lnTo>
                    <a:pt x="246203" y="903670"/>
                  </a:lnTo>
                  <a:lnTo>
                    <a:pt x="253476" y="911304"/>
                  </a:lnTo>
                  <a:lnTo>
                    <a:pt x="260058" y="920295"/>
                  </a:lnTo>
                  <a:lnTo>
                    <a:pt x="265938" y="930655"/>
                  </a:lnTo>
                </a:path>
                <a:path w="266064" h="1562735">
                  <a:moveTo>
                    <a:pt x="243839" y="465327"/>
                  </a:moveTo>
                  <a:lnTo>
                    <a:pt x="243839" y="465327"/>
                  </a:lnTo>
                  <a:lnTo>
                    <a:pt x="243839" y="356362"/>
                  </a:lnTo>
                  <a:lnTo>
                    <a:pt x="241935" y="348995"/>
                  </a:lnTo>
                  <a:lnTo>
                    <a:pt x="238251" y="337947"/>
                  </a:lnTo>
                  <a:lnTo>
                    <a:pt x="234568" y="326770"/>
                  </a:lnTo>
                  <a:lnTo>
                    <a:pt x="232790" y="319404"/>
                  </a:lnTo>
                  <a:lnTo>
                    <a:pt x="232790" y="315722"/>
                  </a:lnTo>
                  <a:lnTo>
                    <a:pt x="232790" y="312038"/>
                  </a:lnTo>
                  <a:lnTo>
                    <a:pt x="232790" y="308355"/>
                  </a:lnTo>
                  <a:lnTo>
                    <a:pt x="232790" y="304673"/>
                  </a:lnTo>
                  <a:lnTo>
                    <a:pt x="232435" y="300864"/>
                  </a:lnTo>
                  <a:lnTo>
                    <a:pt x="220265" y="250602"/>
                  </a:lnTo>
                  <a:lnTo>
                    <a:pt x="205376" y="198334"/>
                  </a:lnTo>
                  <a:lnTo>
                    <a:pt x="190245" y="158750"/>
                  </a:lnTo>
                  <a:lnTo>
                    <a:pt x="182879" y="149478"/>
                  </a:lnTo>
                  <a:lnTo>
                    <a:pt x="179197" y="145795"/>
                  </a:lnTo>
                  <a:lnTo>
                    <a:pt x="177291" y="142112"/>
                  </a:lnTo>
                  <a:lnTo>
                    <a:pt x="177291" y="138429"/>
                  </a:lnTo>
                  <a:lnTo>
                    <a:pt x="177291" y="134747"/>
                  </a:lnTo>
                  <a:lnTo>
                    <a:pt x="177291" y="103377"/>
                  </a:lnTo>
                  <a:lnTo>
                    <a:pt x="173609" y="96012"/>
                  </a:lnTo>
                  <a:lnTo>
                    <a:pt x="149605" y="60832"/>
                  </a:lnTo>
                  <a:lnTo>
                    <a:pt x="144144" y="42417"/>
                  </a:lnTo>
                  <a:lnTo>
                    <a:pt x="144144" y="38735"/>
                  </a:lnTo>
                  <a:lnTo>
                    <a:pt x="144144" y="35051"/>
                  </a:lnTo>
                  <a:lnTo>
                    <a:pt x="144144" y="27686"/>
                  </a:lnTo>
                  <a:lnTo>
                    <a:pt x="144144" y="16510"/>
                  </a:lnTo>
                  <a:lnTo>
                    <a:pt x="144144" y="5461"/>
                  </a:lnTo>
                  <a:lnTo>
                    <a:pt x="140462" y="0"/>
                  </a:lnTo>
                  <a:lnTo>
                    <a:pt x="132968" y="0"/>
                  </a:lnTo>
                  <a:lnTo>
                    <a:pt x="127107" y="335"/>
                  </a:lnTo>
                  <a:lnTo>
                    <a:pt x="88645" y="14731"/>
                  </a:lnTo>
                  <a:lnTo>
                    <a:pt x="88645" y="2209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4927" y="2693924"/>
              <a:ext cx="112522" cy="79120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854" y="6082410"/>
            <a:ext cx="5406390" cy="300355"/>
          </a:xfrm>
          <a:custGeom>
            <a:avLst/>
            <a:gdLst/>
            <a:ahLst/>
            <a:cxnLst/>
            <a:rect l="l" t="t" r="r" b="b"/>
            <a:pathLst>
              <a:path w="5406390" h="300354">
                <a:moveTo>
                  <a:pt x="5406009" y="0"/>
                </a:moveTo>
                <a:lnTo>
                  <a:pt x="0" y="0"/>
                </a:lnTo>
                <a:lnTo>
                  <a:pt x="0" y="300227"/>
                </a:lnTo>
                <a:lnTo>
                  <a:pt x="5406009" y="300227"/>
                </a:lnTo>
                <a:lnTo>
                  <a:pt x="540600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3854" y="5578221"/>
            <a:ext cx="2643505" cy="299720"/>
          </a:xfrm>
          <a:custGeom>
            <a:avLst/>
            <a:gdLst/>
            <a:ahLst/>
            <a:cxnLst/>
            <a:rect l="l" t="t" r="r" b="b"/>
            <a:pathLst>
              <a:path w="2643504" h="299720">
                <a:moveTo>
                  <a:pt x="2643123" y="0"/>
                </a:moveTo>
                <a:lnTo>
                  <a:pt x="0" y="0"/>
                </a:lnTo>
                <a:lnTo>
                  <a:pt x="0" y="299339"/>
                </a:lnTo>
                <a:lnTo>
                  <a:pt x="2643123" y="299339"/>
                </a:lnTo>
                <a:lnTo>
                  <a:pt x="2643123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3854" y="5073142"/>
            <a:ext cx="579755" cy="300355"/>
          </a:xfrm>
          <a:custGeom>
            <a:avLst/>
            <a:gdLst/>
            <a:ahLst/>
            <a:cxnLst/>
            <a:rect l="l" t="t" r="r" b="b"/>
            <a:pathLst>
              <a:path w="579755" h="300354">
                <a:moveTo>
                  <a:pt x="579501" y="0"/>
                </a:moveTo>
                <a:lnTo>
                  <a:pt x="0" y="0"/>
                </a:lnTo>
                <a:lnTo>
                  <a:pt x="0" y="300101"/>
                </a:lnTo>
                <a:lnTo>
                  <a:pt x="579501" y="300101"/>
                </a:lnTo>
                <a:lnTo>
                  <a:pt x="57950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3854" y="4064508"/>
            <a:ext cx="7693659" cy="299720"/>
          </a:xfrm>
          <a:custGeom>
            <a:avLst/>
            <a:gdLst/>
            <a:ahLst/>
            <a:cxnLst/>
            <a:rect l="l" t="t" r="r" b="b"/>
            <a:pathLst>
              <a:path w="7693659" h="299720">
                <a:moveTo>
                  <a:pt x="7693152" y="0"/>
                </a:moveTo>
                <a:lnTo>
                  <a:pt x="0" y="0"/>
                </a:lnTo>
                <a:lnTo>
                  <a:pt x="0" y="299465"/>
                </a:lnTo>
                <a:lnTo>
                  <a:pt x="7693152" y="299465"/>
                </a:lnTo>
                <a:lnTo>
                  <a:pt x="769315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3854" y="2348357"/>
            <a:ext cx="4159250" cy="299720"/>
          </a:xfrm>
          <a:custGeom>
            <a:avLst/>
            <a:gdLst/>
            <a:ahLst/>
            <a:cxnLst/>
            <a:rect l="l" t="t" r="r" b="b"/>
            <a:pathLst>
              <a:path w="4159250" h="299719">
                <a:moveTo>
                  <a:pt x="4159250" y="0"/>
                </a:moveTo>
                <a:lnTo>
                  <a:pt x="0" y="0"/>
                </a:lnTo>
                <a:lnTo>
                  <a:pt x="0" y="299339"/>
                </a:lnTo>
                <a:lnTo>
                  <a:pt x="4159250" y="299339"/>
                </a:lnTo>
                <a:lnTo>
                  <a:pt x="415925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14107" y="372110"/>
            <a:ext cx="9507220" cy="6818630"/>
            <a:chOff x="634619" y="329819"/>
            <a:chExt cx="9507220" cy="6818630"/>
          </a:xfrm>
        </p:grpSpPr>
        <p:sp>
          <p:nvSpPr>
            <p:cNvPr id="8" name="object 8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8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11" name="object 11"/>
          <p:cNvSpPr txBox="1"/>
          <p:nvPr/>
        </p:nvSpPr>
        <p:spPr>
          <a:xfrm>
            <a:off x="813311" y="1505941"/>
            <a:ext cx="9155430" cy="288099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810"/>
              </a:spcBef>
              <a:buSzPct val="109433"/>
              <a:buFont typeface="PMingLiU-ExtB"/>
              <a:buChar char="❑"/>
              <a:tabLst>
                <a:tab pos="390525" algn="l"/>
              </a:tabLst>
            </a:pPr>
            <a:r>
              <a:rPr sz="2650" b="1" spc="-30" dirty="0">
                <a:latin typeface="Malgun Gothic"/>
                <a:cs typeface="Malgun Gothic"/>
              </a:rPr>
              <a:t>사용자</a:t>
            </a:r>
            <a:endParaRPr sz="26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43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5" dirty="0">
                <a:latin typeface="Malgun Gothic"/>
                <a:cs typeface="Malgun Gothic"/>
              </a:rPr>
              <a:t>데이터베이스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사용자는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여러</a:t>
            </a:r>
            <a:r>
              <a:rPr sz="2200" b="1" spc="-12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부류로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나눌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수</a:t>
            </a:r>
            <a:r>
              <a:rPr sz="2200" b="1" spc="-10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있음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33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latin typeface="Malgun Gothic"/>
                <a:cs typeface="Malgun Gothic"/>
              </a:rPr>
              <a:t>뒤에서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상세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구분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설명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예정</a:t>
            </a:r>
            <a:endParaRPr sz="2200">
              <a:latin typeface="Malgun Gothic"/>
              <a:cs typeface="Malgun Gothic"/>
            </a:endParaRPr>
          </a:p>
          <a:p>
            <a:pPr marL="499745" indent="-487680">
              <a:lnSpc>
                <a:spcPct val="100000"/>
              </a:lnSpc>
              <a:spcBef>
                <a:spcPts val="2085"/>
              </a:spcBef>
              <a:buSzPct val="109433"/>
              <a:buFont typeface="PMingLiU-ExtB"/>
              <a:buChar char="❑"/>
              <a:tabLst>
                <a:tab pos="499745" algn="l"/>
                <a:tab pos="500380" algn="l"/>
              </a:tabLst>
            </a:pPr>
            <a:r>
              <a:rPr sz="2650" b="1" spc="-35" dirty="0">
                <a:latin typeface="Malgun Gothic"/>
                <a:cs typeface="Malgun Gothic"/>
              </a:rPr>
              <a:t>하드웨어</a:t>
            </a:r>
            <a:endParaRPr sz="26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635"/>
              </a:spcBef>
              <a:buFont typeface="PMingLiU-ExtB"/>
              <a:buChar char="✓"/>
              <a:tabLst>
                <a:tab pos="833119" algn="l"/>
                <a:tab pos="4813935" algn="l"/>
                <a:tab pos="6229985" algn="l"/>
              </a:tabLst>
            </a:pPr>
            <a:r>
              <a:rPr sz="2200" b="1" spc="10" dirty="0">
                <a:solidFill>
                  <a:srgbClr val="FF0000"/>
                </a:solidFill>
                <a:latin typeface="Malgun Gothic"/>
                <a:cs typeface="Malgun Gothic"/>
              </a:rPr>
              <a:t>데이터베이스(DB)는</a:t>
            </a:r>
            <a:r>
              <a:rPr sz="2200" b="1" spc="4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10" dirty="0">
                <a:solidFill>
                  <a:srgbClr val="FF0000"/>
                </a:solidFill>
                <a:latin typeface="Malgun Gothic"/>
                <a:cs typeface="Malgun Gothic"/>
              </a:rPr>
              <a:t>디스크와	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같은</a:t>
            </a:r>
            <a:r>
              <a:rPr sz="2200" b="1" spc="37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보조	기억</a:t>
            </a:r>
            <a:r>
              <a:rPr sz="2200" b="1" spc="3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장치에</a:t>
            </a:r>
            <a:r>
              <a:rPr sz="2200" b="1" spc="3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40" dirty="0">
                <a:solidFill>
                  <a:srgbClr val="FF0000"/>
                </a:solidFill>
                <a:latin typeface="Malgun Gothic"/>
                <a:cs typeface="Malgun Gothic"/>
              </a:rPr>
              <a:t>저장</a:t>
            </a:r>
            <a:r>
              <a:rPr sz="2200" b="1" spc="40" dirty="0">
                <a:latin typeface="Malgun Gothic"/>
                <a:cs typeface="Malgun Gothic"/>
              </a:rPr>
              <a:t>되며,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3105" y="4528737"/>
            <a:ext cx="742060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50" dirty="0">
                <a:latin typeface="Malgun Gothic"/>
                <a:cs typeface="Malgun Gothic"/>
              </a:rPr>
              <a:t>DBMS에서</a:t>
            </a:r>
            <a:r>
              <a:rPr sz="2200" b="1" spc="-9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원하는</a:t>
            </a:r>
            <a:r>
              <a:rPr sz="2200" b="1" spc="-7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정보를</a:t>
            </a:r>
            <a:r>
              <a:rPr sz="2200" b="1" spc="-9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찾기</a:t>
            </a:r>
            <a:r>
              <a:rPr sz="2200" b="1" spc="-95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위해서는</a:t>
            </a:r>
            <a:r>
              <a:rPr sz="2200" b="1" spc="-75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디스크의</a:t>
            </a:r>
            <a:r>
              <a:rPr sz="2200" b="1" spc="-75" dirty="0">
                <a:latin typeface="Malgun Gothic"/>
                <a:cs typeface="Malgun Gothic"/>
              </a:rPr>
              <a:t> </a:t>
            </a:r>
            <a:r>
              <a:rPr sz="2200" b="1" spc="-35" dirty="0">
                <a:latin typeface="Malgun Gothic"/>
                <a:cs typeface="Malgun Gothic"/>
              </a:rPr>
              <a:t>블록들을</a:t>
            </a:r>
            <a:endParaRPr sz="2200" dirty="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17456" y="4568825"/>
            <a:ext cx="854710" cy="30035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0795">
              <a:lnSpc>
                <a:spcPts val="2365"/>
              </a:lnSpc>
            </a:pPr>
            <a:r>
              <a:rPr sz="2200" b="1" spc="-40" dirty="0">
                <a:solidFill>
                  <a:srgbClr val="FF0000"/>
                </a:solidFill>
                <a:latin typeface="Malgun Gothic"/>
                <a:cs typeface="Malgun Gothic"/>
              </a:rPr>
              <a:t>주기</a:t>
            </a:r>
            <a:r>
              <a:rPr sz="2200" b="1" spc="5" dirty="0">
                <a:solidFill>
                  <a:srgbClr val="FF0000"/>
                </a:solidFill>
                <a:latin typeface="Malgun Gothic"/>
                <a:cs typeface="Malgun Gothic"/>
              </a:rPr>
              <a:t>억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7773" y="4864963"/>
            <a:ext cx="8655685" cy="153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5080">
              <a:lnSpc>
                <a:spcPct val="150500"/>
              </a:lnSpc>
              <a:spcBef>
                <a:spcPts val="100"/>
              </a:spcBef>
            </a:pP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장치</a:t>
            </a:r>
            <a:r>
              <a:rPr sz="2200" b="1" spc="-25" dirty="0">
                <a:latin typeface="Malgun Gothic"/>
                <a:cs typeface="Malgun Gothic"/>
              </a:rPr>
              <a:t>로</a:t>
            </a:r>
            <a:r>
              <a:rPr sz="2200" b="1" spc="23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읽어</a:t>
            </a:r>
            <a:r>
              <a:rPr sz="2200" b="1" spc="24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들여야</a:t>
            </a:r>
            <a:r>
              <a:rPr sz="2200" b="1" spc="235" dirty="0">
                <a:latin typeface="Malgun Gothic"/>
                <a:cs typeface="Malgun Gothic"/>
              </a:rPr>
              <a:t> </a:t>
            </a:r>
            <a:r>
              <a:rPr sz="2200" b="1" spc="25" dirty="0">
                <a:latin typeface="Malgun Gothic"/>
                <a:cs typeface="Malgun Gothic"/>
              </a:rPr>
              <a:t>하며,</a:t>
            </a:r>
            <a:r>
              <a:rPr sz="2200" b="1" spc="254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계산이나</a:t>
            </a:r>
            <a:r>
              <a:rPr sz="2200" b="1" spc="24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비교</a:t>
            </a:r>
            <a:r>
              <a:rPr sz="2200" b="1" spc="235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연산들을</a:t>
            </a:r>
            <a:r>
              <a:rPr sz="2200" b="1" spc="240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수행하기</a:t>
            </a:r>
            <a:r>
              <a:rPr sz="2200" b="1" spc="240" dirty="0">
                <a:latin typeface="Malgun Gothic"/>
                <a:cs typeface="Malgun Gothic"/>
              </a:rPr>
              <a:t> </a:t>
            </a:r>
            <a:r>
              <a:rPr sz="2200" b="1" spc="-30" dirty="0">
                <a:latin typeface="Malgun Gothic"/>
                <a:cs typeface="Malgun Gothic"/>
              </a:rPr>
              <a:t>위해 </a:t>
            </a:r>
            <a:r>
              <a:rPr sz="2200" b="1" spc="-760" dirty="0"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중앙</a:t>
            </a:r>
            <a:r>
              <a:rPr sz="220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처리</a:t>
            </a:r>
            <a:r>
              <a:rPr sz="220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15" dirty="0">
                <a:solidFill>
                  <a:srgbClr val="FF0000"/>
                </a:solidFill>
                <a:latin typeface="Malgun Gothic"/>
                <a:cs typeface="Malgun Gothic"/>
              </a:rPr>
              <a:t>장치(CPU)</a:t>
            </a:r>
            <a:r>
              <a:rPr sz="2200" b="1" spc="15" dirty="0">
                <a:latin typeface="Malgun Gothic"/>
                <a:cs typeface="Malgun Gothic"/>
              </a:rPr>
              <a:t>가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사용됨</a:t>
            </a:r>
            <a:endParaRPr sz="220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3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2200" b="1" spc="-45" dirty="0">
                <a:latin typeface="Malgun Gothic"/>
                <a:cs typeface="Malgun Gothic"/>
              </a:rPr>
              <a:t>DBMS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자체도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주기억</a:t>
            </a:r>
            <a:r>
              <a:rPr sz="2200" b="1" spc="-12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장치에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적재되어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실행되어야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함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68398" y="4340986"/>
            <a:ext cx="6781165" cy="88900"/>
          </a:xfrm>
          <a:custGeom>
            <a:avLst/>
            <a:gdLst/>
            <a:ahLst/>
            <a:cxnLst/>
            <a:rect l="l" t="t" r="r" b="b"/>
            <a:pathLst>
              <a:path w="6781165" h="88900">
                <a:moveTo>
                  <a:pt x="0" y="88518"/>
                </a:moveTo>
                <a:lnTo>
                  <a:pt x="2073" y="78851"/>
                </a:lnTo>
                <a:lnTo>
                  <a:pt x="8302" y="71945"/>
                </a:lnTo>
                <a:lnTo>
                  <a:pt x="18698" y="67802"/>
                </a:lnTo>
                <a:lnTo>
                  <a:pt x="33274" y="66420"/>
                </a:lnTo>
                <a:lnTo>
                  <a:pt x="51250" y="66420"/>
                </a:lnTo>
                <a:lnTo>
                  <a:pt x="72024" y="66420"/>
                </a:lnTo>
                <a:lnTo>
                  <a:pt x="1013840" y="66420"/>
                </a:lnTo>
                <a:lnTo>
                  <a:pt x="1032843" y="66065"/>
                </a:lnTo>
                <a:lnTo>
                  <a:pt x="1085850" y="60832"/>
                </a:lnTo>
                <a:lnTo>
                  <a:pt x="1132570" y="52546"/>
                </a:lnTo>
                <a:lnTo>
                  <a:pt x="1146809" y="49783"/>
                </a:lnTo>
                <a:lnTo>
                  <a:pt x="1160641" y="47357"/>
                </a:lnTo>
                <a:lnTo>
                  <a:pt x="1174495" y="45608"/>
                </a:lnTo>
                <a:lnTo>
                  <a:pt x="1188350" y="44551"/>
                </a:lnTo>
                <a:lnTo>
                  <a:pt x="1202182" y="44195"/>
                </a:lnTo>
                <a:lnTo>
                  <a:pt x="1214631" y="44195"/>
                </a:lnTo>
                <a:lnTo>
                  <a:pt x="1224343" y="44195"/>
                </a:lnTo>
                <a:lnTo>
                  <a:pt x="1551177" y="44195"/>
                </a:lnTo>
                <a:lnTo>
                  <a:pt x="1572660" y="44551"/>
                </a:lnTo>
                <a:lnTo>
                  <a:pt x="1592738" y="45608"/>
                </a:lnTo>
                <a:lnTo>
                  <a:pt x="1611435" y="47357"/>
                </a:lnTo>
                <a:lnTo>
                  <a:pt x="1628775" y="49783"/>
                </a:lnTo>
                <a:lnTo>
                  <a:pt x="1646060" y="52210"/>
                </a:lnTo>
                <a:lnTo>
                  <a:pt x="1664763" y="53959"/>
                </a:lnTo>
                <a:lnTo>
                  <a:pt x="1684871" y="55016"/>
                </a:lnTo>
                <a:lnTo>
                  <a:pt x="1706372" y="55371"/>
                </a:lnTo>
                <a:lnTo>
                  <a:pt x="1727799" y="55371"/>
                </a:lnTo>
                <a:lnTo>
                  <a:pt x="1747869" y="55371"/>
                </a:lnTo>
                <a:lnTo>
                  <a:pt x="1872488" y="55371"/>
                </a:lnTo>
                <a:lnTo>
                  <a:pt x="1897441" y="55707"/>
                </a:lnTo>
                <a:lnTo>
                  <a:pt x="1916858" y="56721"/>
                </a:lnTo>
                <a:lnTo>
                  <a:pt x="1930727" y="58425"/>
                </a:lnTo>
                <a:lnTo>
                  <a:pt x="1939036" y="60832"/>
                </a:lnTo>
                <a:lnTo>
                  <a:pt x="1946402" y="64515"/>
                </a:lnTo>
                <a:lnTo>
                  <a:pt x="1951989" y="66420"/>
                </a:lnTo>
                <a:lnTo>
                  <a:pt x="1955673" y="66420"/>
                </a:lnTo>
                <a:lnTo>
                  <a:pt x="1959355" y="66420"/>
                </a:lnTo>
                <a:lnTo>
                  <a:pt x="1964816" y="66420"/>
                </a:lnTo>
                <a:lnTo>
                  <a:pt x="1972310" y="66420"/>
                </a:lnTo>
              </a:path>
              <a:path w="6781165" h="88900">
                <a:moveTo>
                  <a:pt x="2792222" y="88518"/>
                </a:moveTo>
                <a:lnTo>
                  <a:pt x="2792222" y="88518"/>
                </a:lnTo>
                <a:lnTo>
                  <a:pt x="3462528" y="88518"/>
                </a:lnTo>
                <a:lnTo>
                  <a:pt x="3506841" y="88183"/>
                </a:lnTo>
                <a:lnTo>
                  <a:pt x="3556714" y="87169"/>
                </a:lnTo>
                <a:lnTo>
                  <a:pt x="3612135" y="85465"/>
                </a:lnTo>
                <a:lnTo>
                  <a:pt x="3673093" y="83057"/>
                </a:lnTo>
                <a:lnTo>
                  <a:pt x="3731267" y="80295"/>
                </a:lnTo>
                <a:lnTo>
                  <a:pt x="3778345" y="77533"/>
                </a:lnTo>
                <a:lnTo>
                  <a:pt x="3839210" y="72008"/>
                </a:lnTo>
                <a:lnTo>
                  <a:pt x="3894341" y="63615"/>
                </a:lnTo>
                <a:lnTo>
                  <a:pt x="3911346" y="60832"/>
                </a:lnTo>
                <a:lnTo>
                  <a:pt x="3926893" y="58425"/>
                </a:lnTo>
                <a:lnTo>
                  <a:pt x="3940381" y="56721"/>
                </a:lnTo>
                <a:lnTo>
                  <a:pt x="3951797" y="55707"/>
                </a:lnTo>
                <a:lnTo>
                  <a:pt x="3961129" y="55371"/>
                </a:lnTo>
                <a:lnTo>
                  <a:pt x="3969436" y="55371"/>
                </a:lnTo>
                <a:lnTo>
                  <a:pt x="3977766" y="55371"/>
                </a:lnTo>
                <a:lnTo>
                  <a:pt x="4077462" y="55371"/>
                </a:lnTo>
                <a:lnTo>
                  <a:pt x="4084724" y="55707"/>
                </a:lnTo>
                <a:lnTo>
                  <a:pt x="4095464" y="56721"/>
                </a:lnTo>
                <a:lnTo>
                  <a:pt x="4109680" y="58425"/>
                </a:lnTo>
                <a:lnTo>
                  <a:pt x="4127373" y="60832"/>
                </a:lnTo>
                <a:lnTo>
                  <a:pt x="4145684" y="63259"/>
                </a:lnTo>
                <a:lnTo>
                  <a:pt x="4161948" y="65008"/>
                </a:lnTo>
                <a:lnTo>
                  <a:pt x="4176164" y="66065"/>
                </a:lnTo>
                <a:lnTo>
                  <a:pt x="4188333" y="66420"/>
                </a:lnTo>
                <a:lnTo>
                  <a:pt x="4199383" y="66420"/>
                </a:lnTo>
                <a:lnTo>
                  <a:pt x="4210446" y="66420"/>
                </a:lnTo>
                <a:lnTo>
                  <a:pt x="4576064" y="66420"/>
                </a:lnTo>
                <a:lnTo>
                  <a:pt x="4604827" y="66065"/>
                </a:lnTo>
                <a:lnTo>
                  <a:pt x="4668593" y="63259"/>
                </a:lnTo>
                <a:lnTo>
                  <a:pt x="4738530" y="57733"/>
                </a:lnTo>
                <a:lnTo>
                  <a:pt x="4802209" y="49438"/>
                </a:lnTo>
                <a:lnTo>
                  <a:pt x="4830953" y="44195"/>
                </a:lnTo>
                <a:lnTo>
                  <a:pt x="4858668" y="39362"/>
                </a:lnTo>
                <a:lnTo>
                  <a:pt x="4886372" y="35909"/>
                </a:lnTo>
                <a:lnTo>
                  <a:pt x="4914052" y="33837"/>
                </a:lnTo>
                <a:lnTo>
                  <a:pt x="4941697" y="33146"/>
                </a:lnTo>
                <a:lnTo>
                  <a:pt x="4969059" y="33146"/>
                </a:lnTo>
                <a:lnTo>
                  <a:pt x="4995719" y="33146"/>
                </a:lnTo>
                <a:lnTo>
                  <a:pt x="5268595" y="33146"/>
                </a:lnTo>
                <a:lnTo>
                  <a:pt x="5282817" y="32811"/>
                </a:lnTo>
                <a:lnTo>
                  <a:pt x="5297693" y="31797"/>
                </a:lnTo>
                <a:lnTo>
                  <a:pt x="5313261" y="30093"/>
                </a:lnTo>
                <a:lnTo>
                  <a:pt x="5329555" y="27685"/>
                </a:lnTo>
                <a:lnTo>
                  <a:pt x="5345795" y="25259"/>
                </a:lnTo>
                <a:lnTo>
                  <a:pt x="5361368" y="23510"/>
                </a:lnTo>
                <a:lnTo>
                  <a:pt x="5376275" y="22453"/>
                </a:lnTo>
                <a:lnTo>
                  <a:pt x="5390515" y="22097"/>
                </a:lnTo>
                <a:lnTo>
                  <a:pt x="5405036" y="22097"/>
                </a:lnTo>
                <a:lnTo>
                  <a:pt x="5420963" y="22097"/>
                </a:lnTo>
                <a:lnTo>
                  <a:pt x="5438270" y="22097"/>
                </a:lnTo>
                <a:lnTo>
                  <a:pt x="5456935" y="22097"/>
                </a:lnTo>
                <a:lnTo>
                  <a:pt x="5476702" y="21742"/>
                </a:lnTo>
                <a:lnTo>
                  <a:pt x="5497147" y="20685"/>
                </a:lnTo>
                <a:lnTo>
                  <a:pt x="5518282" y="18936"/>
                </a:lnTo>
                <a:lnTo>
                  <a:pt x="5540121" y="16509"/>
                </a:lnTo>
                <a:lnTo>
                  <a:pt x="5561885" y="14102"/>
                </a:lnTo>
                <a:lnTo>
                  <a:pt x="5582983" y="12398"/>
                </a:lnTo>
                <a:lnTo>
                  <a:pt x="5603414" y="11384"/>
                </a:lnTo>
                <a:lnTo>
                  <a:pt x="5623179" y="11049"/>
                </a:lnTo>
                <a:lnTo>
                  <a:pt x="5642943" y="10693"/>
                </a:lnTo>
                <a:lnTo>
                  <a:pt x="5663374" y="9636"/>
                </a:lnTo>
                <a:lnTo>
                  <a:pt x="5684472" y="7887"/>
                </a:lnTo>
                <a:lnTo>
                  <a:pt x="5706236" y="5460"/>
                </a:lnTo>
                <a:lnTo>
                  <a:pt x="5728075" y="3053"/>
                </a:lnTo>
                <a:lnTo>
                  <a:pt x="5749210" y="1349"/>
                </a:lnTo>
                <a:lnTo>
                  <a:pt x="5769655" y="335"/>
                </a:lnTo>
                <a:lnTo>
                  <a:pt x="5789422" y="0"/>
                </a:lnTo>
                <a:lnTo>
                  <a:pt x="5807733" y="0"/>
                </a:lnTo>
                <a:lnTo>
                  <a:pt x="5823997" y="0"/>
                </a:lnTo>
                <a:lnTo>
                  <a:pt x="6763752" y="0"/>
                </a:lnTo>
                <a:lnTo>
                  <a:pt x="678103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9859" y="1719326"/>
            <a:ext cx="2401570" cy="300355"/>
          </a:xfrm>
          <a:custGeom>
            <a:avLst/>
            <a:gdLst/>
            <a:ahLst/>
            <a:cxnLst/>
            <a:rect l="l" t="t" r="r" b="b"/>
            <a:pathLst>
              <a:path w="2401570" h="300355">
                <a:moveTo>
                  <a:pt x="2401569" y="0"/>
                </a:moveTo>
                <a:lnTo>
                  <a:pt x="0" y="0"/>
                </a:lnTo>
                <a:lnTo>
                  <a:pt x="0" y="300100"/>
                </a:lnTo>
                <a:lnTo>
                  <a:pt x="2401569" y="300100"/>
                </a:lnTo>
                <a:lnTo>
                  <a:pt x="240156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34619" y="329819"/>
            <a:ext cx="9507220" cy="6818630"/>
            <a:chOff x="634619" y="329819"/>
            <a:chExt cx="9507220" cy="6818630"/>
          </a:xfrm>
        </p:grpSpPr>
        <p:sp>
          <p:nvSpPr>
            <p:cNvPr id="4" name="object 4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1.1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9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개요(계속)</a:t>
            </a:r>
            <a:endParaRPr sz="3300"/>
          </a:p>
        </p:txBody>
      </p:sp>
      <p:sp>
        <p:nvSpPr>
          <p:cNvPr id="7" name="object 7"/>
          <p:cNvSpPr txBox="1"/>
          <p:nvPr/>
        </p:nvSpPr>
        <p:spPr>
          <a:xfrm>
            <a:off x="813290" y="1678888"/>
            <a:ext cx="817816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05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25" dirty="0">
                <a:latin typeface="Malgun Gothic"/>
                <a:cs typeface="Malgun Gothic"/>
              </a:rPr>
              <a:t>데이터베이스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시스템의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40" dirty="0">
                <a:latin typeface="Malgun Gothic"/>
                <a:cs typeface="Malgun Gothic"/>
              </a:rPr>
              <a:t>요구사항(DBMS의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기능적인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주요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dirty="0">
                <a:latin typeface="Malgun Gothic"/>
                <a:cs typeface="Malgun Gothic"/>
              </a:rPr>
              <a:t>특성)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3854" y="2238629"/>
            <a:ext cx="159131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데이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터</a:t>
            </a:r>
            <a:r>
              <a:rPr sz="1950" b="1" spc="-114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독립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성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854" y="2723261"/>
            <a:ext cx="240919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효율적인</a:t>
            </a:r>
            <a:r>
              <a:rPr sz="1950" b="1" spc="-14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00AF50"/>
                </a:solidFill>
                <a:latin typeface="Malgun Gothic"/>
                <a:cs typeface="Malgun Gothic"/>
              </a:rPr>
              <a:t>데이터</a:t>
            </a:r>
            <a:r>
              <a:rPr sz="1950" b="1" spc="-12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접근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7772" y="2203157"/>
            <a:ext cx="223520" cy="1296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395" dirty="0">
                <a:solidFill>
                  <a:srgbClr val="00AF50"/>
                </a:solidFill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950" spc="-395" dirty="0">
                <a:solidFill>
                  <a:srgbClr val="00AF50"/>
                </a:solidFill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950" spc="-395" dirty="0">
                <a:solidFill>
                  <a:srgbClr val="00AF50"/>
                </a:solidFill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854" y="3207893"/>
            <a:ext cx="2737485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데이터에</a:t>
            </a:r>
            <a:r>
              <a:rPr sz="1950" b="1" spc="-13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00AF50"/>
                </a:solidFill>
                <a:latin typeface="Malgun Gothic"/>
                <a:cs typeface="Malgun Gothic"/>
              </a:rPr>
              <a:t>대한</a:t>
            </a:r>
            <a:r>
              <a:rPr sz="1950" b="1" spc="-11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00AF50"/>
                </a:solidFill>
                <a:latin typeface="Malgun Gothic"/>
                <a:cs typeface="Malgun Gothic"/>
              </a:rPr>
              <a:t>동시</a:t>
            </a:r>
            <a:r>
              <a:rPr sz="1950" b="1" spc="-9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접근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7772" y="3655550"/>
            <a:ext cx="4628515" cy="2748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백업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과</a:t>
            </a:r>
            <a:r>
              <a:rPr sz="1950" b="1" spc="-114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회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복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7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쉬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운</a:t>
            </a:r>
            <a:r>
              <a:rPr sz="1950" b="1" spc="-9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질의</a:t>
            </a:r>
            <a:r>
              <a:rPr sz="1950" b="1" spc="30" dirty="0">
                <a:solidFill>
                  <a:srgbClr val="00AF50"/>
                </a:solidFill>
                <a:latin typeface="Malgun Gothic"/>
                <a:cs typeface="Malgun Gothic"/>
              </a:rPr>
              <a:t>어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7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solidFill>
                  <a:srgbClr val="00AF50"/>
                </a:solidFill>
                <a:latin typeface="Malgun Gothic"/>
                <a:cs typeface="Malgun Gothic"/>
              </a:rPr>
              <a:t>다양한</a:t>
            </a:r>
            <a:r>
              <a:rPr sz="1950" b="1" spc="-140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00AF50"/>
                </a:solidFill>
                <a:latin typeface="Malgun Gothic"/>
                <a:cs typeface="Malgun Gothic"/>
              </a:rPr>
              <a:t>사용자</a:t>
            </a:r>
            <a:r>
              <a:rPr sz="1950" b="1" spc="-135" dirty="0">
                <a:solidFill>
                  <a:srgbClr val="00AF5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00AF50"/>
                </a:solidFill>
                <a:latin typeface="Malgun Gothic"/>
                <a:cs typeface="Malgun Gothic"/>
              </a:rPr>
              <a:t>인터페이스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8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중복을</a:t>
            </a:r>
            <a:r>
              <a:rPr sz="1950" b="1" spc="-14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줄이거나</a:t>
            </a:r>
            <a:r>
              <a:rPr sz="1950" b="1" spc="-135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702FA0"/>
                </a:solidFill>
                <a:latin typeface="Malgun Gothic"/>
                <a:cs typeface="Malgun Gothic"/>
              </a:rPr>
              <a:t>제어하며</a:t>
            </a:r>
            <a:r>
              <a:rPr sz="1950" b="1" spc="-12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702FA0"/>
                </a:solidFill>
                <a:latin typeface="Malgun Gothic"/>
                <a:cs typeface="Malgun Gothic"/>
              </a:rPr>
              <a:t>일관성</a:t>
            </a:r>
            <a:r>
              <a:rPr sz="1950" b="1" spc="-12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702FA0"/>
                </a:solidFill>
                <a:latin typeface="Malgun Gothic"/>
                <a:cs typeface="Malgun Gothic"/>
              </a:rPr>
              <a:t>유지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7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데이터</a:t>
            </a:r>
            <a:r>
              <a:rPr sz="1950" b="1" spc="-16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무결성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6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데이터</a:t>
            </a:r>
            <a:r>
              <a:rPr sz="1950" b="1" spc="-16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702FA0"/>
                </a:solidFill>
                <a:latin typeface="Malgun Gothic"/>
                <a:cs typeface="Malgun Gothic"/>
              </a:rPr>
              <a:t>보안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96899" y="2272665"/>
            <a:ext cx="4744085" cy="4225290"/>
            <a:chOff x="1096899" y="2272665"/>
            <a:chExt cx="4744085" cy="4225290"/>
          </a:xfrm>
        </p:grpSpPr>
        <p:sp>
          <p:nvSpPr>
            <p:cNvPr id="14" name="object 14"/>
            <p:cNvSpPr/>
            <p:nvPr/>
          </p:nvSpPr>
          <p:spPr>
            <a:xfrm>
              <a:off x="1125474" y="2279015"/>
              <a:ext cx="310515" cy="2637155"/>
            </a:xfrm>
            <a:custGeom>
              <a:avLst/>
              <a:gdLst/>
              <a:ahLst/>
              <a:cxnLst/>
              <a:rect l="l" t="t" r="r" b="b"/>
              <a:pathLst>
                <a:path w="310515" h="2637154">
                  <a:moveTo>
                    <a:pt x="188340" y="0"/>
                  </a:moveTo>
                  <a:lnTo>
                    <a:pt x="157845" y="60848"/>
                  </a:lnTo>
                  <a:lnTo>
                    <a:pt x="132969" y="110744"/>
                  </a:lnTo>
                  <a:lnTo>
                    <a:pt x="112156" y="155066"/>
                  </a:lnTo>
                  <a:lnTo>
                    <a:pt x="94106" y="199389"/>
                  </a:lnTo>
                  <a:lnTo>
                    <a:pt x="85820" y="221226"/>
                  </a:lnTo>
                  <a:lnTo>
                    <a:pt x="77533" y="242347"/>
                  </a:lnTo>
                  <a:lnTo>
                    <a:pt x="69246" y="262755"/>
                  </a:lnTo>
                  <a:lnTo>
                    <a:pt x="60959" y="282448"/>
                  </a:lnTo>
                  <a:lnTo>
                    <a:pt x="52599" y="303950"/>
                  </a:lnTo>
                  <a:lnTo>
                    <a:pt x="35974" y="359386"/>
                  </a:lnTo>
                  <a:lnTo>
                    <a:pt x="20087" y="427587"/>
                  </a:lnTo>
                  <a:lnTo>
                    <a:pt x="8987" y="485741"/>
                  </a:lnTo>
                  <a:lnTo>
                    <a:pt x="3053" y="531433"/>
                  </a:lnTo>
                  <a:lnTo>
                    <a:pt x="335" y="572998"/>
                  </a:lnTo>
                  <a:lnTo>
                    <a:pt x="0" y="592709"/>
                  </a:lnTo>
                  <a:lnTo>
                    <a:pt x="0" y="612120"/>
                  </a:lnTo>
                  <a:lnTo>
                    <a:pt x="0" y="631507"/>
                  </a:lnTo>
                  <a:lnTo>
                    <a:pt x="0" y="775588"/>
                  </a:lnTo>
                  <a:lnTo>
                    <a:pt x="335" y="793210"/>
                  </a:lnTo>
                  <a:lnTo>
                    <a:pt x="1349" y="812926"/>
                  </a:lnTo>
                  <a:lnTo>
                    <a:pt x="3053" y="834739"/>
                  </a:lnTo>
                  <a:lnTo>
                    <a:pt x="5460" y="858647"/>
                  </a:lnTo>
                  <a:lnTo>
                    <a:pt x="7941" y="882554"/>
                  </a:lnTo>
                  <a:lnTo>
                    <a:pt x="9683" y="904366"/>
                  </a:lnTo>
                  <a:lnTo>
                    <a:pt x="10711" y="924083"/>
                  </a:lnTo>
                  <a:lnTo>
                    <a:pt x="11048" y="941704"/>
                  </a:lnTo>
                  <a:lnTo>
                    <a:pt x="11739" y="958707"/>
                  </a:lnTo>
                  <a:lnTo>
                    <a:pt x="13811" y="976376"/>
                  </a:lnTo>
                  <a:lnTo>
                    <a:pt x="17264" y="994711"/>
                  </a:lnTo>
                  <a:lnTo>
                    <a:pt x="22097" y="1013713"/>
                  </a:lnTo>
                  <a:lnTo>
                    <a:pt x="26951" y="1033833"/>
                  </a:lnTo>
                  <a:lnTo>
                    <a:pt x="30448" y="1055322"/>
                  </a:lnTo>
                  <a:lnTo>
                    <a:pt x="32563" y="1078168"/>
                  </a:lnTo>
                  <a:lnTo>
                    <a:pt x="33273" y="1102360"/>
                  </a:lnTo>
                  <a:lnTo>
                    <a:pt x="33609" y="1126960"/>
                  </a:lnTo>
                  <a:lnTo>
                    <a:pt x="34623" y="1150858"/>
                  </a:lnTo>
                  <a:lnTo>
                    <a:pt x="36327" y="1174065"/>
                  </a:lnTo>
                  <a:lnTo>
                    <a:pt x="38734" y="1196594"/>
                  </a:lnTo>
                  <a:lnTo>
                    <a:pt x="41161" y="1219122"/>
                  </a:lnTo>
                  <a:lnTo>
                    <a:pt x="42910" y="1242329"/>
                  </a:lnTo>
                  <a:lnTo>
                    <a:pt x="43967" y="1266227"/>
                  </a:lnTo>
                  <a:lnTo>
                    <a:pt x="44322" y="1290827"/>
                  </a:lnTo>
                  <a:lnTo>
                    <a:pt x="44658" y="1315710"/>
                  </a:lnTo>
                  <a:lnTo>
                    <a:pt x="45672" y="1340627"/>
                  </a:lnTo>
                  <a:lnTo>
                    <a:pt x="47376" y="1365569"/>
                  </a:lnTo>
                  <a:lnTo>
                    <a:pt x="49784" y="1390523"/>
                  </a:lnTo>
                  <a:lnTo>
                    <a:pt x="52210" y="1414430"/>
                  </a:lnTo>
                  <a:lnTo>
                    <a:pt x="53959" y="1436243"/>
                  </a:lnTo>
                  <a:lnTo>
                    <a:pt x="55016" y="1455959"/>
                  </a:lnTo>
                  <a:lnTo>
                    <a:pt x="55371" y="1473581"/>
                  </a:lnTo>
                  <a:lnTo>
                    <a:pt x="55727" y="1490583"/>
                  </a:lnTo>
                  <a:lnTo>
                    <a:pt x="56784" y="1508252"/>
                  </a:lnTo>
                  <a:lnTo>
                    <a:pt x="58533" y="1526587"/>
                  </a:lnTo>
                  <a:lnTo>
                    <a:pt x="60959" y="1545589"/>
                  </a:lnTo>
                  <a:lnTo>
                    <a:pt x="63367" y="1564663"/>
                  </a:lnTo>
                  <a:lnTo>
                    <a:pt x="65071" y="1583023"/>
                  </a:lnTo>
                  <a:lnTo>
                    <a:pt x="66085" y="1600668"/>
                  </a:lnTo>
                  <a:lnTo>
                    <a:pt x="66420" y="1617599"/>
                  </a:lnTo>
                  <a:lnTo>
                    <a:pt x="66776" y="1633910"/>
                  </a:lnTo>
                  <a:lnTo>
                    <a:pt x="67833" y="1649507"/>
                  </a:lnTo>
                  <a:lnTo>
                    <a:pt x="69582" y="1664390"/>
                  </a:lnTo>
                  <a:lnTo>
                    <a:pt x="72009" y="1678559"/>
                  </a:lnTo>
                  <a:lnTo>
                    <a:pt x="74771" y="1693489"/>
                  </a:lnTo>
                  <a:lnTo>
                    <a:pt x="77533" y="1710467"/>
                  </a:lnTo>
                  <a:lnTo>
                    <a:pt x="80295" y="1729493"/>
                  </a:lnTo>
                  <a:lnTo>
                    <a:pt x="83057" y="1750568"/>
                  </a:lnTo>
                  <a:lnTo>
                    <a:pt x="85820" y="1771360"/>
                  </a:lnTo>
                  <a:lnTo>
                    <a:pt x="94106" y="1817115"/>
                  </a:lnTo>
                  <a:lnTo>
                    <a:pt x="105554" y="1856585"/>
                  </a:lnTo>
                  <a:lnTo>
                    <a:pt x="110743" y="1872488"/>
                  </a:lnTo>
                  <a:lnTo>
                    <a:pt x="115933" y="1888781"/>
                  </a:lnTo>
                  <a:lnTo>
                    <a:pt x="127381" y="1933448"/>
                  </a:lnTo>
                  <a:lnTo>
                    <a:pt x="132613" y="1974988"/>
                  </a:lnTo>
                  <a:lnTo>
                    <a:pt x="132969" y="1988820"/>
                  </a:lnTo>
                  <a:lnTo>
                    <a:pt x="132969" y="2002704"/>
                  </a:lnTo>
                  <a:lnTo>
                    <a:pt x="132969" y="2016553"/>
                  </a:lnTo>
                  <a:lnTo>
                    <a:pt x="132969" y="2099691"/>
                  </a:lnTo>
                  <a:lnTo>
                    <a:pt x="133304" y="2113504"/>
                  </a:lnTo>
                  <a:lnTo>
                    <a:pt x="134318" y="2127329"/>
                  </a:lnTo>
                  <a:lnTo>
                    <a:pt x="136022" y="2141178"/>
                  </a:lnTo>
                  <a:lnTo>
                    <a:pt x="138429" y="2155063"/>
                  </a:lnTo>
                  <a:lnTo>
                    <a:pt x="140856" y="2168894"/>
                  </a:lnTo>
                  <a:lnTo>
                    <a:pt x="142605" y="2182749"/>
                  </a:lnTo>
                  <a:lnTo>
                    <a:pt x="143662" y="2196603"/>
                  </a:lnTo>
                  <a:lnTo>
                    <a:pt x="144017" y="2210435"/>
                  </a:lnTo>
                  <a:lnTo>
                    <a:pt x="144373" y="2223912"/>
                  </a:lnTo>
                  <a:lnTo>
                    <a:pt x="152703" y="2271396"/>
                  </a:lnTo>
                  <a:lnTo>
                    <a:pt x="166115" y="2304669"/>
                  </a:lnTo>
                  <a:lnTo>
                    <a:pt x="171358" y="2316073"/>
                  </a:lnTo>
                  <a:lnTo>
                    <a:pt x="175863" y="2328179"/>
                  </a:lnTo>
                  <a:lnTo>
                    <a:pt x="179653" y="2340977"/>
                  </a:lnTo>
                  <a:lnTo>
                    <a:pt x="182753" y="2354453"/>
                  </a:lnTo>
                  <a:lnTo>
                    <a:pt x="185870" y="2367647"/>
                  </a:lnTo>
                  <a:lnTo>
                    <a:pt x="189690" y="2379424"/>
                  </a:lnTo>
                  <a:lnTo>
                    <a:pt x="194200" y="2389796"/>
                  </a:lnTo>
                  <a:lnTo>
                    <a:pt x="199389" y="2398776"/>
                  </a:lnTo>
                  <a:lnTo>
                    <a:pt x="204223" y="2406727"/>
                  </a:lnTo>
                  <a:lnTo>
                    <a:pt x="207676" y="2414000"/>
                  </a:lnTo>
                  <a:lnTo>
                    <a:pt x="209748" y="2420582"/>
                  </a:lnTo>
                  <a:lnTo>
                    <a:pt x="210438" y="2426462"/>
                  </a:lnTo>
                  <a:lnTo>
                    <a:pt x="210438" y="2433828"/>
                  </a:lnTo>
                  <a:lnTo>
                    <a:pt x="212344" y="2441321"/>
                  </a:lnTo>
                  <a:lnTo>
                    <a:pt x="224313" y="2477744"/>
                  </a:lnTo>
                  <a:lnTo>
                    <a:pt x="227075" y="2493010"/>
                  </a:lnTo>
                  <a:lnTo>
                    <a:pt x="230193" y="2508557"/>
                  </a:lnTo>
                  <a:lnTo>
                    <a:pt x="249257" y="2551154"/>
                  </a:lnTo>
                  <a:lnTo>
                    <a:pt x="260393" y="2567779"/>
                  </a:lnTo>
                  <a:lnTo>
                    <a:pt x="265938" y="2576068"/>
                  </a:lnTo>
                  <a:lnTo>
                    <a:pt x="273303" y="2587117"/>
                  </a:lnTo>
                  <a:lnTo>
                    <a:pt x="276987" y="2594610"/>
                  </a:lnTo>
                  <a:lnTo>
                    <a:pt x="276987" y="2598293"/>
                  </a:lnTo>
                  <a:lnTo>
                    <a:pt x="276987" y="2601976"/>
                  </a:lnTo>
                  <a:lnTo>
                    <a:pt x="280669" y="2605659"/>
                  </a:lnTo>
                  <a:lnTo>
                    <a:pt x="288035" y="2609342"/>
                  </a:lnTo>
                  <a:lnTo>
                    <a:pt x="295401" y="2613025"/>
                  </a:lnTo>
                  <a:lnTo>
                    <a:pt x="300989" y="2616708"/>
                  </a:lnTo>
                  <a:lnTo>
                    <a:pt x="304672" y="2620391"/>
                  </a:lnTo>
                  <a:lnTo>
                    <a:pt x="308356" y="2624074"/>
                  </a:lnTo>
                  <a:lnTo>
                    <a:pt x="310260" y="2629662"/>
                  </a:lnTo>
                  <a:lnTo>
                    <a:pt x="310260" y="263702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3249" y="5216652"/>
              <a:ext cx="310515" cy="1204595"/>
            </a:xfrm>
            <a:custGeom>
              <a:avLst/>
              <a:gdLst/>
              <a:ahLst/>
              <a:cxnLst/>
              <a:rect l="l" t="t" r="r" b="b"/>
              <a:pathLst>
                <a:path w="310515" h="1204595">
                  <a:moveTo>
                    <a:pt x="177291" y="0"/>
                  </a:moveTo>
                  <a:lnTo>
                    <a:pt x="164861" y="42648"/>
                  </a:lnTo>
                  <a:lnTo>
                    <a:pt x="144071" y="79680"/>
                  </a:lnTo>
                  <a:lnTo>
                    <a:pt x="121921" y="112930"/>
                  </a:lnTo>
                  <a:lnTo>
                    <a:pt x="110870" y="127507"/>
                  </a:lnTo>
                  <a:lnTo>
                    <a:pt x="100439" y="141339"/>
                  </a:lnTo>
                  <a:lnTo>
                    <a:pt x="77597" y="182880"/>
                  </a:lnTo>
                  <a:lnTo>
                    <a:pt x="66547" y="210565"/>
                  </a:lnTo>
                  <a:lnTo>
                    <a:pt x="61023" y="224420"/>
                  </a:lnTo>
                  <a:lnTo>
                    <a:pt x="45751" y="264636"/>
                  </a:lnTo>
                  <a:lnTo>
                    <a:pt x="36097" y="298523"/>
                  </a:lnTo>
                  <a:lnTo>
                    <a:pt x="33321" y="307514"/>
                  </a:lnTo>
                  <a:lnTo>
                    <a:pt x="30521" y="315148"/>
                  </a:lnTo>
                  <a:lnTo>
                    <a:pt x="27685" y="321437"/>
                  </a:lnTo>
                  <a:lnTo>
                    <a:pt x="24588" y="328344"/>
                  </a:lnTo>
                  <a:lnTo>
                    <a:pt x="11175" y="365760"/>
                  </a:lnTo>
                  <a:lnTo>
                    <a:pt x="692" y="412426"/>
                  </a:lnTo>
                  <a:lnTo>
                    <a:pt x="0" y="426593"/>
                  </a:lnTo>
                  <a:lnTo>
                    <a:pt x="0" y="439451"/>
                  </a:lnTo>
                  <a:lnTo>
                    <a:pt x="0" y="450214"/>
                  </a:lnTo>
                  <a:lnTo>
                    <a:pt x="0" y="626110"/>
                  </a:lnTo>
                  <a:lnTo>
                    <a:pt x="692" y="642014"/>
                  </a:lnTo>
                  <a:lnTo>
                    <a:pt x="6268" y="686349"/>
                  </a:lnTo>
                  <a:lnTo>
                    <a:pt x="16700" y="743497"/>
                  </a:lnTo>
                  <a:lnTo>
                    <a:pt x="27749" y="790551"/>
                  </a:lnTo>
                  <a:lnTo>
                    <a:pt x="33273" y="808863"/>
                  </a:lnTo>
                  <a:lnTo>
                    <a:pt x="38107" y="825865"/>
                  </a:lnTo>
                  <a:lnTo>
                    <a:pt x="41560" y="843534"/>
                  </a:lnTo>
                  <a:lnTo>
                    <a:pt x="43632" y="861869"/>
                  </a:lnTo>
                  <a:lnTo>
                    <a:pt x="44322" y="880872"/>
                  </a:lnTo>
                  <a:lnTo>
                    <a:pt x="45015" y="899610"/>
                  </a:lnTo>
                  <a:lnTo>
                    <a:pt x="55498" y="947420"/>
                  </a:lnTo>
                  <a:lnTo>
                    <a:pt x="72072" y="985853"/>
                  </a:lnTo>
                  <a:lnTo>
                    <a:pt x="91116" y="1021208"/>
                  </a:lnTo>
                  <a:lnTo>
                    <a:pt x="97351" y="1028469"/>
                  </a:lnTo>
                  <a:lnTo>
                    <a:pt x="101171" y="1033303"/>
                  </a:lnTo>
                  <a:lnTo>
                    <a:pt x="105681" y="1039518"/>
                  </a:lnTo>
                  <a:lnTo>
                    <a:pt x="110870" y="1047115"/>
                  </a:lnTo>
                  <a:lnTo>
                    <a:pt x="116395" y="1055066"/>
                  </a:lnTo>
                  <a:lnTo>
                    <a:pt x="144081" y="1085913"/>
                  </a:lnTo>
                  <a:lnTo>
                    <a:pt x="149649" y="1091481"/>
                  </a:lnTo>
                  <a:lnTo>
                    <a:pt x="155194" y="1097026"/>
                  </a:lnTo>
                  <a:lnTo>
                    <a:pt x="192150" y="1121029"/>
                  </a:lnTo>
                  <a:lnTo>
                    <a:pt x="199516" y="1124712"/>
                  </a:lnTo>
                  <a:lnTo>
                    <a:pt x="227494" y="1146873"/>
                  </a:lnTo>
                  <a:lnTo>
                    <a:pt x="234076" y="1152398"/>
                  </a:lnTo>
                  <a:lnTo>
                    <a:pt x="241349" y="1157922"/>
                  </a:lnTo>
                  <a:lnTo>
                    <a:pt x="249300" y="1163447"/>
                  </a:lnTo>
                  <a:lnTo>
                    <a:pt x="257305" y="1168991"/>
                  </a:lnTo>
                  <a:lnTo>
                    <a:pt x="264572" y="1174559"/>
                  </a:lnTo>
                  <a:lnTo>
                    <a:pt x="271125" y="1180127"/>
                  </a:lnTo>
                  <a:lnTo>
                    <a:pt x="276987" y="1185672"/>
                  </a:lnTo>
                  <a:lnTo>
                    <a:pt x="284479" y="1193038"/>
                  </a:lnTo>
                  <a:lnTo>
                    <a:pt x="291845" y="1196721"/>
                  </a:lnTo>
                  <a:lnTo>
                    <a:pt x="299212" y="1196721"/>
                  </a:lnTo>
                  <a:lnTo>
                    <a:pt x="306578" y="1196721"/>
                  </a:lnTo>
                  <a:lnTo>
                    <a:pt x="310260" y="1198626"/>
                  </a:lnTo>
                  <a:lnTo>
                    <a:pt x="310260" y="1202309"/>
                  </a:lnTo>
                  <a:lnTo>
                    <a:pt x="308879" y="1204025"/>
                  </a:lnTo>
                  <a:lnTo>
                    <a:pt x="304736" y="1203658"/>
                  </a:lnTo>
                  <a:lnTo>
                    <a:pt x="297830" y="1201219"/>
                  </a:lnTo>
                  <a:lnTo>
                    <a:pt x="288163" y="119672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8962" y="5493893"/>
              <a:ext cx="1185545" cy="33655"/>
            </a:xfrm>
            <a:custGeom>
              <a:avLst/>
              <a:gdLst/>
              <a:ahLst/>
              <a:cxnLst/>
              <a:rect l="l" t="t" r="r" b="b"/>
              <a:pathLst>
                <a:path w="1185545" h="33654">
                  <a:moveTo>
                    <a:pt x="0" y="33147"/>
                  </a:moveTo>
                  <a:lnTo>
                    <a:pt x="45684" y="30093"/>
                  </a:lnTo>
                  <a:lnTo>
                    <a:pt x="88612" y="24923"/>
                  </a:lnTo>
                  <a:lnTo>
                    <a:pt x="132947" y="19399"/>
                  </a:lnTo>
                  <a:lnTo>
                    <a:pt x="155066" y="16637"/>
                  </a:lnTo>
                  <a:lnTo>
                    <a:pt x="177258" y="14156"/>
                  </a:lnTo>
                  <a:lnTo>
                    <a:pt x="199437" y="12414"/>
                  </a:lnTo>
                  <a:lnTo>
                    <a:pt x="221593" y="11386"/>
                  </a:lnTo>
                  <a:lnTo>
                    <a:pt x="243712" y="11049"/>
                  </a:lnTo>
                  <a:lnTo>
                    <a:pt x="267622" y="11049"/>
                  </a:lnTo>
                  <a:lnTo>
                    <a:pt x="294973" y="11049"/>
                  </a:lnTo>
                  <a:lnTo>
                    <a:pt x="1152271" y="11049"/>
                  </a:lnTo>
                  <a:lnTo>
                    <a:pt x="1162702" y="10358"/>
                  </a:lnTo>
                  <a:lnTo>
                    <a:pt x="1171717" y="8286"/>
                  </a:lnTo>
                  <a:lnTo>
                    <a:pt x="1179327" y="4833"/>
                  </a:lnTo>
                  <a:lnTo>
                    <a:pt x="1185545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90497" y="4995037"/>
              <a:ext cx="3601085" cy="1019810"/>
            </a:xfrm>
            <a:custGeom>
              <a:avLst/>
              <a:gdLst/>
              <a:ahLst/>
              <a:cxnLst/>
              <a:rect l="l" t="t" r="r" b="b"/>
              <a:pathLst>
                <a:path w="3601085" h="1019810">
                  <a:moveTo>
                    <a:pt x="0" y="952880"/>
                  </a:moveTo>
                  <a:lnTo>
                    <a:pt x="0" y="952880"/>
                  </a:lnTo>
                  <a:lnTo>
                    <a:pt x="121919" y="952880"/>
                  </a:lnTo>
                  <a:lnTo>
                    <a:pt x="139259" y="953216"/>
                  </a:lnTo>
                  <a:lnTo>
                    <a:pt x="157956" y="954230"/>
                  </a:lnTo>
                  <a:lnTo>
                    <a:pt x="178034" y="955934"/>
                  </a:lnTo>
                  <a:lnTo>
                    <a:pt x="199516" y="958341"/>
                  </a:lnTo>
                  <a:lnTo>
                    <a:pt x="221636" y="960768"/>
                  </a:lnTo>
                  <a:lnTo>
                    <a:pt x="243792" y="962517"/>
                  </a:lnTo>
                  <a:lnTo>
                    <a:pt x="265971" y="963574"/>
                  </a:lnTo>
                  <a:lnTo>
                    <a:pt x="288163" y="963929"/>
                  </a:lnTo>
                  <a:lnTo>
                    <a:pt x="310282" y="963929"/>
                  </a:lnTo>
                  <a:lnTo>
                    <a:pt x="332438" y="963929"/>
                  </a:lnTo>
                  <a:lnTo>
                    <a:pt x="548513" y="963929"/>
                  </a:lnTo>
                  <a:lnTo>
                    <a:pt x="569305" y="964285"/>
                  </a:lnTo>
                  <a:lnTo>
                    <a:pt x="592835" y="965342"/>
                  </a:lnTo>
                  <a:lnTo>
                    <a:pt x="619128" y="967091"/>
                  </a:lnTo>
                  <a:lnTo>
                    <a:pt x="648207" y="969517"/>
                  </a:lnTo>
                  <a:lnTo>
                    <a:pt x="678332" y="971925"/>
                  </a:lnTo>
                  <a:lnTo>
                    <a:pt x="707755" y="973629"/>
                  </a:lnTo>
                  <a:lnTo>
                    <a:pt x="736486" y="974643"/>
                  </a:lnTo>
                  <a:lnTo>
                    <a:pt x="764539" y="974979"/>
                  </a:lnTo>
                  <a:lnTo>
                    <a:pt x="791565" y="974979"/>
                  </a:lnTo>
                  <a:lnTo>
                    <a:pt x="817197" y="974979"/>
                  </a:lnTo>
                  <a:lnTo>
                    <a:pt x="1374683" y="974979"/>
                  </a:lnTo>
                  <a:lnTo>
                    <a:pt x="1385061" y="974979"/>
                  </a:lnTo>
                </a:path>
                <a:path w="3601085" h="1019810">
                  <a:moveTo>
                    <a:pt x="1551304" y="897508"/>
                  </a:moveTo>
                  <a:lnTo>
                    <a:pt x="1518032" y="937960"/>
                  </a:lnTo>
                  <a:lnTo>
                    <a:pt x="1483086" y="962884"/>
                  </a:lnTo>
                  <a:lnTo>
                    <a:pt x="1474795" y="964620"/>
                  </a:lnTo>
                  <a:lnTo>
                    <a:pt x="1466818" y="966692"/>
                  </a:lnTo>
                  <a:lnTo>
                    <a:pt x="1455364" y="970145"/>
                  </a:lnTo>
                  <a:lnTo>
                    <a:pt x="1440433" y="974979"/>
                  </a:lnTo>
                  <a:lnTo>
                    <a:pt x="1423503" y="980523"/>
                  </a:lnTo>
                  <a:lnTo>
                    <a:pt x="1405858" y="986091"/>
                  </a:lnTo>
                  <a:lnTo>
                    <a:pt x="1368425" y="997204"/>
                  </a:lnTo>
                  <a:lnTo>
                    <a:pt x="1331087" y="1006903"/>
                  </a:lnTo>
                  <a:lnTo>
                    <a:pt x="1279130" y="1016248"/>
                  </a:lnTo>
                  <a:lnTo>
                    <a:pt x="1240319" y="1018966"/>
                  </a:lnTo>
                  <a:lnTo>
                    <a:pt x="1218819" y="1019301"/>
                  </a:lnTo>
                  <a:lnTo>
                    <a:pt x="1197054" y="1019301"/>
                  </a:lnTo>
                  <a:lnTo>
                    <a:pt x="1175956" y="1019301"/>
                  </a:lnTo>
                  <a:lnTo>
                    <a:pt x="1155525" y="1019301"/>
                  </a:lnTo>
                  <a:lnTo>
                    <a:pt x="1135760" y="1019301"/>
                  </a:lnTo>
                  <a:lnTo>
                    <a:pt x="1112877" y="1017920"/>
                  </a:lnTo>
                  <a:lnTo>
                    <a:pt x="1046392" y="1006871"/>
                  </a:lnTo>
                  <a:lnTo>
                    <a:pt x="1002791" y="997204"/>
                  </a:lnTo>
                  <a:lnTo>
                    <a:pt x="958145" y="986434"/>
                  </a:lnTo>
                  <a:lnTo>
                    <a:pt x="918321" y="976391"/>
                  </a:lnTo>
                  <a:lnTo>
                    <a:pt x="853185" y="958341"/>
                  </a:lnTo>
                  <a:lnTo>
                    <a:pt x="803338" y="943117"/>
                  </a:lnTo>
                  <a:lnTo>
                    <a:pt x="764539" y="930656"/>
                  </a:lnTo>
                  <a:lnTo>
                    <a:pt x="724088" y="910921"/>
                  </a:lnTo>
                  <a:lnTo>
                    <a:pt x="706751" y="895373"/>
                  </a:lnTo>
                  <a:lnTo>
                    <a:pt x="699484" y="889158"/>
                  </a:lnTo>
                  <a:lnTo>
                    <a:pt x="692931" y="884324"/>
                  </a:lnTo>
                  <a:lnTo>
                    <a:pt x="687069" y="880871"/>
                  </a:lnTo>
                  <a:lnTo>
                    <a:pt x="679576" y="877188"/>
                  </a:lnTo>
                  <a:lnTo>
                    <a:pt x="674115" y="871601"/>
                  </a:lnTo>
                  <a:lnTo>
                    <a:pt x="653795" y="836549"/>
                  </a:lnTo>
                  <a:lnTo>
                    <a:pt x="648962" y="828544"/>
                  </a:lnTo>
                  <a:lnTo>
                    <a:pt x="645509" y="821277"/>
                  </a:lnTo>
                  <a:lnTo>
                    <a:pt x="643437" y="814724"/>
                  </a:lnTo>
                  <a:lnTo>
                    <a:pt x="642746" y="808863"/>
                  </a:lnTo>
                  <a:lnTo>
                    <a:pt x="642746" y="802927"/>
                  </a:lnTo>
                  <a:lnTo>
                    <a:pt x="642746" y="796337"/>
                  </a:lnTo>
                  <a:lnTo>
                    <a:pt x="642746" y="731265"/>
                  </a:lnTo>
                  <a:lnTo>
                    <a:pt x="643437" y="720550"/>
                  </a:lnTo>
                  <a:lnTo>
                    <a:pt x="659320" y="684807"/>
                  </a:lnTo>
                  <a:lnTo>
                    <a:pt x="675894" y="670306"/>
                  </a:lnTo>
                  <a:lnTo>
                    <a:pt x="682466" y="666160"/>
                  </a:lnTo>
                  <a:lnTo>
                    <a:pt x="691133" y="659241"/>
                  </a:lnTo>
                  <a:lnTo>
                    <a:pt x="701897" y="649535"/>
                  </a:lnTo>
                  <a:lnTo>
                    <a:pt x="714755" y="637032"/>
                  </a:lnTo>
                  <a:lnTo>
                    <a:pt x="728569" y="623556"/>
                  </a:lnTo>
                  <a:lnTo>
                    <a:pt x="742394" y="610758"/>
                  </a:lnTo>
                  <a:lnTo>
                    <a:pt x="784296" y="576478"/>
                  </a:lnTo>
                  <a:lnTo>
                    <a:pt x="831088" y="548385"/>
                  </a:lnTo>
                  <a:lnTo>
                    <a:pt x="874700" y="529740"/>
                  </a:lnTo>
                  <a:lnTo>
                    <a:pt x="916553" y="521055"/>
                  </a:lnTo>
                  <a:lnTo>
                    <a:pt x="925194" y="520700"/>
                  </a:lnTo>
                  <a:lnTo>
                    <a:pt x="934245" y="521055"/>
                  </a:lnTo>
                  <a:lnTo>
                    <a:pt x="944641" y="522112"/>
                  </a:lnTo>
                  <a:lnTo>
                    <a:pt x="956395" y="523861"/>
                  </a:lnTo>
                  <a:lnTo>
                    <a:pt x="969517" y="526288"/>
                  </a:lnTo>
                  <a:lnTo>
                    <a:pt x="984095" y="529050"/>
                  </a:lnTo>
                  <a:lnTo>
                    <a:pt x="1000029" y="531812"/>
                  </a:lnTo>
                  <a:lnTo>
                    <a:pt x="1017345" y="534574"/>
                  </a:lnTo>
                  <a:lnTo>
                    <a:pt x="1036065" y="537337"/>
                  </a:lnTo>
                  <a:lnTo>
                    <a:pt x="1054377" y="540099"/>
                  </a:lnTo>
                  <a:lnTo>
                    <a:pt x="1097026" y="548385"/>
                  </a:lnTo>
                  <a:lnTo>
                    <a:pt x="1139549" y="559833"/>
                  </a:lnTo>
                  <a:lnTo>
                    <a:pt x="1176597" y="570549"/>
                  </a:lnTo>
                  <a:lnTo>
                    <a:pt x="1224407" y="587247"/>
                  </a:lnTo>
                  <a:lnTo>
                    <a:pt x="1265947" y="613197"/>
                  </a:lnTo>
                  <a:lnTo>
                    <a:pt x="1294709" y="639814"/>
                  </a:lnTo>
                  <a:lnTo>
                    <a:pt x="1311687" y="653668"/>
                  </a:lnTo>
                  <a:lnTo>
                    <a:pt x="1330713" y="667523"/>
                  </a:lnTo>
                  <a:lnTo>
                    <a:pt x="1351788" y="681354"/>
                  </a:lnTo>
                  <a:lnTo>
                    <a:pt x="1372242" y="694904"/>
                  </a:lnTo>
                  <a:lnTo>
                    <a:pt x="1389221" y="707739"/>
                  </a:lnTo>
                  <a:lnTo>
                    <a:pt x="1402722" y="719859"/>
                  </a:lnTo>
                  <a:lnTo>
                    <a:pt x="1412747" y="731265"/>
                  </a:lnTo>
                  <a:lnTo>
                    <a:pt x="1421391" y="741979"/>
                  </a:lnTo>
                  <a:lnTo>
                    <a:pt x="1430750" y="752014"/>
                  </a:lnTo>
                  <a:lnTo>
                    <a:pt x="1461968" y="777617"/>
                  </a:lnTo>
                  <a:lnTo>
                    <a:pt x="1492122" y="795908"/>
                  </a:lnTo>
                  <a:lnTo>
                    <a:pt x="1497710" y="801369"/>
                  </a:lnTo>
                  <a:lnTo>
                    <a:pt x="1525396" y="838326"/>
                  </a:lnTo>
                  <a:lnTo>
                    <a:pt x="1529079" y="845693"/>
                  </a:lnTo>
                  <a:lnTo>
                    <a:pt x="1529079" y="853185"/>
                  </a:lnTo>
                </a:path>
                <a:path w="3601085" h="1019810">
                  <a:moveTo>
                    <a:pt x="3534664" y="443102"/>
                  </a:moveTo>
                  <a:lnTo>
                    <a:pt x="3514929" y="477464"/>
                  </a:lnTo>
                  <a:lnTo>
                    <a:pt x="3499308" y="485082"/>
                  </a:lnTo>
                  <a:lnTo>
                    <a:pt x="3493055" y="488902"/>
                  </a:lnTo>
                  <a:lnTo>
                    <a:pt x="3488207" y="493412"/>
                  </a:lnTo>
                  <a:lnTo>
                    <a:pt x="3484753" y="498601"/>
                  </a:lnTo>
                  <a:lnTo>
                    <a:pt x="3480944" y="503773"/>
                  </a:lnTo>
                  <a:lnTo>
                    <a:pt x="3443924" y="517646"/>
                  </a:lnTo>
                  <a:lnTo>
                    <a:pt x="3405114" y="520364"/>
                  </a:lnTo>
                  <a:lnTo>
                    <a:pt x="3379469" y="520700"/>
                  </a:lnTo>
                  <a:lnTo>
                    <a:pt x="3353153" y="520700"/>
                  </a:lnTo>
                  <a:lnTo>
                    <a:pt x="3329622" y="520700"/>
                  </a:lnTo>
                  <a:lnTo>
                    <a:pt x="3308854" y="520700"/>
                  </a:lnTo>
                  <a:lnTo>
                    <a:pt x="3290824" y="520700"/>
                  </a:lnTo>
                  <a:lnTo>
                    <a:pt x="3273893" y="520364"/>
                  </a:lnTo>
                  <a:lnTo>
                    <a:pt x="3218815" y="515238"/>
                  </a:lnTo>
                  <a:lnTo>
                    <a:pt x="3173126" y="506841"/>
                  </a:lnTo>
                  <a:lnTo>
                    <a:pt x="3113531" y="493013"/>
                  </a:lnTo>
                  <a:lnTo>
                    <a:pt x="3055397" y="475027"/>
                  </a:lnTo>
                  <a:lnTo>
                    <a:pt x="3013837" y="454278"/>
                  </a:lnTo>
                  <a:lnTo>
                    <a:pt x="2973385" y="424114"/>
                  </a:lnTo>
                  <a:lnTo>
                    <a:pt x="2939067" y="390556"/>
                  </a:lnTo>
                  <a:lnTo>
                    <a:pt x="2912026" y="357284"/>
                  </a:lnTo>
                  <a:lnTo>
                    <a:pt x="2903428" y="317813"/>
                  </a:lnTo>
                  <a:lnTo>
                    <a:pt x="2903092" y="304672"/>
                  </a:lnTo>
                  <a:lnTo>
                    <a:pt x="2903092" y="289405"/>
                  </a:lnTo>
                  <a:lnTo>
                    <a:pt x="2903092" y="271399"/>
                  </a:lnTo>
                  <a:lnTo>
                    <a:pt x="2903092" y="110743"/>
                  </a:lnTo>
                  <a:lnTo>
                    <a:pt x="2904474" y="104173"/>
                  </a:lnTo>
                  <a:lnTo>
                    <a:pt x="2925191" y="72008"/>
                  </a:lnTo>
                  <a:lnTo>
                    <a:pt x="2955337" y="42880"/>
                  </a:lnTo>
                  <a:lnTo>
                    <a:pt x="2973032" y="35282"/>
                  </a:lnTo>
                  <a:lnTo>
                    <a:pt x="2983404" y="30448"/>
                  </a:lnTo>
                  <a:lnTo>
                    <a:pt x="2995181" y="24233"/>
                  </a:lnTo>
                  <a:lnTo>
                    <a:pt x="3008376" y="16637"/>
                  </a:lnTo>
                  <a:lnTo>
                    <a:pt x="3023235" y="9322"/>
                  </a:lnTo>
                  <a:lnTo>
                    <a:pt x="3040189" y="4127"/>
                  </a:lnTo>
                  <a:lnTo>
                    <a:pt x="3059239" y="1027"/>
                  </a:lnTo>
                  <a:lnTo>
                    <a:pt x="3080385" y="0"/>
                  </a:lnTo>
                  <a:lnTo>
                    <a:pt x="3101121" y="335"/>
                  </a:lnTo>
                  <a:lnTo>
                    <a:pt x="3146805" y="5460"/>
                  </a:lnTo>
                  <a:lnTo>
                    <a:pt x="3192543" y="23123"/>
                  </a:lnTo>
                  <a:lnTo>
                    <a:pt x="3235473" y="44269"/>
                  </a:lnTo>
                  <a:lnTo>
                    <a:pt x="3257629" y="55356"/>
                  </a:lnTo>
                  <a:lnTo>
                    <a:pt x="3302000" y="77469"/>
                  </a:lnTo>
                  <a:lnTo>
                    <a:pt x="3343497" y="96916"/>
                  </a:lnTo>
                  <a:lnTo>
                    <a:pt x="3379469" y="110743"/>
                  </a:lnTo>
                  <a:lnTo>
                    <a:pt x="3396118" y="116270"/>
                  </a:lnTo>
                  <a:lnTo>
                    <a:pt x="3412743" y="121808"/>
                  </a:lnTo>
                  <a:lnTo>
                    <a:pt x="3429369" y="127371"/>
                  </a:lnTo>
                  <a:lnTo>
                    <a:pt x="3446017" y="132969"/>
                  </a:lnTo>
                  <a:lnTo>
                    <a:pt x="3461565" y="138138"/>
                  </a:lnTo>
                  <a:lnTo>
                    <a:pt x="3475053" y="142605"/>
                  </a:lnTo>
                  <a:lnTo>
                    <a:pt x="3486469" y="146381"/>
                  </a:lnTo>
                  <a:lnTo>
                    <a:pt x="3495802" y="149478"/>
                  </a:lnTo>
                  <a:lnTo>
                    <a:pt x="3534664" y="182752"/>
                  </a:lnTo>
                  <a:lnTo>
                    <a:pt x="3561595" y="218096"/>
                  </a:lnTo>
                  <a:lnTo>
                    <a:pt x="3584448" y="254762"/>
                  </a:lnTo>
                  <a:lnTo>
                    <a:pt x="3591814" y="269620"/>
                  </a:lnTo>
                  <a:lnTo>
                    <a:pt x="3595624" y="276987"/>
                  </a:lnTo>
                  <a:lnTo>
                    <a:pt x="3599306" y="284352"/>
                  </a:lnTo>
                  <a:lnTo>
                    <a:pt x="3601085" y="289940"/>
                  </a:lnTo>
                  <a:lnTo>
                    <a:pt x="3601085" y="293624"/>
                  </a:lnTo>
                  <a:lnTo>
                    <a:pt x="3601085" y="297306"/>
                  </a:lnTo>
                  <a:lnTo>
                    <a:pt x="3601085" y="341629"/>
                  </a:lnTo>
                  <a:lnTo>
                    <a:pt x="3597402" y="343407"/>
                  </a:lnTo>
                  <a:lnTo>
                    <a:pt x="3590036" y="343407"/>
                  </a:lnTo>
                </a:path>
                <a:path w="3601085" h="1019810">
                  <a:moveTo>
                    <a:pt x="1651000" y="864234"/>
                  </a:moveTo>
                  <a:lnTo>
                    <a:pt x="1656879" y="863879"/>
                  </a:lnTo>
                  <a:lnTo>
                    <a:pt x="1663461" y="862822"/>
                  </a:lnTo>
                  <a:lnTo>
                    <a:pt x="1670734" y="861073"/>
                  </a:lnTo>
                  <a:lnTo>
                    <a:pt x="1678686" y="858646"/>
                  </a:lnTo>
                  <a:lnTo>
                    <a:pt x="1688373" y="855884"/>
                  </a:lnTo>
                  <a:lnTo>
                    <a:pt x="1700847" y="853122"/>
                  </a:lnTo>
                  <a:lnTo>
                    <a:pt x="1716083" y="850360"/>
                  </a:lnTo>
                  <a:lnTo>
                    <a:pt x="1734057" y="847597"/>
                  </a:lnTo>
                  <a:lnTo>
                    <a:pt x="1754514" y="844143"/>
                  </a:lnTo>
                  <a:lnTo>
                    <a:pt x="1777031" y="839295"/>
                  </a:lnTo>
                  <a:lnTo>
                    <a:pt x="1801620" y="833042"/>
                  </a:lnTo>
                  <a:lnTo>
                    <a:pt x="1828291" y="825372"/>
                  </a:lnTo>
                  <a:lnTo>
                    <a:pt x="1858418" y="816393"/>
                  </a:lnTo>
                  <a:lnTo>
                    <a:pt x="1893379" y="806021"/>
                  </a:lnTo>
                  <a:lnTo>
                    <a:pt x="1933197" y="794244"/>
                  </a:lnTo>
                  <a:lnTo>
                    <a:pt x="1977898" y="781050"/>
                  </a:lnTo>
                  <a:lnTo>
                    <a:pt x="2021851" y="768264"/>
                  </a:lnTo>
                  <a:lnTo>
                    <a:pt x="2059590" y="757539"/>
                  </a:lnTo>
                  <a:lnTo>
                    <a:pt x="2116328" y="742314"/>
                  </a:lnTo>
                  <a:lnTo>
                    <a:pt x="2138166" y="736790"/>
                  </a:lnTo>
                  <a:lnTo>
                    <a:pt x="2159301" y="731265"/>
                  </a:lnTo>
                  <a:lnTo>
                    <a:pt x="2179746" y="725741"/>
                  </a:lnTo>
                  <a:lnTo>
                    <a:pt x="2199513" y="720216"/>
                  </a:lnTo>
                  <a:lnTo>
                    <a:pt x="2218178" y="714974"/>
                  </a:lnTo>
                  <a:lnTo>
                    <a:pt x="2235485" y="710469"/>
                  </a:lnTo>
                  <a:lnTo>
                    <a:pt x="2251412" y="706679"/>
                  </a:lnTo>
                  <a:lnTo>
                    <a:pt x="2265933" y="703579"/>
                  </a:lnTo>
                  <a:lnTo>
                    <a:pt x="2280457" y="700107"/>
                  </a:lnTo>
                  <a:lnTo>
                    <a:pt x="2296398" y="695229"/>
                  </a:lnTo>
                  <a:lnTo>
                    <a:pt x="2313743" y="688971"/>
                  </a:lnTo>
                  <a:lnTo>
                    <a:pt x="2332481" y="681354"/>
                  </a:lnTo>
                  <a:lnTo>
                    <a:pt x="2350791" y="673758"/>
                  </a:lnTo>
                  <a:lnTo>
                    <a:pt x="2367041" y="667543"/>
                  </a:lnTo>
                  <a:lnTo>
                    <a:pt x="2381220" y="662709"/>
                  </a:lnTo>
                  <a:lnTo>
                    <a:pt x="2393315" y="659257"/>
                  </a:lnTo>
                  <a:lnTo>
                    <a:pt x="2406173" y="655802"/>
                  </a:lnTo>
                  <a:lnTo>
                    <a:pt x="2422461" y="650954"/>
                  </a:lnTo>
                  <a:lnTo>
                    <a:pt x="2442178" y="644701"/>
                  </a:lnTo>
                  <a:lnTo>
                    <a:pt x="2465324" y="637032"/>
                  </a:lnTo>
                  <a:lnTo>
                    <a:pt x="2488543" y="629771"/>
                  </a:lnTo>
                  <a:lnTo>
                    <a:pt x="2508297" y="624570"/>
                  </a:lnTo>
                  <a:lnTo>
                    <a:pt x="2524599" y="621440"/>
                  </a:lnTo>
                  <a:lnTo>
                    <a:pt x="2537460" y="620394"/>
                  </a:lnTo>
                  <a:lnTo>
                    <a:pt x="2549892" y="619704"/>
                  </a:lnTo>
                  <a:lnTo>
                    <a:pt x="2565098" y="617632"/>
                  </a:lnTo>
                  <a:lnTo>
                    <a:pt x="2603880" y="609345"/>
                  </a:lnTo>
                  <a:lnTo>
                    <a:pt x="2642679" y="598296"/>
                  </a:lnTo>
                  <a:lnTo>
                    <a:pt x="2682861" y="581314"/>
                  </a:lnTo>
                  <a:lnTo>
                    <a:pt x="2698067" y="574738"/>
                  </a:lnTo>
                  <a:lnTo>
                    <a:pt x="2736850" y="559562"/>
                  </a:lnTo>
                  <a:lnTo>
                    <a:pt x="2774283" y="545639"/>
                  </a:lnTo>
                  <a:lnTo>
                    <a:pt x="2819971" y="530399"/>
                  </a:lnTo>
                  <a:lnTo>
                    <a:pt x="2871565" y="515510"/>
                  </a:lnTo>
                  <a:lnTo>
                    <a:pt x="2914141" y="504063"/>
                  </a:lnTo>
                  <a:lnTo>
                    <a:pt x="2925548" y="500963"/>
                  </a:lnTo>
                  <a:lnTo>
                    <a:pt x="2964053" y="487425"/>
                  </a:lnTo>
                  <a:lnTo>
                    <a:pt x="3002788" y="470915"/>
                  </a:lnTo>
                  <a:lnTo>
                    <a:pt x="3025630" y="453199"/>
                  </a:lnTo>
                  <a:lnTo>
                    <a:pt x="3036062" y="44310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46174" y="6425057"/>
              <a:ext cx="1085850" cy="66675"/>
            </a:xfrm>
            <a:custGeom>
              <a:avLst/>
              <a:gdLst/>
              <a:ahLst/>
              <a:cxnLst/>
              <a:rect l="l" t="t" r="r" b="b"/>
              <a:pathLst>
                <a:path w="1085850" h="66675">
                  <a:moveTo>
                    <a:pt x="0" y="66547"/>
                  </a:moveTo>
                  <a:lnTo>
                    <a:pt x="45755" y="57171"/>
                  </a:lnTo>
                  <a:lnTo>
                    <a:pt x="87284" y="42596"/>
                  </a:lnTo>
                  <a:lnTo>
                    <a:pt x="105283" y="37401"/>
                  </a:lnTo>
                  <a:lnTo>
                    <a:pt x="120519" y="34301"/>
                  </a:lnTo>
                  <a:lnTo>
                    <a:pt x="132969" y="33273"/>
                  </a:lnTo>
                  <a:lnTo>
                    <a:pt x="145137" y="32918"/>
                  </a:lnTo>
                  <a:lnTo>
                    <a:pt x="159353" y="31861"/>
                  </a:lnTo>
                  <a:lnTo>
                    <a:pt x="175617" y="30112"/>
                  </a:lnTo>
                  <a:lnTo>
                    <a:pt x="193928" y="27685"/>
                  </a:lnTo>
                  <a:lnTo>
                    <a:pt x="212649" y="25278"/>
                  </a:lnTo>
                  <a:lnTo>
                    <a:pt x="229965" y="23574"/>
                  </a:lnTo>
                  <a:lnTo>
                    <a:pt x="245899" y="22560"/>
                  </a:lnTo>
                  <a:lnTo>
                    <a:pt x="260476" y="22224"/>
                  </a:lnTo>
                  <a:lnTo>
                    <a:pt x="274998" y="21869"/>
                  </a:lnTo>
                  <a:lnTo>
                    <a:pt x="290925" y="20812"/>
                  </a:lnTo>
                  <a:lnTo>
                    <a:pt x="308232" y="19063"/>
                  </a:lnTo>
                  <a:lnTo>
                    <a:pt x="326898" y="16636"/>
                  </a:lnTo>
                  <a:lnTo>
                    <a:pt x="345618" y="14210"/>
                  </a:lnTo>
                  <a:lnTo>
                    <a:pt x="362934" y="12461"/>
                  </a:lnTo>
                  <a:lnTo>
                    <a:pt x="378868" y="11404"/>
                  </a:lnTo>
                  <a:lnTo>
                    <a:pt x="393445" y="11048"/>
                  </a:lnTo>
                  <a:lnTo>
                    <a:pt x="406568" y="11048"/>
                  </a:lnTo>
                  <a:lnTo>
                    <a:pt x="418322" y="11048"/>
                  </a:lnTo>
                  <a:lnTo>
                    <a:pt x="554101" y="11048"/>
                  </a:lnTo>
                  <a:lnTo>
                    <a:pt x="561008" y="11404"/>
                  </a:lnTo>
                  <a:lnTo>
                    <a:pt x="570690" y="12461"/>
                  </a:lnTo>
                  <a:lnTo>
                    <a:pt x="583158" y="14210"/>
                  </a:lnTo>
                  <a:lnTo>
                    <a:pt x="598424" y="16636"/>
                  </a:lnTo>
                  <a:lnTo>
                    <a:pt x="615354" y="19063"/>
                  </a:lnTo>
                  <a:lnTo>
                    <a:pt x="632999" y="20812"/>
                  </a:lnTo>
                  <a:lnTo>
                    <a:pt x="651359" y="21869"/>
                  </a:lnTo>
                  <a:lnTo>
                    <a:pt x="670432" y="22224"/>
                  </a:lnTo>
                  <a:lnTo>
                    <a:pt x="689435" y="22224"/>
                  </a:lnTo>
                  <a:lnTo>
                    <a:pt x="707770" y="22224"/>
                  </a:lnTo>
                  <a:lnTo>
                    <a:pt x="864362" y="22224"/>
                  </a:lnTo>
                  <a:lnTo>
                    <a:pt x="880600" y="21869"/>
                  </a:lnTo>
                  <a:lnTo>
                    <a:pt x="925194" y="16636"/>
                  </a:lnTo>
                  <a:lnTo>
                    <a:pt x="963699" y="8350"/>
                  </a:lnTo>
                  <a:lnTo>
                    <a:pt x="975106" y="5587"/>
                  </a:lnTo>
                  <a:lnTo>
                    <a:pt x="985129" y="3161"/>
                  </a:lnTo>
                  <a:lnTo>
                    <a:pt x="993092" y="1412"/>
                  </a:lnTo>
                  <a:lnTo>
                    <a:pt x="998983" y="355"/>
                  </a:lnTo>
                  <a:lnTo>
                    <a:pt x="1002792" y="0"/>
                  </a:lnTo>
                  <a:lnTo>
                    <a:pt x="1006475" y="0"/>
                  </a:lnTo>
                  <a:lnTo>
                    <a:pt x="1012063" y="0"/>
                  </a:lnTo>
                  <a:lnTo>
                    <a:pt x="1075826" y="0"/>
                  </a:lnTo>
                  <a:lnTo>
                    <a:pt x="108585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latin typeface="Arial MT"/>
                <a:cs typeface="Arial MT"/>
              </a:rPr>
              <a:t>1</a:t>
            </a:r>
            <a:r>
              <a:rPr sz="1550" spc="-5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854" y="3357626"/>
            <a:ext cx="5633720" cy="299720"/>
          </a:xfrm>
          <a:custGeom>
            <a:avLst/>
            <a:gdLst/>
            <a:ahLst/>
            <a:cxnLst/>
            <a:rect l="l" t="t" r="r" b="b"/>
            <a:pathLst>
              <a:path w="5633720" h="299720">
                <a:moveTo>
                  <a:pt x="5633720" y="0"/>
                </a:moveTo>
                <a:lnTo>
                  <a:pt x="0" y="0"/>
                </a:lnTo>
                <a:lnTo>
                  <a:pt x="0" y="299465"/>
                </a:lnTo>
                <a:lnTo>
                  <a:pt x="5633720" y="299465"/>
                </a:lnTo>
                <a:lnTo>
                  <a:pt x="563372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2149" y="1764665"/>
            <a:ext cx="2682240" cy="370840"/>
          </a:xfrm>
          <a:custGeom>
            <a:avLst/>
            <a:gdLst/>
            <a:ahLst/>
            <a:cxnLst/>
            <a:rect l="l" t="t" r="r" b="b"/>
            <a:pathLst>
              <a:path w="2682240" h="370839">
                <a:moveTo>
                  <a:pt x="2681731" y="0"/>
                </a:moveTo>
                <a:lnTo>
                  <a:pt x="0" y="0"/>
                </a:lnTo>
                <a:lnTo>
                  <a:pt x="0" y="370459"/>
                </a:lnTo>
                <a:lnTo>
                  <a:pt x="2681731" y="370459"/>
                </a:lnTo>
                <a:lnTo>
                  <a:pt x="268173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34745" y="329946"/>
            <a:ext cx="9507220" cy="6818630"/>
            <a:chOff x="634745" y="329946"/>
            <a:chExt cx="9507220" cy="6818630"/>
          </a:xfrm>
        </p:grpSpPr>
        <p:sp>
          <p:nvSpPr>
            <p:cNvPr id="5" name="object 5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90930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1.2</a:t>
            </a:r>
            <a:r>
              <a:rPr sz="3300" spc="-160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화일</a:t>
            </a:r>
            <a:r>
              <a:rPr sz="3300" spc="-14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80" dirty="0">
                <a:solidFill>
                  <a:srgbClr val="3333CC"/>
                </a:solidFill>
              </a:rPr>
              <a:t> </a:t>
            </a:r>
            <a:r>
              <a:rPr sz="3300" spc="105" dirty="0">
                <a:solidFill>
                  <a:srgbClr val="3333CC"/>
                </a:solidFill>
              </a:rPr>
              <a:t>vs.</a:t>
            </a:r>
            <a:r>
              <a:rPr sz="3300" spc="-125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endParaRPr sz="33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14168" y="7275359"/>
            <a:ext cx="229235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spc="-125" dirty="0">
                <a:latin typeface="Arial MT"/>
                <a:cs typeface="Arial MT"/>
              </a:rPr>
              <a:t>1</a:t>
            </a:r>
            <a:r>
              <a:rPr sz="1550" spc="-5" dirty="0">
                <a:latin typeface="Arial MT"/>
                <a:cs typeface="Arial MT"/>
              </a:rPr>
              <a:t>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311" y="1505941"/>
            <a:ext cx="9157335" cy="267779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810"/>
              </a:spcBef>
              <a:buSzPct val="109433"/>
              <a:buFont typeface="PMingLiU-ExtB"/>
              <a:buChar char="❑"/>
              <a:tabLst>
                <a:tab pos="390525" algn="l"/>
              </a:tabLst>
            </a:pPr>
            <a:r>
              <a:rPr sz="2650" b="1" spc="-25" dirty="0">
                <a:latin typeface="Malgun Gothic"/>
                <a:cs typeface="Malgun Gothic"/>
              </a:rPr>
              <a:t>화일(파일)</a:t>
            </a:r>
            <a:r>
              <a:rPr sz="2650" b="1" spc="-110" dirty="0">
                <a:latin typeface="Malgun Gothic"/>
                <a:cs typeface="Malgun Gothic"/>
              </a:rPr>
              <a:t> </a:t>
            </a:r>
            <a:r>
              <a:rPr sz="2650" b="1" spc="-40" dirty="0">
                <a:latin typeface="Malgun Gothic"/>
                <a:cs typeface="Malgun Gothic"/>
              </a:rPr>
              <a:t>시스템을</a:t>
            </a:r>
            <a:r>
              <a:rPr sz="2650" b="1" spc="-150" dirty="0">
                <a:latin typeface="Malgun Gothic"/>
                <a:cs typeface="Malgun Gothic"/>
              </a:rPr>
              <a:t> </a:t>
            </a:r>
            <a:r>
              <a:rPr sz="2650" b="1" spc="-30" dirty="0">
                <a:latin typeface="Malgun Gothic"/>
                <a:cs typeface="Malgun Gothic"/>
              </a:rPr>
              <a:t>사용한</a:t>
            </a:r>
            <a:r>
              <a:rPr sz="2650" b="1" spc="-170" dirty="0">
                <a:latin typeface="Malgun Gothic"/>
                <a:cs typeface="Malgun Gothic"/>
              </a:rPr>
              <a:t> </a:t>
            </a:r>
            <a:r>
              <a:rPr sz="2650" b="1" spc="-35" dirty="0">
                <a:latin typeface="Malgun Gothic"/>
                <a:cs typeface="Malgun Gothic"/>
              </a:rPr>
              <a:t>기존의</a:t>
            </a:r>
            <a:r>
              <a:rPr sz="2650" b="1" spc="-150" dirty="0">
                <a:latin typeface="Malgun Gothic"/>
                <a:cs typeface="Malgun Gothic"/>
              </a:rPr>
              <a:t> </a:t>
            </a:r>
            <a:r>
              <a:rPr sz="2650" b="1" spc="-30" dirty="0">
                <a:latin typeface="Malgun Gothic"/>
                <a:cs typeface="Malgun Gothic"/>
              </a:rPr>
              <a:t>데이터</a:t>
            </a:r>
            <a:r>
              <a:rPr sz="2650" b="1" spc="-175" dirty="0">
                <a:latin typeface="Malgun Gothic"/>
                <a:cs typeface="Malgun Gothic"/>
              </a:rPr>
              <a:t> </a:t>
            </a:r>
            <a:r>
              <a:rPr sz="2650" b="1" spc="-30" dirty="0">
                <a:latin typeface="Malgun Gothic"/>
                <a:cs typeface="Malgun Gothic"/>
              </a:rPr>
              <a:t>관리</a:t>
            </a:r>
            <a:endParaRPr sz="26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50400"/>
              </a:lnSpc>
              <a:spcBef>
                <a:spcPts val="105"/>
              </a:spcBef>
              <a:buFont typeface="PMingLiU-ExtB"/>
              <a:buChar char="✓"/>
              <a:tabLst>
                <a:tab pos="833119" algn="l"/>
                <a:tab pos="1591945" algn="l"/>
                <a:tab pos="2943860" algn="l"/>
                <a:tab pos="4208145" algn="l"/>
                <a:tab pos="5859780" algn="l"/>
                <a:tab pos="6917055" algn="l"/>
                <a:tab pos="8268970" algn="l"/>
              </a:tabLst>
            </a:pPr>
            <a:r>
              <a:rPr sz="2200" b="1" spc="155" dirty="0">
                <a:latin typeface="Malgun Gothic"/>
                <a:cs typeface="Malgun Gothic"/>
              </a:rPr>
              <a:t>화</a:t>
            </a:r>
            <a:r>
              <a:rPr sz="2200" b="1" spc="5" dirty="0">
                <a:latin typeface="Malgun Gothic"/>
                <a:cs typeface="Malgun Gothic"/>
              </a:rPr>
              <a:t>일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135" dirty="0">
                <a:latin typeface="Malgun Gothic"/>
                <a:cs typeface="Malgun Gothic"/>
              </a:rPr>
              <a:t>시스템</a:t>
            </a:r>
            <a:r>
              <a:rPr sz="2200" b="1" spc="5" dirty="0">
                <a:latin typeface="Malgun Gothic"/>
                <a:cs typeface="Malgun Gothic"/>
              </a:rPr>
              <a:t>은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-80" dirty="0">
                <a:latin typeface="Malgun Gothic"/>
                <a:cs typeface="Malgun Gothic"/>
              </a:rPr>
              <a:t>D</a:t>
            </a:r>
            <a:r>
              <a:rPr sz="2200" b="1" spc="50" dirty="0">
                <a:latin typeface="Malgun Gothic"/>
                <a:cs typeface="Malgun Gothic"/>
              </a:rPr>
              <a:t>B</a:t>
            </a:r>
            <a:r>
              <a:rPr sz="2200" b="1" spc="-360" dirty="0">
                <a:latin typeface="Malgun Gothic"/>
                <a:cs typeface="Malgun Gothic"/>
              </a:rPr>
              <a:t>M</a:t>
            </a:r>
            <a:r>
              <a:rPr sz="2200" b="1" spc="295" dirty="0">
                <a:latin typeface="Malgun Gothic"/>
                <a:cs typeface="Malgun Gothic"/>
              </a:rPr>
              <a:t>S</a:t>
            </a:r>
            <a:r>
              <a:rPr sz="2200" b="1" spc="5" dirty="0">
                <a:latin typeface="Malgun Gothic"/>
                <a:cs typeface="Malgun Gothic"/>
              </a:rPr>
              <a:t>가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135" dirty="0">
                <a:latin typeface="Malgun Gothic"/>
                <a:cs typeface="Malgun Gothic"/>
              </a:rPr>
              <a:t>본격적</a:t>
            </a:r>
            <a:r>
              <a:rPr sz="2200" b="1" spc="155" dirty="0">
                <a:latin typeface="Malgun Gothic"/>
                <a:cs typeface="Malgun Gothic"/>
              </a:rPr>
              <a:t>으</a:t>
            </a:r>
            <a:r>
              <a:rPr sz="2200" b="1" spc="5" dirty="0">
                <a:latin typeface="Malgun Gothic"/>
                <a:cs typeface="Malgun Gothic"/>
              </a:rPr>
              <a:t>로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135" dirty="0">
                <a:latin typeface="Malgun Gothic"/>
                <a:cs typeface="Malgun Gothic"/>
              </a:rPr>
              <a:t>업무</a:t>
            </a:r>
            <a:r>
              <a:rPr sz="2200" b="1" spc="5" dirty="0">
                <a:latin typeface="Malgun Gothic"/>
                <a:cs typeface="Malgun Gothic"/>
              </a:rPr>
              <a:t>에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135" dirty="0">
                <a:latin typeface="Malgun Gothic"/>
                <a:cs typeface="Malgun Gothic"/>
              </a:rPr>
              <a:t>사용되</a:t>
            </a:r>
            <a:r>
              <a:rPr sz="2200" b="1" spc="5" dirty="0">
                <a:latin typeface="Malgun Gothic"/>
                <a:cs typeface="Malgun Gothic"/>
              </a:rPr>
              <a:t>기</a:t>
            </a:r>
            <a:r>
              <a:rPr sz="2200" b="1" dirty="0">
                <a:latin typeface="Malgun Gothic"/>
                <a:cs typeface="Malgun Gothic"/>
              </a:rPr>
              <a:t>	</a:t>
            </a:r>
            <a:r>
              <a:rPr sz="2200" b="1" spc="135" dirty="0">
                <a:latin typeface="Malgun Gothic"/>
                <a:cs typeface="Malgun Gothic"/>
              </a:rPr>
              <a:t>이전</a:t>
            </a:r>
            <a:r>
              <a:rPr sz="2200" b="1" dirty="0">
                <a:latin typeface="Malgun Gothic"/>
                <a:cs typeface="Malgun Gothic"/>
              </a:rPr>
              <a:t>에  </a:t>
            </a:r>
            <a:r>
              <a:rPr sz="2200" b="1" spc="-20" dirty="0">
                <a:latin typeface="Malgun Gothic"/>
                <a:cs typeface="Malgun Gothic"/>
              </a:rPr>
              <a:t>사용되어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왔음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33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latin typeface="Malgun Gothic"/>
                <a:cs typeface="Malgun Gothic"/>
              </a:rPr>
              <a:t>화일의</a:t>
            </a:r>
            <a:r>
              <a:rPr sz="2200" b="1" spc="-12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기본적인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구성요소는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순차적인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레코드들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33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5" dirty="0">
                <a:latin typeface="Malgun Gothic"/>
                <a:cs typeface="Malgun Gothic"/>
              </a:rPr>
              <a:t>한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레코드는</a:t>
            </a:r>
            <a:r>
              <a:rPr sz="2200" b="1" spc="-17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연관된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필드들의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모임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7773" y="4326092"/>
            <a:ext cx="24574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470" dirty="0">
                <a:solidFill>
                  <a:srgbClr val="FF0000"/>
                </a:solidFill>
                <a:latin typeface="PMingLiU-ExtB"/>
                <a:cs typeface="PMingLiU-ExtB"/>
              </a:rPr>
              <a:t></a:t>
            </a:r>
            <a:endParaRPr sz="2200">
              <a:latin typeface="PMingLiU-ExtB"/>
              <a:cs typeface="PMingLiU-ExtB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3854" y="4366260"/>
            <a:ext cx="8354059" cy="30035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365"/>
              </a:lnSpc>
            </a:pP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화일을</a:t>
            </a:r>
            <a:r>
              <a:rPr sz="2200" b="1" spc="1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Malgun Gothic"/>
                <a:cs typeface="Malgun Gothic"/>
              </a:rPr>
              <a:t>접근하는</a:t>
            </a:r>
            <a:r>
              <a:rPr sz="2200" b="1" spc="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방식이</a:t>
            </a:r>
            <a:r>
              <a:rPr sz="2200" b="1" spc="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sz="2200" b="1" spc="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Malgun Gothic"/>
                <a:cs typeface="Malgun Gothic"/>
              </a:rPr>
              <a:t>프로그램</a:t>
            </a:r>
            <a:r>
              <a:rPr sz="2200" b="1" spc="17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15" dirty="0">
                <a:solidFill>
                  <a:srgbClr val="FF0000"/>
                </a:solidFill>
                <a:latin typeface="Malgun Gothic"/>
                <a:cs typeface="Malgun Gothic"/>
              </a:rPr>
              <a:t>내에</a:t>
            </a:r>
            <a:r>
              <a:rPr sz="2200" b="1" spc="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Malgun Gothic"/>
                <a:cs typeface="Malgun Gothic"/>
              </a:rPr>
              <a:t>상세하게</a:t>
            </a:r>
            <a:r>
              <a:rPr sz="2200" b="1" spc="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30" dirty="0">
                <a:solidFill>
                  <a:srgbClr val="FF0000"/>
                </a:solidFill>
                <a:latin typeface="Malgun Gothic"/>
                <a:cs typeface="Malgun Gothic"/>
              </a:rPr>
              <a:t>표현되므로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854" y="4870577"/>
            <a:ext cx="5721985" cy="29972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355"/>
              </a:lnSpc>
            </a:pP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데이터에</a:t>
            </a:r>
            <a:r>
              <a:rPr sz="2200" b="1" spc="-15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대한</a:t>
            </a:r>
            <a:r>
              <a:rPr sz="220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sz="220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프로그램의</a:t>
            </a:r>
            <a:r>
              <a:rPr sz="220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Malgun Gothic"/>
                <a:cs typeface="Malgun Gothic"/>
              </a:rPr>
              <a:t>의존도가</a:t>
            </a:r>
            <a:r>
              <a:rPr sz="2200" b="1" spc="-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Malgun Gothic"/>
                <a:cs typeface="Malgun Gothic"/>
              </a:rPr>
              <a:t>높음</a:t>
            </a:r>
            <a:endParaRPr sz="2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1.2</a:t>
            </a:r>
            <a:r>
              <a:rPr sz="3300" spc="-160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화일</a:t>
            </a:r>
            <a:r>
              <a:rPr sz="3300" spc="-14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45" dirty="0">
                <a:solidFill>
                  <a:srgbClr val="3333CC"/>
                </a:solidFill>
              </a:rPr>
              <a:t> </a:t>
            </a:r>
            <a:r>
              <a:rPr sz="3300" spc="95" dirty="0">
                <a:solidFill>
                  <a:srgbClr val="3333CC"/>
                </a:solidFill>
              </a:rPr>
              <a:t>vs.</a:t>
            </a:r>
            <a:r>
              <a:rPr sz="3300" spc="-120" dirty="0">
                <a:solidFill>
                  <a:srgbClr val="3333CC"/>
                </a:solidFill>
              </a:rPr>
              <a:t> </a:t>
            </a:r>
            <a:r>
              <a:rPr sz="3300" spc="-50" dirty="0">
                <a:solidFill>
                  <a:srgbClr val="3333CC"/>
                </a:solidFill>
              </a:rPr>
              <a:t>DBMS(계속)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2051304" y="1825751"/>
            <a:ext cx="6678295" cy="4802505"/>
            <a:chOff x="2051304" y="1825751"/>
            <a:chExt cx="6678295" cy="48025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304" y="1825751"/>
              <a:ext cx="6678167" cy="48021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77262" y="2256790"/>
              <a:ext cx="1673225" cy="2969895"/>
            </a:xfrm>
            <a:custGeom>
              <a:avLst/>
              <a:gdLst/>
              <a:ahLst/>
              <a:cxnLst/>
              <a:rect l="l" t="t" r="r" b="b"/>
              <a:pathLst>
                <a:path w="1673225" h="2969895">
                  <a:moveTo>
                    <a:pt x="0" y="44323"/>
                  </a:moveTo>
                  <a:lnTo>
                    <a:pt x="10713" y="44323"/>
                  </a:lnTo>
                  <a:lnTo>
                    <a:pt x="20748" y="44323"/>
                  </a:lnTo>
                  <a:lnTo>
                    <a:pt x="30093" y="44323"/>
                  </a:lnTo>
                  <a:lnTo>
                    <a:pt x="38735" y="44323"/>
                  </a:lnTo>
                  <a:lnTo>
                    <a:pt x="49450" y="43967"/>
                  </a:lnTo>
                  <a:lnTo>
                    <a:pt x="110743" y="38735"/>
                  </a:lnTo>
                  <a:lnTo>
                    <a:pt x="159242" y="33210"/>
                  </a:lnTo>
                  <a:lnTo>
                    <a:pt x="193929" y="27686"/>
                  </a:lnTo>
                  <a:lnTo>
                    <a:pt x="213641" y="24568"/>
                  </a:lnTo>
                  <a:lnTo>
                    <a:pt x="288405" y="16238"/>
                  </a:lnTo>
                  <a:lnTo>
                    <a:pt x="343407" y="11049"/>
                  </a:lnTo>
                  <a:lnTo>
                    <a:pt x="401248" y="6215"/>
                  </a:lnTo>
                  <a:lnTo>
                    <a:pt x="452850" y="2762"/>
                  </a:lnTo>
                  <a:lnTo>
                    <a:pt x="498213" y="690"/>
                  </a:lnTo>
                  <a:lnTo>
                    <a:pt x="537337" y="0"/>
                  </a:lnTo>
                  <a:lnTo>
                    <a:pt x="571623" y="0"/>
                  </a:lnTo>
                  <a:lnTo>
                    <a:pt x="602456" y="0"/>
                  </a:lnTo>
                  <a:lnTo>
                    <a:pt x="908558" y="0"/>
                  </a:lnTo>
                  <a:lnTo>
                    <a:pt x="925151" y="337"/>
                  </a:lnTo>
                  <a:lnTo>
                    <a:pt x="941768" y="1365"/>
                  </a:lnTo>
                  <a:lnTo>
                    <a:pt x="958385" y="3107"/>
                  </a:lnTo>
                  <a:lnTo>
                    <a:pt x="974978" y="5587"/>
                  </a:lnTo>
                  <a:lnTo>
                    <a:pt x="990937" y="7995"/>
                  </a:lnTo>
                  <a:lnTo>
                    <a:pt x="1005490" y="9699"/>
                  </a:lnTo>
                  <a:lnTo>
                    <a:pt x="1018663" y="10713"/>
                  </a:lnTo>
                  <a:lnTo>
                    <a:pt x="1030477" y="11049"/>
                  </a:lnTo>
                  <a:lnTo>
                    <a:pt x="1042572" y="11049"/>
                  </a:lnTo>
                  <a:lnTo>
                    <a:pt x="1056751" y="11049"/>
                  </a:lnTo>
                  <a:lnTo>
                    <a:pt x="1073001" y="11049"/>
                  </a:lnTo>
                  <a:lnTo>
                    <a:pt x="1091311" y="11049"/>
                  </a:lnTo>
                  <a:lnTo>
                    <a:pt x="1111430" y="11739"/>
                  </a:lnTo>
                  <a:lnTo>
                    <a:pt x="1132919" y="13811"/>
                  </a:lnTo>
                  <a:lnTo>
                    <a:pt x="1155765" y="17264"/>
                  </a:lnTo>
                  <a:lnTo>
                    <a:pt x="1179957" y="22098"/>
                  </a:lnTo>
                  <a:lnTo>
                    <a:pt x="1202838" y="27005"/>
                  </a:lnTo>
                  <a:lnTo>
                    <a:pt x="1221565" y="30495"/>
                  </a:lnTo>
                  <a:lnTo>
                    <a:pt x="1236124" y="32581"/>
                  </a:lnTo>
                  <a:lnTo>
                    <a:pt x="1246504" y="33274"/>
                  </a:lnTo>
                  <a:lnTo>
                    <a:pt x="1256883" y="33274"/>
                  </a:lnTo>
                  <a:lnTo>
                    <a:pt x="1271428" y="33274"/>
                  </a:lnTo>
                  <a:lnTo>
                    <a:pt x="1396111" y="33274"/>
                  </a:lnTo>
                  <a:lnTo>
                    <a:pt x="1412351" y="32918"/>
                  </a:lnTo>
                  <a:lnTo>
                    <a:pt x="1427924" y="31861"/>
                  </a:lnTo>
                  <a:lnTo>
                    <a:pt x="1442831" y="30112"/>
                  </a:lnTo>
                  <a:lnTo>
                    <a:pt x="1457071" y="27686"/>
                  </a:lnTo>
                  <a:lnTo>
                    <a:pt x="1469856" y="25259"/>
                  </a:lnTo>
                  <a:lnTo>
                    <a:pt x="1480581" y="23510"/>
                  </a:lnTo>
                  <a:lnTo>
                    <a:pt x="1489235" y="22453"/>
                  </a:lnTo>
                  <a:lnTo>
                    <a:pt x="1495805" y="22098"/>
                  </a:lnTo>
                  <a:lnTo>
                    <a:pt x="1501685" y="22098"/>
                  </a:lnTo>
                  <a:lnTo>
                    <a:pt x="1508267" y="22098"/>
                  </a:lnTo>
                  <a:lnTo>
                    <a:pt x="1577086" y="22098"/>
                  </a:lnTo>
                  <a:lnTo>
                    <a:pt x="1584452" y="22098"/>
                  </a:lnTo>
                </a:path>
                <a:path w="1673225" h="2969895">
                  <a:moveTo>
                    <a:pt x="155067" y="1440434"/>
                  </a:moveTo>
                  <a:lnTo>
                    <a:pt x="191803" y="1451838"/>
                  </a:lnTo>
                  <a:lnTo>
                    <a:pt x="202199" y="1452895"/>
                  </a:lnTo>
                  <a:lnTo>
                    <a:pt x="213953" y="1454644"/>
                  </a:lnTo>
                  <a:lnTo>
                    <a:pt x="227075" y="1457071"/>
                  </a:lnTo>
                  <a:lnTo>
                    <a:pt x="242006" y="1459478"/>
                  </a:lnTo>
                  <a:lnTo>
                    <a:pt x="258984" y="1461182"/>
                  </a:lnTo>
                  <a:lnTo>
                    <a:pt x="278010" y="1462196"/>
                  </a:lnTo>
                  <a:lnTo>
                    <a:pt x="299085" y="1462532"/>
                  </a:lnTo>
                  <a:lnTo>
                    <a:pt x="321276" y="1462532"/>
                  </a:lnTo>
                  <a:lnTo>
                    <a:pt x="343455" y="1462532"/>
                  </a:lnTo>
                  <a:lnTo>
                    <a:pt x="997203" y="1462532"/>
                  </a:lnTo>
                  <a:lnTo>
                    <a:pt x="1007917" y="1462887"/>
                  </a:lnTo>
                  <a:lnTo>
                    <a:pt x="1017952" y="1463944"/>
                  </a:lnTo>
                  <a:lnTo>
                    <a:pt x="1027297" y="1465693"/>
                  </a:lnTo>
                  <a:lnTo>
                    <a:pt x="1035938" y="1468120"/>
                  </a:lnTo>
                  <a:lnTo>
                    <a:pt x="1044582" y="1470546"/>
                  </a:lnTo>
                  <a:lnTo>
                    <a:pt x="1053941" y="1472295"/>
                  </a:lnTo>
                  <a:lnTo>
                    <a:pt x="1064013" y="1473352"/>
                  </a:lnTo>
                  <a:lnTo>
                    <a:pt x="1074801" y="1473708"/>
                  </a:lnTo>
                  <a:lnTo>
                    <a:pt x="1084824" y="1473708"/>
                  </a:lnTo>
                  <a:lnTo>
                    <a:pt x="1092787" y="1473708"/>
                  </a:lnTo>
                  <a:lnTo>
                    <a:pt x="1340612" y="1473708"/>
                  </a:lnTo>
                  <a:lnTo>
                    <a:pt x="1347591" y="1474043"/>
                  </a:lnTo>
                  <a:lnTo>
                    <a:pt x="1357296" y="1475057"/>
                  </a:lnTo>
                  <a:lnTo>
                    <a:pt x="1369740" y="1476761"/>
                  </a:lnTo>
                  <a:lnTo>
                    <a:pt x="1384935" y="1479169"/>
                  </a:lnTo>
                  <a:lnTo>
                    <a:pt x="1400893" y="1481595"/>
                  </a:lnTo>
                  <a:lnTo>
                    <a:pt x="1415446" y="1483344"/>
                  </a:lnTo>
                  <a:lnTo>
                    <a:pt x="1428619" y="1484401"/>
                  </a:lnTo>
                  <a:lnTo>
                    <a:pt x="1440434" y="1484757"/>
                  </a:lnTo>
                  <a:lnTo>
                    <a:pt x="1451484" y="1484757"/>
                  </a:lnTo>
                  <a:lnTo>
                    <a:pt x="1462547" y="1484757"/>
                  </a:lnTo>
                  <a:lnTo>
                    <a:pt x="1654555" y="1484757"/>
                  </a:lnTo>
                  <a:lnTo>
                    <a:pt x="1662049" y="1484757"/>
                  </a:lnTo>
                </a:path>
                <a:path w="1673225" h="2969895">
                  <a:moveTo>
                    <a:pt x="188340" y="2936240"/>
                  </a:moveTo>
                  <a:lnTo>
                    <a:pt x="243760" y="2937652"/>
                  </a:lnTo>
                  <a:lnTo>
                    <a:pt x="289083" y="2944590"/>
                  </a:lnTo>
                  <a:lnTo>
                    <a:pt x="303275" y="2947352"/>
                  </a:lnTo>
                  <a:lnTo>
                    <a:pt x="356612" y="2955303"/>
                  </a:lnTo>
                  <a:lnTo>
                    <a:pt x="404368" y="2958465"/>
                  </a:lnTo>
                  <a:lnTo>
                    <a:pt x="418252" y="2958465"/>
                  </a:lnTo>
                  <a:lnTo>
                    <a:pt x="432101" y="2958465"/>
                  </a:lnTo>
                  <a:lnTo>
                    <a:pt x="664844" y="2958465"/>
                  </a:lnTo>
                  <a:lnTo>
                    <a:pt x="686962" y="2958800"/>
                  </a:lnTo>
                  <a:lnTo>
                    <a:pt x="709104" y="2959814"/>
                  </a:lnTo>
                  <a:lnTo>
                    <a:pt x="731246" y="2961518"/>
                  </a:lnTo>
                  <a:lnTo>
                    <a:pt x="753363" y="2963926"/>
                  </a:lnTo>
                  <a:lnTo>
                    <a:pt x="775892" y="2966352"/>
                  </a:lnTo>
                  <a:lnTo>
                    <a:pt x="799099" y="2968101"/>
                  </a:lnTo>
                  <a:lnTo>
                    <a:pt x="822997" y="2969158"/>
                  </a:lnTo>
                  <a:lnTo>
                    <a:pt x="847598" y="2969514"/>
                  </a:lnTo>
                  <a:lnTo>
                    <a:pt x="871505" y="2969514"/>
                  </a:lnTo>
                  <a:lnTo>
                    <a:pt x="893317" y="2969514"/>
                  </a:lnTo>
                  <a:lnTo>
                    <a:pt x="1663074" y="2969514"/>
                  </a:lnTo>
                  <a:lnTo>
                    <a:pt x="1673098" y="296951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9836" y="6333490"/>
            <a:ext cx="2729865" cy="273050"/>
          </a:xfrm>
          <a:custGeom>
            <a:avLst/>
            <a:gdLst/>
            <a:ahLst/>
            <a:cxnLst/>
            <a:rect l="l" t="t" r="r" b="b"/>
            <a:pathLst>
              <a:path w="2729865" h="273050">
                <a:moveTo>
                  <a:pt x="2729738" y="0"/>
                </a:moveTo>
                <a:lnTo>
                  <a:pt x="1966341" y="0"/>
                </a:lnTo>
                <a:lnTo>
                  <a:pt x="0" y="0"/>
                </a:lnTo>
                <a:lnTo>
                  <a:pt x="0" y="272923"/>
                </a:lnTo>
                <a:lnTo>
                  <a:pt x="1966341" y="272923"/>
                </a:lnTo>
                <a:lnTo>
                  <a:pt x="2729738" y="272923"/>
                </a:lnTo>
                <a:lnTo>
                  <a:pt x="272973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470775" y="4456176"/>
            <a:ext cx="554355" cy="273050"/>
          </a:xfrm>
          <a:custGeom>
            <a:avLst/>
            <a:gdLst/>
            <a:ahLst/>
            <a:cxnLst/>
            <a:rect l="l" t="t" r="r" b="b"/>
            <a:pathLst>
              <a:path w="554354" h="273050">
                <a:moveTo>
                  <a:pt x="553847" y="0"/>
                </a:moveTo>
                <a:lnTo>
                  <a:pt x="0" y="0"/>
                </a:lnTo>
                <a:lnTo>
                  <a:pt x="0" y="272923"/>
                </a:lnTo>
                <a:lnTo>
                  <a:pt x="553847" y="272923"/>
                </a:lnTo>
                <a:lnTo>
                  <a:pt x="55384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3854" y="3488435"/>
            <a:ext cx="2160905" cy="273050"/>
          </a:xfrm>
          <a:custGeom>
            <a:avLst/>
            <a:gdLst/>
            <a:ahLst/>
            <a:cxnLst/>
            <a:rect l="l" t="t" r="r" b="b"/>
            <a:pathLst>
              <a:path w="2160904" h="273050">
                <a:moveTo>
                  <a:pt x="2160905" y="0"/>
                </a:moveTo>
                <a:lnTo>
                  <a:pt x="0" y="0"/>
                </a:lnTo>
                <a:lnTo>
                  <a:pt x="0" y="272923"/>
                </a:lnTo>
                <a:lnTo>
                  <a:pt x="2160905" y="272923"/>
                </a:lnTo>
                <a:lnTo>
                  <a:pt x="216090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13736" y="2580385"/>
            <a:ext cx="2181225" cy="273050"/>
          </a:xfrm>
          <a:custGeom>
            <a:avLst/>
            <a:gdLst/>
            <a:ahLst/>
            <a:cxnLst/>
            <a:rect l="l" t="t" r="r" b="b"/>
            <a:pathLst>
              <a:path w="2181225" h="273050">
                <a:moveTo>
                  <a:pt x="2181225" y="0"/>
                </a:moveTo>
                <a:lnTo>
                  <a:pt x="1102360" y="0"/>
                </a:lnTo>
                <a:lnTo>
                  <a:pt x="830834" y="0"/>
                </a:lnTo>
                <a:lnTo>
                  <a:pt x="0" y="0"/>
                </a:lnTo>
                <a:lnTo>
                  <a:pt x="0" y="272923"/>
                </a:lnTo>
                <a:lnTo>
                  <a:pt x="830834" y="272923"/>
                </a:lnTo>
                <a:lnTo>
                  <a:pt x="1102360" y="272923"/>
                </a:lnTo>
                <a:lnTo>
                  <a:pt x="2181225" y="272923"/>
                </a:lnTo>
                <a:lnTo>
                  <a:pt x="218122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34745" y="329946"/>
            <a:ext cx="9507220" cy="6818630"/>
            <a:chOff x="634745" y="329946"/>
            <a:chExt cx="9507220" cy="6818630"/>
          </a:xfrm>
        </p:grpSpPr>
        <p:sp>
          <p:nvSpPr>
            <p:cNvPr id="7" name="object 7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1.2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화일</a:t>
            </a:r>
            <a:r>
              <a:rPr sz="3300" spc="-15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95" dirty="0">
                <a:solidFill>
                  <a:srgbClr val="3333CC"/>
                </a:solidFill>
              </a:rPr>
              <a:t>vs.</a:t>
            </a:r>
            <a:endParaRPr sz="330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30467" y="764413"/>
            <a:ext cx="2362200" cy="45910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3615"/>
              </a:lnSpc>
            </a:pPr>
            <a:r>
              <a:rPr sz="3300" b="1" spc="-114" dirty="0">
                <a:solidFill>
                  <a:srgbClr val="3333CC"/>
                </a:solidFill>
                <a:latin typeface="Malgun Gothic"/>
                <a:cs typeface="Malgun Gothic"/>
              </a:rPr>
              <a:t>D</a:t>
            </a:r>
            <a:r>
              <a:rPr sz="3300" b="1" spc="110" dirty="0">
                <a:solidFill>
                  <a:srgbClr val="3333CC"/>
                </a:solidFill>
                <a:latin typeface="Malgun Gothic"/>
                <a:cs typeface="Malgun Gothic"/>
              </a:rPr>
              <a:t>B</a:t>
            </a:r>
            <a:r>
              <a:rPr sz="3300" b="1" spc="-540" dirty="0">
                <a:solidFill>
                  <a:srgbClr val="3333CC"/>
                </a:solidFill>
                <a:latin typeface="Malgun Gothic"/>
                <a:cs typeface="Malgun Gothic"/>
              </a:rPr>
              <a:t>M</a:t>
            </a:r>
            <a:r>
              <a:rPr sz="3300" b="1" spc="180" dirty="0">
                <a:solidFill>
                  <a:srgbClr val="3333CC"/>
                </a:solidFill>
                <a:latin typeface="Malgun Gothic"/>
                <a:cs typeface="Malgun Gothic"/>
              </a:rPr>
              <a:t>S</a:t>
            </a:r>
            <a:r>
              <a:rPr sz="3300" b="1" spc="40" dirty="0">
                <a:solidFill>
                  <a:srgbClr val="3333CC"/>
                </a:solidFill>
                <a:latin typeface="Malgun Gothic"/>
                <a:cs typeface="Malgun Gothic"/>
              </a:rPr>
              <a:t>(</a:t>
            </a:r>
            <a:r>
              <a:rPr sz="3300" b="1" spc="-60" dirty="0">
                <a:solidFill>
                  <a:srgbClr val="3333CC"/>
                </a:solidFill>
                <a:latin typeface="Malgun Gothic"/>
                <a:cs typeface="Malgun Gothic"/>
              </a:rPr>
              <a:t>계속</a:t>
            </a:r>
            <a:r>
              <a:rPr sz="3300" b="1" spc="60" dirty="0">
                <a:solidFill>
                  <a:srgbClr val="3333CC"/>
                </a:solidFill>
                <a:latin typeface="Malgun Gothic"/>
                <a:cs typeface="Malgun Gothic"/>
              </a:rPr>
              <a:t>)</a:t>
            </a:r>
            <a:endParaRPr sz="33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3290" y="1535636"/>
            <a:ext cx="238379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05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55" dirty="0">
                <a:latin typeface="Malgun Gothic"/>
                <a:cs typeface="Malgun Gothic"/>
              </a:rPr>
              <a:t>D</a:t>
            </a:r>
            <a:r>
              <a:rPr sz="2200" b="1" spc="75" dirty="0">
                <a:latin typeface="Malgun Gothic"/>
                <a:cs typeface="Malgun Gothic"/>
              </a:rPr>
              <a:t>B</a:t>
            </a:r>
            <a:r>
              <a:rPr sz="2200" b="1" spc="-380" dirty="0">
                <a:latin typeface="Malgun Gothic"/>
                <a:cs typeface="Malgun Gothic"/>
              </a:rPr>
              <a:t>M</a:t>
            </a:r>
            <a:r>
              <a:rPr sz="2200" b="1" spc="120" dirty="0">
                <a:latin typeface="Malgun Gothic"/>
                <a:cs typeface="Malgun Gothic"/>
              </a:rPr>
              <a:t>S</a:t>
            </a:r>
            <a:r>
              <a:rPr sz="2200" b="1" spc="5" dirty="0">
                <a:latin typeface="Malgun Gothic"/>
                <a:cs typeface="Malgun Gothic"/>
              </a:rPr>
              <a:t>를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사</a:t>
            </a:r>
            <a:r>
              <a:rPr sz="2200" b="1" spc="-40" dirty="0">
                <a:latin typeface="Malgun Gothic"/>
                <a:cs typeface="Malgun Gothic"/>
              </a:rPr>
              <a:t>용</a:t>
            </a:r>
            <a:r>
              <a:rPr sz="2200" b="1" spc="5" dirty="0">
                <a:latin typeface="Malgun Gothic"/>
                <a:cs typeface="Malgun Gothic"/>
              </a:rPr>
              <a:t>한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89477" y="1575562"/>
            <a:ext cx="2395220" cy="29972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78105">
              <a:lnSpc>
                <a:spcPts val="2360"/>
              </a:lnSpc>
            </a:pPr>
            <a:r>
              <a:rPr sz="2200" b="1" spc="-20" dirty="0">
                <a:latin typeface="Malgun Gothic"/>
                <a:cs typeface="Malgun Gothic"/>
              </a:rPr>
              <a:t>데</a:t>
            </a:r>
            <a:r>
              <a:rPr sz="2200" b="1" spc="-40" dirty="0">
                <a:latin typeface="Malgun Gothic"/>
                <a:cs typeface="Malgun Gothic"/>
              </a:rPr>
              <a:t>이터</a:t>
            </a:r>
            <a:r>
              <a:rPr sz="2200" b="1" spc="-20" dirty="0">
                <a:latin typeface="Malgun Gothic"/>
                <a:cs typeface="Malgun Gothic"/>
              </a:rPr>
              <a:t>베</a:t>
            </a:r>
            <a:r>
              <a:rPr sz="2200" b="1" spc="-40" dirty="0">
                <a:latin typeface="Malgun Gothic"/>
                <a:cs typeface="Malgun Gothic"/>
              </a:rPr>
              <a:t>이</a:t>
            </a:r>
            <a:r>
              <a:rPr sz="2200" b="1" spc="5" dirty="0">
                <a:latin typeface="Malgun Gothic"/>
                <a:cs typeface="Malgun Gothic"/>
              </a:rPr>
              <a:t>스</a:t>
            </a:r>
            <a:r>
              <a:rPr sz="2200" b="1" spc="-16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관</a:t>
            </a:r>
            <a:r>
              <a:rPr sz="2200" b="1" spc="5" dirty="0">
                <a:latin typeface="Malgun Gothic"/>
                <a:cs typeface="Malgun Gothic"/>
              </a:rPr>
              <a:t>리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7772" y="2059870"/>
            <a:ext cx="22352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395" dirty="0"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3854" y="2095754"/>
            <a:ext cx="612013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20" dirty="0">
                <a:latin typeface="Malgun Gothic"/>
                <a:cs typeface="Malgun Gothic"/>
              </a:rPr>
              <a:t>여러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사용자와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응용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프로그램들이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공유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7772" y="2544614"/>
            <a:ext cx="61874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5" dirty="0">
                <a:latin typeface="Malgun Gothic"/>
                <a:cs typeface="Malgun Gothic"/>
              </a:rPr>
              <a:t>사용자의</a:t>
            </a:r>
            <a:r>
              <a:rPr sz="1950" b="1" spc="-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질의를</a:t>
            </a:r>
            <a:r>
              <a:rPr sz="1950" b="1" spc="-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빠르게</a:t>
            </a:r>
            <a:r>
              <a:rPr sz="1950" b="1" spc="-1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수행할</a:t>
            </a:r>
            <a:r>
              <a:rPr sz="1950" b="1" spc="1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있는 인덱스</a:t>
            </a:r>
            <a:r>
              <a:rPr sz="1950" b="1" spc="-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등의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0592" y="2580386"/>
            <a:ext cx="2433955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52069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접근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경로를 </a:t>
            </a:r>
            <a:r>
              <a:rPr sz="1950" b="1" spc="-25" dirty="0">
                <a:latin typeface="Malgun Gothic"/>
                <a:cs typeface="Malgun Gothic"/>
              </a:rPr>
              <a:t>DBMS가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3333" y="2968234"/>
            <a:ext cx="291274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10" dirty="0">
                <a:latin typeface="Malgun Gothic"/>
                <a:cs typeface="Malgun Gothic"/>
              </a:rPr>
              <a:t>자동적으로</a:t>
            </a:r>
            <a:r>
              <a:rPr sz="1950" b="1" spc="-16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선택하여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수행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7772" y="3452982"/>
            <a:ext cx="50438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latin typeface="Malgun Gothic"/>
                <a:cs typeface="Malgun Gothic"/>
              </a:rPr>
              <a:t>권한이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없는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사용자로부터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04736" y="3488435"/>
            <a:ext cx="52959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보</a:t>
            </a:r>
            <a:r>
              <a:rPr sz="1950" b="1" spc="30" dirty="0">
                <a:latin typeface="Malgun Gothic"/>
                <a:cs typeface="Malgun Gothic"/>
              </a:rPr>
              <a:t>호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17772" y="3937460"/>
            <a:ext cx="652208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20" dirty="0">
                <a:latin typeface="Malgun Gothic"/>
                <a:cs typeface="Malgun Gothic"/>
              </a:rPr>
              <a:t>여러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수준에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적합한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다양한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인터페이스를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제공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72046" y="4456176"/>
            <a:ext cx="93726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2150"/>
              </a:lnSpc>
            </a:pPr>
            <a:r>
              <a:rPr sz="1950" b="1" spc="125" dirty="0">
                <a:latin typeface="Malgun Gothic"/>
                <a:cs typeface="Malgun Gothic"/>
              </a:rPr>
              <a:t>무결성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7772" y="4420608"/>
            <a:ext cx="75076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  <a:tab pos="1288415" algn="l"/>
                <a:tab pos="1977389" algn="l"/>
                <a:tab pos="2935605" algn="l"/>
                <a:tab pos="3893820" algn="l"/>
                <a:tab pos="6164580" algn="l"/>
              </a:tabLst>
            </a:pPr>
            <a:r>
              <a:rPr sz="1950" b="1" spc="165" dirty="0">
                <a:latin typeface="Malgun Gothic"/>
                <a:cs typeface="Malgun Gothic"/>
              </a:rPr>
              <a:t>데</a:t>
            </a:r>
            <a:r>
              <a:rPr sz="1950" b="1" spc="185" dirty="0">
                <a:latin typeface="Malgun Gothic"/>
                <a:cs typeface="Malgun Gothic"/>
              </a:rPr>
              <a:t>이</a:t>
            </a:r>
            <a:r>
              <a:rPr sz="1950" b="1" spc="30" dirty="0">
                <a:latin typeface="Malgun Gothic"/>
                <a:cs typeface="Malgun Gothic"/>
              </a:rPr>
              <a:t>터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65" dirty="0">
                <a:latin typeface="Malgun Gothic"/>
                <a:cs typeface="Malgun Gothic"/>
              </a:rPr>
              <a:t>간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65" dirty="0">
                <a:latin typeface="Malgun Gothic"/>
                <a:cs typeface="Malgun Gothic"/>
              </a:rPr>
              <a:t>복잡</a:t>
            </a:r>
            <a:r>
              <a:rPr sz="1950" b="1" spc="30" dirty="0">
                <a:latin typeface="Malgun Gothic"/>
                <a:cs typeface="Malgun Gothic"/>
              </a:rPr>
              <a:t>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65" dirty="0">
                <a:latin typeface="Malgun Gothic"/>
                <a:cs typeface="Malgun Gothic"/>
              </a:rPr>
              <a:t>관계</a:t>
            </a:r>
            <a:r>
              <a:rPr sz="1950" b="1" spc="30" dirty="0">
                <a:latin typeface="Malgun Gothic"/>
                <a:cs typeface="Malgun Gothic"/>
              </a:rPr>
              <a:t>를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65" dirty="0">
                <a:latin typeface="Malgun Gothic"/>
                <a:cs typeface="Malgun Gothic"/>
              </a:rPr>
              <a:t>표</a:t>
            </a:r>
            <a:r>
              <a:rPr sz="1950" b="1" spc="185" dirty="0">
                <a:latin typeface="Malgun Gothic"/>
                <a:cs typeface="Malgun Gothic"/>
              </a:rPr>
              <a:t>현</a:t>
            </a:r>
            <a:r>
              <a:rPr sz="1950" b="1" spc="165" dirty="0">
                <a:latin typeface="Malgun Gothic"/>
                <a:cs typeface="Malgun Gothic"/>
              </a:rPr>
              <a:t>하며</a:t>
            </a:r>
            <a:r>
              <a:rPr sz="1950" b="1" spc="150" dirty="0">
                <a:latin typeface="Malgun Gothic"/>
                <a:cs typeface="Malgun Gothic"/>
              </a:rPr>
              <a:t>,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65" dirty="0">
                <a:latin typeface="Malgun Gothic"/>
                <a:cs typeface="Malgun Gothic"/>
              </a:rPr>
              <a:t>제약</a:t>
            </a:r>
            <a:r>
              <a:rPr sz="1950" b="1" spc="185" dirty="0">
                <a:latin typeface="Malgun Gothic"/>
                <a:cs typeface="Malgun Gothic"/>
              </a:rPr>
              <a:t>조</a:t>
            </a:r>
            <a:r>
              <a:rPr sz="1950" b="1" spc="165" dirty="0">
                <a:latin typeface="Malgun Gothic"/>
                <a:cs typeface="Malgun Gothic"/>
              </a:rPr>
              <a:t>건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65915" y="4420515"/>
            <a:ext cx="10064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30" dirty="0">
                <a:latin typeface="Malgun Gothic"/>
                <a:cs typeface="Malgun Gothic"/>
              </a:rPr>
              <a:t>D</a:t>
            </a:r>
            <a:r>
              <a:rPr sz="1950" b="1" spc="60" dirty="0">
                <a:latin typeface="Malgun Gothic"/>
                <a:cs typeface="Malgun Gothic"/>
              </a:rPr>
              <a:t>B</a:t>
            </a:r>
            <a:r>
              <a:rPr sz="1950" b="1" spc="-300" dirty="0">
                <a:latin typeface="Malgun Gothic"/>
                <a:cs typeface="Malgun Gothic"/>
              </a:rPr>
              <a:t>M</a:t>
            </a:r>
            <a:r>
              <a:rPr sz="1950" b="1" spc="315" dirty="0">
                <a:latin typeface="Malgun Gothic"/>
                <a:cs typeface="Malgun Gothic"/>
              </a:rPr>
              <a:t>S</a:t>
            </a:r>
            <a:r>
              <a:rPr sz="1950" b="1" spc="30" dirty="0">
                <a:latin typeface="Malgun Gothic"/>
                <a:cs typeface="Malgun Gothic"/>
              </a:rPr>
              <a:t>가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33854" y="4880355"/>
            <a:ext cx="183515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자동</a:t>
            </a:r>
            <a:r>
              <a:rPr sz="1950" b="1" spc="-10" dirty="0">
                <a:latin typeface="Malgun Gothic"/>
                <a:cs typeface="Malgun Gothic"/>
              </a:rPr>
              <a:t>적</a:t>
            </a:r>
            <a:r>
              <a:rPr sz="1950" b="1" spc="10" dirty="0">
                <a:latin typeface="Malgun Gothic"/>
                <a:cs typeface="Malgun Gothic"/>
              </a:rPr>
              <a:t>으</a:t>
            </a:r>
            <a:r>
              <a:rPr sz="1950" b="1" spc="30" dirty="0">
                <a:latin typeface="Malgun Gothic"/>
                <a:cs typeface="Malgun Gothic"/>
              </a:rPr>
              <a:t>로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-10" dirty="0">
                <a:latin typeface="Malgun Gothic"/>
                <a:cs typeface="Malgun Gothic"/>
              </a:rPr>
              <a:t>유</a:t>
            </a:r>
            <a:r>
              <a:rPr sz="1950" b="1" spc="30" dirty="0">
                <a:latin typeface="Malgun Gothic"/>
                <a:cs typeface="Malgun Gothic"/>
              </a:rPr>
              <a:t>지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17772" y="5328831"/>
            <a:ext cx="8169275" cy="1296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latin typeface="Malgun Gothic"/>
                <a:cs typeface="Malgun Gothic"/>
              </a:rPr>
              <a:t>시스템이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고장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나면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고장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전의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일관된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상태로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회복시킴</a:t>
            </a:r>
            <a:endParaRPr sz="1950">
              <a:latin typeface="Malgun Gothic"/>
              <a:cs typeface="Malgun Gothic"/>
            </a:endParaRPr>
          </a:p>
          <a:p>
            <a:pPr marL="328295" marR="5080" indent="-328295">
              <a:lnSpc>
                <a:spcPct val="163000"/>
              </a:lnSpc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latin typeface="Malgun Gothic"/>
                <a:cs typeface="Malgun Gothic"/>
              </a:rPr>
              <a:t>프로그램에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영향을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주지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않으면서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데이터베이스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구조를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변경할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있음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50" dirty="0">
                <a:solidFill>
                  <a:srgbClr val="FF3300"/>
                </a:solidFill>
                <a:latin typeface="Malgun Gothic"/>
                <a:cs typeface="Malgun Gothic"/>
              </a:rPr>
              <a:t>프로그램-데이터</a:t>
            </a:r>
            <a:r>
              <a:rPr sz="1950" b="1" spc="-10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-5" dirty="0">
                <a:solidFill>
                  <a:srgbClr val="FF3300"/>
                </a:solidFill>
                <a:latin typeface="Malgun Gothic"/>
                <a:cs typeface="Malgun Gothic"/>
              </a:rPr>
              <a:t>독립성(program-data</a:t>
            </a:r>
            <a:r>
              <a:rPr sz="1950" b="1" spc="-8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3300"/>
                </a:solidFill>
                <a:latin typeface="Malgun Gothic"/>
                <a:cs typeface="Malgun Gothic"/>
              </a:rPr>
              <a:t>independence)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1.2</a:t>
            </a:r>
            <a:r>
              <a:rPr sz="3300" spc="-160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화일</a:t>
            </a:r>
            <a:r>
              <a:rPr sz="3300" spc="-14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45" dirty="0">
                <a:solidFill>
                  <a:srgbClr val="3333CC"/>
                </a:solidFill>
              </a:rPr>
              <a:t> </a:t>
            </a:r>
            <a:r>
              <a:rPr sz="3300" spc="95" dirty="0">
                <a:solidFill>
                  <a:srgbClr val="3333CC"/>
                </a:solidFill>
              </a:rPr>
              <a:t>vs.</a:t>
            </a:r>
            <a:r>
              <a:rPr sz="3300" spc="-120" dirty="0">
                <a:solidFill>
                  <a:srgbClr val="3333CC"/>
                </a:solidFill>
              </a:rPr>
              <a:t> </a:t>
            </a:r>
            <a:r>
              <a:rPr sz="3300" spc="-50" dirty="0">
                <a:solidFill>
                  <a:srgbClr val="3333CC"/>
                </a:solidFill>
              </a:rPr>
              <a:t>DBMS(계속)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1741780" y="1975104"/>
            <a:ext cx="7433309" cy="4122420"/>
            <a:chOff x="1741780" y="1975104"/>
            <a:chExt cx="7433309" cy="41224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1780" y="1975104"/>
              <a:ext cx="7432699" cy="40294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16602" y="2833242"/>
              <a:ext cx="3235325" cy="3257550"/>
            </a:xfrm>
            <a:custGeom>
              <a:avLst/>
              <a:gdLst/>
              <a:ahLst/>
              <a:cxnLst/>
              <a:rect l="l" t="t" r="r" b="b"/>
              <a:pathLst>
                <a:path w="3235325" h="3257550">
                  <a:moveTo>
                    <a:pt x="0" y="3257550"/>
                  </a:moveTo>
                  <a:lnTo>
                    <a:pt x="0" y="3257550"/>
                  </a:lnTo>
                  <a:lnTo>
                    <a:pt x="2459736" y="3257550"/>
                  </a:lnTo>
                  <a:lnTo>
                    <a:pt x="2522379" y="3257347"/>
                  </a:lnTo>
                  <a:lnTo>
                    <a:pt x="2582292" y="3256738"/>
                  </a:lnTo>
                  <a:lnTo>
                    <a:pt x="2639473" y="3255720"/>
                  </a:lnTo>
                  <a:lnTo>
                    <a:pt x="2693920" y="3254291"/>
                  </a:lnTo>
                  <a:lnTo>
                    <a:pt x="2745630" y="3252449"/>
                  </a:lnTo>
                  <a:lnTo>
                    <a:pt x="2794602" y="3250193"/>
                  </a:lnTo>
                  <a:lnTo>
                    <a:pt x="2840832" y="3247519"/>
                  </a:lnTo>
                  <a:lnTo>
                    <a:pt x="2884320" y="3244427"/>
                  </a:lnTo>
                  <a:lnTo>
                    <a:pt x="2925064" y="3240913"/>
                  </a:lnTo>
                  <a:lnTo>
                    <a:pt x="2982944" y="3235537"/>
                  </a:lnTo>
                  <a:lnTo>
                    <a:pt x="3038352" y="3230461"/>
                  </a:lnTo>
                  <a:lnTo>
                    <a:pt x="3091291" y="3225688"/>
                  </a:lnTo>
                  <a:lnTo>
                    <a:pt x="3141763" y="3221223"/>
                  </a:lnTo>
                  <a:lnTo>
                    <a:pt x="3189773" y="3217068"/>
                  </a:lnTo>
                  <a:lnTo>
                    <a:pt x="3235325" y="3213227"/>
                  </a:lnTo>
                </a:path>
                <a:path w="3235325" h="3257550">
                  <a:moveTo>
                    <a:pt x="387731" y="66548"/>
                  </a:moveTo>
                  <a:lnTo>
                    <a:pt x="384677" y="105963"/>
                  </a:lnTo>
                  <a:lnTo>
                    <a:pt x="379434" y="139896"/>
                  </a:lnTo>
                  <a:lnTo>
                    <a:pt x="376634" y="160670"/>
                  </a:lnTo>
                  <a:lnTo>
                    <a:pt x="373858" y="184231"/>
                  </a:lnTo>
                  <a:lnTo>
                    <a:pt x="371094" y="210566"/>
                  </a:lnTo>
                  <a:lnTo>
                    <a:pt x="367994" y="241046"/>
                  </a:lnTo>
                  <a:lnTo>
                    <a:pt x="364204" y="277050"/>
                  </a:lnTo>
                  <a:lnTo>
                    <a:pt x="359699" y="318579"/>
                  </a:lnTo>
                  <a:lnTo>
                    <a:pt x="354457" y="365633"/>
                  </a:lnTo>
                  <a:lnTo>
                    <a:pt x="349287" y="411376"/>
                  </a:lnTo>
                  <a:lnTo>
                    <a:pt x="341044" y="477861"/>
                  </a:lnTo>
                  <a:lnTo>
                    <a:pt x="337947" y="498601"/>
                  </a:lnTo>
                  <a:lnTo>
                    <a:pt x="335466" y="515250"/>
                  </a:lnTo>
                  <a:lnTo>
                    <a:pt x="333724" y="531876"/>
                  </a:lnTo>
                  <a:lnTo>
                    <a:pt x="332696" y="548501"/>
                  </a:lnTo>
                  <a:lnTo>
                    <a:pt x="332359" y="565150"/>
                  </a:lnTo>
                  <a:lnTo>
                    <a:pt x="332359" y="582771"/>
                  </a:lnTo>
                  <a:lnTo>
                    <a:pt x="332359" y="602488"/>
                  </a:lnTo>
                  <a:lnTo>
                    <a:pt x="332359" y="808863"/>
                  </a:lnTo>
                  <a:lnTo>
                    <a:pt x="332696" y="826839"/>
                  </a:lnTo>
                  <a:lnTo>
                    <a:pt x="335466" y="871174"/>
                  </a:lnTo>
                  <a:lnTo>
                    <a:pt x="341044" y="923135"/>
                  </a:lnTo>
                  <a:lnTo>
                    <a:pt x="349287" y="961909"/>
                  </a:lnTo>
                  <a:lnTo>
                    <a:pt x="359364" y="987200"/>
                  </a:lnTo>
                  <a:lnTo>
                    <a:pt x="362854" y="1001379"/>
                  </a:lnTo>
                  <a:lnTo>
                    <a:pt x="364940" y="1017629"/>
                  </a:lnTo>
                  <a:lnTo>
                    <a:pt x="365633" y="1035938"/>
                  </a:lnTo>
                  <a:lnTo>
                    <a:pt x="365633" y="1056395"/>
                  </a:lnTo>
                  <a:lnTo>
                    <a:pt x="365633" y="1078912"/>
                  </a:lnTo>
                  <a:lnTo>
                    <a:pt x="365633" y="1723009"/>
                  </a:lnTo>
                  <a:lnTo>
                    <a:pt x="366323" y="1747200"/>
                  </a:lnTo>
                  <a:lnTo>
                    <a:pt x="371848" y="1791535"/>
                  </a:lnTo>
                  <a:lnTo>
                    <a:pt x="381871" y="1829629"/>
                  </a:lnTo>
                  <a:lnTo>
                    <a:pt x="393319" y="1867027"/>
                  </a:lnTo>
                  <a:lnTo>
                    <a:pt x="395726" y="1874978"/>
                  </a:lnTo>
                  <a:lnTo>
                    <a:pt x="397430" y="1882251"/>
                  </a:lnTo>
                  <a:lnTo>
                    <a:pt x="398444" y="1888833"/>
                  </a:lnTo>
                  <a:lnTo>
                    <a:pt x="398780" y="1894713"/>
                  </a:lnTo>
                  <a:lnTo>
                    <a:pt x="398780" y="1902079"/>
                  </a:lnTo>
                  <a:lnTo>
                    <a:pt x="398780" y="1907667"/>
                  </a:lnTo>
                  <a:lnTo>
                    <a:pt x="398780" y="1911350"/>
                  </a:lnTo>
                  <a:lnTo>
                    <a:pt x="398780" y="1915033"/>
                  </a:lnTo>
                  <a:lnTo>
                    <a:pt x="400685" y="1918716"/>
                  </a:lnTo>
                  <a:lnTo>
                    <a:pt x="404368" y="1922399"/>
                  </a:lnTo>
                  <a:lnTo>
                    <a:pt x="408176" y="1926207"/>
                  </a:lnTo>
                  <a:lnTo>
                    <a:pt x="414067" y="1932098"/>
                  </a:lnTo>
                  <a:lnTo>
                    <a:pt x="442432" y="1961207"/>
                  </a:lnTo>
                  <a:lnTo>
                    <a:pt x="465327" y="1994408"/>
                  </a:lnTo>
                  <a:lnTo>
                    <a:pt x="471898" y="2005530"/>
                  </a:lnTo>
                  <a:lnTo>
                    <a:pt x="480552" y="2016617"/>
                  </a:lnTo>
                  <a:lnTo>
                    <a:pt x="491277" y="2027680"/>
                  </a:lnTo>
                  <a:lnTo>
                    <a:pt x="504063" y="2038731"/>
                  </a:lnTo>
                  <a:lnTo>
                    <a:pt x="517257" y="2049500"/>
                  </a:lnTo>
                  <a:lnTo>
                    <a:pt x="529034" y="2059543"/>
                  </a:lnTo>
                  <a:lnTo>
                    <a:pt x="539406" y="2068895"/>
                  </a:lnTo>
                  <a:lnTo>
                    <a:pt x="548386" y="2077593"/>
                  </a:lnTo>
                  <a:lnTo>
                    <a:pt x="558073" y="2085544"/>
                  </a:lnTo>
                  <a:lnTo>
                    <a:pt x="570547" y="2092817"/>
                  </a:lnTo>
                  <a:lnTo>
                    <a:pt x="585783" y="2099399"/>
                  </a:lnTo>
                  <a:lnTo>
                    <a:pt x="603758" y="2105279"/>
                  </a:lnTo>
                  <a:lnTo>
                    <a:pt x="625260" y="2111849"/>
                  </a:lnTo>
                  <a:lnTo>
                    <a:pt x="650906" y="2120503"/>
                  </a:lnTo>
                  <a:lnTo>
                    <a:pt x="680696" y="2131228"/>
                  </a:lnTo>
                  <a:lnTo>
                    <a:pt x="714629" y="2144014"/>
                  </a:lnTo>
                  <a:lnTo>
                    <a:pt x="747869" y="2156108"/>
                  </a:lnTo>
                  <a:lnTo>
                    <a:pt x="775573" y="2164762"/>
                  </a:lnTo>
                  <a:lnTo>
                    <a:pt x="797728" y="2169963"/>
                  </a:lnTo>
                  <a:lnTo>
                    <a:pt x="814324" y="2171700"/>
                  </a:lnTo>
                  <a:lnTo>
                    <a:pt x="830583" y="2171700"/>
                  </a:lnTo>
                  <a:lnTo>
                    <a:pt x="851725" y="2171700"/>
                  </a:lnTo>
                  <a:lnTo>
                    <a:pt x="997204" y="2171700"/>
                  </a:lnTo>
                  <a:lnTo>
                    <a:pt x="1009991" y="2171364"/>
                  </a:lnTo>
                  <a:lnTo>
                    <a:pt x="1026255" y="2170350"/>
                  </a:lnTo>
                  <a:lnTo>
                    <a:pt x="1045995" y="2168646"/>
                  </a:lnTo>
                  <a:lnTo>
                    <a:pt x="1069213" y="2166239"/>
                  </a:lnTo>
                  <a:lnTo>
                    <a:pt x="1095831" y="2163403"/>
                  </a:lnTo>
                  <a:lnTo>
                    <a:pt x="1125950" y="2160603"/>
                  </a:lnTo>
                  <a:lnTo>
                    <a:pt x="1196594" y="2155063"/>
                  </a:lnTo>
                  <a:lnTo>
                    <a:pt x="1265840" y="2150951"/>
                  </a:lnTo>
                  <a:lnTo>
                    <a:pt x="1318514" y="2149602"/>
                  </a:lnTo>
                  <a:lnTo>
                    <a:pt x="1340633" y="2149602"/>
                  </a:lnTo>
                  <a:lnTo>
                    <a:pt x="1362789" y="2149602"/>
                  </a:lnTo>
                  <a:lnTo>
                    <a:pt x="1384968" y="2149602"/>
                  </a:lnTo>
                  <a:lnTo>
                    <a:pt x="1407160" y="2149602"/>
                  </a:lnTo>
                  <a:lnTo>
                    <a:pt x="1428924" y="2149246"/>
                  </a:lnTo>
                  <a:lnTo>
                    <a:pt x="1470453" y="2146440"/>
                  </a:lnTo>
                  <a:lnTo>
                    <a:pt x="1509629" y="2141251"/>
                  </a:lnTo>
                  <a:lnTo>
                    <a:pt x="1529016" y="2138489"/>
                  </a:lnTo>
                  <a:lnTo>
                    <a:pt x="1548403" y="2135727"/>
                  </a:lnTo>
                  <a:lnTo>
                    <a:pt x="1567814" y="2132965"/>
                  </a:lnTo>
                  <a:lnTo>
                    <a:pt x="1587172" y="2130202"/>
                  </a:lnTo>
                  <a:lnTo>
                    <a:pt x="1606565" y="2127440"/>
                  </a:lnTo>
                  <a:lnTo>
                    <a:pt x="1645412" y="2121916"/>
                  </a:lnTo>
                  <a:lnTo>
                    <a:pt x="1684147" y="2117693"/>
                  </a:lnTo>
                  <a:lnTo>
                    <a:pt x="1722882" y="2116328"/>
                  </a:lnTo>
                  <a:lnTo>
                    <a:pt x="1740574" y="2116328"/>
                  </a:lnTo>
                  <a:lnTo>
                    <a:pt x="1754790" y="2116328"/>
                  </a:lnTo>
                  <a:lnTo>
                    <a:pt x="1765530" y="2116328"/>
                  </a:lnTo>
                  <a:lnTo>
                    <a:pt x="1772793" y="2116328"/>
                  </a:lnTo>
                  <a:lnTo>
                    <a:pt x="1779363" y="2115972"/>
                  </a:lnTo>
                  <a:lnTo>
                    <a:pt x="1826458" y="2107287"/>
                  </a:lnTo>
                  <a:lnTo>
                    <a:pt x="1883537" y="2088642"/>
                  </a:lnTo>
                  <a:lnTo>
                    <a:pt x="1904682" y="2081025"/>
                  </a:lnTo>
                  <a:lnTo>
                    <a:pt x="1923732" y="2074767"/>
                  </a:lnTo>
                  <a:lnTo>
                    <a:pt x="1940687" y="2069889"/>
                  </a:lnTo>
                  <a:lnTo>
                    <a:pt x="1955546" y="2066417"/>
                  </a:lnTo>
                  <a:lnTo>
                    <a:pt x="1969785" y="2063317"/>
                  </a:lnTo>
                  <a:lnTo>
                    <a:pt x="1984692" y="2059527"/>
                  </a:lnTo>
                  <a:lnTo>
                    <a:pt x="2000265" y="2055022"/>
                  </a:lnTo>
                  <a:lnTo>
                    <a:pt x="2016506" y="2049780"/>
                  </a:lnTo>
                  <a:lnTo>
                    <a:pt x="2032462" y="2044610"/>
                  </a:lnTo>
                  <a:lnTo>
                    <a:pt x="2047001" y="2040143"/>
                  </a:lnTo>
                  <a:lnTo>
                    <a:pt x="2060136" y="2036367"/>
                  </a:lnTo>
                  <a:lnTo>
                    <a:pt x="2071877" y="2033270"/>
                  </a:lnTo>
                  <a:lnTo>
                    <a:pt x="2082665" y="2030487"/>
                  </a:lnTo>
                  <a:lnTo>
                    <a:pt x="2092737" y="2027682"/>
                  </a:lnTo>
                  <a:lnTo>
                    <a:pt x="2102096" y="2024876"/>
                  </a:lnTo>
                  <a:lnTo>
                    <a:pt x="2110740" y="2022094"/>
                  </a:lnTo>
                  <a:lnTo>
                    <a:pt x="2118691" y="2019686"/>
                  </a:lnTo>
                  <a:lnTo>
                    <a:pt x="2125964" y="2017982"/>
                  </a:lnTo>
                  <a:lnTo>
                    <a:pt x="2132546" y="2016968"/>
                  </a:lnTo>
                  <a:lnTo>
                    <a:pt x="2138426" y="2016633"/>
                  </a:lnTo>
                  <a:lnTo>
                    <a:pt x="2144305" y="2016633"/>
                  </a:lnTo>
                  <a:lnTo>
                    <a:pt x="2150887" y="2016633"/>
                  </a:lnTo>
                  <a:lnTo>
                    <a:pt x="2158160" y="2016633"/>
                  </a:lnTo>
                  <a:lnTo>
                    <a:pt x="2166112" y="2016633"/>
                  </a:lnTo>
                  <a:lnTo>
                    <a:pt x="2177161" y="2016633"/>
                  </a:lnTo>
                  <a:lnTo>
                    <a:pt x="2184527" y="2014728"/>
                  </a:lnTo>
                  <a:lnTo>
                    <a:pt x="2188337" y="2011045"/>
                  </a:lnTo>
                  <a:lnTo>
                    <a:pt x="2192020" y="2007362"/>
                  </a:lnTo>
                  <a:lnTo>
                    <a:pt x="2199386" y="2003679"/>
                  </a:lnTo>
                  <a:lnTo>
                    <a:pt x="2238456" y="1994763"/>
                  </a:lnTo>
                  <a:lnTo>
                    <a:pt x="2249170" y="1994408"/>
                  </a:lnTo>
                  <a:lnTo>
                    <a:pt x="2260984" y="1993717"/>
                  </a:lnTo>
                  <a:lnTo>
                    <a:pt x="2274157" y="1991645"/>
                  </a:lnTo>
                  <a:lnTo>
                    <a:pt x="2288710" y="1988192"/>
                  </a:lnTo>
                  <a:lnTo>
                    <a:pt x="2304669" y="1983359"/>
                  </a:lnTo>
                  <a:lnTo>
                    <a:pt x="2322290" y="1978525"/>
                  </a:lnTo>
                  <a:lnTo>
                    <a:pt x="2342007" y="1975072"/>
                  </a:lnTo>
                  <a:lnTo>
                    <a:pt x="2363819" y="1973000"/>
                  </a:lnTo>
                  <a:lnTo>
                    <a:pt x="2387727" y="1972310"/>
                  </a:lnTo>
                  <a:lnTo>
                    <a:pt x="2411281" y="1971954"/>
                  </a:lnTo>
                  <a:lnTo>
                    <a:pt x="2432049" y="1970897"/>
                  </a:lnTo>
                  <a:lnTo>
                    <a:pt x="2450056" y="1969148"/>
                  </a:lnTo>
                  <a:lnTo>
                    <a:pt x="2465324" y="1966722"/>
                  </a:lnTo>
                  <a:lnTo>
                    <a:pt x="2477754" y="1964314"/>
                  </a:lnTo>
                  <a:lnTo>
                    <a:pt x="2487422" y="1962610"/>
                  </a:lnTo>
                  <a:lnTo>
                    <a:pt x="2494327" y="1961596"/>
                  </a:lnTo>
                  <a:lnTo>
                    <a:pt x="2498471" y="1961261"/>
                  </a:lnTo>
                  <a:lnTo>
                    <a:pt x="2502280" y="1961261"/>
                  </a:lnTo>
                  <a:lnTo>
                    <a:pt x="2504058" y="1953768"/>
                  </a:lnTo>
                  <a:lnTo>
                    <a:pt x="2504058" y="1218819"/>
                  </a:lnTo>
                  <a:lnTo>
                    <a:pt x="2503721" y="1200151"/>
                  </a:lnTo>
                  <a:lnTo>
                    <a:pt x="2500951" y="1150292"/>
                  </a:lnTo>
                  <a:lnTo>
                    <a:pt x="2495018" y="1084145"/>
                  </a:lnTo>
                  <a:lnTo>
                    <a:pt x="2490184" y="1045702"/>
                  </a:lnTo>
                  <a:lnTo>
                    <a:pt x="2483969" y="1003806"/>
                  </a:lnTo>
                  <a:lnTo>
                    <a:pt x="2476373" y="958469"/>
                  </a:lnTo>
                  <a:lnTo>
                    <a:pt x="2469112" y="915487"/>
                  </a:lnTo>
                  <a:lnTo>
                    <a:pt x="2463911" y="880840"/>
                  </a:lnTo>
                  <a:lnTo>
                    <a:pt x="2460781" y="854527"/>
                  </a:lnTo>
                  <a:lnTo>
                    <a:pt x="2459736" y="836549"/>
                  </a:lnTo>
                  <a:lnTo>
                    <a:pt x="2459398" y="820999"/>
                  </a:lnTo>
                  <a:lnTo>
                    <a:pt x="2458370" y="801973"/>
                  </a:lnTo>
                  <a:lnTo>
                    <a:pt x="2456628" y="779470"/>
                  </a:lnTo>
                  <a:lnTo>
                    <a:pt x="2454148" y="753491"/>
                  </a:lnTo>
                  <a:lnTo>
                    <a:pt x="2451740" y="725082"/>
                  </a:lnTo>
                  <a:lnTo>
                    <a:pt x="2450036" y="695293"/>
                  </a:lnTo>
                  <a:lnTo>
                    <a:pt x="2449022" y="664122"/>
                  </a:lnTo>
                  <a:lnTo>
                    <a:pt x="2448687" y="631571"/>
                  </a:lnTo>
                  <a:lnTo>
                    <a:pt x="2448331" y="601092"/>
                  </a:lnTo>
                  <a:lnTo>
                    <a:pt x="2447274" y="576151"/>
                  </a:lnTo>
                  <a:lnTo>
                    <a:pt x="2445525" y="556758"/>
                  </a:lnTo>
                  <a:lnTo>
                    <a:pt x="2443099" y="542925"/>
                  </a:lnTo>
                  <a:lnTo>
                    <a:pt x="2440336" y="530828"/>
                  </a:lnTo>
                  <a:lnTo>
                    <a:pt x="2437574" y="516636"/>
                  </a:lnTo>
                  <a:lnTo>
                    <a:pt x="2434812" y="500348"/>
                  </a:lnTo>
                  <a:lnTo>
                    <a:pt x="2432050" y="481965"/>
                  </a:lnTo>
                  <a:lnTo>
                    <a:pt x="2429287" y="462962"/>
                  </a:lnTo>
                  <a:lnTo>
                    <a:pt x="2426525" y="444626"/>
                  </a:lnTo>
                  <a:lnTo>
                    <a:pt x="2418236" y="393362"/>
                  </a:lnTo>
                  <a:lnTo>
                    <a:pt x="2409825" y="343535"/>
                  </a:lnTo>
                  <a:lnTo>
                    <a:pt x="2407417" y="327576"/>
                  </a:lnTo>
                  <a:lnTo>
                    <a:pt x="2405713" y="313023"/>
                  </a:lnTo>
                  <a:lnTo>
                    <a:pt x="2404699" y="299850"/>
                  </a:lnTo>
                  <a:lnTo>
                    <a:pt x="2404364" y="288036"/>
                  </a:lnTo>
                  <a:lnTo>
                    <a:pt x="2404008" y="277677"/>
                  </a:lnTo>
                  <a:lnTo>
                    <a:pt x="2402951" y="268700"/>
                  </a:lnTo>
                  <a:lnTo>
                    <a:pt x="2401202" y="261104"/>
                  </a:lnTo>
                  <a:lnTo>
                    <a:pt x="2398776" y="254888"/>
                  </a:lnTo>
                  <a:lnTo>
                    <a:pt x="2396368" y="248654"/>
                  </a:lnTo>
                  <a:lnTo>
                    <a:pt x="2394664" y="241014"/>
                  </a:lnTo>
                  <a:lnTo>
                    <a:pt x="2393650" y="231993"/>
                  </a:lnTo>
                  <a:lnTo>
                    <a:pt x="2393315" y="221615"/>
                  </a:lnTo>
                  <a:lnTo>
                    <a:pt x="2392959" y="211236"/>
                  </a:lnTo>
                  <a:lnTo>
                    <a:pt x="2380361" y="173609"/>
                  </a:lnTo>
                  <a:lnTo>
                    <a:pt x="2376678" y="166243"/>
                  </a:lnTo>
                  <a:lnTo>
                    <a:pt x="2372995" y="158876"/>
                  </a:lnTo>
                  <a:lnTo>
                    <a:pt x="2371090" y="151384"/>
                  </a:lnTo>
                  <a:lnTo>
                    <a:pt x="2371090" y="144018"/>
                  </a:lnTo>
                  <a:lnTo>
                    <a:pt x="2371090" y="136651"/>
                  </a:lnTo>
                  <a:lnTo>
                    <a:pt x="2371090" y="131063"/>
                  </a:lnTo>
                  <a:lnTo>
                    <a:pt x="2371090" y="127381"/>
                  </a:lnTo>
                  <a:lnTo>
                    <a:pt x="2371090" y="123698"/>
                  </a:lnTo>
                  <a:lnTo>
                    <a:pt x="2369312" y="116332"/>
                  </a:lnTo>
                  <a:lnTo>
                    <a:pt x="2365502" y="105283"/>
                  </a:lnTo>
                  <a:lnTo>
                    <a:pt x="2361819" y="94234"/>
                  </a:lnTo>
                  <a:lnTo>
                    <a:pt x="2360041" y="86741"/>
                  </a:lnTo>
                  <a:lnTo>
                    <a:pt x="2360041" y="83058"/>
                  </a:lnTo>
                  <a:lnTo>
                    <a:pt x="2360041" y="79375"/>
                  </a:lnTo>
                  <a:lnTo>
                    <a:pt x="2360041" y="57276"/>
                  </a:lnTo>
                  <a:lnTo>
                    <a:pt x="2358136" y="51688"/>
                  </a:lnTo>
                  <a:lnTo>
                    <a:pt x="2354453" y="44323"/>
                  </a:lnTo>
                  <a:lnTo>
                    <a:pt x="2350770" y="36957"/>
                  </a:lnTo>
                  <a:lnTo>
                    <a:pt x="2348992" y="31369"/>
                  </a:lnTo>
                  <a:lnTo>
                    <a:pt x="2348992" y="27686"/>
                  </a:lnTo>
                  <a:lnTo>
                    <a:pt x="2348992" y="24003"/>
                  </a:lnTo>
                  <a:lnTo>
                    <a:pt x="2343404" y="22225"/>
                  </a:lnTo>
                  <a:lnTo>
                    <a:pt x="2332354" y="22225"/>
                  </a:lnTo>
                  <a:lnTo>
                    <a:pt x="2322613" y="21869"/>
                  </a:lnTo>
                  <a:lnTo>
                    <a:pt x="2310145" y="20812"/>
                  </a:lnTo>
                  <a:lnTo>
                    <a:pt x="2294939" y="19063"/>
                  </a:lnTo>
                  <a:lnTo>
                    <a:pt x="2276982" y="16637"/>
                  </a:lnTo>
                  <a:lnTo>
                    <a:pt x="2257216" y="14210"/>
                  </a:lnTo>
                  <a:lnTo>
                    <a:pt x="2236771" y="12461"/>
                  </a:lnTo>
                  <a:lnTo>
                    <a:pt x="2215636" y="11404"/>
                  </a:lnTo>
                  <a:lnTo>
                    <a:pt x="2193798" y="11049"/>
                  </a:lnTo>
                  <a:lnTo>
                    <a:pt x="2170297" y="10713"/>
                  </a:lnTo>
                  <a:lnTo>
                    <a:pt x="2143998" y="9699"/>
                  </a:lnTo>
                  <a:lnTo>
                    <a:pt x="2114913" y="7995"/>
                  </a:lnTo>
                  <a:lnTo>
                    <a:pt x="2083054" y="5587"/>
                  </a:lnTo>
                  <a:lnTo>
                    <a:pt x="2050147" y="3161"/>
                  </a:lnTo>
                  <a:lnTo>
                    <a:pt x="2017918" y="1412"/>
                  </a:lnTo>
                  <a:lnTo>
                    <a:pt x="1986381" y="355"/>
                  </a:lnTo>
                  <a:lnTo>
                    <a:pt x="1955546" y="0"/>
                  </a:lnTo>
                  <a:lnTo>
                    <a:pt x="1925421" y="0"/>
                  </a:lnTo>
                  <a:lnTo>
                    <a:pt x="1895998" y="0"/>
                  </a:lnTo>
                  <a:lnTo>
                    <a:pt x="1589913" y="0"/>
                  </a:lnTo>
                  <a:lnTo>
                    <a:pt x="1576081" y="355"/>
                  </a:lnTo>
                  <a:lnTo>
                    <a:pt x="1562227" y="1412"/>
                  </a:lnTo>
                  <a:lnTo>
                    <a:pt x="1548372" y="3161"/>
                  </a:lnTo>
                  <a:lnTo>
                    <a:pt x="1534541" y="5587"/>
                  </a:lnTo>
                  <a:lnTo>
                    <a:pt x="1517590" y="8687"/>
                  </a:lnTo>
                  <a:lnTo>
                    <a:pt x="1494377" y="12477"/>
                  </a:lnTo>
                  <a:lnTo>
                    <a:pt x="1464925" y="16982"/>
                  </a:lnTo>
                  <a:lnTo>
                    <a:pt x="1429258" y="22225"/>
                  </a:lnTo>
                  <a:lnTo>
                    <a:pt x="1393946" y="27394"/>
                  </a:lnTo>
                  <a:lnTo>
                    <a:pt x="1365551" y="31861"/>
                  </a:lnTo>
                  <a:lnTo>
                    <a:pt x="1344086" y="35637"/>
                  </a:lnTo>
                  <a:lnTo>
                    <a:pt x="1329563" y="38735"/>
                  </a:lnTo>
                  <a:lnTo>
                    <a:pt x="1318849" y="41161"/>
                  </a:lnTo>
                  <a:lnTo>
                    <a:pt x="1308814" y="42910"/>
                  </a:lnTo>
                  <a:lnTo>
                    <a:pt x="1299469" y="43967"/>
                  </a:lnTo>
                  <a:lnTo>
                    <a:pt x="1290827" y="44323"/>
                  </a:lnTo>
                  <a:lnTo>
                    <a:pt x="1282823" y="44323"/>
                  </a:lnTo>
                  <a:lnTo>
                    <a:pt x="1275556" y="44323"/>
                  </a:lnTo>
                  <a:lnTo>
                    <a:pt x="459739" y="44323"/>
                  </a:lnTo>
                  <a:lnTo>
                    <a:pt x="442811" y="45013"/>
                  </a:lnTo>
                  <a:lnTo>
                    <a:pt x="430704" y="47085"/>
                  </a:lnTo>
                  <a:lnTo>
                    <a:pt x="423431" y="50538"/>
                  </a:lnTo>
                  <a:lnTo>
                    <a:pt x="421005" y="5537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3985" y="5629655"/>
            <a:ext cx="2738755" cy="273050"/>
          </a:xfrm>
          <a:custGeom>
            <a:avLst/>
            <a:gdLst/>
            <a:ahLst/>
            <a:cxnLst/>
            <a:rect l="l" t="t" r="r" b="b"/>
            <a:pathLst>
              <a:path w="2738754" h="273050">
                <a:moveTo>
                  <a:pt x="2738374" y="0"/>
                </a:moveTo>
                <a:lnTo>
                  <a:pt x="0" y="0"/>
                </a:lnTo>
                <a:lnTo>
                  <a:pt x="0" y="272922"/>
                </a:lnTo>
                <a:lnTo>
                  <a:pt x="2738374" y="272922"/>
                </a:lnTo>
                <a:lnTo>
                  <a:pt x="273837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278251" y="5145023"/>
            <a:ext cx="3886835" cy="273050"/>
          </a:xfrm>
          <a:custGeom>
            <a:avLst/>
            <a:gdLst/>
            <a:ahLst/>
            <a:cxnLst/>
            <a:rect l="l" t="t" r="r" b="b"/>
            <a:pathLst>
              <a:path w="3886834" h="273050">
                <a:moveTo>
                  <a:pt x="3886707" y="0"/>
                </a:moveTo>
                <a:lnTo>
                  <a:pt x="0" y="0"/>
                </a:lnTo>
                <a:lnTo>
                  <a:pt x="0" y="272922"/>
                </a:lnTo>
                <a:lnTo>
                  <a:pt x="3886707" y="272922"/>
                </a:lnTo>
                <a:lnTo>
                  <a:pt x="388670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3854" y="4660392"/>
            <a:ext cx="4216400" cy="273050"/>
          </a:xfrm>
          <a:custGeom>
            <a:avLst/>
            <a:gdLst/>
            <a:ahLst/>
            <a:cxnLst/>
            <a:rect l="l" t="t" r="r" b="b"/>
            <a:pathLst>
              <a:path w="4216400" h="273050">
                <a:moveTo>
                  <a:pt x="4215892" y="0"/>
                </a:moveTo>
                <a:lnTo>
                  <a:pt x="0" y="0"/>
                </a:lnTo>
                <a:lnTo>
                  <a:pt x="0" y="272923"/>
                </a:lnTo>
                <a:lnTo>
                  <a:pt x="4215892" y="272923"/>
                </a:lnTo>
                <a:lnTo>
                  <a:pt x="421589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33854" y="2723261"/>
            <a:ext cx="5697855" cy="273050"/>
          </a:xfrm>
          <a:custGeom>
            <a:avLst/>
            <a:gdLst/>
            <a:ahLst/>
            <a:cxnLst/>
            <a:rect l="l" t="t" r="r" b="b"/>
            <a:pathLst>
              <a:path w="5697855" h="273050">
                <a:moveTo>
                  <a:pt x="5697855" y="0"/>
                </a:moveTo>
                <a:lnTo>
                  <a:pt x="0" y="0"/>
                </a:lnTo>
                <a:lnTo>
                  <a:pt x="0" y="273050"/>
                </a:lnTo>
                <a:lnTo>
                  <a:pt x="5697855" y="273050"/>
                </a:lnTo>
                <a:lnTo>
                  <a:pt x="569785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3854" y="2238629"/>
            <a:ext cx="2656205" cy="273050"/>
          </a:xfrm>
          <a:custGeom>
            <a:avLst/>
            <a:gdLst/>
            <a:ahLst/>
            <a:cxnLst/>
            <a:rect l="l" t="t" r="r" b="b"/>
            <a:pathLst>
              <a:path w="2656204" h="273050">
                <a:moveTo>
                  <a:pt x="2655950" y="0"/>
                </a:moveTo>
                <a:lnTo>
                  <a:pt x="0" y="0"/>
                </a:lnTo>
                <a:lnTo>
                  <a:pt x="0" y="273050"/>
                </a:lnTo>
                <a:lnTo>
                  <a:pt x="2655950" y="273050"/>
                </a:lnTo>
                <a:lnTo>
                  <a:pt x="265595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34619" y="329819"/>
            <a:ext cx="9507220" cy="6818630"/>
            <a:chOff x="634619" y="329819"/>
            <a:chExt cx="9507220" cy="6818630"/>
          </a:xfrm>
        </p:grpSpPr>
        <p:sp>
          <p:nvSpPr>
            <p:cNvPr id="8" name="object 8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1.2</a:t>
            </a:r>
            <a:r>
              <a:rPr sz="3300" spc="-160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화일</a:t>
            </a:r>
            <a:r>
              <a:rPr sz="3300" spc="-14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시스템</a:t>
            </a:r>
            <a:r>
              <a:rPr sz="3300" spc="-145" dirty="0">
                <a:solidFill>
                  <a:srgbClr val="3333CC"/>
                </a:solidFill>
              </a:rPr>
              <a:t> </a:t>
            </a:r>
            <a:r>
              <a:rPr sz="3300" spc="95" dirty="0">
                <a:solidFill>
                  <a:srgbClr val="3333CC"/>
                </a:solidFill>
              </a:rPr>
              <a:t>vs.</a:t>
            </a:r>
            <a:r>
              <a:rPr sz="3300" spc="-120" dirty="0">
                <a:solidFill>
                  <a:srgbClr val="3333CC"/>
                </a:solidFill>
              </a:rPr>
              <a:t> </a:t>
            </a:r>
            <a:r>
              <a:rPr sz="3300" spc="-50" dirty="0">
                <a:solidFill>
                  <a:srgbClr val="3333CC"/>
                </a:solidFill>
              </a:rPr>
              <a:t>DBMS(계속)</a:t>
            </a:r>
            <a:endParaRPr sz="3300"/>
          </a:p>
        </p:txBody>
      </p:sp>
      <p:sp>
        <p:nvSpPr>
          <p:cNvPr id="11" name="object 11"/>
          <p:cNvSpPr txBox="1"/>
          <p:nvPr/>
        </p:nvSpPr>
        <p:spPr>
          <a:xfrm>
            <a:off x="813290" y="1678888"/>
            <a:ext cx="6780530" cy="1336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05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55" dirty="0">
                <a:latin typeface="Malgun Gothic"/>
                <a:cs typeface="Malgun Gothic"/>
              </a:rPr>
              <a:t>D</a:t>
            </a:r>
            <a:r>
              <a:rPr sz="2200" b="1" spc="75" dirty="0">
                <a:latin typeface="Malgun Gothic"/>
                <a:cs typeface="Malgun Gothic"/>
              </a:rPr>
              <a:t>B</a:t>
            </a:r>
            <a:r>
              <a:rPr sz="2200" b="1" spc="-380" dirty="0">
                <a:latin typeface="Malgun Gothic"/>
                <a:cs typeface="Malgun Gothic"/>
              </a:rPr>
              <a:t>M</a:t>
            </a:r>
            <a:r>
              <a:rPr sz="2200" b="1" spc="150" dirty="0">
                <a:latin typeface="Malgun Gothic"/>
                <a:cs typeface="Malgun Gothic"/>
              </a:rPr>
              <a:t>S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사용</a:t>
            </a:r>
            <a:r>
              <a:rPr sz="2200" b="1" spc="5" dirty="0">
                <a:latin typeface="Malgun Gothic"/>
                <a:cs typeface="Malgun Gothic"/>
              </a:rPr>
              <a:t>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40" dirty="0">
                <a:latin typeface="Malgun Gothic"/>
                <a:cs typeface="Malgun Gothic"/>
              </a:rPr>
              <a:t>장</a:t>
            </a:r>
            <a:r>
              <a:rPr sz="2200" b="1" spc="5" dirty="0">
                <a:latin typeface="Malgun Gothic"/>
                <a:cs typeface="Malgun Gothic"/>
              </a:rPr>
              <a:t>점</a:t>
            </a:r>
            <a:endParaRPr sz="220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51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10" dirty="0">
                <a:latin typeface="Malgun Gothic"/>
                <a:cs typeface="Malgun Gothic"/>
              </a:rPr>
              <a:t>중복성과</a:t>
            </a:r>
            <a:r>
              <a:rPr sz="1950" b="1" spc="-15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불일치가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감소됨</a:t>
            </a:r>
            <a:endParaRPr sz="195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47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응용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시스템을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추가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개발하고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유지하는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비용이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감소됨</a:t>
            </a:r>
            <a:endParaRPr sz="195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3854" y="3207893"/>
            <a:ext cx="290322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표준화를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시행하기가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용이</a:t>
            </a:r>
            <a:endParaRPr sz="1950" dirty="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854" y="3691128"/>
            <a:ext cx="159131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보안</a:t>
            </a:r>
            <a:r>
              <a:rPr sz="1950" b="1" spc="30" dirty="0">
                <a:latin typeface="Malgun Gothic"/>
                <a:cs typeface="Malgun Gothic"/>
              </a:rPr>
              <a:t>이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향상</a:t>
            </a:r>
            <a:r>
              <a:rPr sz="1950" b="1" spc="30" dirty="0">
                <a:latin typeface="Malgun Gothic"/>
                <a:cs typeface="Malgun Gothic"/>
              </a:rPr>
              <a:t>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7772" y="3172403"/>
            <a:ext cx="223520" cy="1295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395" dirty="0"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950" spc="-395" dirty="0"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950" spc="-395" dirty="0">
                <a:latin typeface="PMingLiU-ExtB"/>
                <a:cs typeface="PMingLiU-ExtB"/>
              </a:rPr>
              <a:t></a:t>
            </a:r>
            <a:endParaRPr sz="1950">
              <a:latin typeface="PMingLiU-ExtB"/>
              <a:cs typeface="PMingLiU-ExtB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3854" y="4175760"/>
            <a:ext cx="1837055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무결</a:t>
            </a:r>
            <a:r>
              <a:rPr sz="1950" b="1" spc="-10" dirty="0">
                <a:latin typeface="Malgun Gothic"/>
                <a:cs typeface="Malgun Gothic"/>
              </a:rPr>
              <a:t>성</a:t>
            </a:r>
            <a:r>
              <a:rPr sz="1950" b="1" spc="30" dirty="0">
                <a:latin typeface="Malgun Gothic"/>
                <a:cs typeface="Malgun Gothic"/>
              </a:rPr>
              <a:t>이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향상</a:t>
            </a:r>
            <a:r>
              <a:rPr sz="1950" b="1" spc="30" dirty="0">
                <a:latin typeface="Malgun Gothic"/>
                <a:cs typeface="Malgun Gothic"/>
              </a:rPr>
              <a:t>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7772" y="4624796"/>
            <a:ext cx="7014845" cy="1296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latin typeface="Malgun Gothic"/>
                <a:cs typeface="Malgun Gothic"/>
              </a:rPr>
              <a:t>조직체의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요구사항을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종합적으로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파악할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7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5" dirty="0">
                <a:latin typeface="Malgun Gothic"/>
                <a:cs typeface="Malgun Gothic"/>
              </a:rPr>
              <a:t>다양한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유형의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고장으로부터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회복할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147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공유와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동시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접근이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가능함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01673" y="2522855"/>
            <a:ext cx="598805" cy="44450"/>
          </a:xfrm>
          <a:custGeom>
            <a:avLst/>
            <a:gdLst/>
            <a:ahLst/>
            <a:cxnLst/>
            <a:rect l="l" t="t" r="r" b="b"/>
            <a:pathLst>
              <a:path w="598805" h="44450">
                <a:moveTo>
                  <a:pt x="0" y="44323"/>
                </a:moveTo>
                <a:lnTo>
                  <a:pt x="0" y="44323"/>
                </a:lnTo>
                <a:lnTo>
                  <a:pt x="182752" y="44323"/>
                </a:lnTo>
                <a:lnTo>
                  <a:pt x="196975" y="43967"/>
                </a:lnTo>
                <a:lnTo>
                  <a:pt x="211851" y="42910"/>
                </a:lnTo>
                <a:lnTo>
                  <a:pt x="227419" y="41161"/>
                </a:lnTo>
                <a:lnTo>
                  <a:pt x="243712" y="38735"/>
                </a:lnTo>
                <a:lnTo>
                  <a:pt x="260306" y="36327"/>
                </a:lnTo>
                <a:lnTo>
                  <a:pt x="276923" y="34623"/>
                </a:lnTo>
                <a:lnTo>
                  <a:pt x="293540" y="33609"/>
                </a:lnTo>
                <a:lnTo>
                  <a:pt x="310133" y="33274"/>
                </a:lnTo>
                <a:lnTo>
                  <a:pt x="326782" y="32918"/>
                </a:lnTo>
                <a:lnTo>
                  <a:pt x="343407" y="31861"/>
                </a:lnTo>
                <a:lnTo>
                  <a:pt x="360033" y="30112"/>
                </a:lnTo>
                <a:lnTo>
                  <a:pt x="376681" y="27686"/>
                </a:lnTo>
                <a:lnTo>
                  <a:pt x="393275" y="24923"/>
                </a:lnTo>
                <a:lnTo>
                  <a:pt x="409892" y="22161"/>
                </a:lnTo>
                <a:lnTo>
                  <a:pt x="459061" y="13874"/>
                </a:lnTo>
                <a:lnTo>
                  <a:pt x="498601" y="5587"/>
                </a:lnTo>
                <a:lnTo>
                  <a:pt x="508960" y="3107"/>
                </a:lnTo>
                <a:lnTo>
                  <a:pt x="517937" y="1365"/>
                </a:lnTo>
                <a:lnTo>
                  <a:pt x="525533" y="337"/>
                </a:lnTo>
                <a:lnTo>
                  <a:pt x="531749" y="0"/>
                </a:lnTo>
                <a:lnTo>
                  <a:pt x="539241" y="0"/>
                </a:lnTo>
                <a:lnTo>
                  <a:pt x="544702" y="0"/>
                </a:lnTo>
                <a:lnTo>
                  <a:pt x="590931" y="0"/>
                </a:lnTo>
                <a:lnTo>
                  <a:pt x="59829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854" y="3970020"/>
            <a:ext cx="2160270" cy="273050"/>
          </a:xfrm>
          <a:custGeom>
            <a:avLst/>
            <a:gdLst/>
            <a:ahLst/>
            <a:cxnLst/>
            <a:rect l="l" t="t" r="r" b="b"/>
            <a:pathLst>
              <a:path w="2160270" h="273050">
                <a:moveTo>
                  <a:pt x="2159761" y="0"/>
                </a:moveTo>
                <a:lnTo>
                  <a:pt x="0" y="0"/>
                </a:lnTo>
                <a:lnTo>
                  <a:pt x="0" y="272923"/>
                </a:lnTo>
                <a:lnTo>
                  <a:pt x="2159761" y="272923"/>
                </a:lnTo>
                <a:lnTo>
                  <a:pt x="215976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818246" y="3970020"/>
            <a:ext cx="1589405" cy="273050"/>
          </a:xfrm>
          <a:custGeom>
            <a:avLst/>
            <a:gdLst/>
            <a:ahLst/>
            <a:cxnLst/>
            <a:rect l="l" t="t" r="r" b="b"/>
            <a:pathLst>
              <a:path w="1589404" h="273050">
                <a:moveTo>
                  <a:pt x="1588897" y="0"/>
                </a:moveTo>
                <a:lnTo>
                  <a:pt x="0" y="0"/>
                </a:lnTo>
                <a:lnTo>
                  <a:pt x="0" y="272923"/>
                </a:lnTo>
                <a:lnTo>
                  <a:pt x="1588897" y="272923"/>
                </a:lnTo>
                <a:lnTo>
                  <a:pt x="158889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3854" y="3122549"/>
            <a:ext cx="1839595" cy="273050"/>
          </a:xfrm>
          <a:custGeom>
            <a:avLst/>
            <a:gdLst/>
            <a:ahLst/>
            <a:cxnLst/>
            <a:rect l="l" t="t" r="r" b="b"/>
            <a:pathLst>
              <a:path w="1839595" h="273050">
                <a:moveTo>
                  <a:pt x="1839086" y="0"/>
                </a:moveTo>
                <a:lnTo>
                  <a:pt x="0" y="0"/>
                </a:lnTo>
                <a:lnTo>
                  <a:pt x="0" y="272923"/>
                </a:lnTo>
                <a:lnTo>
                  <a:pt x="1839086" y="272923"/>
                </a:lnTo>
                <a:lnTo>
                  <a:pt x="183908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825483" y="2729357"/>
            <a:ext cx="781050" cy="273050"/>
          </a:xfrm>
          <a:custGeom>
            <a:avLst/>
            <a:gdLst/>
            <a:ahLst/>
            <a:cxnLst/>
            <a:rect l="l" t="t" r="r" b="b"/>
            <a:pathLst>
              <a:path w="781050" h="273050">
                <a:moveTo>
                  <a:pt x="780542" y="0"/>
                </a:moveTo>
                <a:lnTo>
                  <a:pt x="0" y="0"/>
                </a:lnTo>
                <a:lnTo>
                  <a:pt x="0" y="272923"/>
                </a:lnTo>
                <a:lnTo>
                  <a:pt x="780542" y="272923"/>
                </a:lnTo>
                <a:lnTo>
                  <a:pt x="78054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92149" y="1881886"/>
            <a:ext cx="1346200" cy="273050"/>
          </a:xfrm>
          <a:custGeom>
            <a:avLst/>
            <a:gdLst/>
            <a:ahLst/>
            <a:cxnLst/>
            <a:rect l="l" t="t" r="r" b="b"/>
            <a:pathLst>
              <a:path w="1346200" h="273050">
                <a:moveTo>
                  <a:pt x="1346200" y="0"/>
                </a:moveTo>
                <a:lnTo>
                  <a:pt x="0" y="0"/>
                </a:lnTo>
                <a:lnTo>
                  <a:pt x="0" y="272923"/>
                </a:lnTo>
                <a:lnTo>
                  <a:pt x="1346200" y="272923"/>
                </a:lnTo>
                <a:lnTo>
                  <a:pt x="1346200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3854" y="2729357"/>
            <a:ext cx="1423035" cy="273050"/>
          </a:xfrm>
          <a:custGeom>
            <a:avLst/>
            <a:gdLst/>
            <a:ahLst/>
            <a:cxnLst/>
            <a:rect l="l" t="t" r="r" b="b"/>
            <a:pathLst>
              <a:path w="1423035" h="273050">
                <a:moveTo>
                  <a:pt x="1423034" y="0"/>
                </a:moveTo>
                <a:lnTo>
                  <a:pt x="0" y="0"/>
                </a:lnTo>
                <a:lnTo>
                  <a:pt x="0" y="272923"/>
                </a:lnTo>
                <a:lnTo>
                  <a:pt x="1423034" y="272923"/>
                </a:lnTo>
                <a:lnTo>
                  <a:pt x="142303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43188" y="2336165"/>
            <a:ext cx="574675" cy="273050"/>
          </a:xfrm>
          <a:custGeom>
            <a:avLst/>
            <a:gdLst/>
            <a:ahLst/>
            <a:cxnLst/>
            <a:rect l="l" t="t" r="r" b="b"/>
            <a:pathLst>
              <a:path w="574675" h="273050">
                <a:moveTo>
                  <a:pt x="574166" y="0"/>
                </a:moveTo>
                <a:lnTo>
                  <a:pt x="0" y="0"/>
                </a:lnTo>
                <a:lnTo>
                  <a:pt x="0" y="272923"/>
                </a:lnTo>
                <a:lnTo>
                  <a:pt x="574166" y="272923"/>
                </a:lnTo>
                <a:lnTo>
                  <a:pt x="574166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85760" y="2336165"/>
            <a:ext cx="1186180" cy="273050"/>
          </a:xfrm>
          <a:custGeom>
            <a:avLst/>
            <a:gdLst/>
            <a:ahLst/>
            <a:cxnLst/>
            <a:rect l="l" t="t" r="r" b="b"/>
            <a:pathLst>
              <a:path w="1186179" h="273050">
                <a:moveTo>
                  <a:pt x="1185799" y="0"/>
                </a:moveTo>
                <a:lnTo>
                  <a:pt x="0" y="0"/>
                </a:lnTo>
                <a:lnTo>
                  <a:pt x="0" y="272923"/>
                </a:lnTo>
                <a:lnTo>
                  <a:pt x="1185799" y="272923"/>
                </a:lnTo>
                <a:lnTo>
                  <a:pt x="1185799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97221" y="2336165"/>
            <a:ext cx="563880" cy="273050"/>
          </a:xfrm>
          <a:custGeom>
            <a:avLst/>
            <a:gdLst/>
            <a:ahLst/>
            <a:cxnLst/>
            <a:rect l="l" t="t" r="r" b="b"/>
            <a:pathLst>
              <a:path w="563879" h="273050">
                <a:moveTo>
                  <a:pt x="563372" y="0"/>
                </a:moveTo>
                <a:lnTo>
                  <a:pt x="0" y="0"/>
                </a:lnTo>
                <a:lnTo>
                  <a:pt x="0" y="272923"/>
                </a:lnTo>
                <a:lnTo>
                  <a:pt x="563372" y="272923"/>
                </a:lnTo>
                <a:lnTo>
                  <a:pt x="563372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16654" y="2336165"/>
            <a:ext cx="911225" cy="273050"/>
          </a:xfrm>
          <a:custGeom>
            <a:avLst/>
            <a:gdLst/>
            <a:ahLst/>
            <a:cxnLst/>
            <a:rect l="l" t="t" r="r" b="b"/>
            <a:pathLst>
              <a:path w="911225" h="273050">
                <a:moveTo>
                  <a:pt x="910971" y="0"/>
                </a:moveTo>
                <a:lnTo>
                  <a:pt x="0" y="0"/>
                </a:lnTo>
                <a:lnTo>
                  <a:pt x="0" y="272923"/>
                </a:lnTo>
                <a:lnTo>
                  <a:pt x="910971" y="272923"/>
                </a:lnTo>
                <a:lnTo>
                  <a:pt x="91097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33854" y="2336165"/>
            <a:ext cx="2013585" cy="273050"/>
          </a:xfrm>
          <a:custGeom>
            <a:avLst/>
            <a:gdLst/>
            <a:ahLst/>
            <a:cxnLst/>
            <a:rect l="l" t="t" r="r" b="b"/>
            <a:pathLst>
              <a:path w="2013585" h="273050">
                <a:moveTo>
                  <a:pt x="2013331" y="0"/>
                </a:moveTo>
                <a:lnTo>
                  <a:pt x="0" y="0"/>
                </a:lnTo>
                <a:lnTo>
                  <a:pt x="0" y="272923"/>
                </a:lnTo>
                <a:lnTo>
                  <a:pt x="2013331" y="272923"/>
                </a:lnTo>
                <a:lnTo>
                  <a:pt x="201333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34619" y="329819"/>
            <a:ext cx="9507220" cy="6818630"/>
            <a:chOff x="634619" y="329819"/>
            <a:chExt cx="9507220" cy="6818630"/>
          </a:xfrm>
        </p:grpSpPr>
        <p:sp>
          <p:nvSpPr>
            <p:cNvPr id="14" name="object 14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1604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0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8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과정</a:t>
            </a:r>
            <a:endParaRPr sz="3300"/>
          </a:p>
        </p:txBody>
      </p:sp>
      <p:sp>
        <p:nvSpPr>
          <p:cNvPr id="17" name="object 17"/>
          <p:cNvSpPr txBox="1"/>
          <p:nvPr/>
        </p:nvSpPr>
        <p:spPr>
          <a:xfrm>
            <a:off x="813307" y="1694120"/>
            <a:ext cx="9140190" cy="1720214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90525" indent="-378460" algn="just">
              <a:lnSpc>
                <a:spcPct val="100000"/>
              </a:lnSpc>
              <a:spcBef>
                <a:spcPts val="1330"/>
              </a:spcBef>
              <a:buSzPct val="110256"/>
              <a:buFont typeface="PMingLiU-ExtB"/>
              <a:buChar char="❑"/>
              <a:tabLst>
                <a:tab pos="391160" algn="l"/>
              </a:tabLst>
            </a:pPr>
            <a:r>
              <a:rPr sz="1950" b="1" spc="15" dirty="0">
                <a:latin typeface="Malgun Gothic"/>
                <a:cs typeface="Malgun Gothic"/>
              </a:rPr>
              <a:t>데이터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-5" dirty="0">
                <a:latin typeface="Malgun Gothic"/>
                <a:cs typeface="Malgun Gothic"/>
              </a:rPr>
              <a:t>모델(data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-30" dirty="0">
                <a:latin typeface="Malgun Gothic"/>
                <a:cs typeface="Malgun Gothic"/>
              </a:rPr>
              <a:t>model)</a:t>
            </a:r>
            <a:endParaRPr sz="1950">
              <a:latin typeface="Malgun Gothic"/>
              <a:cs typeface="Malgun Gothic"/>
            </a:endParaRPr>
          </a:p>
          <a:p>
            <a:pPr marL="832485" marR="5080" lvl="1" indent="-315595" algn="just">
              <a:lnSpc>
                <a:spcPct val="132300"/>
              </a:lnSpc>
              <a:spcBef>
                <a:spcPts val="48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190" dirty="0">
                <a:solidFill>
                  <a:srgbClr val="FF0000"/>
                </a:solidFill>
                <a:latin typeface="Malgun Gothic"/>
                <a:cs typeface="Malgun Gothic"/>
              </a:rPr>
              <a:t>데이터베이스의 </a:t>
            </a:r>
            <a:r>
              <a:rPr sz="1950" b="1" spc="160" dirty="0">
                <a:solidFill>
                  <a:srgbClr val="FF0000"/>
                </a:solidFill>
                <a:latin typeface="Malgun Gothic"/>
                <a:cs typeface="Malgun Gothic"/>
              </a:rPr>
              <a:t>구조를 </a:t>
            </a:r>
            <a:r>
              <a:rPr sz="1950" b="1" spc="180" dirty="0">
                <a:solidFill>
                  <a:srgbClr val="FF0000"/>
                </a:solidFill>
                <a:latin typeface="Malgun Gothic"/>
                <a:cs typeface="Malgun Gothic"/>
              </a:rPr>
              <a:t>기술하는데 </a:t>
            </a:r>
            <a:r>
              <a:rPr sz="1950" b="1" spc="170" dirty="0">
                <a:solidFill>
                  <a:srgbClr val="FF0000"/>
                </a:solidFill>
                <a:latin typeface="Malgun Gothic"/>
                <a:cs typeface="Malgun Gothic"/>
              </a:rPr>
              <a:t>사용되는 개념들의 </a:t>
            </a:r>
            <a:r>
              <a:rPr sz="1950" b="1" spc="200" dirty="0">
                <a:solidFill>
                  <a:srgbClr val="FF0000"/>
                </a:solidFill>
                <a:latin typeface="Malgun Gothic"/>
                <a:cs typeface="Malgun Gothic"/>
              </a:rPr>
              <a:t>집합으로, </a:t>
            </a:r>
            <a:r>
              <a:rPr sz="1950" b="1" spc="204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40" dirty="0">
                <a:solidFill>
                  <a:srgbClr val="FF0000"/>
                </a:solidFill>
                <a:latin typeface="Malgun Gothic"/>
                <a:cs typeface="Malgun Gothic"/>
              </a:rPr>
              <a:t>데이터 </a:t>
            </a:r>
            <a:r>
              <a:rPr sz="1950" b="1" spc="50" dirty="0">
                <a:solidFill>
                  <a:srgbClr val="FF0000"/>
                </a:solidFill>
                <a:latin typeface="Malgun Gothic"/>
                <a:cs typeface="Malgun Gothic"/>
              </a:rPr>
              <a:t>구조</a:t>
            </a:r>
            <a:r>
              <a:rPr sz="1950" b="1" spc="50" dirty="0">
                <a:latin typeface="Malgun Gothic"/>
                <a:cs typeface="Malgun Gothic"/>
              </a:rPr>
              <a:t>(데이터 </a:t>
            </a:r>
            <a:r>
              <a:rPr sz="1950" b="1" spc="40" dirty="0">
                <a:latin typeface="Malgun Gothic"/>
                <a:cs typeface="Malgun Gothic"/>
              </a:rPr>
              <a:t>타입과 </a:t>
            </a:r>
            <a:r>
              <a:rPr sz="1950" b="1" spc="65" dirty="0">
                <a:latin typeface="Malgun Gothic"/>
                <a:cs typeface="Malgun Gothic"/>
              </a:rPr>
              <a:t>관계), </a:t>
            </a:r>
            <a:r>
              <a:rPr sz="1950" b="1" spc="30" dirty="0">
                <a:latin typeface="Malgun Gothic"/>
                <a:cs typeface="Malgun Gothic"/>
              </a:rPr>
              <a:t>이 </a:t>
            </a:r>
            <a:r>
              <a:rPr sz="1950" b="1" spc="45" dirty="0">
                <a:latin typeface="Malgun Gothic"/>
                <a:cs typeface="Malgun Gothic"/>
              </a:rPr>
              <a:t>구조 </a:t>
            </a:r>
            <a:r>
              <a:rPr sz="1950" b="1" spc="40" dirty="0">
                <a:latin typeface="Malgun Gothic"/>
                <a:cs typeface="Malgun Gothic"/>
              </a:rPr>
              <a:t>위에서 </a:t>
            </a:r>
            <a:r>
              <a:rPr sz="1950" b="1" spc="45" dirty="0">
                <a:latin typeface="Malgun Gothic"/>
                <a:cs typeface="Malgun Gothic"/>
              </a:rPr>
              <a:t>동작하는 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연산자</a:t>
            </a:r>
            <a:r>
              <a:rPr sz="1950" b="1" spc="65" dirty="0">
                <a:latin typeface="Malgun Gothic"/>
                <a:cs typeface="Malgun Gothic"/>
              </a:rPr>
              <a:t>들, </a:t>
            </a:r>
            <a:r>
              <a:rPr sz="1950" b="1" spc="70" dirty="0"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무결성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제약조건</a:t>
            </a:r>
            <a:r>
              <a:rPr sz="1950" b="1" spc="5" dirty="0">
                <a:latin typeface="Malgun Gothic"/>
                <a:cs typeface="Malgun Gothic"/>
              </a:rPr>
              <a:t>을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포함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7772" y="3541386"/>
            <a:ext cx="35598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10" dirty="0">
                <a:latin typeface="Malgun Gothic"/>
                <a:cs typeface="Malgun Gothic"/>
              </a:rPr>
              <a:t>사용자에게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내부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저장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방식의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1758" y="3576954"/>
            <a:ext cx="431038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2150"/>
              </a:lnSpc>
            </a:pPr>
            <a:r>
              <a:rPr sz="1950" b="1" spc="10" dirty="0">
                <a:latin typeface="Malgun Gothic"/>
                <a:cs typeface="Malgun Gothic"/>
              </a:rPr>
              <a:t>세세한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사항은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숨기면서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데이터에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대한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69789" y="3970020"/>
            <a:ext cx="2501265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ts val="2150"/>
              </a:lnSpc>
            </a:pPr>
            <a:r>
              <a:rPr sz="1950" b="1" spc="20" dirty="0">
                <a:latin typeface="Malgun Gothic"/>
                <a:cs typeface="Malgun Gothic"/>
              </a:rPr>
              <a:t>이들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간의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사상을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제공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3333" y="3934538"/>
            <a:ext cx="787336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03620" algn="l"/>
              </a:tabLst>
            </a:pPr>
            <a:r>
              <a:rPr sz="1950" b="1" spc="10" dirty="0">
                <a:latin typeface="Malgun Gothic"/>
                <a:cs typeface="Malgun Gothic"/>
              </a:rPr>
              <a:t>직관적인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뷰를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제공하는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동시에	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(데이터</a:t>
            </a:r>
            <a:r>
              <a:rPr sz="1950" b="1" spc="-1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추상화)</a:t>
            </a:r>
            <a:endParaRPr sz="1950">
              <a:latin typeface="Malgun Gothic"/>
              <a:cs typeface="Malgun Gothic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1263" y="4466844"/>
            <a:ext cx="7420850" cy="2420586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과정(계속)</a:t>
            </a:r>
            <a:endParaRPr sz="33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307" y="1520444"/>
            <a:ext cx="2548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3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15" dirty="0">
                <a:latin typeface="Malgun Gothic"/>
                <a:cs typeface="Malgun Gothic"/>
              </a:rPr>
              <a:t>데이터</a:t>
            </a:r>
            <a:r>
              <a:rPr sz="1950" b="1" spc="-16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모델의</a:t>
            </a:r>
            <a:r>
              <a:rPr sz="1950" b="1" spc="-15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분류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3854" y="1989201"/>
            <a:ext cx="726440" cy="255904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005"/>
              </a:lnSpc>
            </a:pPr>
            <a:r>
              <a:rPr sz="1750" b="1" spc="5" dirty="0">
                <a:latin typeface="Malgun Gothic"/>
                <a:cs typeface="Malgun Gothic"/>
              </a:rPr>
              <a:t>고수준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7787" y="1962410"/>
            <a:ext cx="604837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064895" indent="-1052830">
              <a:lnSpc>
                <a:spcPct val="100000"/>
              </a:lnSpc>
              <a:spcBef>
                <a:spcPts val="115"/>
              </a:spcBef>
              <a:buFont typeface="PMingLiU-ExtB"/>
              <a:buChar char="✓"/>
              <a:tabLst>
                <a:tab pos="1064895" algn="l"/>
                <a:tab pos="1065530" algn="l"/>
              </a:tabLst>
            </a:pPr>
            <a:r>
              <a:rPr sz="1750" b="1" dirty="0">
                <a:latin typeface="Malgun Gothic"/>
                <a:cs typeface="Malgun Gothic"/>
              </a:rPr>
              <a:t>또는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개념적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모델(conceptual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-35" dirty="0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2176" y="2229714"/>
            <a:ext cx="7988300" cy="833119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1175"/>
              </a:spcBef>
              <a:buFont typeface="PMingLiU-ExtB"/>
              <a:buChar char="▪"/>
              <a:tabLst>
                <a:tab pos="265430" algn="l"/>
                <a:tab pos="266065" algn="l"/>
              </a:tabLst>
            </a:pPr>
            <a:r>
              <a:rPr sz="1750" b="1" spc="5" dirty="0">
                <a:latin typeface="Malgun Gothic"/>
                <a:cs typeface="Malgun Gothic"/>
              </a:rPr>
              <a:t>사람이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인식하는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것과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유사하게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데이터베이스의</a:t>
            </a:r>
            <a:r>
              <a:rPr sz="1750" b="1" spc="-85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전체적인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논리적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구조를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명시</a:t>
            </a:r>
            <a:endParaRPr sz="1750">
              <a:latin typeface="Malgun Gothic"/>
              <a:cs typeface="Malgun Gothic"/>
            </a:endParaRPr>
          </a:p>
          <a:p>
            <a:pPr marL="265430" indent="-253365">
              <a:lnSpc>
                <a:spcPct val="100000"/>
              </a:lnSpc>
              <a:spcBef>
                <a:spcPts val="1080"/>
              </a:spcBef>
              <a:buFont typeface="PMingLiU-ExtB"/>
              <a:buChar char="▪"/>
              <a:tabLst>
                <a:tab pos="265430" algn="l"/>
                <a:tab pos="266065" algn="l"/>
              </a:tabLst>
            </a:pPr>
            <a:r>
              <a:rPr sz="1750" b="1" spc="60" dirty="0">
                <a:latin typeface="Malgun Gothic"/>
                <a:cs typeface="Malgun Gothic"/>
              </a:rPr>
              <a:t>예:</a:t>
            </a:r>
            <a:r>
              <a:rPr sz="1750" b="1" spc="-60" dirty="0">
                <a:latin typeface="Malgun Gothic"/>
                <a:cs typeface="Malgun Gothic"/>
              </a:rPr>
              <a:t> </a:t>
            </a:r>
            <a:r>
              <a:rPr sz="1750" b="1" spc="70" dirty="0">
                <a:solidFill>
                  <a:srgbClr val="FF3300"/>
                </a:solidFill>
                <a:latin typeface="Malgun Gothic"/>
                <a:cs typeface="Malgun Gothic"/>
              </a:rPr>
              <a:t>개체-관계</a:t>
            </a:r>
            <a:r>
              <a:rPr sz="1750" b="1" spc="70" dirty="0">
                <a:latin typeface="Malgun Gothic"/>
                <a:cs typeface="Malgun Gothic"/>
              </a:rPr>
              <a:t>(</a:t>
            </a:r>
            <a:r>
              <a:rPr sz="1750" b="1" spc="70" dirty="0">
                <a:solidFill>
                  <a:srgbClr val="FF3300"/>
                </a:solidFill>
                <a:latin typeface="Malgun Gothic"/>
                <a:cs typeface="Malgun Gothic"/>
              </a:rPr>
              <a:t>ER:</a:t>
            </a:r>
            <a:r>
              <a:rPr sz="1750" b="1" spc="-9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15" dirty="0">
                <a:solidFill>
                  <a:srgbClr val="FF3300"/>
                </a:solidFill>
                <a:latin typeface="Malgun Gothic"/>
                <a:cs typeface="Malgun Gothic"/>
              </a:rPr>
              <a:t>Entity-Relationship</a:t>
            </a:r>
            <a:r>
              <a:rPr sz="1750" b="1" spc="-15" dirty="0">
                <a:latin typeface="Malgun Gothic"/>
                <a:cs typeface="Malgun Gothic"/>
              </a:rPr>
              <a:t>)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모델과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객체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지향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데이터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모델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7787" y="3172464"/>
            <a:ext cx="20193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365" dirty="0">
                <a:latin typeface="PMingLiU-ExtB"/>
                <a:cs typeface="PMingLiU-ExtB"/>
              </a:rPr>
              <a:t></a:t>
            </a:r>
            <a:endParaRPr sz="1750">
              <a:latin typeface="PMingLiU-ExtB"/>
              <a:cs typeface="PMingLiU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3854" y="3198876"/>
            <a:ext cx="1073785" cy="255904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005"/>
              </a:lnSpc>
            </a:pPr>
            <a:r>
              <a:rPr sz="1750" b="1" spc="-10" dirty="0">
                <a:latin typeface="Malgun Gothic"/>
                <a:cs typeface="Malgun Gothic"/>
              </a:rPr>
              <a:t>표</a:t>
            </a:r>
            <a:r>
              <a:rPr sz="1750" b="1" spc="10" dirty="0">
                <a:latin typeface="Malgun Gothic"/>
                <a:cs typeface="Malgun Gothic"/>
              </a:rPr>
              <a:t>현</a:t>
            </a:r>
            <a:r>
              <a:rPr sz="1750" b="1" spc="5" dirty="0">
                <a:latin typeface="Malgun Gothic"/>
                <a:cs typeface="Malgun Gothic"/>
              </a:rPr>
              <a:t>(</a:t>
            </a:r>
            <a:r>
              <a:rPr sz="1750" b="1" spc="-10" dirty="0">
                <a:latin typeface="Malgun Gothic"/>
                <a:cs typeface="Malgun Gothic"/>
              </a:rPr>
              <a:t>구현</a:t>
            </a:r>
            <a:r>
              <a:rPr sz="1750" b="1" spc="35" dirty="0">
                <a:latin typeface="Malgun Gothic"/>
                <a:cs typeface="Malgun Gothic"/>
              </a:rPr>
              <a:t>)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5548" y="3172486"/>
            <a:ext cx="581088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dirty="0">
                <a:latin typeface="Malgun Gothic"/>
                <a:cs typeface="Malgun Gothic"/>
              </a:rPr>
              <a:t>데이터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45" dirty="0">
                <a:latin typeface="Malgun Gothic"/>
                <a:cs typeface="Malgun Gothic"/>
              </a:rPr>
              <a:t>모델(</a:t>
            </a:r>
            <a:r>
              <a:rPr sz="1750" b="1" spc="-45" dirty="0">
                <a:solidFill>
                  <a:srgbClr val="FF0000"/>
                </a:solidFill>
                <a:latin typeface="Malgun Gothic"/>
                <a:cs typeface="Malgun Gothic"/>
              </a:rPr>
              <a:t>representation(implementation)</a:t>
            </a:r>
            <a:r>
              <a:rPr sz="1750" b="1" spc="-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35" dirty="0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2176" y="3496180"/>
            <a:ext cx="8086090" cy="1478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5430" marR="154940" indent="-253365">
              <a:lnSpc>
                <a:spcPct val="130900"/>
              </a:lnSpc>
              <a:spcBef>
                <a:spcPts val="95"/>
              </a:spcBef>
              <a:buFont typeface="PMingLiU-ExtB"/>
              <a:buChar char="▪"/>
              <a:tabLst>
                <a:tab pos="265430" algn="l"/>
                <a:tab pos="266065" algn="l"/>
              </a:tabLst>
            </a:pPr>
            <a:r>
              <a:rPr sz="1750" b="1" dirty="0">
                <a:latin typeface="Malgun Gothic"/>
                <a:cs typeface="Malgun Gothic"/>
              </a:rPr>
              <a:t>최종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사용자가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이해하는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개념이면서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컴퓨터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내에서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데이터가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조직되는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방식과 </a:t>
            </a:r>
            <a:r>
              <a:rPr sz="1750" b="1" spc="-60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멀리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떨어져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있지는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않음</a:t>
            </a:r>
            <a:endParaRPr sz="1750">
              <a:latin typeface="Malgun Gothic"/>
              <a:cs typeface="Malgun Gothic"/>
            </a:endParaRPr>
          </a:p>
          <a:p>
            <a:pPr marL="265430" marR="5080" indent="-253365">
              <a:lnSpc>
                <a:spcPct val="131400"/>
              </a:lnSpc>
              <a:spcBef>
                <a:spcPts val="420"/>
              </a:spcBef>
              <a:buFont typeface="PMingLiU-ExtB"/>
              <a:buChar char="▪"/>
              <a:tabLst>
                <a:tab pos="265430" algn="l"/>
                <a:tab pos="266065" algn="l"/>
              </a:tabLst>
            </a:pPr>
            <a:r>
              <a:rPr sz="1750" b="1" spc="60" dirty="0">
                <a:latin typeface="Malgun Gothic"/>
                <a:cs typeface="Malgun Gothic"/>
              </a:rPr>
              <a:t>예:</a:t>
            </a:r>
            <a:r>
              <a:rPr sz="1750" b="1" spc="-6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계층</a:t>
            </a:r>
            <a:r>
              <a:rPr sz="1750" b="1" spc="-6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-15" dirty="0">
                <a:latin typeface="Malgun Gothic"/>
                <a:cs typeface="Malgun Gothic"/>
              </a:rPr>
              <a:t>모델(hierarchical</a:t>
            </a:r>
            <a:r>
              <a:rPr sz="1750" b="1" spc="-85" dirty="0"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5" dirty="0">
                <a:latin typeface="Malgun Gothic"/>
                <a:cs typeface="Malgun Gothic"/>
              </a:rPr>
              <a:t>model),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네트워크</a:t>
            </a:r>
            <a:r>
              <a:rPr sz="1750" b="1" spc="-10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0" dirty="0">
                <a:latin typeface="Malgun Gothic"/>
                <a:cs typeface="Malgun Gothic"/>
              </a:rPr>
              <a:t>모델(network </a:t>
            </a:r>
            <a:r>
              <a:rPr sz="1750" b="1" spc="-600" dirty="0"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-15" dirty="0">
                <a:latin typeface="Malgun Gothic"/>
                <a:cs typeface="Malgun Gothic"/>
              </a:rPr>
              <a:t>model),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sz="1750" b="1" spc="-7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sz="1750" b="1" spc="-9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40" dirty="0">
                <a:solidFill>
                  <a:srgbClr val="FF3300"/>
                </a:solidFill>
                <a:latin typeface="Malgun Gothic"/>
                <a:cs typeface="Malgun Gothic"/>
              </a:rPr>
              <a:t>모델</a:t>
            </a:r>
            <a:r>
              <a:rPr sz="1750" b="1" spc="-40" dirty="0">
                <a:latin typeface="Malgun Gothic"/>
                <a:cs typeface="Malgun Gothic"/>
              </a:rPr>
              <a:t>(</a:t>
            </a:r>
            <a:r>
              <a:rPr sz="1750" b="1" spc="-40" dirty="0">
                <a:solidFill>
                  <a:srgbClr val="FF3300"/>
                </a:solidFill>
                <a:latin typeface="Malgun Gothic"/>
                <a:cs typeface="Malgun Gothic"/>
              </a:rPr>
              <a:t>relational</a:t>
            </a:r>
            <a:r>
              <a:rPr sz="1750" b="1" spc="-7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20" dirty="0">
                <a:solidFill>
                  <a:srgbClr val="FF3300"/>
                </a:solidFill>
                <a:latin typeface="Malgun Gothic"/>
                <a:cs typeface="Malgun Gothic"/>
              </a:rPr>
              <a:t>data</a:t>
            </a:r>
            <a:r>
              <a:rPr sz="1750" b="1" spc="-7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40" dirty="0">
                <a:solidFill>
                  <a:srgbClr val="FF3300"/>
                </a:solidFill>
                <a:latin typeface="Malgun Gothic"/>
                <a:cs typeface="Malgun Gothic"/>
              </a:rPr>
              <a:t>model</a:t>
            </a:r>
            <a:r>
              <a:rPr sz="1750" b="1" spc="-40" dirty="0">
                <a:latin typeface="Malgun Gothic"/>
                <a:cs typeface="Malgun Gothic"/>
              </a:rPr>
              <a:t>)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7787" y="5103383"/>
            <a:ext cx="20193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-365" dirty="0">
                <a:latin typeface="PMingLiU-ExtB"/>
                <a:cs typeface="PMingLiU-ExtB"/>
              </a:rPr>
              <a:t></a:t>
            </a:r>
            <a:endParaRPr sz="1750">
              <a:latin typeface="PMingLiU-ExtB"/>
              <a:cs typeface="PMingLiU-ExtB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3854" y="5129784"/>
            <a:ext cx="717550" cy="255904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005"/>
              </a:lnSpc>
            </a:pPr>
            <a:r>
              <a:rPr sz="1750" b="1" spc="5" dirty="0">
                <a:latin typeface="Malgun Gothic"/>
                <a:cs typeface="Malgun Gothic"/>
              </a:rPr>
              <a:t>저수준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0219" y="5103419"/>
            <a:ext cx="491299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dirty="0">
                <a:latin typeface="Malgun Gothic"/>
                <a:cs typeface="Malgun Gothic"/>
              </a:rPr>
              <a:t>또는</a:t>
            </a:r>
            <a:r>
              <a:rPr sz="1750" b="1" spc="-10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물리적인</a:t>
            </a:r>
            <a:r>
              <a:rPr sz="1750" b="1" spc="-114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10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모델(physical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-15" dirty="0">
                <a:latin typeface="Malgun Gothic"/>
                <a:cs typeface="Malgun Gothic"/>
              </a:rPr>
              <a:t>data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-35" dirty="0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2176" y="5533059"/>
            <a:ext cx="5433695" cy="7258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115"/>
              </a:spcBef>
              <a:buFont typeface="PMingLiU-ExtB"/>
              <a:buChar char="▪"/>
              <a:tabLst>
                <a:tab pos="265430" algn="l"/>
                <a:tab pos="266065" algn="l"/>
              </a:tabLst>
            </a:pPr>
            <a:r>
              <a:rPr sz="1750" b="1" spc="-10" dirty="0">
                <a:latin typeface="Malgun Gothic"/>
                <a:cs typeface="Malgun Gothic"/>
              </a:rPr>
              <a:t>데이터베이스에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데이터가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어떻게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저장되는가를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기술</a:t>
            </a:r>
            <a:endParaRPr sz="17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750" spc="-944" dirty="0">
                <a:latin typeface="PMingLiU-ExtB"/>
                <a:cs typeface="PMingLiU-ExtB"/>
              </a:rPr>
              <a:t></a:t>
            </a:r>
            <a:endParaRPr sz="1750">
              <a:latin typeface="PMingLiU-ExtB"/>
              <a:cs typeface="PMingLiU-ExtB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5096" y="5964528"/>
            <a:ext cx="293370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-10" dirty="0">
                <a:latin typeface="Malgun Gothic"/>
                <a:cs typeface="Malgun Gothic"/>
              </a:rPr>
              <a:t>예</a:t>
            </a:r>
            <a:r>
              <a:rPr sz="1750" b="1" spc="130" dirty="0">
                <a:latin typeface="Malgun Gothic"/>
                <a:cs typeface="Malgun Gothic"/>
              </a:rPr>
              <a:t>:</a:t>
            </a:r>
            <a:r>
              <a:rPr sz="1750" b="1" spc="-60" dirty="0">
                <a:latin typeface="Malgun Gothic"/>
                <a:cs typeface="Malgun Gothic"/>
              </a:rPr>
              <a:t> </a:t>
            </a:r>
            <a:r>
              <a:rPr sz="1750" b="1" spc="-35" dirty="0">
                <a:latin typeface="Malgun Gothic"/>
                <a:cs typeface="Malgun Gothic"/>
              </a:rPr>
              <a:t>U</a:t>
            </a:r>
            <a:r>
              <a:rPr sz="1750" b="1" spc="-50" dirty="0">
                <a:latin typeface="Malgun Gothic"/>
                <a:cs typeface="Malgun Gothic"/>
              </a:rPr>
              <a:t>n</a:t>
            </a:r>
            <a:r>
              <a:rPr sz="1750" b="1" spc="-75" dirty="0">
                <a:latin typeface="Malgun Gothic"/>
                <a:cs typeface="Malgun Gothic"/>
              </a:rPr>
              <a:t>i</a:t>
            </a:r>
            <a:r>
              <a:rPr sz="1750" b="1" spc="-55" dirty="0">
                <a:latin typeface="Malgun Gothic"/>
                <a:cs typeface="Malgun Gothic"/>
              </a:rPr>
              <a:t>f</a:t>
            </a:r>
            <a:r>
              <a:rPr sz="1750" b="1" spc="-80" dirty="0">
                <a:latin typeface="Malgun Gothic"/>
                <a:cs typeface="Malgun Gothic"/>
              </a:rPr>
              <a:t>y</a:t>
            </a:r>
            <a:r>
              <a:rPr sz="1750" b="1" spc="-75" dirty="0">
                <a:latin typeface="Malgun Gothic"/>
                <a:cs typeface="Malgun Gothic"/>
              </a:rPr>
              <a:t>i</a:t>
            </a:r>
            <a:r>
              <a:rPr sz="1750" b="1" spc="-50" dirty="0">
                <a:latin typeface="Malgun Gothic"/>
                <a:cs typeface="Malgun Gothic"/>
              </a:rPr>
              <a:t>n</a:t>
            </a:r>
            <a:r>
              <a:rPr sz="1750" b="1" spc="-60" dirty="0">
                <a:latin typeface="Malgun Gothic"/>
                <a:cs typeface="Malgun Gothic"/>
              </a:rPr>
              <a:t>g</a:t>
            </a:r>
            <a:r>
              <a:rPr sz="1750" b="1" spc="130" dirty="0">
                <a:latin typeface="Malgun Gothic"/>
                <a:cs typeface="Malgun Gothic"/>
              </a:rPr>
              <a:t>,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-70" dirty="0">
                <a:latin typeface="Malgun Gothic"/>
                <a:cs typeface="Malgun Gothic"/>
              </a:rPr>
              <a:t>I</a:t>
            </a:r>
            <a:r>
              <a:rPr sz="1750" b="1" spc="120" dirty="0">
                <a:latin typeface="Malgun Gothic"/>
                <a:cs typeface="Malgun Gothic"/>
              </a:rPr>
              <a:t>S</a:t>
            </a:r>
            <a:r>
              <a:rPr sz="1750" b="1" spc="-105" dirty="0">
                <a:latin typeface="Malgun Gothic"/>
                <a:cs typeface="Malgun Gothic"/>
              </a:rPr>
              <a:t>A</a:t>
            </a:r>
            <a:r>
              <a:rPr sz="1750" b="1" spc="-280" dirty="0">
                <a:latin typeface="Malgun Gothic"/>
                <a:cs typeface="Malgun Gothic"/>
              </a:rPr>
              <a:t>M</a:t>
            </a:r>
            <a:r>
              <a:rPr sz="1750" b="1" spc="130" dirty="0">
                <a:latin typeface="Malgun Gothic"/>
                <a:cs typeface="Malgun Gothic"/>
              </a:rPr>
              <a:t>,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-120" dirty="0">
                <a:latin typeface="Malgun Gothic"/>
                <a:cs typeface="Malgun Gothic"/>
              </a:rPr>
              <a:t>V</a:t>
            </a:r>
            <a:r>
              <a:rPr sz="1750" b="1" spc="100" dirty="0">
                <a:latin typeface="Malgun Gothic"/>
                <a:cs typeface="Malgun Gothic"/>
              </a:rPr>
              <a:t>S</a:t>
            </a:r>
            <a:r>
              <a:rPr sz="1750" b="1" spc="-105" dirty="0">
                <a:latin typeface="Malgun Gothic"/>
                <a:cs typeface="Malgun Gothic"/>
              </a:rPr>
              <a:t>A</a:t>
            </a:r>
            <a:r>
              <a:rPr sz="1750" b="1" spc="-254" dirty="0">
                <a:latin typeface="Malgun Gothic"/>
                <a:cs typeface="Malgun Gothic"/>
              </a:rPr>
              <a:t>M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등</a:t>
            </a:r>
            <a:endParaRPr sz="17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과정(계속)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1914144" y="1860804"/>
            <a:ext cx="6868795" cy="4561840"/>
            <a:chOff x="1914144" y="1860804"/>
            <a:chExt cx="6868795" cy="4561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4144" y="1860804"/>
              <a:ext cx="6868667" cy="45613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3850" y="2389759"/>
              <a:ext cx="1407160" cy="1008380"/>
            </a:xfrm>
            <a:custGeom>
              <a:avLst/>
              <a:gdLst/>
              <a:ahLst/>
              <a:cxnLst/>
              <a:rect l="l" t="t" r="r" b="b"/>
              <a:pathLst>
                <a:path w="1407160" h="1008379">
                  <a:moveTo>
                    <a:pt x="221487" y="22225"/>
                  </a:moveTo>
                  <a:lnTo>
                    <a:pt x="221487" y="22225"/>
                  </a:lnTo>
                  <a:lnTo>
                    <a:pt x="393319" y="22225"/>
                  </a:lnTo>
                  <a:lnTo>
                    <a:pt x="440392" y="21869"/>
                  </a:lnTo>
                  <a:lnTo>
                    <a:pt x="487489" y="20812"/>
                  </a:lnTo>
                  <a:lnTo>
                    <a:pt x="534586" y="19063"/>
                  </a:lnTo>
                  <a:lnTo>
                    <a:pt x="581660" y="16637"/>
                  </a:lnTo>
                  <a:lnTo>
                    <a:pt x="628042" y="14229"/>
                  </a:lnTo>
                  <a:lnTo>
                    <a:pt x="673068" y="12525"/>
                  </a:lnTo>
                  <a:lnTo>
                    <a:pt x="716712" y="11511"/>
                  </a:lnTo>
                  <a:lnTo>
                    <a:pt x="758951" y="11175"/>
                  </a:lnTo>
                  <a:lnTo>
                    <a:pt x="799455" y="11175"/>
                  </a:lnTo>
                  <a:lnTo>
                    <a:pt x="837898" y="11175"/>
                  </a:lnTo>
                  <a:lnTo>
                    <a:pt x="874269" y="11175"/>
                  </a:lnTo>
                  <a:lnTo>
                    <a:pt x="908558" y="11175"/>
                  </a:lnTo>
                  <a:lnTo>
                    <a:pt x="940399" y="10820"/>
                  </a:lnTo>
                  <a:lnTo>
                    <a:pt x="969454" y="9763"/>
                  </a:lnTo>
                  <a:lnTo>
                    <a:pt x="995747" y="8014"/>
                  </a:lnTo>
                  <a:lnTo>
                    <a:pt x="1019301" y="5587"/>
                  </a:lnTo>
                  <a:lnTo>
                    <a:pt x="1039066" y="3161"/>
                  </a:lnTo>
                  <a:lnTo>
                    <a:pt x="1053973" y="1412"/>
                  </a:lnTo>
                  <a:lnTo>
                    <a:pt x="1064021" y="355"/>
                  </a:lnTo>
                  <a:lnTo>
                    <a:pt x="1069213" y="0"/>
                  </a:lnTo>
                  <a:lnTo>
                    <a:pt x="1072896" y="0"/>
                  </a:lnTo>
                  <a:lnTo>
                    <a:pt x="1076578" y="0"/>
                  </a:lnTo>
                  <a:lnTo>
                    <a:pt x="1290073" y="0"/>
                  </a:lnTo>
                  <a:lnTo>
                    <a:pt x="1296289" y="0"/>
                  </a:lnTo>
                </a:path>
                <a:path w="1407160" h="1008379">
                  <a:moveTo>
                    <a:pt x="0" y="1008379"/>
                  </a:moveTo>
                  <a:lnTo>
                    <a:pt x="1777" y="1006475"/>
                  </a:lnTo>
                  <a:lnTo>
                    <a:pt x="5461" y="1002791"/>
                  </a:lnTo>
                  <a:lnTo>
                    <a:pt x="46343" y="996975"/>
                  </a:lnTo>
                  <a:lnTo>
                    <a:pt x="63658" y="995918"/>
                  </a:lnTo>
                  <a:lnTo>
                    <a:pt x="110744" y="991742"/>
                  </a:lnTo>
                  <a:lnTo>
                    <a:pt x="159226" y="986218"/>
                  </a:lnTo>
                  <a:lnTo>
                    <a:pt x="193801" y="980693"/>
                  </a:lnTo>
                  <a:lnTo>
                    <a:pt x="207688" y="978267"/>
                  </a:lnTo>
                  <a:lnTo>
                    <a:pt x="221551" y="976518"/>
                  </a:lnTo>
                  <a:lnTo>
                    <a:pt x="235414" y="975461"/>
                  </a:lnTo>
                  <a:lnTo>
                    <a:pt x="249300" y="975105"/>
                  </a:lnTo>
                  <a:lnTo>
                    <a:pt x="263804" y="975105"/>
                  </a:lnTo>
                  <a:lnTo>
                    <a:pt x="279701" y="975105"/>
                  </a:lnTo>
                  <a:lnTo>
                    <a:pt x="393319" y="975105"/>
                  </a:lnTo>
                  <a:lnTo>
                    <a:pt x="397127" y="974750"/>
                  </a:lnTo>
                  <a:lnTo>
                    <a:pt x="403018" y="973693"/>
                  </a:lnTo>
                  <a:lnTo>
                    <a:pt x="410981" y="971944"/>
                  </a:lnTo>
                  <a:lnTo>
                    <a:pt x="421004" y="969517"/>
                  </a:lnTo>
                  <a:lnTo>
                    <a:pt x="432409" y="967110"/>
                  </a:lnTo>
                  <a:lnTo>
                    <a:pt x="444515" y="965406"/>
                  </a:lnTo>
                  <a:lnTo>
                    <a:pt x="457313" y="964392"/>
                  </a:lnTo>
                  <a:lnTo>
                    <a:pt x="470788" y="964056"/>
                  </a:lnTo>
                  <a:lnTo>
                    <a:pt x="485721" y="964056"/>
                  </a:lnTo>
                  <a:lnTo>
                    <a:pt x="502713" y="964056"/>
                  </a:lnTo>
                  <a:lnTo>
                    <a:pt x="980566" y="964056"/>
                  </a:lnTo>
                  <a:lnTo>
                    <a:pt x="1031428" y="964747"/>
                  </a:lnTo>
                  <a:lnTo>
                    <a:pt x="1078849" y="966819"/>
                  </a:lnTo>
                  <a:lnTo>
                    <a:pt x="1122816" y="970272"/>
                  </a:lnTo>
                  <a:lnTo>
                    <a:pt x="1163320" y="975105"/>
                  </a:lnTo>
                  <a:lnTo>
                    <a:pt x="1231201" y="984805"/>
                  </a:lnTo>
                  <a:lnTo>
                    <a:pt x="1257867" y="988625"/>
                  </a:lnTo>
                  <a:lnTo>
                    <a:pt x="1279652" y="991742"/>
                  </a:lnTo>
                  <a:lnTo>
                    <a:pt x="1298727" y="994169"/>
                  </a:lnTo>
                  <a:lnTo>
                    <a:pt x="1317101" y="995918"/>
                  </a:lnTo>
                  <a:lnTo>
                    <a:pt x="1334783" y="996975"/>
                  </a:lnTo>
                  <a:lnTo>
                    <a:pt x="1351788" y="997330"/>
                  </a:lnTo>
                  <a:lnTo>
                    <a:pt x="1367672" y="997330"/>
                  </a:lnTo>
                  <a:lnTo>
                    <a:pt x="1382188" y="997330"/>
                  </a:lnTo>
                  <a:lnTo>
                    <a:pt x="1395347" y="997330"/>
                  </a:lnTo>
                  <a:lnTo>
                    <a:pt x="1407160" y="99733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62027" y="1822420"/>
            <a:ext cx="484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HDBMS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81683" y="2831235"/>
            <a:ext cx="484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NDBMS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2078" y="4301235"/>
            <a:ext cx="1458595" cy="60960"/>
            <a:chOff x="4942078" y="4301235"/>
            <a:chExt cx="1458595" cy="60960"/>
          </a:xfrm>
        </p:grpSpPr>
        <p:sp>
          <p:nvSpPr>
            <p:cNvPr id="9" name="object 9"/>
            <p:cNvSpPr/>
            <p:nvPr/>
          </p:nvSpPr>
          <p:spPr>
            <a:xfrm>
              <a:off x="4986909" y="4307585"/>
              <a:ext cx="1050925" cy="10160"/>
            </a:xfrm>
            <a:custGeom>
              <a:avLst/>
              <a:gdLst/>
              <a:ahLst/>
              <a:cxnLst/>
              <a:rect l="l" t="t" r="r" b="b"/>
              <a:pathLst>
                <a:path w="1050925" h="10160">
                  <a:moveTo>
                    <a:pt x="-6350" y="4825"/>
                  </a:moveTo>
                  <a:lnTo>
                    <a:pt x="1056893" y="4825"/>
                  </a:lnTo>
                </a:path>
              </a:pathLst>
            </a:custGeom>
            <a:ln w="22351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48428" y="4317237"/>
              <a:ext cx="1445895" cy="38735"/>
            </a:xfrm>
            <a:custGeom>
              <a:avLst/>
              <a:gdLst/>
              <a:ahLst/>
              <a:cxnLst/>
              <a:rect l="l" t="t" r="r" b="b"/>
              <a:pathLst>
                <a:path w="1445895" h="38735">
                  <a:moveTo>
                    <a:pt x="0" y="38481"/>
                  </a:moveTo>
                  <a:lnTo>
                    <a:pt x="0" y="38481"/>
                  </a:lnTo>
                  <a:lnTo>
                    <a:pt x="226441" y="38481"/>
                  </a:lnTo>
                  <a:lnTo>
                    <a:pt x="280951" y="38191"/>
                  </a:lnTo>
                  <a:lnTo>
                    <a:pt x="333629" y="37306"/>
                  </a:lnTo>
                  <a:lnTo>
                    <a:pt x="384496" y="35802"/>
                  </a:lnTo>
                  <a:lnTo>
                    <a:pt x="433577" y="33655"/>
                  </a:lnTo>
                  <a:lnTo>
                    <a:pt x="482986" y="30964"/>
                  </a:lnTo>
                  <a:lnTo>
                    <a:pt x="534812" y="27654"/>
                  </a:lnTo>
                  <a:lnTo>
                    <a:pt x="589043" y="23725"/>
                  </a:lnTo>
                  <a:lnTo>
                    <a:pt x="645668" y="19176"/>
                  </a:lnTo>
                  <a:lnTo>
                    <a:pt x="703177" y="15009"/>
                  </a:lnTo>
                  <a:lnTo>
                    <a:pt x="760079" y="12033"/>
                  </a:lnTo>
                  <a:lnTo>
                    <a:pt x="816385" y="10247"/>
                  </a:lnTo>
                  <a:lnTo>
                    <a:pt x="872109" y="9651"/>
                  </a:lnTo>
                  <a:lnTo>
                    <a:pt x="927236" y="9344"/>
                  </a:lnTo>
                  <a:lnTo>
                    <a:pt x="981757" y="8429"/>
                  </a:lnTo>
                  <a:lnTo>
                    <a:pt x="1035683" y="6919"/>
                  </a:lnTo>
                  <a:lnTo>
                    <a:pt x="1089025" y="4825"/>
                  </a:lnTo>
                  <a:lnTo>
                    <a:pt x="1140194" y="2678"/>
                  </a:lnTo>
                  <a:lnTo>
                    <a:pt x="1187767" y="1174"/>
                  </a:lnTo>
                  <a:lnTo>
                    <a:pt x="1231721" y="289"/>
                  </a:lnTo>
                  <a:lnTo>
                    <a:pt x="1272032" y="0"/>
                  </a:lnTo>
                  <a:lnTo>
                    <a:pt x="1308201" y="0"/>
                  </a:lnTo>
                  <a:lnTo>
                    <a:pt x="1339548" y="0"/>
                  </a:lnTo>
                  <a:lnTo>
                    <a:pt x="1439164" y="0"/>
                  </a:lnTo>
                  <a:lnTo>
                    <a:pt x="1445514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868098" y="5835506"/>
            <a:ext cx="582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ORDBMS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과정(계속)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798003" y="1599902"/>
            <a:ext cx="9159240" cy="223520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33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20" dirty="0">
                <a:latin typeface="Malgun Gothic"/>
                <a:cs typeface="Malgun Gothic"/>
              </a:rPr>
              <a:t>관계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-25" dirty="0">
                <a:latin typeface="Malgun Gothic"/>
                <a:cs typeface="Malgun Gothic"/>
              </a:rPr>
              <a:t>DBMS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23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-5" dirty="0">
                <a:latin typeface="Malgun Gothic"/>
                <a:cs typeface="Malgun Gothic"/>
              </a:rPr>
              <a:t>197</a:t>
            </a:r>
            <a:r>
              <a:rPr sz="1950" b="1" spc="-25" dirty="0">
                <a:latin typeface="Malgun Gothic"/>
                <a:cs typeface="Malgun Gothic"/>
              </a:rPr>
              <a:t>0</a:t>
            </a:r>
            <a:r>
              <a:rPr sz="1950" b="1" spc="-10" dirty="0">
                <a:latin typeface="Malgun Gothic"/>
                <a:cs typeface="Malgun Gothic"/>
              </a:rPr>
              <a:t>년</a:t>
            </a:r>
            <a:r>
              <a:rPr sz="1950" b="1" spc="30" dirty="0">
                <a:latin typeface="Malgun Gothic"/>
                <a:cs typeface="Malgun Gothic"/>
              </a:rPr>
              <a:t>에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55" dirty="0">
                <a:latin typeface="Malgun Gothic"/>
                <a:cs typeface="Malgun Gothic"/>
              </a:rPr>
              <a:t>E</a:t>
            </a:r>
            <a:r>
              <a:rPr sz="1950" b="1" spc="160" dirty="0">
                <a:latin typeface="Malgun Gothic"/>
                <a:cs typeface="Malgun Gothic"/>
              </a:rPr>
              <a:t>.</a:t>
            </a:r>
            <a:r>
              <a:rPr sz="1950" b="1" spc="140" dirty="0">
                <a:latin typeface="Malgun Gothic"/>
                <a:cs typeface="Malgun Gothic"/>
              </a:rPr>
              <a:t>F</a:t>
            </a:r>
            <a:r>
              <a:rPr sz="1950" b="1" spc="150" dirty="0">
                <a:latin typeface="Malgun Gothic"/>
                <a:cs typeface="Malgun Gothic"/>
              </a:rPr>
              <a:t>.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155" dirty="0">
                <a:latin typeface="Malgun Gothic"/>
                <a:cs typeface="Malgun Gothic"/>
              </a:rPr>
              <a:t>C</a:t>
            </a:r>
            <a:r>
              <a:rPr sz="1950" b="1" spc="-25" dirty="0">
                <a:latin typeface="Malgun Gothic"/>
                <a:cs typeface="Malgun Gothic"/>
              </a:rPr>
              <a:t>o</a:t>
            </a:r>
            <a:r>
              <a:rPr sz="1950" b="1" spc="-40" dirty="0">
                <a:latin typeface="Malgun Gothic"/>
                <a:cs typeface="Malgun Gothic"/>
              </a:rPr>
              <a:t>dd</a:t>
            </a:r>
            <a:r>
              <a:rPr sz="1950" b="1" spc="30" dirty="0">
                <a:latin typeface="Malgun Gothic"/>
                <a:cs typeface="Malgun Gothic"/>
              </a:rPr>
              <a:t>가</a:t>
            </a:r>
            <a:r>
              <a:rPr sz="1950" b="1" spc="-75" dirty="0">
                <a:latin typeface="Malgun Gothic"/>
                <a:cs typeface="Malgun Gothic"/>
              </a:rPr>
              <a:t> I</a:t>
            </a:r>
            <a:r>
              <a:rPr sz="1950" b="1" spc="80" dirty="0">
                <a:latin typeface="Malgun Gothic"/>
                <a:cs typeface="Malgun Gothic"/>
              </a:rPr>
              <a:t>B</a:t>
            </a:r>
            <a:r>
              <a:rPr sz="1950" b="1" spc="-275" dirty="0">
                <a:latin typeface="Malgun Gothic"/>
                <a:cs typeface="Malgun Gothic"/>
              </a:rPr>
              <a:t>M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-10" dirty="0">
                <a:latin typeface="Malgun Gothic"/>
                <a:cs typeface="Malgun Gothic"/>
              </a:rPr>
              <a:t>연</a:t>
            </a:r>
            <a:r>
              <a:rPr sz="1950" b="1" spc="10" dirty="0">
                <a:latin typeface="Malgun Gothic"/>
                <a:cs typeface="Malgun Gothic"/>
              </a:rPr>
              <a:t>구소</a:t>
            </a:r>
            <a:r>
              <a:rPr sz="1950" b="1" spc="-10" dirty="0">
                <a:latin typeface="Malgun Gothic"/>
                <a:cs typeface="Malgun Gothic"/>
              </a:rPr>
              <a:t>에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관</a:t>
            </a:r>
            <a:r>
              <a:rPr sz="1950" b="1" spc="30" dirty="0">
                <a:latin typeface="Malgun Gothic"/>
                <a:cs typeface="Malgun Gothic"/>
              </a:rPr>
              <a:t>계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</a:t>
            </a:r>
            <a:r>
              <a:rPr sz="1950" b="1" spc="30" dirty="0">
                <a:latin typeface="Malgun Gothic"/>
                <a:cs typeface="Malgun Gothic"/>
              </a:rPr>
              <a:t>터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모델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-10" dirty="0">
                <a:latin typeface="Malgun Gothic"/>
                <a:cs typeface="Malgun Gothic"/>
              </a:rPr>
              <a:t>제</a:t>
            </a:r>
            <a:r>
              <a:rPr sz="1950" b="1" spc="30" dirty="0">
                <a:latin typeface="Malgun Gothic"/>
                <a:cs typeface="Malgun Gothic"/>
              </a:rPr>
              <a:t>안</a:t>
            </a:r>
            <a:endParaRPr sz="19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2900"/>
              </a:lnSpc>
              <a:spcBef>
                <a:spcPts val="45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10" dirty="0">
                <a:latin typeface="Malgun Gothic"/>
                <a:cs typeface="Malgun Gothic"/>
              </a:rPr>
              <a:t>미국</a:t>
            </a:r>
            <a:r>
              <a:rPr sz="1950" b="1" spc="-45" dirty="0">
                <a:latin typeface="Malgun Gothic"/>
                <a:cs typeface="Malgun Gothic"/>
              </a:rPr>
              <a:t> </a:t>
            </a:r>
            <a:r>
              <a:rPr sz="1950" b="1" spc="-95" dirty="0">
                <a:latin typeface="Malgun Gothic"/>
                <a:cs typeface="Malgun Gothic"/>
              </a:rPr>
              <a:t>IBM</a:t>
            </a:r>
            <a:r>
              <a:rPr sz="1950" b="1" spc="-2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연구소에서</a:t>
            </a:r>
            <a:r>
              <a:rPr sz="1950" b="1" spc="-55" dirty="0"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702FA0"/>
                </a:solidFill>
                <a:latin typeface="Malgun Gothic"/>
                <a:cs typeface="Malgun Gothic"/>
              </a:rPr>
              <a:t>진행된</a:t>
            </a:r>
            <a:r>
              <a:rPr sz="1950" b="1" spc="-4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-5" dirty="0">
                <a:solidFill>
                  <a:srgbClr val="702FA0"/>
                </a:solidFill>
                <a:latin typeface="Malgun Gothic"/>
                <a:cs typeface="Malgun Gothic"/>
              </a:rPr>
              <a:t>System</a:t>
            </a:r>
            <a:r>
              <a:rPr sz="1950" b="1" spc="-4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25" dirty="0">
                <a:solidFill>
                  <a:srgbClr val="702FA0"/>
                </a:solidFill>
                <a:latin typeface="Malgun Gothic"/>
                <a:cs typeface="Malgun Gothic"/>
              </a:rPr>
              <a:t>R과</a:t>
            </a:r>
            <a:r>
              <a:rPr sz="1950" b="1" spc="-6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702FA0"/>
                </a:solidFill>
                <a:latin typeface="Malgun Gothic"/>
                <a:cs typeface="Malgun Gothic"/>
              </a:rPr>
              <a:t>캘리포니아</a:t>
            </a:r>
            <a:r>
              <a:rPr sz="1950" b="1" spc="-4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702FA0"/>
                </a:solidFill>
                <a:latin typeface="Malgun Gothic"/>
                <a:cs typeface="Malgun Gothic"/>
              </a:rPr>
              <a:t>버클리대에서</a:t>
            </a:r>
            <a:r>
              <a:rPr sz="1950" b="1" spc="-4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702FA0"/>
                </a:solidFill>
                <a:latin typeface="Malgun Gothic"/>
                <a:cs typeface="Malgun Gothic"/>
              </a:rPr>
              <a:t>진행된 </a:t>
            </a:r>
            <a:r>
              <a:rPr sz="1950" b="1" spc="-67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-20" dirty="0">
                <a:solidFill>
                  <a:srgbClr val="702FA0"/>
                </a:solidFill>
                <a:latin typeface="Malgun Gothic"/>
                <a:cs typeface="Malgun Gothic"/>
              </a:rPr>
              <a:t>Ingres</a:t>
            </a:r>
            <a:r>
              <a:rPr sz="1950" b="1" spc="-110" dirty="0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702FA0"/>
                </a:solidFill>
                <a:latin typeface="Malgun Gothic"/>
                <a:cs typeface="Malgun Gothic"/>
              </a:rPr>
              <a:t>프로젝트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23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장점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0448" y="3995801"/>
            <a:ext cx="3488054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모델이</a:t>
            </a:r>
            <a:r>
              <a:rPr sz="1950" b="1" spc="-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간단하여</a:t>
            </a:r>
            <a:r>
              <a:rPr sz="195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이해하기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쉬움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37" y="3807874"/>
            <a:ext cx="6891020" cy="93408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806190" indent="-3794125">
              <a:lnSpc>
                <a:spcPct val="100000"/>
              </a:lnSpc>
              <a:spcBef>
                <a:spcPts val="1330"/>
              </a:spcBef>
              <a:buFont typeface="PMingLiU-ExtB"/>
              <a:buChar char="▪"/>
              <a:tabLst>
                <a:tab pos="3805554" algn="l"/>
                <a:tab pos="3806825" algn="l"/>
              </a:tabLst>
            </a:pP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(수학적</a:t>
            </a:r>
            <a:r>
              <a:rPr sz="195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개념으로부터</a:t>
            </a:r>
            <a:r>
              <a:rPr sz="1950" b="1" spc="-1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출발)</a:t>
            </a:r>
            <a:endParaRPr sz="1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950" spc="-1045" dirty="0">
                <a:solidFill>
                  <a:srgbClr val="FF0000"/>
                </a:solidFill>
                <a:latin typeface="PMingLiU-ExtB"/>
                <a:cs typeface="PMingLiU-ExtB"/>
              </a:rPr>
              <a:t></a:t>
            </a:r>
            <a:endParaRPr sz="1950">
              <a:latin typeface="PMingLiU-ExtB"/>
              <a:cs typeface="PMingLiU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448" y="4450207"/>
            <a:ext cx="7969884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사용자는</a:t>
            </a:r>
            <a:r>
              <a:rPr sz="1950" b="1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자신이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원하는</a:t>
            </a:r>
            <a:r>
              <a:rPr sz="1950" b="1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-25" dirty="0">
                <a:solidFill>
                  <a:srgbClr val="FF0000"/>
                </a:solidFill>
                <a:latin typeface="Malgun Gothic"/>
                <a:cs typeface="Malgun Gothic"/>
              </a:rPr>
              <a:t>것(what)만</a:t>
            </a:r>
            <a:r>
              <a:rPr sz="1950" b="1" spc="-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5" dirty="0">
                <a:solidFill>
                  <a:srgbClr val="FF0000"/>
                </a:solidFill>
                <a:latin typeface="Malgun Gothic"/>
                <a:cs typeface="Malgun Gothic"/>
              </a:rPr>
              <a:t>명시하고,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데이터가</a:t>
            </a:r>
            <a:r>
              <a:rPr sz="1950" b="1" spc="-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어디에</a:t>
            </a:r>
            <a:r>
              <a:rPr sz="1950" b="1" spc="-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5" dirty="0">
                <a:solidFill>
                  <a:srgbClr val="FF0000"/>
                </a:solidFill>
                <a:latin typeface="Malgun Gothic"/>
                <a:cs typeface="Malgun Gothic"/>
              </a:rPr>
              <a:t>있는지,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0448" y="4843272"/>
            <a:ext cx="4509135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2150"/>
              </a:lnSpc>
            </a:pP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어떻게</a:t>
            </a:r>
            <a:r>
              <a:rPr sz="195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접근해야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하는지는</a:t>
            </a:r>
            <a:r>
              <a:rPr sz="19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-15" dirty="0">
                <a:solidFill>
                  <a:srgbClr val="FF0000"/>
                </a:solidFill>
                <a:latin typeface="Malgun Gothic"/>
                <a:cs typeface="Malgun Gothic"/>
              </a:rPr>
              <a:t>DBMS가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결정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2547" y="5261792"/>
            <a:ext cx="78105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30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80" dirty="0">
                <a:latin typeface="Malgun Gothic"/>
                <a:cs typeface="Malgun Gothic"/>
              </a:rPr>
              <a:t>예:</a:t>
            </a:r>
            <a:r>
              <a:rPr sz="1950" b="1" spc="-70" dirty="0">
                <a:latin typeface="Malgun Gothic"/>
                <a:cs typeface="Malgun Gothic"/>
              </a:rPr>
              <a:t> </a:t>
            </a:r>
            <a:r>
              <a:rPr sz="1950" b="1" spc="-65" dirty="0">
                <a:solidFill>
                  <a:srgbClr val="FF3300"/>
                </a:solidFill>
                <a:latin typeface="Malgun Gothic"/>
                <a:cs typeface="Malgun Gothic"/>
              </a:rPr>
              <a:t>MS</a:t>
            </a:r>
            <a:r>
              <a:rPr sz="1950" b="1" spc="-7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70" dirty="0">
                <a:solidFill>
                  <a:srgbClr val="FF3300"/>
                </a:solidFill>
                <a:latin typeface="Malgun Gothic"/>
                <a:cs typeface="Malgun Gothic"/>
              </a:rPr>
              <a:t>SQL</a:t>
            </a:r>
            <a:r>
              <a:rPr sz="1950" b="1" spc="-10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3300"/>
                </a:solidFill>
                <a:latin typeface="Malgun Gothic"/>
                <a:cs typeface="Malgun Gothic"/>
              </a:rPr>
              <a:t>Server</a:t>
            </a:r>
            <a:r>
              <a:rPr sz="1950" b="1" spc="5" dirty="0">
                <a:latin typeface="Malgun Gothic"/>
                <a:cs typeface="Malgun Gothic"/>
              </a:rPr>
              <a:t>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3300"/>
                </a:solidFill>
                <a:latin typeface="Malgun Gothic"/>
                <a:cs typeface="Malgun Gothic"/>
              </a:rPr>
              <a:t>Oracle</a:t>
            </a:r>
            <a:r>
              <a:rPr sz="1950" b="1" spc="30" dirty="0">
                <a:latin typeface="Malgun Gothic"/>
                <a:cs typeface="Malgun Gothic"/>
              </a:rPr>
              <a:t>,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50" dirty="0">
                <a:solidFill>
                  <a:srgbClr val="FF3300"/>
                </a:solidFill>
                <a:latin typeface="Malgun Gothic"/>
                <a:cs typeface="Malgun Gothic"/>
              </a:rPr>
              <a:t>Sybase</a:t>
            </a:r>
            <a:r>
              <a:rPr sz="1950" b="1" spc="50" dirty="0">
                <a:latin typeface="Malgun Gothic"/>
                <a:cs typeface="Malgun Gothic"/>
              </a:rPr>
              <a:t>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45" dirty="0">
                <a:solidFill>
                  <a:srgbClr val="FF3300"/>
                </a:solidFill>
                <a:latin typeface="Malgun Gothic"/>
                <a:cs typeface="Malgun Gothic"/>
              </a:rPr>
              <a:t>DB2</a:t>
            </a:r>
            <a:r>
              <a:rPr sz="1950" b="1" spc="45" dirty="0">
                <a:latin typeface="Malgun Gothic"/>
                <a:cs typeface="Malgun Gothic"/>
              </a:rPr>
              <a:t>,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-5" dirty="0">
                <a:solidFill>
                  <a:srgbClr val="FF3300"/>
                </a:solidFill>
                <a:latin typeface="Malgun Gothic"/>
                <a:cs typeface="Malgun Gothic"/>
              </a:rPr>
              <a:t>MySQL,</a:t>
            </a:r>
            <a:r>
              <a:rPr sz="1950" b="1" spc="-75" dirty="0">
                <a:solidFill>
                  <a:srgbClr val="FF3300"/>
                </a:solidFill>
                <a:latin typeface="Malgun Gothic"/>
                <a:cs typeface="Malgun Gothic"/>
              </a:rPr>
              <a:t> MS </a:t>
            </a:r>
            <a:r>
              <a:rPr sz="1950" b="1" spc="90" dirty="0">
                <a:solidFill>
                  <a:srgbClr val="FF3300"/>
                </a:solidFill>
                <a:latin typeface="Malgun Gothic"/>
                <a:cs typeface="Malgun Gothic"/>
              </a:rPr>
              <a:t>Access</a:t>
            </a:r>
            <a:r>
              <a:rPr sz="1950" b="1" spc="-10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등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8041" y="2456307"/>
            <a:ext cx="2482215" cy="44450"/>
          </a:xfrm>
          <a:custGeom>
            <a:avLst/>
            <a:gdLst/>
            <a:ahLst/>
            <a:cxnLst/>
            <a:rect l="l" t="t" r="r" b="b"/>
            <a:pathLst>
              <a:path w="2482215" h="44450">
                <a:moveTo>
                  <a:pt x="0" y="44323"/>
                </a:moveTo>
                <a:lnTo>
                  <a:pt x="0" y="44323"/>
                </a:lnTo>
                <a:lnTo>
                  <a:pt x="66421" y="44323"/>
                </a:lnTo>
                <a:lnTo>
                  <a:pt x="78589" y="43987"/>
                </a:lnTo>
                <a:lnTo>
                  <a:pt x="92805" y="42973"/>
                </a:lnTo>
                <a:lnTo>
                  <a:pt x="109069" y="41269"/>
                </a:lnTo>
                <a:lnTo>
                  <a:pt x="127381" y="38862"/>
                </a:lnTo>
                <a:lnTo>
                  <a:pt x="146454" y="36381"/>
                </a:lnTo>
                <a:lnTo>
                  <a:pt x="164814" y="34639"/>
                </a:lnTo>
                <a:lnTo>
                  <a:pt x="182459" y="33611"/>
                </a:lnTo>
                <a:lnTo>
                  <a:pt x="199390" y="33274"/>
                </a:lnTo>
                <a:lnTo>
                  <a:pt x="215346" y="33274"/>
                </a:lnTo>
                <a:lnTo>
                  <a:pt x="229885" y="33274"/>
                </a:lnTo>
                <a:lnTo>
                  <a:pt x="897509" y="33274"/>
                </a:lnTo>
                <a:lnTo>
                  <a:pt x="904769" y="32918"/>
                </a:lnTo>
                <a:lnTo>
                  <a:pt x="915495" y="31861"/>
                </a:lnTo>
                <a:lnTo>
                  <a:pt x="929673" y="30112"/>
                </a:lnTo>
                <a:lnTo>
                  <a:pt x="947292" y="27686"/>
                </a:lnTo>
                <a:lnTo>
                  <a:pt x="966013" y="25278"/>
                </a:lnTo>
                <a:lnTo>
                  <a:pt x="983329" y="23574"/>
                </a:lnTo>
                <a:lnTo>
                  <a:pt x="999263" y="22560"/>
                </a:lnTo>
                <a:lnTo>
                  <a:pt x="1013840" y="22225"/>
                </a:lnTo>
                <a:lnTo>
                  <a:pt x="1028009" y="22225"/>
                </a:lnTo>
                <a:lnTo>
                  <a:pt x="1042892" y="22225"/>
                </a:lnTo>
                <a:lnTo>
                  <a:pt x="1545716" y="22225"/>
                </a:lnTo>
                <a:lnTo>
                  <a:pt x="1561957" y="22560"/>
                </a:lnTo>
                <a:lnTo>
                  <a:pt x="1583055" y="23574"/>
                </a:lnTo>
                <a:lnTo>
                  <a:pt x="1609010" y="25278"/>
                </a:lnTo>
                <a:lnTo>
                  <a:pt x="1639824" y="27686"/>
                </a:lnTo>
                <a:lnTo>
                  <a:pt x="1670639" y="30112"/>
                </a:lnTo>
                <a:lnTo>
                  <a:pt x="1696608" y="31861"/>
                </a:lnTo>
                <a:lnTo>
                  <a:pt x="1717744" y="32918"/>
                </a:lnTo>
                <a:lnTo>
                  <a:pt x="1734058" y="33274"/>
                </a:lnTo>
                <a:lnTo>
                  <a:pt x="1747533" y="33274"/>
                </a:lnTo>
                <a:lnTo>
                  <a:pt x="1760331" y="33274"/>
                </a:lnTo>
                <a:lnTo>
                  <a:pt x="1822704" y="33274"/>
                </a:lnTo>
                <a:lnTo>
                  <a:pt x="1830990" y="32918"/>
                </a:lnTo>
                <a:lnTo>
                  <a:pt x="1839277" y="31861"/>
                </a:lnTo>
                <a:lnTo>
                  <a:pt x="1847564" y="30112"/>
                </a:lnTo>
                <a:lnTo>
                  <a:pt x="1855851" y="27686"/>
                </a:lnTo>
                <a:lnTo>
                  <a:pt x="1863857" y="25278"/>
                </a:lnTo>
                <a:lnTo>
                  <a:pt x="1871138" y="23574"/>
                </a:lnTo>
                <a:lnTo>
                  <a:pt x="1877728" y="22560"/>
                </a:lnTo>
                <a:lnTo>
                  <a:pt x="1883664" y="22225"/>
                </a:lnTo>
                <a:lnTo>
                  <a:pt x="1889525" y="22225"/>
                </a:lnTo>
                <a:lnTo>
                  <a:pt x="1896078" y="22225"/>
                </a:lnTo>
                <a:lnTo>
                  <a:pt x="1944497" y="22225"/>
                </a:lnTo>
                <a:lnTo>
                  <a:pt x="1953547" y="21869"/>
                </a:lnTo>
                <a:lnTo>
                  <a:pt x="1963943" y="20812"/>
                </a:lnTo>
                <a:lnTo>
                  <a:pt x="1975697" y="19063"/>
                </a:lnTo>
                <a:lnTo>
                  <a:pt x="1988819" y="16637"/>
                </a:lnTo>
                <a:lnTo>
                  <a:pt x="2002014" y="14210"/>
                </a:lnTo>
                <a:lnTo>
                  <a:pt x="2013791" y="12461"/>
                </a:lnTo>
                <a:lnTo>
                  <a:pt x="2024163" y="11404"/>
                </a:lnTo>
                <a:lnTo>
                  <a:pt x="2033142" y="11049"/>
                </a:lnTo>
                <a:lnTo>
                  <a:pt x="2042193" y="11049"/>
                </a:lnTo>
                <a:lnTo>
                  <a:pt x="2052589" y="11049"/>
                </a:lnTo>
                <a:lnTo>
                  <a:pt x="2064343" y="11049"/>
                </a:lnTo>
                <a:lnTo>
                  <a:pt x="2077465" y="11049"/>
                </a:lnTo>
                <a:lnTo>
                  <a:pt x="2091015" y="10713"/>
                </a:lnTo>
                <a:lnTo>
                  <a:pt x="2103850" y="9699"/>
                </a:lnTo>
                <a:lnTo>
                  <a:pt x="2115970" y="7995"/>
                </a:lnTo>
                <a:lnTo>
                  <a:pt x="2127377" y="5587"/>
                </a:lnTo>
                <a:lnTo>
                  <a:pt x="2138445" y="3161"/>
                </a:lnTo>
                <a:lnTo>
                  <a:pt x="2149538" y="1412"/>
                </a:lnTo>
                <a:lnTo>
                  <a:pt x="2160631" y="355"/>
                </a:lnTo>
                <a:lnTo>
                  <a:pt x="2171700" y="0"/>
                </a:lnTo>
                <a:lnTo>
                  <a:pt x="2183459" y="0"/>
                </a:lnTo>
                <a:lnTo>
                  <a:pt x="2196623" y="0"/>
                </a:lnTo>
                <a:lnTo>
                  <a:pt x="2466695" y="0"/>
                </a:lnTo>
                <a:lnTo>
                  <a:pt x="248196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과정(계속)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1740407" y="1897380"/>
            <a:ext cx="7184390" cy="4312920"/>
            <a:chOff x="1740407" y="1897380"/>
            <a:chExt cx="7184390" cy="4312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0407" y="1897380"/>
              <a:ext cx="7184135" cy="43129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55749" y="2606547"/>
              <a:ext cx="6436360" cy="3318510"/>
            </a:xfrm>
            <a:custGeom>
              <a:avLst/>
              <a:gdLst/>
              <a:ahLst/>
              <a:cxnLst/>
              <a:rect l="l" t="t" r="r" b="b"/>
              <a:pathLst>
                <a:path w="6436359" h="3318510">
                  <a:moveTo>
                    <a:pt x="793115" y="241173"/>
                  </a:moveTo>
                  <a:lnTo>
                    <a:pt x="792861" y="88646"/>
                  </a:lnTo>
                  <a:lnTo>
                    <a:pt x="382181" y="90932"/>
                  </a:lnTo>
                  <a:lnTo>
                    <a:pt x="311658" y="92710"/>
                  </a:lnTo>
                  <a:lnTo>
                    <a:pt x="237744" y="95758"/>
                  </a:lnTo>
                  <a:lnTo>
                    <a:pt x="198285" y="98145"/>
                  </a:lnTo>
                  <a:lnTo>
                    <a:pt x="141097" y="102641"/>
                  </a:lnTo>
                  <a:lnTo>
                    <a:pt x="99656" y="105308"/>
                  </a:lnTo>
                  <a:lnTo>
                    <a:pt x="77343" y="106426"/>
                  </a:lnTo>
                  <a:lnTo>
                    <a:pt x="0" y="111125"/>
                  </a:lnTo>
                  <a:lnTo>
                    <a:pt x="12573" y="263017"/>
                  </a:lnTo>
                  <a:lnTo>
                    <a:pt x="119913" y="256844"/>
                  </a:lnTo>
                  <a:lnTo>
                    <a:pt x="148729" y="254927"/>
                  </a:lnTo>
                  <a:lnTo>
                    <a:pt x="210019" y="250101"/>
                  </a:lnTo>
                  <a:lnTo>
                    <a:pt x="266369" y="247027"/>
                  </a:lnTo>
                  <a:lnTo>
                    <a:pt x="357327" y="244005"/>
                  </a:lnTo>
                  <a:lnTo>
                    <a:pt x="680466" y="241300"/>
                  </a:lnTo>
                  <a:lnTo>
                    <a:pt x="793115" y="241173"/>
                  </a:lnTo>
                  <a:close/>
                </a:path>
                <a:path w="6436359" h="3318510">
                  <a:moveTo>
                    <a:pt x="2105279" y="77724"/>
                  </a:moveTo>
                  <a:lnTo>
                    <a:pt x="1959508" y="68186"/>
                  </a:lnTo>
                  <a:lnTo>
                    <a:pt x="1934311" y="66306"/>
                  </a:lnTo>
                  <a:lnTo>
                    <a:pt x="1905355" y="65087"/>
                  </a:lnTo>
                  <a:lnTo>
                    <a:pt x="1799056" y="62928"/>
                  </a:lnTo>
                  <a:lnTo>
                    <a:pt x="1732280" y="60452"/>
                  </a:lnTo>
                  <a:lnTo>
                    <a:pt x="1689747" y="57975"/>
                  </a:lnTo>
                  <a:lnTo>
                    <a:pt x="1623072" y="51968"/>
                  </a:lnTo>
                  <a:lnTo>
                    <a:pt x="1519682" y="39878"/>
                  </a:lnTo>
                  <a:lnTo>
                    <a:pt x="1414018" y="29083"/>
                  </a:lnTo>
                  <a:lnTo>
                    <a:pt x="1313307" y="19177"/>
                  </a:lnTo>
                  <a:lnTo>
                    <a:pt x="1219454" y="11303"/>
                  </a:lnTo>
                  <a:lnTo>
                    <a:pt x="1208519" y="163322"/>
                  </a:lnTo>
                  <a:lnTo>
                    <a:pt x="1399032" y="180848"/>
                  </a:lnTo>
                  <a:lnTo>
                    <a:pt x="1504061" y="191516"/>
                  </a:lnTo>
                  <a:lnTo>
                    <a:pt x="1605153" y="203415"/>
                  </a:lnTo>
                  <a:lnTo>
                    <a:pt x="1692694" y="210908"/>
                  </a:lnTo>
                  <a:lnTo>
                    <a:pt x="1751418" y="213842"/>
                  </a:lnTo>
                  <a:lnTo>
                    <a:pt x="1830705" y="216281"/>
                  </a:lnTo>
                  <a:lnTo>
                    <a:pt x="1902612" y="217512"/>
                  </a:lnTo>
                  <a:lnTo>
                    <a:pt x="1929231" y="218617"/>
                  </a:lnTo>
                  <a:lnTo>
                    <a:pt x="1968068" y="221716"/>
                  </a:lnTo>
                  <a:lnTo>
                    <a:pt x="2095500" y="229870"/>
                  </a:lnTo>
                  <a:lnTo>
                    <a:pt x="2105279" y="77724"/>
                  </a:lnTo>
                  <a:close/>
                </a:path>
                <a:path w="6436359" h="3318510">
                  <a:moveTo>
                    <a:pt x="3773932" y="263271"/>
                  </a:moveTo>
                  <a:lnTo>
                    <a:pt x="3773043" y="110871"/>
                  </a:lnTo>
                  <a:lnTo>
                    <a:pt x="3476117" y="113411"/>
                  </a:lnTo>
                  <a:lnTo>
                    <a:pt x="3399358" y="115849"/>
                  </a:lnTo>
                  <a:lnTo>
                    <a:pt x="3346170" y="118592"/>
                  </a:lnTo>
                  <a:lnTo>
                    <a:pt x="3316401" y="120688"/>
                  </a:lnTo>
                  <a:lnTo>
                    <a:pt x="3298406" y="121450"/>
                  </a:lnTo>
                  <a:lnTo>
                    <a:pt x="3082861" y="119773"/>
                  </a:lnTo>
                  <a:lnTo>
                    <a:pt x="3004693" y="117983"/>
                  </a:lnTo>
                  <a:lnTo>
                    <a:pt x="2959189" y="116332"/>
                  </a:lnTo>
                  <a:lnTo>
                    <a:pt x="2864662" y="112014"/>
                  </a:lnTo>
                  <a:lnTo>
                    <a:pt x="2830931" y="110858"/>
                  </a:lnTo>
                  <a:lnTo>
                    <a:pt x="2797467" y="110058"/>
                  </a:lnTo>
                  <a:lnTo>
                    <a:pt x="2659278" y="108445"/>
                  </a:lnTo>
                  <a:lnTo>
                    <a:pt x="2556218" y="106489"/>
                  </a:lnTo>
                  <a:lnTo>
                    <a:pt x="2513076" y="105156"/>
                  </a:lnTo>
                  <a:lnTo>
                    <a:pt x="2427224" y="99949"/>
                  </a:lnTo>
                  <a:lnTo>
                    <a:pt x="2416302" y="252095"/>
                  </a:lnTo>
                  <a:lnTo>
                    <a:pt x="2487079" y="255930"/>
                  </a:lnTo>
                  <a:lnTo>
                    <a:pt x="2538641" y="258216"/>
                  </a:lnTo>
                  <a:lnTo>
                    <a:pt x="2579230" y="259473"/>
                  </a:lnTo>
                  <a:lnTo>
                    <a:pt x="2728328" y="261797"/>
                  </a:lnTo>
                  <a:lnTo>
                    <a:pt x="2795740" y="262509"/>
                  </a:lnTo>
                  <a:lnTo>
                    <a:pt x="2828772" y="263271"/>
                  </a:lnTo>
                  <a:lnTo>
                    <a:pt x="2861602" y="264414"/>
                  </a:lnTo>
                  <a:lnTo>
                    <a:pt x="2952788" y="268693"/>
                  </a:lnTo>
                  <a:lnTo>
                    <a:pt x="3066288" y="272034"/>
                  </a:lnTo>
                  <a:lnTo>
                    <a:pt x="3289427" y="274066"/>
                  </a:lnTo>
                  <a:lnTo>
                    <a:pt x="3308172" y="273659"/>
                  </a:lnTo>
                  <a:lnTo>
                    <a:pt x="3397694" y="268528"/>
                  </a:lnTo>
                  <a:lnTo>
                    <a:pt x="3490239" y="265734"/>
                  </a:lnTo>
                  <a:lnTo>
                    <a:pt x="3672332" y="263906"/>
                  </a:lnTo>
                  <a:lnTo>
                    <a:pt x="3773932" y="263271"/>
                  </a:lnTo>
                  <a:close/>
                </a:path>
                <a:path w="6436359" h="3318510">
                  <a:moveTo>
                    <a:pt x="5021199" y="3278378"/>
                  </a:moveTo>
                  <a:lnTo>
                    <a:pt x="5007737" y="3126486"/>
                  </a:lnTo>
                  <a:lnTo>
                    <a:pt x="4884420" y="3135503"/>
                  </a:lnTo>
                  <a:lnTo>
                    <a:pt x="4831461" y="3140710"/>
                  </a:lnTo>
                  <a:lnTo>
                    <a:pt x="4795647" y="3145790"/>
                  </a:lnTo>
                  <a:lnTo>
                    <a:pt x="4769993" y="3150349"/>
                  </a:lnTo>
                  <a:lnTo>
                    <a:pt x="4731512" y="3157855"/>
                  </a:lnTo>
                  <a:lnTo>
                    <a:pt x="4705096" y="3161893"/>
                  </a:lnTo>
                  <a:lnTo>
                    <a:pt x="4683874" y="3164611"/>
                  </a:lnTo>
                  <a:lnTo>
                    <a:pt x="4673955" y="3165437"/>
                  </a:lnTo>
                  <a:lnTo>
                    <a:pt x="4664773" y="3165805"/>
                  </a:lnTo>
                  <a:lnTo>
                    <a:pt x="4656328" y="3165729"/>
                  </a:lnTo>
                  <a:lnTo>
                    <a:pt x="4598124" y="3162579"/>
                  </a:lnTo>
                  <a:lnTo>
                    <a:pt x="4566780" y="3160179"/>
                  </a:lnTo>
                  <a:lnTo>
                    <a:pt x="4519257" y="3155302"/>
                  </a:lnTo>
                  <a:lnTo>
                    <a:pt x="4491113" y="3153067"/>
                  </a:lnTo>
                  <a:lnTo>
                    <a:pt x="4434814" y="3149447"/>
                  </a:lnTo>
                  <a:lnTo>
                    <a:pt x="4413783" y="3147809"/>
                  </a:lnTo>
                  <a:lnTo>
                    <a:pt x="4390212" y="3146717"/>
                  </a:lnTo>
                  <a:lnTo>
                    <a:pt x="4263796" y="3143834"/>
                  </a:lnTo>
                  <a:lnTo>
                    <a:pt x="4206862" y="3141103"/>
                  </a:lnTo>
                  <a:lnTo>
                    <a:pt x="4160393" y="3137408"/>
                  </a:lnTo>
                  <a:lnTo>
                    <a:pt x="4098620" y="3130194"/>
                  </a:lnTo>
                  <a:lnTo>
                    <a:pt x="4041978" y="3125076"/>
                  </a:lnTo>
                  <a:lnTo>
                    <a:pt x="4012285" y="3122091"/>
                  </a:lnTo>
                  <a:lnTo>
                    <a:pt x="3978948" y="3119475"/>
                  </a:lnTo>
                  <a:lnTo>
                    <a:pt x="3942638" y="3117215"/>
                  </a:lnTo>
                  <a:lnTo>
                    <a:pt x="3906634" y="3114357"/>
                  </a:lnTo>
                  <a:lnTo>
                    <a:pt x="3856240" y="3109569"/>
                  </a:lnTo>
                  <a:lnTo>
                    <a:pt x="3797960" y="3105340"/>
                  </a:lnTo>
                  <a:lnTo>
                    <a:pt x="3721836" y="3098774"/>
                  </a:lnTo>
                  <a:lnTo>
                    <a:pt x="3684778" y="3096387"/>
                  </a:lnTo>
                  <a:lnTo>
                    <a:pt x="3652139" y="3094952"/>
                  </a:lnTo>
                  <a:lnTo>
                    <a:pt x="3638372" y="3094698"/>
                  </a:lnTo>
                  <a:lnTo>
                    <a:pt x="3536746" y="3096539"/>
                  </a:lnTo>
                  <a:lnTo>
                    <a:pt x="3468103" y="3099206"/>
                  </a:lnTo>
                  <a:lnTo>
                    <a:pt x="3411867" y="3102699"/>
                  </a:lnTo>
                  <a:lnTo>
                    <a:pt x="3383165" y="3105264"/>
                  </a:lnTo>
                  <a:lnTo>
                    <a:pt x="3302736" y="3114700"/>
                  </a:lnTo>
                  <a:lnTo>
                    <a:pt x="3245929" y="3120948"/>
                  </a:lnTo>
                  <a:lnTo>
                    <a:pt x="3164840" y="3126740"/>
                  </a:lnTo>
                  <a:lnTo>
                    <a:pt x="3001073" y="3131807"/>
                  </a:lnTo>
                  <a:lnTo>
                    <a:pt x="2978416" y="3131972"/>
                  </a:lnTo>
                  <a:lnTo>
                    <a:pt x="2956255" y="3131667"/>
                  </a:lnTo>
                  <a:lnTo>
                    <a:pt x="2934589" y="3130931"/>
                  </a:lnTo>
                  <a:lnTo>
                    <a:pt x="2860167" y="3126486"/>
                  </a:lnTo>
                  <a:lnTo>
                    <a:pt x="2847594" y="3278378"/>
                  </a:lnTo>
                  <a:lnTo>
                    <a:pt x="2915589" y="3281908"/>
                  </a:lnTo>
                  <a:lnTo>
                    <a:pt x="2962719" y="3283661"/>
                  </a:lnTo>
                  <a:lnTo>
                    <a:pt x="2996209" y="3284067"/>
                  </a:lnTo>
                  <a:lnTo>
                    <a:pt x="3023362" y="3283585"/>
                  </a:lnTo>
                  <a:lnTo>
                    <a:pt x="3094367" y="3281667"/>
                  </a:lnTo>
                  <a:lnTo>
                    <a:pt x="3133318" y="3280803"/>
                  </a:lnTo>
                  <a:lnTo>
                    <a:pt x="3247783" y="3273755"/>
                  </a:lnTo>
                  <a:lnTo>
                    <a:pt x="3343478" y="3263481"/>
                  </a:lnTo>
                  <a:lnTo>
                    <a:pt x="3400399" y="3256762"/>
                  </a:lnTo>
                  <a:lnTo>
                    <a:pt x="3435388" y="3253803"/>
                  </a:lnTo>
                  <a:lnTo>
                    <a:pt x="3498608" y="3250374"/>
                  </a:lnTo>
                  <a:lnTo>
                    <a:pt x="3628898" y="3247136"/>
                  </a:lnTo>
                  <a:lnTo>
                    <a:pt x="3652990" y="3247428"/>
                  </a:lnTo>
                  <a:lnTo>
                    <a:pt x="3681476" y="3248660"/>
                  </a:lnTo>
                  <a:lnTo>
                    <a:pt x="3713746" y="3250971"/>
                  </a:lnTo>
                  <a:lnTo>
                    <a:pt x="3784892" y="3257270"/>
                  </a:lnTo>
                  <a:lnTo>
                    <a:pt x="3845496" y="3261664"/>
                  </a:lnTo>
                  <a:lnTo>
                    <a:pt x="3910558" y="3267684"/>
                  </a:lnTo>
                  <a:lnTo>
                    <a:pt x="3985450" y="3272764"/>
                  </a:lnTo>
                  <a:lnTo>
                    <a:pt x="4014978" y="3275457"/>
                  </a:lnTo>
                  <a:lnTo>
                    <a:pt x="4040327" y="3278149"/>
                  </a:lnTo>
                  <a:lnTo>
                    <a:pt x="4085361" y="3281984"/>
                  </a:lnTo>
                  <a:lnTo>
                    <a:pt x="4134358" y="3288030"/>
                  </a:lnTo>
                  <a:lnTo>
                    <a:pt x="4169537" y="3291344"/>
                  </a:lnTo>
                  <a:lnTo>
                    <a:pt x="4213326" y="3294227"/>
                  </a:lnTo>
                  <a:lnTo>
                    <a:pt x="4271391" y="3296602"/>
                  </a:lnTo>
                  <a:lnTo>
                    <a:pt x="4398594" y="3299612"/>
                  </a:lnTo>
                  <a:lnTo>
                    <a:pt x="4495241" y="3306229"/>
                  </a:lnTo>
                  <a:lnTo>
                    <a:pt x="4519041" y="3308477"/>
                  </a:lnTo>
                  <a:lnTo>
                    <a:pt x="4551045" y="3311817"/>
                  </a:lnTo>
                  <a:lnTo>
                    <a:pt x="4597298" y="3315284"/>
                  </a:lnTo>
                  <a:lnTo>
                    <a:pt x="4648962" y="3318002"/>
                  </a:lnTo>
                  <a:lnTo>
                    <a:pt x="4658576" y="3318129"/>
                  </a:lnTo>
                  <a:lnTo>
                    <a:pt x="4670272" y="3317722"/>
                  </a:lnTo>
                  <a:lnTo>
                    <a:pt x="4715903" y="3313646"/>
                  </a:lnTo>
                  <a:lnTo>
                    <a:pt x="4762322" y="3307143"/>
                  </a:lnTo>
                  <a:lnTo>
                    <a:pt x="4815662" y="3296945"/>
                  </a:lnTo>
                  <a:lnTo>
                    <a:pt x="4844821" y="3292729"/>
                  </a:lnTo>
                  <a:lnTo>
                    <a:pt x="4882515" y="3288665"/>
                  </a:lnTo>
                  <a:lnTo>
                    <a:pt x="4897882" y="3287395"/>
                  </a:lnTo>
                  <a:lnTo>
                    <a:pt x="5021199" y="3278378"/>
                  </a:lnTo>
                  <a:close/>
                </a:path>
                <a:path w="6436359" h="3318510">
                  <a:moveTo>
                    <a:pt x="5021961" y="174244"/>
                  </a:moveTo>
                  <a:lnTo>
                    <a:pt x="5007102" y="22479"/>
                  </a:lnTo>
                  <a:lnTo>
                    <a:pt x="4890782" y="33959"/>
                  </a:lnTo>
                  <a:lnTo>
                    <a:pt x="4879111" y="34963"/>
                  </a:lnTo>
                  <a:lnTo>
                    <a:pt x="4861179" y="35814"/>
                  </a:lnTo>
                  <a:lnTo>
                    <a:pt x="4787773" y="37846"/>
                  </a:lnTo>
                  <a:lnTo>
                    <a:pt x="4736719" y="40360"/>
                  </a:lnTo>
                  <a:lnTo>
                    <a:pt x="4646676" y="37846"/>
                  </a:lnTo>
                  <a:lnTo>
                    <a:pt x="4578731" y="33591"/>
                  </a:lnTo>
                  <a:lnTo>
                    <a:pt x="4529899" y="29743"/>
                  </a:lnTo>
                  <a:lnTo>
                    <a:pt x="4262628" y="6858"/>
                  </a:lnTo>
                  <a:lnTo>
                    <a:pt x="4128135" y="0"/>
                  </a:lnTo>
                  <a:lnTo>
                    <a:pt x="4128135" y="152527"/>
                  </a:lnTo>
                  <a:lnTo>
                    <a:pt x="4256354" y="160807"/>
                  </a:lnTo>
                  <a:lnTo>
                    <a:pt x="4348404" y="167513"/>
                  </a:lnTo>
                  <a:lnTo>
                    <a:pt x="4516907" y="181635"/>
                  </a:lnTo>
                  <a:lnTo>
                    <a:pt x="4566361" y="185521"/>
                  </a:lnTo>
                  <a:lnTo>
                    <a:pt x="4606302" y="188302"/>
                  </a:lnTo>
                  <a:lnTo>
                    <a:pt x="4705096" y="192913"/>
                  </a:lnTo>
                  <a:lnTo>
                    <a:pt x="4724222" y="193027"/>
                  </a:lnTo>
                  <a:lnTo>
                    <a:pt x="4747641" y="192278"/>
                  </a:lnTo>
                  <a:lnTo>
                    <a:pt x="4873371" y="187934"/>
                  </a:lnTo>
                  <a:lnTo>
                    <a:pt x="4891379" y="186842"/>
                  </a:lnTo>
                  <a:lnTo>
                    <a:pt x="4920869" y="184150"/>
                  </a:lnTo>
                  <a:lnTo>
                    <a:pt x="5021961" y="174244"/>
                  </a:lnTo>
                  <a:close/>
                </a:path>
                <a:path w="6436359" h="3318510">
                  <a:moveTo>
                    <a:pt x="6435979" y="44450"/>
                  </a:moveTo>
                  <a:lnTo>
                    <a:pt x="6288722" y="38049"/>
                  </a:lnTo>
                  <a:lnTo>
                    <a:pt x="6237033" y="34785"/>
                  </a:lnTo>
                  <a:lnTo>
                    <a:pt x="6209017" y="32804"/>
                  </a:lnTo>
                  <a:lnTo>
                    <a:pt x="6187846" y="31965"/>
                  </a:lnTo>
                  <a:lnTo>
                    <a:pt x="6049556" y="28930"/>
                  </a:lnTo>
                  <a:lnTo>
                    <a:pt x="5912840" y="24561"/>
                  </a:lnTo>
                  <a:lnTo>
                    <a:pt x="5864568" y="23520"/>
                  </a:lnTo>
                  <a:lnTo>
                    <a:pt x="5811101" y="22796"/>
                  </a:lnTo>
                  <a:lnTo>
                    <a:pt x="5752427" y="22364"/>
                  </a:lnTo>
                  <a:lnTo>
                    <a:pt x="5402326" y="22225"/>
                  </a:lnTo>
                  <a:lnTo>
                    <a:pt x="5402326" y="174625"/>
                  </a:lnTo>
                  <a:lnTo>
                    <a:pt x="5726658" y="175133"/>
                  </a:lnTo>
                  <a:lnTo>
                    <a:pt x="5858802" y="176136"/>
                  </a:lnTo>
                  <a:lnTo>
                    <a:pt x="5913348" y="177114"/>
                  </a:lnTo>
                  <a:lnTo>
                    <a:pt x="6045047" y="181330"/>
                  </a:lnTo>
                  <a:lnTo>
                    <a:pt x="6086259" y="182346"/>
                  </a:lnTo>
                  <a:lnTo>
                    <a:pt x="6157366" y="183629"/>
                  </a:lnTo>
                  <a:lnTo>
                    <a:pt x="6203569" y="185102"/>
                  </a:lnTo>
                  <a:lnTo>
                    <a:pt x="6238684" y="187744"/>
                  </a:lnTo>
                  <a:lnTo>
                    <a:pt x="6311011" y="191770"/>
                  </a:lnTo>
                  <a:lnTo>
                    <a:pt x="6429629" y="196723"/>
                  </a:lnTo>
                  <a:lnTo>
                    <a:pt x="6435979" y="4445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01367" y="2999486"/>
              <a:ext cx="7002780" cy="2449195"/>
            </a:xfrm>
            <a:custGeom>
              <a:avLst/>
              <a:gdLst/>
              <a:ahLst/>
              <a:cxnLst/>
              <a:rect l="l" t="t" r="r" b="b"/>
              <a:pathLst>
                <a:path w="7002780" h="2449195">
                  <a:moveTo>
                    <a:pt x="265938" y="0"/>
                  </a:moveTo>
                  <a:lnTo>
                    <a:pt x="218110" y="6268"/>
                  </a:lnTo>
                  <a:lnTo>
                    <a:pt x="204223" y="17391"/>
                  </a:lnTo>
                  <a:lnTo>
                    <a:pt x="196627" y="24987"/>
                  </a:lnTo>
                  <a:lnTo>
                    <a:pt x="165832" y="55445"/>
                  </a:lnTo>
                  <a:lnTo>
                    <a:pt x="127381" y="88645"/>
                  </a:lnTo>
                  <a:lnTo>
                    <a:pt x="114240" y="99415"/>
                  </a:lnTo>
                  <a:lnTo>
                    <a:pt x="83057" y="127507"/>
                  </a:lnTo>
                  <a:lnTo>
                    <a:pt x="58144" y="158636"/>
                  </a:lnTo>
                  <a:lnTo>
                    <a:pt x="34559" y="207819"/>
                  </a:lnTo>
                  <a:lnTo>
                    <a:pt x="22098" y="260476"/>
                  </a:lnTo>
                  <a:lnTo>
                    <a:pt x="12398" y="315849"/>
                  </a:lnTo>
                  <a:lnTo>
                    <a:pt x="5461" y="360172"/>
                  </a:lnTo>
                  <a:lnTo>
                    <a:pt x="1349" y="403082"/>
                  </a:lnTo>
                  <a:lnTo>
                    <a:pt x="0" y="454278"/>
                  </a:lnTo>
                  <a:lnTo>
                    <a:pt x="0" y="482351"/>
                  </a:lnTo>
                  <a:lnTo>
                    <a:pt x="0" y="511127"/>
                  </a:lnTo>
                  <a:lnTo>
                    <a:pt x="0" y="1806066"/>
                  </a:lnTo>
                  <a:lnTo>
                    <a:pt x="1027" y="1829286"/>
                  </a:lnTo>
                  <a:lnTo>
                    <a:pt x="4127" y="1854565"/>
                  </a:lnTo>
                  <a:lnTo>
                    <a:pt x="9322" y="1881915"/>
                  </a:lnTo>
                  <a:lnTo>
                    <a:pt x="16637" y="1911350"/>
                  </a:lnTo>
                  <a:lnTo>
                    <a:pt x="24233" y="1940784"/>
                  </a:lnTo>
                  <a:lnTo>
                    <a:pt x="30448" y="1968134"/>
                  </a:lnTo>
                  <a:lnTo>
                    <a:pt x="35282" y="1993413"/>
                  </a:lnTo>
                  <a:lnTo>
                    <a:pt x="38734" y="2016633"/>
                  </a:lnTo>
                  <a:lnTo>
                    <a:pt x="41852" y="2037778"/>
                  </a:lnTo>
                  <a:lnTo>
                    <a:pt x="45672" y="2056828"/>
                  </a:lnTo>
                  <a:lnTo>
                    <a:pt x="60898" y="2102173"/>
                  </a:lnTo>
                  <a:lnTo>
                    <a:pt x="77596" y="2138553"/>
                  </a:lnTo>
                  <a:lnTo>
                    <a:pt x="82430" y="2148913"/>
                  </a:lnTo>
                  <a:lnTo>
                    <a:pt x="85883" y="2157904"/>
                  </a:lnTo>
                  <a:lnTo>
                    <a:pt x="87955" y="2165538"/>
                  </a:lnTo>
                  <a:lnTo>
                    <a:pt x="88645" y="2171827"/>
                  </a:lnTo>
                  <a:lnTo>
                    <a:pt x="88645" y="2179192"/>
                  </a:lnTo>
                  <a:lnTo>
                    <a:pt x="88645" y="2184654"/>
                  </a:lnTo>
                  <a:lnTo>
                    <a:pt x="88645" y="2188336"/>
                  </a:lnTo>
                  <a:lnTo>
                    <a:pt x="88645" y="2192020"/>
                  </a:lnTo>
                  <a:lnTo>
                    <a:pt x="92329" y="2193925"/>
                  </a:lnTo>
                  <a:lnTo>
                    <a:pt x="99694" y="2193925"/>
                  </a:lnTo>
                </a:path>
                <a:path w="7002780" h="2449195">
                  <a:moveTo>
                    <a:pt x="6736714" y="66548"/>
                  </a:moveTo>
                  <a:lnTo>
                    <a:pt x="6738620" y="68325"/>
                  </a:lnTo>
                  <a:lnTo>
                    <a:pt x="6742303" y="72008"/>
                  </a:lnTo>
                  <a:lnTo>
                    <a:pt x="6745755" y="77608"/>
                  </a:lnTo>
                  <a:lnTo>
                    <a:pt x="6750589" y="88709"/>
                  </a:lnTo>
                  <a:lnTo>
                    <a:pt x="6756804" y="105334"/>
                  </a:lnTo>
                  <a:lnTo>
                    <a:pt x="6764401" y="127507"/>
                  </a:lnTo>
                  <a:lnTo>
                    <a:pt x="6773044" y="152390"/>
                  </a:lnTo>
                  <a:lnTo>
                    <a:pt x="6782403" y="177307"/>
                  </a:lnTo>
                  <a:lnTo>
                    <a:pt x="6792475" y="202249"/>
                  </a:lnTo>
                  <a:lnTo>
                    <a:pt x="6803262" y="227202"/>
                  </a:lnTo>
                  <a:lnTo>
                    <a:pt x="6813286" y="252493"/>
                  </a:lnTo>
                  <a:lnTo>
                    <a:pt x="6821249" y="278463"/>
                  </a:lnTo>
                  <a:lnTo>
                    <a:pt x="6827140" y="305123"/>
                  </a:lnTo>
                  <a:lnTo>
                    <a:pt x="6830949" y="332486"/>
                  </a:lnTo>
                  <a:lnTo>
                    <a:pt x="6834401" y="359155"/>
                  </a:lnTo>
                  <a:lnTo>
                    <a:pt x="6839235" y="383730"/>
                  </a:lnTo>
                  <a:lnTo>
                    <a:pt x="6845450" y="406209"/>
                  </a:lnTo>
                  <a:lnTo>
                    <a:pt x="6853047" y="426592"/>
                  </a:lnTo>
                  <a:lnTo>
                    <a:pt x="6860663" y="446712"/>
                  </a:lnTo>
                  <a:lnTo>
                    <a:pt x="6866921" y="468201"/>
                  </a:lnTo>
                  <a:lnTo>
                    <a:pt x="6875272" y="515238"/>
                  </a:lnTo>
                  <a:lnTo>
                    <a:pt x="6880796" y="567912"/>
                  </a:lnTo>
                  <a:lnTo>
                    <a:pt x="6886321" y="626110"/>
                  </a:lnTo>
                  <a:lnTo>
                    <a:pt x="6889438" y="656925"/>
                  </a:lnTo>
                  <a:lnTo>
                    <a:pt x="6893258" y="688419"/>
                  </a:lnTo>
                  <a:lnTo>
                    <a:pt x="6897768" y="720603"/>
                  </a:lnTo>
                  <a:lnTo>
                    <a:pt x="6902958" y="753490"/>
                  </a:lnTo>
                  <a:lnTo>
                    <a:pt x="6908147" y="786395"/>
                  </a:lnTo>
                  <a:lnTo>
                    <a:pt x="6912657" y="818610"/>
                  </a:lnTo>
                  <a:lnTo>
                    <a:pt x="6916477" y="850110"/>
                  </a:lnTo>
                  <a:lnTo>
                    <a:pt x="6919595" y="880872"/>
                  </a:lnTo>
                  <a:lnTo>
                    <a:pt x="6922357" y="911014"/>
                  </a:lnTo>
                  <a:lnTo>
                    <a:pt x="6925119" y="940466"/>
                  </a:lnTo>
                  <a:lnTo>
                    <a:pt x="6930643" y="997203"/>
                  </a:lnTo>
                  <a:lnTo>
                    <a:pt x="6937581" y="1054052"/>
                  </a:lnTo>
                  <a:lnTo>
                    <a:pt x="6947281" y="1113663"/>
                  </a:lnTo>
                  <a:lnTo>
                    <a:pt x="6952114" y="1144424"/>
                  </a:lnTo>
                  <a:lnTo>
                    <a:pt x="6955567" y="1175924"/>
                  </a:lnTo>
                  <a:lnTo>
                    <a:pt x="6957639" y="1208139"/>
                  </a:lnTo>
                  <a:lnTo>
                    <a:pt x="6958330" y="1241043"/>
                  </a:lnTo>
                  <a:lnTo>
                    <a:pt x="6958330" y="1273240"/>
                  </a:lnTo>
                  <a:lnTo>
                    <a:pt x="6958330" y="1303353"/>
                  </a:lnTo>
                  <a:lnTo>
                    <a:pt x="6958330" y="1331394"/>
                  </a:lnTo>
                  <a:lnTo>
                    <a:pt x="6958330" y="1357376"/>
                  </a:lnTo>
                  <a:lnTo>
                    <a:pt x="6959020" y="1382311"/>
                  </a:lnTo>
                  <a:lnTo>
                    <a:pt x="6961092" y="1407223"/>
                  </a:lnTo>
                  <a:lnTo>
                    <a:pt x="6964545" y="1432135"/>
                  </a:lnTo>
                  <a:lnTo>
                    <a:pt x="6969379" y="1457070"/>
                  </a:lnTo>
                  <a:lnTo>
                    <a:pt x="6974568" y="1482717"/>
                  </a:lnTo>
                  <a:lnTo>
                    <a:pt x="6979078" y="1509744"/>
                  </a:lnTo>
                  <a:lnTo>
                    <a:pt x="6982898" y="1538152"/>
                  </a:lnTo>
                  <a:lnTo>
                    <a:pt x="6986015" y="1567941"/>
                  </a:lnTo>
                  <a:lnTo>
                    <a:pt x="6988778" y="1596683"/>
                  </a:lnTo>
                  <a:lnTo>
                    <a:pt x="6991540" y="1621948"/>
                  </a:lnTo>
                  <a:lnTo>
                    <a:pt x="6994302" y="1643737"/>
                  </a:lnTo>
                  <a:lnTo>
                    <a:pt x="6997064" y="1662048"/>
                  </a:lnTo>
                  <a:lnTo>
                    <a:pt x="6999491" y="1679388"/>
                  </a:lnTo>
                  <a:lnTo>
                    <a:pt x="7001240" y="1698085"/>
                  </a:lnTo>
                  <a:lnTo>
                    <a:pt x="7002297" y="1718163"/>
                  </a:lnTo>
                  <a:lnTo>
                    <a:pt x="7002653" y="1739645"/>
                  </a:lnTo>
                  <a:lnTo>
                    <a:pt x="7002653" y="1761482"/>
                  </a:lnTo>
                  <a:lnTo>
                    <a:pt x="7002653" y="1782603"/>
                  </a:lnTo>
                  <a:lnTo>
                    <a:pt x="7002653" y="1803011"/>
                  </a:lnTo>
                  <a:lnTo>
                    <a:pt x="7002653" y="1822703"/>
                  </a:lnTo>
                  <a:lnTo>
                    <a:pt x="7002297" y="1842115"/>
                  </a:lnTo>
                  <a:lnTo>
                    <a:pt x="6999491" y="1880889"/>
                  </a:lnTo>
                  <a:lnTo>
                    <a:pt x="6993967" y="1919712"/>
                  </a:lnTo>
                  <a:lnTo>
                    <a:pt x="6985724" y="1958486"/>
                  </a:lnTo>
                  <a:lnTo>
                    <a:pt x="6975312" y="1996209"/>
                  </a:lnTo>
                  <a:lnTo>
                    <a:pt x="6970807" y="2012473"/>
                  </a:lnTo>
                  <a:lnTo>
                    <a:pt x="6967017" y="2026689"/>
                  </a:lnTo>
                  <a:lnTo>
                    <a:pt x="6963917" y="2038858"/>
                  </a:lnTo>
                  <a:lnTo>
                    <a:pt x="6960800" y="2049908"/>
                  </a:lnTo>
                  <a:lnTo>
                    <a:pt x="6941401" y="2094231"/>
                  </a:lnTo>
                  <a:lnTo>
                    <a:pt x="6919595" y="2127504"/>
                  </a:lnTo>
                  <a:lnTo>
                    <a:pt x="6888394" y="2160704"/>
                  </a:lnTo>
                  <a:lnTo>
                    <a:pt x="6875272" y="2171827"/>
                  </a:lnTo>
                  <a:lnTo>
                    <a:pt x="6860341" y="2184614"/>
                  </a:lnTo>
                  <a:lnTo>
                    <a:pt x="6843363" y="2200878"/>
                  </a:lnTo>
                  <a:lnTo>
                    <a:pt x="6824337" y="2220618"/>
                  </a:lnTo>
                  <a:lnTo>
                    <a:pt x="6803262" y="2243835"/>
                  </a:lnTo>
                  <a:lnTo>
                    <a:pt x="6778998" y="2269071"/>
                  </a:lnTo>
                  <a:lnTo>
                    <a:pt x="6750589" y="2295032"/>
                  </a:lnTo>
                  <a:lnTo>
                    <a:pt x="6718038" y="2321685"/>
                  </a:lnTo>
                  <a:lnTo>
                    <a:pt x="6681342" y="2348991"/>
                  </a:lnTo>
                  <a:lnTo>
                    <a:pt x="6645675" y="2373590"/>
                  </a:lnTo>
                  <a:lnTo>
                    <a:pt x="6593010" y="2404070"/>
                  </a:lnTo>
                  <a:lnTo>
                    <a:pt x="6562919" y="2413424"/>
                  </a:lnTo>
                  <a:lnTo>
                    <a:pt x="6551136" y="2418302"/>
                  </a:lnTo>
                  <a:lnTo>
                    <a:pt x="6540734" y="2424560"/>
                  </a:lnTo>
                  <a:lnTo>
                    <a:pt x="6531736" y="2432177"/>
                  </a:lnTo>
                  <a:lnTo>
                    <a:pt x="6524140" y="2439437"/>
                  </a:lnTo>
                  <a:lnTo>
                    <a:pt x="6517925" y="2444638"/>
                  </a:lnTo>
                  <a:lnTo>
                    <a:pt x="6513091" y="2447768"/>
                  </a:lnTo>
                  <a:lnTo>
                    <a:pt x="6509638" y="2448814"/>
                  </a:lnTo>
                  <a:lnTo>
                    <a:pt x="6505829" y="2448814"/>
                  </a:lnTo>
                  <a:lnTo>
                    <a:pt x="6504051" y="2443226"/>
                  </a:lnTo>
                  <a:lnTo>
                    <a:pt x="6504051" y="2432177"/>
                  </a:lnTo>
                  <a:lnTo>
                    <a:pt x="6504051" y="2424225"/>
                  </a:lnTo>
                  <a:lnTo>
                    <a:pt x="6504051" y="2416952"/>
                  </a:lnTo>
                  <a:lnTo>
                    <a:pt x="6504051" y="2410370"/>
                  </a:lnTo>
                  <a:lnTo>
                    <a:pt x="6504051" y="240449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latin typeface="Arial MT"/>
                <a:cs typeface="Arial MT"/>
              </a:rPr>
              <a:t>2</a:t>
            </a:r>
            <a:r>
              <a:rPr sz="1550" spc="-5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07886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1.3</a:t>
            </a:r>
            <a:r>
              <a:rPr sz="3300" spc="-170" dirty="0">
                <a:solidFill>
                  <a:srgbClr val="3333CC"/>
                </a:solidFill>
              </a:rPr>
              <a:t> </a:t>
            </a:r>
            <a:r>
              <a:rPr sz="3300" spc="-80" dirty="0">
                <a:solidFill>
                  <a:srgbClr val="3333CC"/>
                </a:solidFill>
              </a:rPr>
              <a:t>DBMS</a:t>
            </a:r>
            <a:r>
              <a:rPr sz="3300" spc="-165" dirty="0">
                <a:solidFill>
                  <a:srgbClr val="3333CC"/>
                </a:solidFill>
              </a:rPr>
              <a:t> </a:t>
            </a:r>
            <a:r>
              <a:rPr sz="3300" spc="-25" dirty="0">
                <a:solidFill>
                  <a:srgbClr val="3333CC"/>
                </a:solidFill>
              </a:rPr>
              <a:t>발전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-10" dirty="0">
                <a:solidFill>
                  <a:srgbClr val="3333CC"/>
                </a:solidFill>
              </a:rPr>
              <a:t>과정(계속)</a:t>
            </a:r>
            <a:endParaRPr sz="33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latin typeface="Arial MT"/>
                <a:cs typeface="Arial MT"/>
              </a:rPr>
              <a:t>2</a:t>
            </a:r>
            <a:r>
              <a:rPr sz="1550" spc="-5" dirty="0">
                <a:latin typeface="Arial MT"/>
                <a:cs typeface="Arial MT"/>
              </a:rPr>
              <a:t>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003" y="1660803"/>
            <a:ext cx="9156700" cy="277939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85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20" dirty="0">
                <a:latin typeface="Malgun Gothic"/>
                <a:cs typeface="Malgun Gothic"/>
              </a:rPr>
              <a:t>객체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지향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-20" dirty="0">
                <a:latin typeface="Malgun Gothic"/>
                <a:cs typeface="Malgun Gothic"/>
              </a:rPr>
              <a:t>DBMS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-5" dirty="0">
                <a:latin typeface="Malgun Gothic"/>
                <a:cs typeface="Malgun Gothic"/>
              </a:rPr>
              <a:t>1980년대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후반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들어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새로운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모델인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객체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지향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데이터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모델이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등장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객체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지향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프로그래밍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패러다임을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기반으로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하는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모델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장점</a:t>
            </a:r>
            <a:endParaRPr sz="1950">
              <a:latin typeface="Malgun Gothic"/>
              <a:cs typeface="Malgun Gothic"/>
            </a:endParaRPr>
          </a:p>
          <a:p>
            <a:pPr marL="1274445" marR="5080" lvl="2" indent="-253365">
              <a:lnSpc>
                <a:spcPts val="3110"/>
              </a:lnSpc>
              <a:spcBef>
                <a:spcPts val="220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950" b="1" spc="10" dirty="0">
                <a:latin typeface="Malgun Gothic"/>
                <a:cs typeface="Malgun Gothic"/>
              </a:rPr>
              <a:t>데이터와</a:t>
            </a:r>
            <a:r>
              <a:rPr sz="1950" b="1" spc="28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프로그램을</a:t>
            </a:r>
            <a:r>
              <a:rPr sz="1950" b="1" spc="265" dirty="0">
                <a:latin typeface="Malgun Gothic"/>
                <a:cs typeface="Malgun Gothic"/>
              </a:rPr>
              <a:t> </a:t>
            </a:r>
            <a:r>
              <a:rPr sz="1950" b="1" spc="25" dirty="0">
                <a:latin typeface="Malgun Gothic"/>
                <a:cs typeface="Malgun Gothic"/>
              </a:rPr>
              <a:t>그룹화하고,</a:t>
            </a:r>
            <a:r>
              <a:rPr sz="1950" b="1" spc="28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복잡한</a:t>
            </a:r>
            <a:r>
              <a:rPr sz="1950" b="1" spc="28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객체들을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이해하기</a:t>
            </a:r>
            <a:r>
              <a:rPr sz="1950" b="1" spc="245" dirty="0">
                <a:latin typeface="Malgun Gothic"/>
                <a:cs typeface="Malgun Gothic"/>
              </a:rPr>
              <a:t> </a:t>
            </a:r>
            <a:r>
              <a:rPr sz="1950" b="1" spc="35" dirty="0">
                <a:latin typeface="Malgun Gothic"/>
                <a:cs typeface="Malgun Gothic"/>
              </a:rPr>
              <a:t>쉬우며,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유지와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변경이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용이함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52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80" dirty="0">
                <a:latin typeface="Malgun Gothic"/>
                <a:cs typeface="Malgun Gothic"/>
              </a:rPr>
              <a:t>예: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ONTOS,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OpenODB,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GemStone,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-5" dirty="0">
                <a:latin typeface="Malgun Gothic"/>
                <a:cs typeface="Malgun Gothic"/>
              </a:rPr>
              <a:t>ObjectStore,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-10" dirty="0">
                <a:latin typeface="Malgun Gothic"/>
                <a:cs typeface="Malgun Gothic"/>
              </a:rPr>
              <a:t>Versant,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O2</a:t>
            </a:r>
            <a:r>
              <a:rPr sz="1950" b="1" spc="-7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등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003" y="4577541"/>
            <a:ext cx="273050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204" dirty="0">
                <a:solidFill>
                  <a:srgbClr val="FF0000"/>
                </a:solidFill>
                <a:latin typeface="PMingLiU-ExtB"/>
                <a:cs typeface="PMingLiU-ExtB"/>
              </a:rPr>
              <a:t>❑</a:t>
            </a:r>
            <a:endParaRPr sz="2150">
              <a:latin typeface="PMingLiU-ExtB"/>
              <a:cs typeface="PMingLiU-ExtB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7289" y="4639183"/>
            <a:ext cx="1883410" cy="27305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150"/>
              </a:lnSpc>
            </a:pP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객체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-20" dirty="0">
                <a:solidFill>
                  <a:srgbClr val="FF0000"/>
                </a:solidFill>
                <a:latin typeface="Malgun Gothic"/>
                <a:cs typeface="Malgun Gothic"/>
              </a:rPr>
              <a:t>DBMS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2547" y="4938792"/>
            <a:ext cx="8656955" cy="1205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660" marR="5080" indent="-315595">
              <a:lnSpc>
                <a:spcPct val="132300"/>
              </a:lnSpc>
              <a:spcBef>
                <a:spcPts val="9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-10" dirty="0">
                <a:latin typeface="Malgun Gothic"/>
                <a:cs typeface="Malgun Gothic"/>
              </a:rPr>
              <a:t>1990년대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후반에</a:t>
            </a:r>
            <a:r>
              <a:rPr sz="1950" b="1" spc="-4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관계</a:t>
            </a:r>
            <a:r>
              <a:rPr sz="1950" b="1" spc="-60" dirty="0">
                <a:latin typeface="Malgun Gothic"/>
                <a:cs typeface="Malgun Gothic"/>
              </a:rPr>
              <a:t> </a:t>
            </a:r>
            <a:r>
              <a:rPr sz="1950" b="1" spc="-25" dirty="0">
                <a:latin typeface="Malgun Gothic"/>
                <a:cs typeface="Malgun Gothic"/>
              </a:rPr>
              <a:t>DBMS에</a:t>
            </a:r>
            <a:r>
              <a:rPr sz="1950" b="1" spc="-4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객체</a:t>
            </a:r>
            <a:r>
              <a:rPr sz="1950" b="1" spc="-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지향</a:t>
            </a:r>
            <a:r>
              <a:rPr sz="1950" b="1" spc="-6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개념을</a:t>
            </a:r>
            <a:r>
              <a:rPr sz="1950" b="1" spc="-6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통합한</a:t>
            </a:r>
            <a:r>
              <a:rPr sz="1950" b="1" spc="-4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객체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관계</a:t>
            </a:r>
            <a:r>
              <a:rPr sz="1950" b="1" spc="-6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모델이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제안됨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1950" b="1" spc="80" dirty="0">
                <a:latin typeface="Malgun Gothic"/>
                <a:cs typeface="Malgun Gothic"/>
              </a:rPr>
              <a:t>예: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40" dirty="0">
                <a:solidFill>
                  <a:srgbClr val="FF3300"/>
                </a:solidFill>
                <a:latin typeface="Malgun Gothic"/>
                <a:cs typeface="Malgun Gothic"/>
              </a:rPr>
              <a:t>오라클</a:t>
            </a:r>
            <a:r>
              <a:rPr sz="1950" b="1" spc="40" dirty="0">
                <a:latin typeface="Malgun Gothic"/>
                <a:cs typeface="Malgun Gothic"/>
              </a:rPr>
              <a:t>,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-70" dirty="0">
                <a:solidFill>
                  <a:srgbClr val="FF3300"/>
                </a:solidFill>
                <a:latin typeface="Malgun Gothic"/>
                <a:cs typeface="Malgun Gothic"/>
              </a:rPr>
              <a:t>Informix</a:t>
            </a:r>
            <a:r>
              <a:rPr sz="1950" b="1" spc="-10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-25" dirty="0">
                <a:solidFill>
                  <a:srgbClr val="FF3300"/>
                </a:solidFill>
                <a:latin typeface="Malgun Gothic"/>
                <a:cs typeface="Malgun Gothic"/>
              </a:rPr>
              <a:t>Universal</a:t>
            </a:r>
            <a:r>
              <a:rPr sz="1950" b="1" spc="-8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-20" dirty="0">
                <a:solidFill>
                  <a:srgbClr val="FF3300"/>
                </a:solidFill>
                <a:latin typeface="Malgun Gothic"/>
                <a:cs typeface="Malgun Gothic"/>
              </a:rPr>
              <a:t>Server</a:t>
            </a:r>
            <a:r>
              <a:rPr sz="1950" b="1" spc="-8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등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855" y="4718558"/>
            <a:ext cx="5084445" cy="300355"/>
          </a:xfrm>
          <a:custGeom>
            <a:avLst/>
            <a:gdLst/>
            <a:ahLst/>
            <a:cxnLst/>
            <a:rect l="l" t="t" r="r" b="b"/>
            <a:pathLst>
              <a:path w="5084445" h="300354">
                <a:moveTo>
                  <a:pt x="5084191" y="0"/>
                </a:moveTo>
                <a:lnTo>
                  <a:pt x="1587754" y="0"/>
                </a:lnTo>
                <a:lnTo>
                  <a:pt x="1565275" y="0"/>
                </a:lnTo>
                <a:lnTo>
                  <a:pt x="0" y="0"/>
                </a:lnTo>
                <a:lnTo>
                  <a:pt x="0" y="300101"/>
                </a:lnTo>
                <a:lnTo>
                  <a:pt x="1565275" y="300101"/>
                </a:lnTo>
                <a:lnTo>
                  <a:pt x="1587754" y="300101"/>
                </a:lnTo>
                <a:lnTo>
                  <a:pt x="5084191" y="300101"/>
                </a:lnTo>
                <a:lnTo>
                  <a:pt x="508419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19475" y="4077461"/>
            <a:ext cx="1336675" cy="370840"/>
          </a:xfrm>
          <a:custGeom>
            <a:avLst/>
            <a:gdLst/>
            <a:ahLst/>
            <a:cxnLst/>
            <a:rect l="l" t="t" r="r" b="b"/>
            <a:pathLst>
              <a:path w="1336675" h="370839">
                <a:moveTo>
                  <a:pt x="1336548" y="0"/>
                </a:moveTo>
                <a:lnTo>
                  <a:pt x="0" y="0"/>
                </a:lnTo>
                <a:lnTo>
                  <a:pt x="0" y="370458"/>
                </a:lnTo>
                <a:lnTo>
                  <a:pt x="1336548" y="370458"/>
                </a:lnTo>
                <a:lnTo>
                  <a:pt x="133654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33855" y="2351277"/>
            <a:ext cx="3515995" cy="300355"/>
          </a:xfrm>
          <a:custGeom>
            <a:avLst/>
            <a:gdLst/>
            <a:ahLst/>
            <a:cxnLst/>
            <a:rect l="l" t="t" r="r" b="b"/>
            <a:pathLst>
              <a:path w="3515995" h="300355">
                <a:moveTo>
                  <a:pt x="3515614" y="0"/>
                </a:moveTo>
                <a:lnTo>
                  <a:pt x="1217803" y="0"/>
                </a:lnTo>
                <a:lnTo>
                  <a:pt x="1195324" y="0"/>
                </a:lnTo>
                <a:lnTo>
                  <a:pt x="0" y="0"/>
                </a:lnTo>
                <a:lnTo>
                  <a:pt x="0" y="300228"/>
                </a:lnTo>
                <a:lnTo>
                  <a:pt x="1195324" y="300228"/>
                </a:lnTo>
                <a:lnTo>
                  <a:pt x="1217803" y="300228"/>
                </a:lnTo>
                <a:lnTo>
                  <a:pt x="3515614" y="300228"/>
                </a:lnTo>
                <a:lnTo>
                  <a:pt x="351561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91078" y="1733677"/>
            <a:ext cx="1141095" cy="370840"/>
          </a:xfrm>
          <a:custGeom>
            <a:avLst/>
            <a:gdLst/>
            <a:ahLst/>
            <a:cxnLst/>
            <a:rect l="l" t="t" r="r" b="b"/>
            <a:pathLst>
              <a:path w="1141095" h="370839">
                <a:moveTo>
                  <a:pt x="1140968" y="0"/>
                </a:moveTo>
                <a:lnTo>
                  <a:pt x="0" y="0"/>
                </a:lnTo>
                <a:lnTo>
                  <a:pt x="0" y="370459"/>
                </a:lnTo>
                <a:lnTo>
                  <a:pt x="1140968" y="370459"/>
                </a:lnTo>
                <a:lnTo>
                  <a:pt x="1140968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634745" y="329946"/>
            <a:ext cx="9507220" cy="6818630"/>
            <a:chOff x="634745" y="329946"/>
            <a:chExt cx="9507220" cy="6818630"/>
          </a:xfrm>
        </p:grpSpPr>
        <p:sp>
          <p:nvSpPr>
            <p:cNvPr id="7" name="object 7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0" y="0"/>
                  </a:lnTo>
                </a:path>
                <a:path w="9493250" h="6804659">
                  <a:moveTo>
                    <a:pt x="9492995" y="6804659"/>
                  </a:moveTo>
                  <a:lnTo>
                    <a:pt x="0" y="6804660"/>
                  </a:lnTo>
                  <a:lnTo>
                    <a:pt x="0" y="0"/>
                  </a:lnTo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603" y="336804"/>
              <a:ext cx="9493250" cy="6804659"/>
            </a:xfrm>
            <a:custGeom>
              <a:avLst/>
              <a:gdLst/>
              <a:ahLst/>
              <a:cxnLst/>
              <a:rect l="l" t="t" r="r" b="b"/>
              <a:pathLst>
                <a:path w="9493250" h="6804659">
                  <a:moveTo>
                    <a:pt x="0" y="0"/>
                  </a:moveTo>
                  <a:lnTo>
                    <a:pt x="9492995" y="0"/>
                  </a:lnTo>
                  <a:lnTo>
                    <a:pt x="9492995" y="6804660"/>
                  </a:lnTo>
                  <a:lnTo>
                    <a:pt x="0" y="6804660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1.4</a:t>
            </a:r>
            <a:r>
              <a:rPr sz="3300" spc="-18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95" dirty="0">
                <a:solidFill>
                  <a:srgbClr val="3333CC"/>
                </a:solidFill>
              </a:rPr>
              <a:t> </a:t>
            </a:r>
            <a:r>
              <a:rPr sz="3300" spc="-45" dirty="0">
                <a:solidFill>
                  <a:srgbClr val="3333CC"/>
                </a:solidFill>
              </a:rPr>
              <a:t>스키마/인스턴스</a:t>
            </a:r>
            <a:endParaRPr sz="33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13311" y="1692696"/>
            <a:ext cx="8276590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indent="-377825">
              <a:lnSpc>
                <a:spcPct val="100000"/>
              </a:lnSpc>
              <a:spcBef>
                <a:spcPts val="100"/>
              </a:spcBef>
              <a:buSzPct val="109433"/>
              <a:buFont typeface="PMingLiU-ExtB"/>
              <a:buChar char="❑"/>
              <a:tabLst>
                <a:tab pos="390525" algn="l"/>
              </a:tabLst>
            </a:pPr>
            <a:r>
              <a:rPr sz="2650" b="1" spc="-45" dirty="0">
                <a:latin typeface="Malgun Gothic"/>
                <a:cs typeface="Malgun Gothic"/>
              </a:rPr>
              <a:t>데이터베이스</a:t>
            </a:r>
            <a:r>
              <a:rPr sz="2650" b="1" spc="-160" dirty="0">
                <a:latin typeface="Malgun Gothic"/>
                <a:cs typeface="Malgun Gothic"/>
              </a:rPr>
              <a:t> </a:t>
            </a:r>
            <a:r>
              <a:rPr sz="2650" b="1" spc="-25" dirty="0">
                <a:latin typeface="Malgun Gothic"/>
                <a:cs typeface="Malgun Gothic"/>
              </a:rPr>
              <a:t>스키마(database</a:t>
            </a:r>
            <a:r>
              <a:rPr sz="2650" b="1" spc="-145" dirty="0">
                <a:latin typeface="Malgun Gothic"/>
                <a:cs typeface="Malgun Gothic"/>
              </a:rPr>
              <a:t> </a:t>
            </a:r>
            <a:r>
              <a:rPr sz="2650" b="1" spc="15" dirty="0">
                <a:latin typeface="Malgun Gothic"/>
                <a:cs typeface="Malgun Gothic"/>
              </a:rPr>
              <a:t>schema)</a:t>
            </a:r>
            <a:endParaRPr sz="26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70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latin typeface="Malgun Gothic"/>
                <a:cs typeface="Malgun Gothic"/>
              </a:rPr>
              <a:t>전체적인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데이터베이스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구조를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뜻하며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자주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변경되지는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않음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7773" y="2849385"/>
            <a:ext cx="29152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05"/>
              </a:spcBef>
              <a:buFont typeface="PMingLiU-ExtB"/>
              <a:buChar char="✓"/>
              <a:tabLst>
                <a:tab pos="328295" algn="l"/>
              </a:tabLst>
            </a:pPr>
            <a:r>
              <a:rPr sz="2200" b="1" spc="-20" dirty="0">
                <a:latin typeface="Malgun Gothic"/>
                <a:cs typeface="Malgun Gothic"/>
              </a:rPr>
              <a:t>데</a:t>
            </a:r>
            <a:r>
              <a:rPr sz="2200" b="1" spc="-40" dirty="0">
                <a:latin typeface="Malgun Gothic"/>
                <a:cs typeface="Malgun Gothic"/>
              </a:rPr>
              <a:t>이</a:t>
            </a:r>
            <a:r>
              <a:rPr sz="2200" b="1" spc="-20" dirty="0">
                <a:latin typeface="Malgun Gothic"/>
                <a:cs typeface="Malgun Gothic"/>
              </a:rPr>
              <a:t>터</a:t>
            </a:r>
            <a:r>
              <a:rPr sz="2200" b="1" spc="-40" dirty="0">
                <a:latin typeface="Malgun Gothic"/>
                <a:cs typeface="Malgun Gothic"/>
              </a:rPr>
              <a:t>베이스</a:t>
            </a:r>
            <a:r>
              <a:rPr sz="2200" b="1" spc="5" dirty="0">
                <a:latin typeface="Malgun Gothic"/>
                <a:cs typeface="Malgun Gothic"/>
              </a:rPr>
              <a:t>의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모</a:t>
            </a:r>
            <a:r>
              <a:rPr sz="2200" b="1" spc="5" dirty="0">
                <a:latin typeface="Malgun Gothic"/>
                <a:cs typeface="Malgun Gothic"/>
              </a:rPr>
              <a:t>든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9458" y="2889631"/>
            <a:ext cx="4342130" cy="299720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270">
              <a:lnSpc>
                <a:spcPts val="2360"/>
              </a:lnSpc>
            </a:pPr>
            <a:r>
              <a:rPr sz="2200" b="1" spc="-5" dirty="0">
                <a:latin typeface="Malgun Gothic"/>
                <a:cs typeface="Malgun Gothic"/>
              </a:rPr>
              <a:t>필요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사항을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표현할</a:t>
            </a:r>
            <a:r>
              <a:rPr sz="2200" b="1" spc="-175" dirty="0">
                <a:latin typeface="Malgun Gothic"/>
                <a:cs typeface="Malgun Gothic"/>
              </a:rPr>
              <a:t> </a:t>
            </a:r>
            <a:r>
              <a:rPr sz="2200" b="1" spc="5" dirty="0">
                <a:latin typeface="Malgun Gothic"/>
                <a:cs typeface="Malgun Gothic"/>
              </a:rPr>
              <a:t>수</a:t>
            </a:r>
            <a:r>
              <a:rPr sz="2200" b="1" spc="-10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있도록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설계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3243" y="3245509"/>
            <a:ext cx="9008745" cy="280352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832485" indent="-316230">
              <a:lnSpc>
                <a:spcPct val="100000"/>
              </a:lnSpc>
              <a:spcBef>
                <a:spcPts val="122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solidFill>
                  <a:srgbClr val="FFFF00"/>
                </a:solidFill>
                <a:latin typeface="Malgun Gothic"/>
                <a:cs typeface="Malgun Gothic"/>
              </a:rPr>
              <a:t>내포</a:t>
            </a:r>
            <a:r>
              <a:rPr sz="2200" b="1" spc="25" dirty="0">
                <a:solidFill>
                  <a:srgbClr val="FFFF00"/>
                </a:solidFill>
                <a:latin typeface="Malgun Gothic"/>
                <a:cs typeface="Malgun Gothic"/>
              </a:rPr>
              <a:t>(</a:t>
            </a:r>
            <a:r>
              <a:rPr sz="2200" b="1" spc="-100" dirty="0">
                <a:solidFill>
                  <a:srgbClr val="FFFF00"/>
                </a:solidFill>
                <a:latin typeface="Malgun Gothic"/>
                <a:cs typeface="Malgun Gothic"/>
              </a:rPr>
              <a:t>i</a:t>
            </a:r>
            <a:r>
              <a:rPr sz="2200" b="1" spc="-85" dirty="0">
                <a:solidFill>
                  <a:srgbClr val="FFFF00"/>
                </a:solidFill>
                <a:latin typeface="Malgun Gothic"/>
                <a:cs typeface="Malgun Gothic"/>
              </a:rPr>
              <a:t>n</a:t>
            </a:r>
            <a:r>
              <a:rPr sz="2200" b="1" spc="-165" dirty="0">
                <a:solidFill>
                  <a:srgbClr val="FFFF00"/>
                </a:solidFill>
                <a:latin typeface="Malgun Gothic"/>
                <a:cs typeface="Malgun Gothic"/>
              </a:rPr>
              <a:t>t</a:t>
            </a:r>
            <a:r>
              <a:rPr sz="2200" b="1" spc="20" dirty="0">
                <a:solidFill>
                  <a:srgbClr val="FFFF00"/>
                </a:solidFill>
                <a:latin typeface="Malgun Gothic"/>
                <a:cs typeface="Malgun Gothic"/>
              </a:rPr>
              <a:t>e</a:t>
            </a:r>
            <a:r>
              <a:rPr sz="2200" b="1" spc="-105" dirty="0">
                <a:solidFill>
                  <a:srgbClr val="FFFF00"/>
                </a:solidFill>
                <a:latin typeface="Malgun Gothic"/>
                <a:cs typeface="Malgun Gothic"/>
              </a:rPr>
              <a:t>n</a:t>
            </a:r>
            <a:r>
              <a:rPr sz="2200" b="1" spc="125" dirty="0">
                <a:solidFill>
                  <a:srgbClr val="FFFF00"/>
                </a:solidFill>
                <a:latin typeface="Malgun Gothic"/>
                <a:cs typeface="Malgun Gothic"/>
              </a:rPr>
              <a:t>s</a:t>
            </a:r>
            <a:r>
              <a:rPr sz="2200" b="1" spc="-80" dirty="0">
                <a:solidFill>
                  <a:srgbClr val="FFFF00"/>
                </a:solidFill>
                <a:latin typeface="Malgun Gothic"/>
                <a:cs typeface="Malgun Gothic"/>
              </a:rPr>
              <a:t>i</a:t>
            </a:r>
            <a:r>
              <a:rPr sz="2200" b="1" spc="-65" dirty="0">
                <a:solidFill>
                  <a:srgbClr val="FFFF00"/>
                </a:solidFill>
                <a:latin typeface="Malgun Gothic"/>
                <a:cs typeface="Malgun Gothic"/>
              </a:rPr>
              <a:t>o</a:t>
            </a:r>
            <a:r>
              <a:rPr sz="2200" b="1" spc="-85" dirty="0">
                <a:solidFill>
                  <a:srgbClr val="FFFF00"/>
                </a:solidFill>
                <a:latin typeface="Malgun Gothic"/>
                <a:cs typeface="Malgun Gothic"/>
              </a:rPr>
              <a:t>n</a:t>
            </a:r>
            <a:r>
              <a:rPr sz="2200" b="1" spc="25" dirty="0">
                <a:solidFill>
                  <a:srgbClr val="FFFF00"/>
                </a:solidFill>
                <a:latin typeface="Malgun Gothic"/>
                <a:cs typeface="Malgun Gothic"/>
              </a:rPr>
              <a:t>)</a:t>
            </a:r>
            <a:r>
              <a:rPr sz="2200" b="1" spc="-40" dirty="0">
                <a:solidFill>
                  <a:srgbClr val="FFFF00"/>
                </a:solidFill>
                <a:latin typeface="Malgun Gothic"/>
                <a:cs typeface="Malgun Gothic"/>
              </a:rPr>
              <a:t>라</a:t>
            </a:r>
            <a:r>
              <a:rPr sz="2200" b="1" spc="5" dirty="0">
                <a:solidFill>
                  <a:srgbClr val="FFFF00"/>
                </a:solidFill>
                <a:latin typeface="Malgun Gothic"/>
                <a:cs typeface="Malgun Gothic"/>
              </a:rPr>
              <a:t>고</a:t>
            </a:r>
            <a:r>
              <a:rPr sz="2200" b="1" spc="-13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FF00"/>
                </a:solidFill>
                <a:latin typeface="Malgun Gothic"/>
                <a:cs typeface="Malgun Gothic"/>
              </a:rPr>
              <a:t>부</a:t>
            </a:r>
            <a:r>
              <a:rPr sz="2200" b="1" spc="5" dirty="0">
                <a:solidFill>
                  <a:srgbClr val="FFFF00"/>
                </a:solidFill>
                <a:latin typeface="Malgun Gothic"/>
                <a:cs typeface="Malgun Gothic"/>
              </a:rPr>
              <a:t>름</a:t>
            </a:r>
            <a:endParaRPr sz="2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Malgun Gothic"/>
              <a:cs typeface="Malgun Gothic"/>
            </a:endParaRPr>
          </a:p>
          <a:p>
            <a:pPr marL="536575" indent="-524510">
              <a:lnSpc>
                <a:spcPct val="100000"/>
              </a:lnSpc>
              <a:buSzPct val="128301"/>
              <a:buFont typeface="PMingLiU-ExtB"/>
              <a:buChar char="❑"/>
              <a:tabLst>
                <a:tab pos="537210" algn="l"/>
              </a:tabLst>
            </a:pPr>
            <a:r>
              <a:rPr sz="2650" b="1" spc="-45" dirty="0">
                <a:latin typeface="Malgun Gothic"/>
                <a:cs typeface="Malgun Gothic"/>
              </a:rPr>
              <a:t>데이터베이스</a:t>
            </a:r>
            <a:r>
              <a:rPr sz="2650" b="1" spc="-145" dirty="0">
                <a:latin typeface="Malgun Gothic"/>
                <a:cs typeface="Malgun Gothic"/>
              </a:rPr>
              <a:t> </a:t>
            </a:r>
            <a:r>
              <a:rPr sz="2650" b="1" spc="-25" dirty="0">
                <a:latin typeface="Malgun Gothic"/>
                <a:cs typeface="Malgun Gothic"/>
              </a:rPr>
              <a:t>인스턴스(database</a:t>
            </a:r>
            <a:r>
              <a:rPr sz="2650" b="1" spc="-135" dirty="0">
                <a:latin typeface="Malgun Gothic"/>
                <a:cs typeface="Malgun Gothic"/>
              </a:rPr>
              <a:t> </a:t>
            </a:r>
            <a:r>
              <a:rPr sz="2650" b="1" spc="-20" dirty="0">
                <a:latin typeface="Malgun Gothic"/>
                <a:cs typeface="Malgun Gothic"/>
              </a:rPr>
              <a:t>instance(state))</a:t>
            </a:r>
            <a:endParaRPr sz="26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40400"/>
              </a:lnSpc>
              <a:spcBef>
                <a:spcPts val="81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5" dirty="0">
                <a:latin typeface="Malgun Gothic"/>
                <a:cs typeface="Malgun Gothic"/>
              </a:rPr>
              <a:t>특정</a:t>
            </a:r>
            <a:r>
              <a:rPr sz="2200" b="1" spc="-12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시점의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데이터베이스의</a:t>
            </a:r>
            <a:r>
              <a:rPr sz="2200" b="1" spc="-12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내용을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10" dirty="0">
                <a:latin typeface="Malgun Gothic"/>
                <a:cs typeface="Malgun Gothic"/>
              </a:rPr>
              <a:t>의미하며,</a:t>
            </a:r>
            <a:r>
              <a:rPr sz="2200" b="1" spc="-10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시간이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10" dirty="0">
                <a:latin typeface="Malgun Gothic"/>
                <a:cs typeface="Malgun Gothic"/>
              </a:rPr>
              <a:t>지남에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따라 </a:t>
            </a:r>
            <a:r>
              <a:rPr sz="2200" b="1" spc="-755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계속해서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바뀜</a:t>
            </a:r>
            <a:endParaRPr sz="220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59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2200" b="1" spc="-20" dirty="0">
                <a:solidFill>
                  <a:srgbClr val="FFFF00"/>
                </a:solidFill>
                <a:latin typeface="Malgun Gothic"/>
                <a:cs typeface="Malgun Gothic"/>
              </a:rPr>
              <a:t>외연</a:t>
            </a:r>
            <a:r>
              <a:rPr sz="2200" b="1" spc="25" dirty="0">
                <a:solidFill>
                  <a:srgbClr val="FFFF00"/>
                </a:solidFill>
                <a:latin typeface="Malgun Gothic"/>
                <a:cs typeface="Malgun Gothic"/>
              </a:rPr>
              <a:t>(</a:t>
            </a:r>
            <a:r>
              <a:rPr sz="2200" b="1" dirty="0">
                <a:solidFill>
                  <a:srgbClr val="FFFF00"/>
                </a:solidFill>
                <a:latin typeface="Malgun Gothic"/>
                <a:cs typeface="Malgun Gothic"/>
              </a:rPr>
              <a:t>e</a:t>
            </a:r>
            <a:r>
              <a:rPr sz="2200" b="1" spc="-85" dirty="0">
                <a:solidFill>
                  <a:srgbClr val="FFFF00"/>
                </a:solidFill>
                <a:latin typeface="Malgun Gothic"/>
                <a:cs typeface="Malgun Gothic"/>
              </a:rPr>
              <a:t>x</a:t>
            </a:r>
            <a:r>
              <a:rPr sz="2200" b="1" spc="-185" dirty="0">
                <a:solidFill>
                  <a:srgbClr val="FFFF00"/>
                </a:solidFill>
                <a:latin typeface="Malgun Gothic"/>
                <a:cs typeface="Malgun Gothic"/>
              </a:rPr>
              <a:t>t</a:t>
            </a:r>
            <a:r>
              <a:rPr sz="2200" b="1" spc="20" dirty="0">
                <a:solidFill>
                  <a:srgbClr val="FFFF00"/>
                </a:solidFill>
                <a:latin typeface="Malgun Gothic"/>
                <a:cs typeface="Malgun Gothic"/>
              </a:rPr>
              <a:t>e</a:t>
            </a:r>
            <a:r>
              <a:rPr sz="2200" b="1" spc="-85" dirty="0">
                <a:solidFill>
                  <a:srgbClr val="FFFF00"/>
                </a:solidFill>
                <a:latin typeface="Malgun Gothic"/>
                <a:cs typeface="Malgun Gothic"/>
              </a:rPr>
              <a:t>n</a:t>
            </a:r>
            <a:r>
              <a:rPr sz="2200" b="1" spc="105" dirty="0">
                <a:solidFill>
                  <a:srgbClr val="FFFF00"/>
                </a:solidFill>
                <a:latin typeface="Malgun Gothic"/>
                <a:cs typeface="Malgun Gothic"/>
              </a:rPr>
              <a:t>s</a:t>
            </a:r>
            <a:r>
              <a:rPr sz="2200" b="1" spc="-80" dirty="0">
                <a:solidFill>
                  <a:srgbClr val="FFFF00"/>
                </a:solidFill>
                <a:latin typeface="Malgun Gothic"/>
                <a:cs typeface="Malgun Gothic"/>
              </a:rPr>
              <a:t>i</a:t>
            </a:r>
            <a:r>
              <a:rPr sz="2200" b="1" spc="-65" dirty="0">
                <a:solidFill>
                  <a:srgbClr val="FFFF00"/>
                </a:solidFill>
                <a:latin typeface="Malgun Gothic"/>
                <a:cs typeface="Malgun Gothic"/>
              </a:rPr>
              <a:t>on</a:t>
            </a:r>
            <a:r>
              <a:rPr sz="2200" b="1" spc="5" dirty="0">
                <a:solidFill>
                  <a:srgbClr val="FFFF00"/>
                </a:solidFill>
                <a:latin typeface="Malgun Gothic"/>
                <a:cs typeface="Malgun Gothic"/>
              </a:rPr>
              <a:t>)</a:t>
            </a:r>
            <a:r>
              <a:rPr sz="2200" b="1" spc="-40" dirty="0">
                <a:solidFill>
                  <a:srgbClr val="FFFF00"/>
                </a:solidFill>
                <a:latin typeface="Malgun Gothic"/>
                <a:cs typeface="Malgun Gothic"/>
              </a:rPr>
              <a:t>이라</a:t>
            </a:r>
            <a:r>
              <a:rPr sz="2200" b="1" spc="5" dirty="0">
                <a:solidFill>
                  <a:srgbClr val="FFFF00"/>
                </a:solidFill>
                <a:latin typeface="Malgun Gothic"/>
                <a:cs typeface="Malgun Gothic"/>
              </a:rPr>
              <a:t>고</a:t>
            </a:r>
            <a:r>
              <a:rPr sz="2200" b="1" spc="-135" dirty="0">
                <a:solidFill>
                  <a:srgbClr val="FFFF00"/>
                </a:solidFill>
                <a:latin typeface="Malgun Gothic"/>
                <a:cs typeface="Malgun Gothic"/>
              </a:rPr>
              <a:t> </a:t>
            </a:r>
            <a:r>
              <a:rPr sz="2200" b="1" spc="-20" dirty="0">
                <a:solidFill>
                  <a:srgbClr val="FFFF00"/>
                </a:solidFill>
                <a:latin typeface="Malgun Gothic"/>
                <a:cs typeface="Malgun Gothic"/>
              </a:rPr>
              <a:t>부</a:t>
            </a:r>
            <a:r>
              <a:rPr sz="2200" b="1" spc="5" dirty="0">
                <a:solidFill>
                  <a:srgbClr val="FFFF00"/>
                </a:solidFill>
                <a:latin typeface="Malgun Gothic"/>
                <a:cs typeface="Malgun Gothic"/>
              </a:rPr>
              <a:t>름</a:t>
            </a:r>
            <a:endParaRPr sz="2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357505">
              <a:lnSpc>
                <a:spcPct val="100000"/>
              </a:lnSpc>
              <a:spcBef>
                <a:spcPts val="1105"/>
              </a:spcBef>
            </a:pPr>
            <a:r>
              <a:rPr sz="3300" spc="60" dirty="0">
                <a:solidFill>
                  <a:srgbClr val="3333CC"/>
                </a:solidFill>
              </a:rPr>
              <a:t>1.4</a:t>
            </a:r>
            <a:r>
              <a:rPr sz="3300" spc="-180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95" dirty="0">
                <a:solidFill>
                  <a:srgbClr val="3333CC"/>
                </a:solidFill>
              </a:rPr>
              <a:t> </a:t>
            </a:r>
            <a:r>
              <a:rPr sz="3300" spc="-45" dirty="0">
                <a:solidFill>
                  <a:srgbClr val="3333CC"/>
                </a:solidFill>
              </a:rPr>
              <a:t>스키마/인스턴스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285710" y="1654518"/>
            <a:ext cx="5955665" cy="809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-5" dirty="0">
                <a:latin typeface="Malgun Gothic"/>
                <a:cs typeface="Malgun Gothic"/>
              </a:rPr>
              <a:t>데이터베이스</a:t>
            </a:r>
            <a:r>
              <a:rPr sz="1550" b="1" spc="-75" dirty="0">
                <a:latin typeface="Malgun Gothic"/>
                <a:cs typeface="Malgun Gothic"/>
              </a:rPr>
              <a:t> </a:t>
            </a:r>
            <a:r>
              <a:rPr sz="1550" b="1" spc="-5" dirty="0">
                <a:latin typeface="Malgun Gothic"/>
                <a:cs typeface="Malgun Gothic"/>
              </a:rPr>
              <a:t>스키마</a:t>
            </a:r>
            <a:endParaRPr sz="1550">
              <a:latin typeface="Malgun Gothic"/>
              <a:cs typeface="Malgun Gothic"/>
            </a:endParaRPr>
          </a:p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sz="1750" spc="5" dirty="0">
                <a:latin typeface="Courier New"/>
                <a:cs typeface="Courier New"/>
              </a:rPr>
              <a:t>DEPARTMENT(DEPTNO,</a:t>
            </a:r>
            <a:r>
              <a:rPr sz="1750" spc="2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DEPTNAME, FLOOR) </a:t>
            </a:r>
            <a:r>
              <a:rPr sz="1750" spc="1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EMPLOYEE(EMPNO,</a:t>
            </a:r>
            <a:r>
              <a:rPr sz="1750" spc="2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EMPNAME,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TITLE,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DNO,</a:t>
            </a:r>
            <a:r>
              <a:rPr sz="1750" spc="2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SALARY)</a:t>
            </a:r>
            <a:endParaRPr sz="175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927" y="2784348"/>
            <a:ext cx="7886072" cy="41620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58131" y="3573988"/>
            <a:ext cx="11055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DBS(i)</a:t>
            </a:r>
            <a:r>
              <a:rPr sz="10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-&gt;</a:t>
            </a:r>
            <a:r>
              <a:rPr sz="1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000FF"/>
                </a:solidFill>
                <a:latin typeface="Arial MT"/>
                <a:cs typeface="Arial MT"/>
              </a:rPr>
              <a:t>DBS(i+1)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91894" y="4527042"/>
            <a:ext cx="7457440" cy="2327275"/>
          </a:xfrm>
          <a:custGeom>
            <a:avLst/>
            <a:gdLst/>
            <a:ahLst/>
            <a:cxnLst/>
            <a:rect l="l" t="t" r="r" b="b"/>
            <a:pathLst>
              <a:path w="7457440" h="2327275">
                <a:moveTo>
                  <a:pt x="7146798" y="265938"/>
                </a:moveTo>
                <a:lnTo>
                  <a:pt x="7179998" y="287744"/>
                </a:lnTo>
                <a:lnTo>
                  <a:pt x="7202525" y="324792"/>
                </a:lnTo>
                <a:lnTo>
                  <a:pt x="7227429" y="369127"/>
                </a:lnTo>
                <a:lnTo>
                  <a:pt x="7254454" y="419320"/>
                </a:lnTo>
                <a:lnTo>
                  <a:pt x="7279409" y="477561"/>
                </a:lnTo>
                <a:lnTo>
                  <a:pt x="7302220" y="542946"/>
                </a:lnTo>
                <a:lnTo>
                  <a:pt x="7314326" y="576151"/>
                </a:lnTo>
                <a:lnTo>
                  <a:pt x="7327124" y="609379"/>
                </a:lnTo>
                <a:lnTo>
                  <a:pt x="7340600" y="642620"/>
                </a:lnTo>
                <a:lnTo>
                  <a:pt x="7353103" y="674143"/>
                </a:lnTo>
                <a:lnTo>
                  <a:pt x="7362809" y="702214"/>
                </a:lnTo>
                <a:lnTo>
                  <a:pt x="7369728" y="726809"/>
                </a:lnTo>
                <a:lnTo>
                  <a:pt x="7373874" y="747903"/>
                </a:lnTo>
                <a:lnTo>
                  <a:pt x="7377682" y="769405"/>
                </a:lnTo>
                <a:lnTo>
                  <a:pt x="7383573" y="795051"/>
                </a:lnTo>
                <a:lnTo>
                  <a:pt x="7391536" y="824841"/>
                </a:lnTo>
                <a:lnTo>
                  <a:pt x="7401559" y="858774"/>
                </a:lnTo>
                <a:lnTo>
                  <a:pt x="7411991" y="895469"/>
                </a:lnTo>
                <a:lnTo>
                  <a:pt x="7421006" y="933545"/>
                </a:lnTo>
                <a:lnTo>
                  <a:pt x="7428616" y="973002"/>
                </a:lnTo>
                <a:lnTo>
                  <a:pt x="7434833" y="1013841"/>
                </a:lnTo>
                <a:lnTo>
                  <a:pt x="7440023" y="1055725"/>
                </a:lnTo>
                <a:lnTo>
                  <a:pt x="7444533" y="1098311"/>
                </a:lnTo>
                <a:lnTo>
                  <a:pt x="7448353" y="1141589"/>
                </a:lnTo>
                <a:lnTo>
                  <a:pt x="7451471" y="1185545"/>
                </a:lnTo>
                <a:lnTo>
                  <a:pt x="7453897" y="1228528"/>
                </a:lnTo>
                <a:lnTo>
                  <a:pt x="7455646" y="1268714"/>
                </a:lnTo>
                <a:lnTo>
                  <a:pt x="7457058" y="1340739"/>
                </a:lnTo>
                <a:lnTo>
                  <a:pt x="7457058" y="1373626"/>
                </a:lnTo>
                <a:lnTo>
                  <a:pt x="7457058" y="1405810"/>
                </a:lnTo>
                <a:lnTo>
                  <a:pt x="7457058" y="1437304"/>
                </a:lnTo>
                <a:lnTo>
                  <a:pt x="7457058" y="1468120"/>
                </a:lnTo>
                <a:lnTo>
                  <a:pt x="7456013" y="1498600"/>
                </a:lnTo>
                <a:lnTo>
                  <a:pt x="7447682" y="1559560"/>
                </a:lnTo>
                <a:lnTo>
                  <a:pt x="7431371" y="1620164"/>
                </a:lnTo>
                <a:lnTo>
                  <a:pt x="7409221" y="1678318"/>
                </a:lnTo>
                <a:lnTo>
                  <a:pt x="7381168" y="1734780"/>
                </a:lnTo>
                <a:lnTo>
                  <a:pt x="7345164" y="1795740"/>
                </a:lnTo>
                <a:lnTo>
                  <a:pt x="7324089" y="1828292"/>
                </a:lnTo>
                <a:lnTo>
                  <a:pt x="7286656" y="1883664"/>
                </a:lnTo>
                <a:lnTo>
                  <a:pt x="7263130" y="1916938"/>
                </a:lnTo>
                <a:lnTo>
                  <a:pt x="7255869" y="1926961"/>
                </a:lnTo>
                <a:lnTo>
                  <a:pt x="7250668" y="1934924"/>
                </a:lnTo>
                <a:lnTo>
                  <a:pt x="7247538" y="1940815"/>
                </a:lnTo>
                <a:lnTo>
                  <a:pt x="7246493" y="1944624"/>
                </a:lnTo>
                <a:lnTo>
                  <a:pt x="7246493" y="1948307"/>
                </a:lnTo>
                <a:lnTo>
                  <a:pt x="7242809" y="1950085"/>
                </a:lnTo>
                <a:lnTo>
                  <a:pt x="7235444" y="1950085"/>
                </a:lnTo>
                <a:lnTo>
                  <a:pt x="7227951" y="1950085"/>
                </a:lnTo>
                <a:lnTo>
                  <a:pt x="7220584" y="1946402"/>
                </a:lnTo>
                <a:lnTo>
                  <a:pt x="7213219" y="1939036"/>
                </a:lnTo>
              </a:path>
              <a:path w="7457440" h="2327275">
                <a:moveTo>
                  <a:pt x="365633" y="387858"/>
                </a:moveTo>
                <a:lnTo>
                  <a:pt x="351821" y="425196"/>
                </a:lnTo>
                <a:lnTo>
                  <a:pt x="332486" y="470916"/>
                </a:lnTo>
                <a:lnTo>
                  <a:pt x="321363" y="496206"/>
                </a:lnTo>
                <a:lnTo>
                  <a:pt x="310276" y="522176"/>
                </a:lnTo>
                <a:lnTo>
                  <a:pt x="299213" y="548836"/>
                </a:lnTo>
                <a:lnTo>
                  <a:pt x="288163" y="576199"/>
                </a:lnTo>
                <a:lnTo>
                  <a:pt x="274611" y="609443"/>
                </a:lnTo>
                <a:lnTo>
                  <a:pt x="256238" y="653748"/>
                </a:lnTo>
                <a:lnTo>
                  <a:pt x="233031" y="709126"/>
                </a:lnTo>
                <a:lnTo>
                  <a:pt x="204978" y="775589"/>
                </a:lnTo>
                <a:lnTo>
                  <a:pt x="176926" y="841434"/>
                </a:lnTo>
                <a:lnTo>
                  <a:pt x="153733" y="894778"/>
                </a:lnTo>
                <a:lnTo>
                  <a:pt x="135397" y="935644"/>
                </a:lnTo>
                <a:lnTo>
                  <a:pt x="121920" y="964057"/>
                </a:lnTo>
                <a:lnTo>
                  <a:pt x="110513" y="988941"/>
                </a:lnTo>
                <a:lnTo>
                  <a:pt x="85558" y="1055425"/>
                </a:lnTo>
                <a:lnTo>
                  <a:pt x="72009" y="1097026"/>
                </a:lnTo>
                <a:lnTo>
                  <a:pt x="58886" y="1140291"/>
                </a:lnTo>
                <a:lnTo>
                  <a:pt x="47132" y="1181496"/>
                </a:lnTo>
                <a:lnTo>
                  <a:pt x="36736" y="1220630"/>
                </a:lnTo>
                <a:lnTo>
                  <a:pt x="27686" y="1257681"/>
                </a:lnTo>
                <a:lnTo>
                  <a:pt x="13874" y="1332452"/>
                </a:lnTo>
                <a:lnTo>
                  <a:pt x="9040" y="1371909"/>
                </a:lnTo>
                <a:lnTo>
                  <a:pt x="5588" y="1412748"/>
                </a:lnTo>
                <a:lnTo>
                  <a:pt x="3161" y="1455677"/>
                </a:lnTo>
                <a:lnTo>
                  <a:pt x="1412" y="1501394"/>
                </a:lnTo>
                <a:lnTo>
                  <a:pt x="355" y="1549872"/>
                </a:lnTo>
                <a:lnTo>
                  <a:pt x="0" y="1601089"/>
                </a:lnTo>
                <a:lnTo>
                  <a:pt x="0" y="1651668"/>
                </a:lnTo>
                <a:lnTo>
                  <a:pt x="0" y="1698069"/>
                </a:lnTo>
                <a:lnTo>
                  <a:pt x="0" y="1740302"/>
                </a:lnTo>
                <a:lnTo>
                  <a:pt x="0" y="1778381"/>
                </a:lnTo>
                <a:lnTo>
                  <a:pt x="355" y="1813004"/>
                </a:lnTo>
                <a:lnTo>
                  <a:pt x="3161" y="1873964"/>
                </a:lnTo>
                <a:lnTo>
                  <a:pt x="8705" y="1925591"/>
                </a:lnTo>
                <a:lnTo>
                  <a:pt x="17035" y="1978221"/>
                </a:lnTo>
                <a:lnTo>
                  <a:pt x="27749" y="2033228"/>
                </a:lnTo>
                <a:lnTo>
                  <a:pt x="33274" y="2060908"/>
                </a:lnTo>
                <a:lnTo>
                  <a:pt x="38798" y="2088612"/>
                </a:lnTo>
                <a:lnTo>
                  <a:pt x="44323" y="2116328"/>
                </a:lnTo>
                <a:lnTo>
                  <a:pt x="49867" y="2141972"/>
                </a:lnTo>
                <a:lnTo>
                  <a:pt x="61003" y="2180782"/>
                </a:lnTo>
                <a:lnTo>
                  <a:pt x="79009" y="2217435"/>
                </a:lnTo>
                <a:lnTo>
                  <a:pt x="102522" y="2257258"/>
                </a:lnTo>
                <a:lnTo>
                  <a:pt x="127508" y="2293620"/>
                </a:lnTo>
                <a:lnTo>
                  <a:pt x="155194" y="2321306"/>
                </a:lnTo>
                <a:lnTo>
                  <a:pt x="168148" y="2326894"/>
                </a:lnTo>
                <a:lnTo>
                  <a:pt x="171831" y="2326894"/>
                </a:lnTo>
                <a:lnTo>
                  <a:pt x="171473" y="2324820"/>
                </a:lnTo>
                <a:lnTo>
                  <a:pt x="164877" y="2318591"/>
                </a:lnTo>
                <a:lnTo>
                  <a:pt x="152042" y="2308195"/>
                </a:lnTo>
                <a:lnTo>
                  <a:pt x="132969" y="2293620"/>
                </a:lnTo>
              </a:path>
              <a:path w="7457440" h="2327275">
                <a:moveTo>
                  <a:pt x="121920" y="2204974"/>
                </a:moveTo>
                <a:lnTo>
                  <a:pt x="121920" y="2204974"/>
                </a:lnTo>
              </a:path>
              <a:path w="7457440" h="2327275">
                <a:moveTo>
                  <a:pt x="6470904" y="0"/>
                </a:moveTo>
                <a:lnTo>
                  <a:pt x="6470904" y="0"/>
                </a:lnTo>
              </a:path>
              <a:path w="7457440" h="2327275">
                <a:moveTo>
                  <a:pt x="5817108" y="598297"/>
                </a:moveTo>
                <a:lnTo>
                  <a:pt x="5817108" y="59829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6748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1.5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언어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03" y="1594994"/>
            <a:ext cx="9157335" cy="487934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472440" indent="-460375">
              <a:lnSpc>
                <a:spcPct val="100000"/>
              </a:lnSpc>
              <a:spcBef>
                <a:spcPts val="1365"/>
              </a:spcBef>
              <a:buClr>
                <a:srgbClr val="000000"/>
              </a:buClr>
              <a:buSzPct val="110256"/>
              <a:buFont typeface="PMingLiU-ExtB"/>
              <a:buChar char="❑"/>
              <a:tabLst>
                <a:tab pos="472440" algn="l"/>
                <a:tab pos="473075" algn="l"/>
              </a:tabLst>
            </a:pPr>
            <a:r>
              <a:rPr sz="1950" b="1" spc="15" dirty="0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sz="1950" b="1" spc="-12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3300"/>
                </a:solidFill>
                <a:latin typeface="Malgun Gothic"/>
                <a:cs typeface="Malgun Gothic"/>
              </a:rPr>
              <a:t>정의어</a:t>
            </a:r>
            <a:r>
              <a:rPr sz="1950" b="1" spc="20" dirty="0">
                <a:latin typeface="Malgun Gothic"/>
                <a:cs typeface="Malgun Gothic"/>
              </a:rPr>
              <a:t>(</a:t>
            </a:r>
            <a:r>
              <a:rPr sz="1950" b="1" spc="20" dirty="0">
                <a:solidFill>
                  <a:srgbClr val="FF3300"/>
                </a:solidFill>
                <a:latin typeface="Malgun Gothic"/>
                <a:cs typeface="Malgun Gothic"/>
              </a:rPr>
              <a:t>DDL</a:t>
            </a:r>
            <a:r>
              <a:rPr sz="1950" b="1" spc="20" dirty="0">
                <a:latin typeface="Malgun Gothic"/>
                <a:cs typeface="Malgun Gothic"/>
              </a:rPr>
              <a:t>: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-25" dirty="0">
                <a:latin typeface="Malgun Gothic"/>
                <a:cs typeface="Malgun Gothic"/>
              </a:rPr>
              <a:t>Data</a:t>
            </a:r>
            <a:r>
              <a:rPr sz="1950" b="1" spc="-70" dirty="0">
                <a:latin typeface="Malgun Gothic"/>
                <a:cs typeface="Malgun Gothic"/>
              </a:rPr>
              <a:t> </a:t>
            </a:r>
            <a:r>
              <a:rPr sz="1950" b="1" spc="-55" dirty="0">
                <a:latin typeface="Malgun Gothic"/>
                <a:cs typeface="Malgun Gothic"/>
              </a:rPr>
              <a:t>Definition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Language)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125"/>
              </a:spcBef>
              <a:buFont typeface="PMingLiU-ExtB"/>
              <a:buChar char="✓"/>
              <a:tabLst>
                <a:tab pos="832485" algn="l"/>
                <a:tab pos="833119" algn="l"/>
              </a:tabLst>
            </a:pPr>
            <a:r>
              <a:rPr sz="1750" b="1" spc="-5" dirty="0">
                <a:latin typeface="Malgun Gothic"/>
                <a:cs typeface="Malgun Gothic"/>
              </a:rPr>
              <a:t>사용자는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정의어를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사용하여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스키마</a:t>
            </a:r>
            <a:r>
              <a:rPr sz="1750" b="1" dirty="0">
                <a:latin typeface="Malgun Gothic"/>
                <a:cs typeface="Malgun Gothic"/>
              </a:rPr>
              <a:t>를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정의</a:t>
            </a:r>
            <a:endParaRPr sz="17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1400"/>
              </a:lnSpc>
              <a:spcBef>
                <a:spcPts val="409"/>
              </a:spcBef>
              <a:buFont typeface="PMingLiU-ExtB"/>
              <a:buChar char="✓"/>
              <a:tabLst>
                <a:tab pos="832485" algn="l"/>
                <a:tab pos="833119" algn="l"/>
              </a:tabLst>
            </a:pP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750" b="1" spc="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정의어로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명시된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문장이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입력되면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35" dirty="0">
                <a:solidFill>
                  <a:srgbClr val="FF0000"/>
                </a:solidFill>
                <a:latin typeface="Malgun Gothic"/>
                <a:cs typeface="Malgun Gothic"/>
              </a:rPr>
              <a:t>DBMS는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5" dirty="0">
                <a:solidFill>
                  <a:srgbClr val="FF0000"/>
                </a:solidFill>
                <a:latin typeface="Malgun Gothic"/>
                <a:cs typeface="Malgun Gothic"/>
              </a:rPr>
              <a:t>사용자가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정의한</a:t>
            </a:r>
            <a:r>
              <a:rPr sz="1750" b="1" spc="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스키마에</a:t>
            </a:r>
            <a:r>
              <a:rPr sz="1750" b="1" spc="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대한 </a:t>
            </a:r>
            <a:r>
              <a:rPr sz="1750" b="1" spc="-6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명세를</a:t>
            </a:r>
            <a:r>
              <a:rPr sz="17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시스템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카탈로그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또는</a:t>
            </a:r>
            <a:r>
              <a:rPr sz="1750" b="1" spc="-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사전에</a:t>
            </a:r>
            <a:r>
              <a:rPr sz="17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저장</a:t>
            </a:r>
            <a:endParaRPr sz="17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080"/>
              </a:spcBef>
              <a:buFont typeface="PMingLiU-ExtB"/>
              <a:buChar char="✓"/>
              <a:tabLst>
                <a:tab pos="832485" algn="l"/>
                <a:tab pos="833119" algn="l"/>
              </a:tabLst>
            </a:pPr>
            <a:r>
              <a:rPr sz="1750" b="1" spc="5" dirty="0">
                <a:latin typeface="Malgun Gothic"/>
                <a:cs typeface="Malgun Gothic"/>
              </a:rPr>
              <a:t>데이터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정의어의</a:t>
            </a:r>
            <a:r>
              <a:rPr sz="1750" b="1" spc="-12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기본적인</a:t>
            </a:r>
            <a:r>
              <a:rPr sz="1750" b="1" spc="-10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기능</a:t>
            </a:r>
            <a:endParaRPr sz="1750">
              <a:latin typeface="Malgun Gothic"/>
              <a:cs typeface="Malgun Gothic"/>
            </a:endParaRPr>
          </a:p>
          <a:p>
            <a:pPr marL="2030095" marR="3877310" indent="-749935">
              <a:lnSpc>
                <a:spcPct val="149100"/>
              </a:lnSpc>
              <a:spcBef>
                <a:spcPts val="55"/>
              </a:spcBef>
            </a:pPr>
            <a:r>
              <a:rPr sz="1550" b="1" spc="-20" dirty="0">
                <a:latin typeface="Malgun Gothic"/>
                <a:cs typeface="Malgun Gothic"/>
              </a:rPr>
              <a:t>데이터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모델에서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지원하는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20" dirty="0">
                <a:latin typeface="Malgun Gothic"/>
                <a:cs typeface="Malgun Gothic"/>
              </a:rPr>
              <a:t>데이터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-20" dirty="0">
                <a:latin typeface="Malgun Gothic"/>
                <a:cs typeface="Malgun Gothic"/>
              </a:rPr>
              <a:t>구조를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15" dirty="0">
                <a:latin typeface="Malgun Gothic"/>
                <a:cs typeface="Malgun Gothic"/>
              </a:rPr>
              <a:t>생성 </a:t>
            </a:r>
            <a:r>
              <a:rPr sz="1550" b="1" spc="-530" dirty="0">
                <a:latin typeface="Malgun Gothic"/>
                <a:cs typeface="Malgun Gothic"/>
              </a:rPr>
              <a:t> </a:t>
            </a:r>
            <a:r>
              <a:rPr sz="1550" b="1" spc="40" dirty="0">
                <a:latin typeface="Malgun Gothic"/>
                <a:cs typeface="Malgun Gothic"/>
              </a:rPr>
              <a:t>예,</a:t>
            </a:r>
            <a:r>
              <a:rPr sz="1550" b="1" spc="-65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SQL에서</a:t>
            </a:r>
            <a:r>
              <a:rPr sz="1550" b="1" spc="-120" dirty="0">
                <a:latin typeface="Malgun Gothic"/>
                <a:cs typeface="Malgun Gothic"/>
              </a:rPr>
              <a:t> </a:t>
            </a:r>
            <a:r>
              <a:rPr sz="1550" b="1" spc="40" dirty="0">
                <a:latin typeface="Malgun Gothic"/>
                <a:cs typeface="Malgun Gothic"/>
              </a:rPr>
              <a:t>CREATE</a:t>
            </a:r>
            <a:r>
              <a:rPr sz="1550" b="1" spc="-95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TABLE</a:t>
            </a:r>
            <a:endParaRPr sz="1550">
              <a:latin typeface="Malgun Gothic"/>
              <a:cs typeface="Malgun Gothic"/>
            </a:endParaRPr>
          </a:p>
          <a:p>
            <a:pPr marL="1274445">
              <a:lnSpc>
                <a:spcPct val="100000"/>
              </a:lnSpc>
              <a:spcBef>
                <a:spcPts val="919"/>
              </a:spcBef>
            </a:pPr>
            <a:r>
              <a:rPr sz="1550" b="1" spc="-25" dirty="0">
                <a:latin typeface="Malgun Gothic"/>
                <a:cs typeface="Malgun Gothic"/>
              </a:rPr>
              <a:t>데이</a:t>
            </a:r>
            <a:r>
              <a:rPr sz="1550" b="1" spc="-5" dirty="0">
                <a:latin typeface="Malgun Gothic"/>
                <a:cs typeface="Malgun Gothic"/>
              </a:rPr>
              <a:t>터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구조</a:t>
            </a:r>
            <a:r>
              <a:rPr sz="1550" b="1" spc="-5" dirty="0">
                <a:latin typeface="Malgun Gothic"/>
                <a:cs typeface="Malgun Gothic"/>
              </a:rPr>
              <a:t>의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변</a:t>
            </a:r>
            <a:r>
              <a:rPr sz="1550" b="1" spc="-5" dirty="0">
                <a:latin typeface="Malgun Gothic"/>
                <a:cs typeface="Malgun Gothic"/>
              </a:rPr>
              <a:t>경</a:t>
            </a:r>
            <a:endParaRPr sz="1550">
              <a:latin typeface="Malgun Gothic"/>
              <a:cs typeface="Malgun Gothic"/>
            </a:endParaRPr>
          </a:p>
          <a:p>
            <a:pPr marL="2030095">
              <a:lnSpc>
                <a:spcPct val="100000"/>
              </a:lnSpc>
              <a:spcBef>
                <a:spcPts val="925"/>
              </a:spcBef>
            </a:pPr>
            <a:r>
              <a:rPr sz="1550" b="1" spc="40" dirty="0">
                <a:latin typeface="Malgun Gothic"/>
                <a:cs typeface="Malgun Gothic"/>
              </a:rPr>
              <a:t>예,</a:t>
            </a:r>
            <a:r>
              <a:rPr sz="1550" b="1" spc="-70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SQL에서</a:t>
            </a:r>
            <a:r>
              <a:rPr sz="1550" b="1" spc="-125" dirty="0">
                <a:latin typeface="Malgun Gothic"/>
                <a:cs typeface="Malgun Gothic"/>
              </a:rPr>
              <a:t> </a:t>
            </a:r>
            <a:r>
              <a:rPr sz="1550" b="1" spc="10" dirty="0">
                <a:latin typeface="Malgun Gothic"/>
                <a:cs typeface="Malgun Gothic"/>
              </a:rPr>
              <a:t>ALTER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TABLE</a:t>
            </a:r>
            <a:endParaRPr sz="1550">
              <a:latin typeface="Malgun Gothic"/>
              <a:cs typeface="Malgun Gothic"/>
            </a:endParaRPr>
          </a:p>
          <a:p>
            <a:pPr marL="1274445">
              <a:lnSpc>
                <a:spcPct val="100000"/>
              </a:lnSpc>
              <a:spcBef>
                <a:spcPts val="915"/>
              </a:spcBef>
            </a:pPr>
            <a:r>
              <a:rPr sz="1550" b="1" spc="-25" dirty="0">
                <a:latin typeface="Malgun Gothic"/>
                <a:cs typeface="Malgun Gothic"/>
              </a:rPr>
              <a:t>데이</a:t>
            </a:r>
            <a:r>
              <a:rPr sz="1550" b="1" spc="-5" dirty="0">
                <a:latin typeface="Malgun Gothic"/>
                <a:cs typeface="Malgun Gothic"/>
              </a:rPr>
              <a:t>터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구조</a:t>
            </a:r>
            <a:r>
              <a:rPr sz="1550" b="1" spc="-5" dirty="0">
                <a:latin typeface="Malgun Gothic"/>
                <a:cs typeface="Malgun Gothic"/>
              </a:rPr>
              <a:t>의</a:t>
            </a:r>
            <a:r>
              <a:rPr sz="1550" b="1" spc="-100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삭</a:t>
            </a:r>
            <a:r>
              <a:rPr sz="1550" b="1" spc="-5" dirty="0">
                <a:latin typeface="Malgun Gothic"/>
                <a:cs typeface="Malgun Gothic"/>
              </a:rPr>
              <a:t>제</a:t>
            </a:r>
            <a:endParaRPr sz="1550">
              <a:latin typeface="Malgun Gothic"/>
              <a:cs typeface="Malgun Gothic"/>
            </a:endParaRPr>
          </a:p>
          <a:p>
            <a:pPr marL="2030095">
              <a:lnSpc>
                <a:spcPct val="100000"/>
              </a:lnSpc>
              <a:spcBef>
                <a:spcPts val="919"/>
              </a:spcBef>
            </a:pPr>
            <a:r>
              <a:rPr sz="1550" b="1" spc="40" dirty="0">
                <a:latin typeface="Malgun Gothic"/>
                <a:cs typeface="Malgun Gothic"/>
              </a:rPr>
              <a:t>예,</a:t>
            </a:r>
            <a:r>
              <a:rPr sz="1550" b="1" spc="-75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SQL에서</a:t>
            </a:r>
            <a:r>
              <a:rPr sz="1550" b="1" spc="-130" dirty="0">
                <a:latin typeface="Malgun Gothic"/>
                <a:cs typeface="Malgun Gothic"/>
              </a:rPr>
              <a:t> </a:t>
            </a:r>
            <a:r>
              <a:rPr sz="1550" b="1" spc="-10" dirty="0">
                <a:latin typeface="Malgun Gothic"/>
                <a:cs typeface="Malgun Gothic"/>
              </a:rPr>
              <a:t>DROP</a:t>
            </a:r>
            <a:r>
              <a:rPr sz="1550" b="1" spc="-110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TABLE</a:t>
            </a:r>
            <a:endParaRPr sz="1550">
              <a:latin typeface="Malgun Gothic"/>
              <a:cs typeface="Malgun Gothic"/>
            </a:endParaRPr>
          </a:p>
          <a:p>
            <a:pPr marL="2030095" marR="2983230" indent="-756285">
              <a:lnSpc>
                <a:spcPct val="149100"/>
              </a:lnSpc>
              <a:spcBef>
                <a:spcPts val="10"/>
              </a:spcBef>
            </a:pPr>
            <a:r>
              <a:rPr sz="1550" b="1" spc="-20" dirty="0">
                <a:latin typeface="Malgun Gothic"/>
                <a:cs typeface="Malgun Gothic"/>
              </a:rPr>
              <a:t>데이터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20" dirty="0">
                <a:latin typeface="Malgun Gothic"/>
                <a:cs typeface="Malgun Gothic"/>
              </a:rPr>
              <a:t>접근을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15" dirty="0">
                <a:latin typeface="Malgun Gothic"/>
                <a:cs typeface="Malgun Gothic"/>
              </a:rPr>
              <a:t>위해</a:t>
            </a:r>
            <a:r>
              <a:rPr sz="1550" b="1" spc="-90" dirty="0">
                <a:latin typeface="Malgun Gothic"/>
                <a:cs typeface="Malgun Gothic"/>
              </a:rPr>
              <a:t> </a:t>
            </a:r>
            <a:r>
              <a:rPr sz="1550" b="1" spc="-15" dirty="0">
                <a:latin typeface="Malgun Gothic"/>
                <a:cs typeface="Malgun Gothic"/>
              </a:rPr>
              <a:t>특정</a:t>
            </a:r>
            <a:r>
              <a:rPr sz="1550" b="1" spc="-85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애트리뷰트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15" dirty="0">
                <a:latin typeface="Malgun Gothic"/>
                <a:cs typeface="Malgun Gothic"/>
              </a:rPr>
              <a:t>위에</a:t>
            </a:r>
            <a:r>
              <a:rPr sz="1550" b="1" spc="-90" dirty="0">
                <a:latin typeface="Malgun Gothic"/>
                <a:cs typeface="Malgun Gothic"/>
              </a:rPr>
              <a:t> </a:t>
            </a:r>
            <a:r>
              <a:rPr sz="1550" b="1" spc="-25" dirty="0">
                <a:latin typeface="Malgun Gothic"/>
                <a:cs typeface="Malgun Gothic"/>
              </a:rPr>
              <a:t>인덱스를</a:t>
            </a:r>
            <a:r>
              <a:rPr sz="1550" b="1" spc="-105" dirty="0">
                <a:latin typeface="Malgun Gothic"/>
                <a:cs typeface="Malgun Gothic"/>
              </a:rPr>
              <a:t> </a:t>
            </a:r>
            <a:r>
              <a:rPr sz="1550" b="1" spc="-15" dirty="0">
                <a:latin typeface="Malgun Gothic"/>
                <a:cs typeface="Malgun Gothic"/>
              </a:rPr>
              <a:t>정의 </a:t>
            </a:r>
            <a:r>
              <a:rPr sz="1550" b="1" spc="-525" dirty="0">
                <a:latin typeface="Malgun Gothic"/>
                <a:cs typeface="Malgun Gothic"/>
              </a:rPr>
              <a:t> </a:t>
            </a:r>
            <a:r>
              <a:rPr sz="1550" b="1" spc="40" dirty="0">
                <a:latin typeface="Malgun Gothic"/>
                <a:cs typeface="Malgun Gothic"/>
              </a:rPr>
              <a:t>예,</a:t>
            </a:r>
            <a:r>
              <a:rPr sz="1550" b="1" spc="-65" dirty="0">
                <a:latin typeface="Malgun Gothic"/>
                <a:cs typeface="Malgun Gothic"/>
              </a:rPr>
              <a:t> </a:t>
            </a:r>
            <a:r>
              <a:rPr sz="1550" b="1" spc="15" dirty="0">
                <a:latin typeface="Malgun Gothic"/>
                <a:cs typeface="Malgun Gothic"/>
              </a:rPr>
              <a:t>SQL에서</a:t>
            </a:r>
            <a:r>
              <a:rPr sz="1550" b="1" spc="-114" dirty="0">
                <a:latin typeface="Malgun Gothic"/>
                <a:cs typeface="Malgun Gothic"/>
              </a:rPr>
              <a:t> </a:t>
            </a:r>
            <a:r>
              <a:rPr sz="1550" b="1" spc="40" dirty="0">
                <a:latin typeface="Malgun Gothic"/>
                <a:cs typeface="Malgun Gothic"/>
              </a:rPr>
              <a:t>CREATE</a:t>
            </a:r>
            <a:r>
              <a:rPr sz="1550" b="1" spc="-95" dirty="0">
                <a:latin typeface="Malgun Gothic"/>
                <a:cs typeface="Malgun Gothic"/>
              </a:rPr>
              <a:t> </a:t>
            </a:r>
            <a:r>
              <a:rPr sz="1550" b="1" spc="-40" dirty="0">
                <a:latin typeface="Malgun Gothic"/>
                <a:cs typeface="Malgun Gothic"/>
              </a:rPr>
              <a:t>INDEX</a:t>
            </a:r>
            <a:endParaRPr sz="15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6748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1.5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언어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03" y="1660803"/>
            <a:ext cx="9159875" cy="435229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72440" indent="-460375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110256"/>
              <a:buFont typeface="PMingLiU-ExtB"/>
              <a:buChar char="❑"/>
              <a:tabLst>
                <a:tab pos="472440" algn="l"/>
                <a:tab pos="473075" algn="l"/>
              </a:tabLst>
            </a:pPr>
            <a:r>
              <a:rPr sz="1950" b="1" spc="10" dirty="0">
                <a:solidFill>
                  <a:srgbClr val="FF3300"/>
                </a:solidFill>
                <a:latin typeface="Malgun Gothic"/>
                <a:cs typeface="Malgun Gothic"/>
              </a:rPr>
              <a:t>데이</a:t>
            </a:r>
            <a:r>
              <a:rPr sz="1950" b="1" spc="30" dirty="0">
                <a:solidFill>
                  <a:srgbClr val="FF3300"/>
                </a:solidFill>
                <a:latin typeface="Malgun Gothic"/>
                <a:cs typeface="Malgun Gothic"/>
              </a:rPr>
              <a:t>터</a:t>
            </a:r>
            <a:r>
              <a:rPr sz="1950" b="1" spc="-114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3300"/>
                </a:solidFill>
                <a:latin typeface="Malgun Gothic"/>
                <a:cs typeface="Malgun Gothic"/>
              </a:rPr>
              <a:t>조작</a:t>
            </a:r>
            <a:r>
              <a:rPr sz="1950" b="1" dirty="0">
                <a:solidFill>
                  <a:srgbClr val="FF3300"/>
                </a:solidFill>
                <a:latin typeface="Malgun Gothic"/>
                <a:cs typeface="Malgun Gothic"/>
              </a:rPr>
              <a:t>어</a:t>
            </a:r>
            <a:r>
              <a:rPr sz="1950" b="1" spc="25" dirty="0">
                <a:latin typeface="Malgun Gothic"/>
                <a:cs typeface="Malgun Gothic"/>
              </a:rPr>
              <a:t>(</a:t>
            </a:r>
            <a:r>
              <a:rPr sz="1950" b="1" spc="-50" dirty="0">
                <a:solidFill>
                  <a:srgbClr val="FF3300"/>
                </a:solidFill>
                <a:latin typeface="Malgun Gothic"/>
                <a:cs typeface="Malgun Gothic"/>
              </a:rPr>
              <a:t>D</a:t>
            </a:r>
            <a:r>
              <a:rPr sz="1950" b="1" spc="-280" dirty="0">
                <a:solidFill>
                  <a:srgbClr val="FF3300"/>
                </a:solidFill>
                <a:latin typeface="Malgun Gothic"/>
                <a:cs typeface="Malgun Gothic"/>
              </a:rPr>
              <a:t>M</a:t>
            </a:r>
            <a:r>
              <a:rPr sz="1950" b="1" spc="45" dirty="0">
                <a:solidFill>
                  <a:srgbClr val="FF3300"/>
                </a:solidFill>
                <a:latin typeface="Malgun Gothic"/>
                <a:cs typeface="Malgun Gothic"/>
              </a:rPr>
              <a:t>L</a:t>
            </a:r>
            <a:r>
              <a:rPr sz="1950" b="1" spc="150" dirty="0">
                <a:latin typeface="Malgun Gothic"/>
                <a:cs typeface="Malgun Gothic"/>
              </a:rPr>
              <a:t>: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-50" dirty="0">
                <a:latin typeface="Malgun Gothic"/>
                <a:cs typeface="Malgun Gothic"/>
              </a:rPr>
              <a:t>D</a:t>
            </a:r>
            <a:r>
              <a:rPr sz="1950" b="1" spc="50" dirty="0">
                <a:latin typeface="Malgun Gothic"/>
                <a:cs typeface="Malgun Gothic"/>
              </a:rPr>
              <a:t>a</a:t>
            </a:r>
            <a:r>
              <a:rPr sz="1950" b="1" spc="-140" dirty="0">
                <a:latin typeface="Malgun Gothic"/>
                <a:cs typeface="Malgun Gothic"/>
              </a:rPr>
              <a:t>t</a:t>
            </a:r>
            <a:r>
              <a:rPr sz="1950" b="1" spc="55" dirty="0">
                <a:latin typeface="Malgun Gothic"/>
                <a:cs typeface="Malgun Gothic"/>
              </a:rPr>
              <a:t>a</a:t>
            </a:r>
            <a:r>
              <a:rPr sz="1950" b="1" spc="-60" dirty="0">
                <a:latin typeface="Malgun Gothic"/>
                <a:cs typeface="Malgun Gothic"/>
              </a:rPr>
              <a:t> </a:t>
            </a:r>
            <a:r>
              <a:rPr sz="1950" b="1" spc="-300" dirty="0">
                <a:latin typeface="Malgun Gothic"/>
                <a:cs typeface="Malgun Gothic"/>
              </a:rPr>
              <a:t>M</a:t>
            </a:r>
            <a:r>
              <a:rPr sz="1950" b="1" spc="50" dirty="0">
                <a:latin typeface="Malgun Gothic"/>
                <a:cs typeface="Malgun Gothic"/>
              </a:rPr>
              <a:t>a</a:t>
            </a:r>
            <a:r>
              <a:rPr sz="1950" b="1" spc="-45" dirty="0">
                <a:latin typeface="Malgun Gothic"/>
                <a:cs typeface="Malgun Gothic"/>
              </a:rPr>
              <a:t>n</a:t>
            </a:r>
            <a:r>
              <a:rPr sz="1950" b="1" spc="-65" dirty="0">
                <a:latin typeface="Malgun Gothic"/>
                <a:cs typeface="Malgun Gothic"/>
              </a:rPr>
              <a:t>i</a:t>
            </a:r>
            <a:r>
              <a:rPr sz="1950" b="1" spc="-40" dirty="0">
                <a:latin typeface="Malgun Gothic"/>
                <a:cs typeface="Malgun Gothic"/>
              </a:rPr>
              <a:t>p</a:t>
            </a:r>
            <a:r>
              <a:rPr sz="1950" b="1" spc="-85" dirty="0">
                <a:latin typeface="Malgun Gothic"/>
                <a:cs typeface="Malgun Gothic"/>
              </a:rPr>
              <a:t>ul</a:t>
            </a:r>
            <a:r>
              <a:rPr sz="1950" b="1" spc="50" dirty="0">
                <a:latin typeface="Malgun Gothic"/>
                <a:cs typeface="Malgun Gothic"/>
              </a:rPr>
              <a:t>a</a:t>
            </a:r>
            <a:r>
              <a:rPr sz="1950" b="1" spc="-140" dirty="0">
                <a:latin typeface="Malgun Gothic"/>
                <a:cs typeface="Malgun Gothic"/>
              </a:rPr>
              <a:t>t</a:t>
            </a:r>
            <a:r>
              <a:rPr sz="1950" b="1" spc="-65" dirty="0">
                <a:latin typeface="Malgun Gothic"/>
                <a:cs typeface="Malgun Gothic"/>
              </a:rPr>
              <a:t>i</a:t>
            </a:r>
            <a:r>
              <a:rPr sz="1950" b="1" spc="-25" dirty="0">
                <a:latin typeface="Malgun Gothic"/>
                <a:cs typeface="Malgun Gothic"/>
              </a:rPr>
              <a:t>o</a:t>
            </a:r>
            <a:r>
              <a:rPr sz="1950" b="1" spc="-40" dirty="0">
                <a:latin typeface="Malgun Gothic"/>
                <a:cs typeface="Malgun Gothic"/>
              </a:rPr>
              <a:t>n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65" dirty="0">
                <a:latin typeface="Malgun Gothic"/>
                <a:cs typeface="Malgun Gothic"/>
              </a:rPr>
              <a:t>L</a:t>
            </a:r>
            <a:r>
              <a:rPr sz="1950" b="1" spc="50" dirty="0">
                <a:latin typeface="Malgun Gothic"/>
                <a:cs typeface="Malgun Gothic"/>
              </a:rPr>
              <a:t>a</a:t>
            </a:r>
            <a:r>
              <a:rPr sz="1950" b="1" spc="-45" dirty="0">
                <a:latin typeface="Malgun Gothic"/>
                <a:cs typeface="Malgun Gothic"/>
              </a:rPr>
              <a:t>n</a:t>
            </a:r>
            <a:r>
              <a:rPr sz="1950" b="1" spc="-40" dirty="0">
                <a:latin typeface="Malgun Gothic"/>
                <a:cs typeface="Malgun Gothic"/>
              </a:rPr>
              <a:t>g</a:t>
            </a:r>
            <a:r>
              <a:rPr sz="1950" b="1" spc="-85" dirty="0">
                <a:latin typeface="Malgun Gothic"/>
                <a:cs typeface="Malgun Gothic"/>
              </a:rPr>
              <a:t>u</a:t>
            </a:r>
            <a:r>
              <a:rPr sz="1950" b="1" spc="50" dirty="0">
                <a:latin typeface="Malgun Gothic"/>
                <a:cs typeface="Malgun Gothic"/>
              </a:rPr>
              <a:t>a</a:t>
            </a:r>
            <a:r>
              <a:rPr sz="1950" b="1" spc="-40" dirty="0">
                <a:latin typeface="Malgun Gothic"/>
                <a:cs typeface="Malgun Gothic"/>
              </a:rPr>
              <a:t>g</a:t>
            </a:r>
            <a:r>
              <a:rPr sz="1950" b="1" spc="35" dirty="0">
                <a:latin typeface="Malgun Gothic"/>
                <a:cs typeface="Malgun Gothic"/>
              </a:rPr>
              <a:t>e</a:t>
            </a:r>
            <a:r>
              <a:rPr sz="1950" b="1" spc="40" dirty="0">
                <a:latin typeface="Malgun Gothic"/>
                <a:cs typeface="Malgun Gothic"/>
              </a:rPr>
              <a:t>)</a:t>
            </a:r>
            <a:endParaRPr sz="19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2300"/>
              </a:lnSpc>
              <a:buFont typeface="PMingLiU-ExtB"/>
              <a:buChar char="✓"/>
              <a:tabLst>
                <a:tab pos="833119" algn="l"/>
              </a:tabLst>
            </a:pPr>
            <a:r>
              <a:rPr sz="1950" b="1" spc="5" dirty="0">
                <a:latin typeface="Malgun Gothic"/>
                <a:cs typeface="Malgun Gothic"/>
              </a:rPr>
              <a:t>사용자는</a:t>
            </a:r>
            <a:r>
              <a:rPr sz="1950" b="1" spc="26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조작어를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사용하여</a:t>
            </a:r>
            <a:r>
              <a:rPr sz="1950" b="1" spc="260" dirty="0"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sz="1950" b="1" spc="2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인스턴스</a:t>
            </a:r>
            <a:r>
              <a:rPr sz="1950" b="1" spc="2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내의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원하는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검색하고,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수정하고,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삽입하고,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삭제</a:t>
            </a:r>
            <a:endParaRPr sz="1950" dirty="0">
              <a:latin typeface="Malgun Gothic"/>
              <a:cs typeface="Malgun Gothic"/>
            </a:endParaRPr>
          </a:p>
          <a:p>
            <a:pPr marL="832485" marR="10795" lvl="1" indent="-315595">
              <a:lnSpc>
                <a:spcPct val="132300"/>
              </a:lnSpc>
              <a:buFont typeface="PMingLiU-ExtB"/>
              <a:buChar char="✓"/>
              <a:tabLst>
                <a:tab pos="833119" algn="l"/>
                <a:tab pos="1802764" algn="l"/>
                <a:tab pos="3829685" algn="l"/>
                <a:tab pos="5433695" algn="l"/>
                <a:tab pos="6676390" algn="l"/>
              </a:tabLst>
            </a:pPr>
            <a:r>
              <a:rPr sz="1950" b="1" spc="185" dirty="0">
                <a:solidFill>
                  <a:srgbClr val="FF0000"/>
                </a:solidFill>
                <a:latin typeface="Malgun Gothic"/>
                <a:cs typeface="Malgun Gothic"/>
              </a:rPr>
              <a:t>절</a:t>
            </a:r>
            <a:r>
              <a:rPr sz="1950" b="1" spc="204" dirty="0">
                <a:solidFill>
                  <a:srgbClr val="FF0000"/>
                </a:solidFill>
                <a:latin typeface="Malgun Gothic"/>
                <a:cs typeface="Malgun Gothic"/>
              </a:rPr>
              <a:t>차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적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185" dirty="0">
                <a:solidFill>
                  <a:srgbClr val="FF0000"/>
                </a:solidFill>
                <a:latin typeface="Malgun Gothic"/>
                <a:cs typeface="Malgun Gothic"/>
              </a:rPr>
              <a:t>언어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(</a:t>
            </a:r>
            <a:r>
              <a:rPr sz="1950" b="1" spc="-40" dirty="0">
                <a:solidFill>
                  <a:srgbClr val="FF0000"/>
                </a:solidFill>
                <a:latin typeface="Malgun Gothic"/>
                <a:cs typeface="Malgun Gothic"/>
              </a:rPr>
              <a:t>p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r</a:t>
            </a:r>
            <a:r>
              <a:rPr sz="1950" b="1" spc="-25" dirty="0">
                <a:solidFill>
                  <a:srgbClr val="FF0000"/>
                </a:solidFill>
                <a:latin typeface="Malgun Gothic"/>
                <a:cs typeface="Malgun Gothic"/>
              </a:rPr>
              <a:t>o</a:t>
            </a:r>
            <a:r>
              <a:rPr sz="1950" b="1" spc="155" dirty="0">
                <a:solidFill>
                  <a:srgbClr val="FF0000"/>
                </a:solidFill>
                <a:latin typeface="Malgun Gothic"/>
                <a:cs typeface="Malgun Gothic"/>
              </a:rPr>
              <a:t>c</a:t>
            </a:r>
            <a:r>
              <a:rPr sz="1950" b="1" spc="35" dirty="0">
                <a:solidFill>
                  <a:srgbClr val="FF0000"/>
                </a:solidFill>
                <a:latin typeface="Malgun Gothic"/>
                <a:cs typeface="Malgun Gothic"/>
              </a:rPr>
              <a:t>e</a:t>
            </a:r>
            <a:r>
              <a:rPr sz="1950" b="1" spc="-40" dirty="0">
                <a:solidFill>
                  <a:srgbClr val="FF0000"/>
                </a:solidFill>
                <a:latin typeface="Malgun Gothic"/>
                <a:cs typeface="Malgun Gothic"/>
              </a:rPr>
              <a:t>d</a:t>
            </a:r>
            <a:r>
              <a:rPr sz="1950" b="1" spc="-85" dirty="0">
                <a:solidFill>
                  <a:srgbClr val="FF0000"/>
                </a:solidFill>
                <a:latin typeface="Malgun Gothic"/>
                <a:cs typeface="Malgun Gothic"/>
              </a:rPr>
              <a:t>u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r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a</a:t>
            </a:r>
            <a:r>
              <a:rPr sz="1950" b="1" spc="-80" dirty="0">
                <a:solidFill>
                  <a:srgbClr val="FF0000"/>
                </a:solidFill>
                <a:latin typeface="Malgun Gothic"/>
                <a:cs typeface="Malgun Gothic"/>
              </a:rPr>
              <a:t>l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-85" dirty="0">
                <a:solidFill>
                  <a:srgbClr val="FF0000"/>
                </a:solidFill>
                <a:latin typeface="Malgun Gothic"/>
                <a:cs typeface="Malgun Gothic"/>
              </a:rPr>
              <a:t>l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a</a:t>
            </a:r>
            <a:r>
              <a:rPr sz="1950" b="1" spc="-45" dirty="0">
                <a:solidFill>
                  <a:srgbClr val="FF0000"/>
                </a:solidFill>
                <a:latin typeface="Malgun Gothic"/>
                <a:cs typeface="Malgun Gothic"/>
              </a:rPr>
              <a:t>n</a:t>
            </a:r>
            <a:r>
              <a:rPr sz="1950" b="1" spc="-40" dirty="0">
                <a:solidFill>
                  <a:srgbClr val="FF0000"/>
                </a:solidFill>
                <a:latin typeface="Malgun Gothic"/>
                <a:cs typeface="Malgun Gothic"/>
              </a:rPr>
              <a:t>g</a:t>
            </a:r>
            <a:r>
              <a:rPr sz="1950" b="1" spc="-85" dirty="0">
                <a:solidFill>
                  <a:srgbClr val="FF0000"/>
                </a:solidFill>
                <a:latin typeface="Malgun Gothic"/>
                <a:cs typeface="Malgun Gothic"/>
              </a:rPr>
              <a:t>u</a:t>
            </a:r>
            <a:r>
              <a:rPr sz="1950" b="1" spc="50" dirty="0">
                <a:solidFill>
                  <a:srgbClr val="FF0000"/>
                </a:solidFill>
                <a:latin typeface="Malgun Gothic"/>
                <a:cs typeface="Malgun Gothic"/>
              </a:rPr>
              <a:t>a</a:t>
            </a:r>
            <a:r>
              <a:rPr sz="1950" b="1" spc="-60" dirty="0">
                <a:solidFill>
                  <a:srgbClr val="FF0000"/>
                </a:solidFill>
                <a:latin typeface="Malgun Gothic"/>
                <a:cs typeface="Malgun Gothic"/>
              </a:rPr>
              <a:t>g</a:t>
            </a:r>
            <a:r>
              <a:rPr sz="1950" b="1" spc="35" dirty="0">
                <a:solidFill>
                  <a:srgbClr val="FF0000"/>
                </a:solidFill>
                <a:latin typeface="Malgun Gothic"/>
                <a:cs typeface="Malgun Gothic"/>
              </a:rPr>
              <a:t>e</a:t>
            </a:r>
            <a:r>
              <a:rPr sz="1950" b="1" spc="40" dirty="0">
                <a:solidFill>
                  <a:srgbClr val="FF0000"/>
                </a:solidFill>
                <a:latin typeface="Malgun Gothic"/>
                <a:cs typeface="Malgun Gothic"/>
              </a:rPr>
              <a:t>)</a:t>
            </a:r>
            <a:r>
              <a:rPr sz="1950" b="1" spc="-48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04" dirty="0">
                <a:solidFill>
                  <a:srgbClr val="FF0000"/>
                </a:solidFill>
                <a:latin typeface="Malgun Gothic"/>
                <a:cs typeface="Malgun Gothic"/>
              </a:rPr>
              <a:t>비</a:t>
            </a:r>
            <a:r>
              <a:rPr sz="1950" b="1" spc="185" dirty="0">
                <a:solidFill>
                  <a:srgbClr val="FF0000"/>
                </a:solidFill>
                <a:latin typeface="Malgun Gothic"/>
                <a:cs typeface="Malgun Gothic"/>
              </a:rPr>
              <a:t>절차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적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185" dirty="0">
                <a:solidFill>
                  <a:srgbClr val="FF0000"/>
                </a:solidFill>
                <a:latin typeface="Malgun Gothic"/>
                <a:cs typeface="Malgun Gothic"/>
              </a:rPr>
              <a:t>언어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(</a:t>
            </a:r>
            <a:r>
              <a:rPr sz="1950" b="1" spc="-45" dirty="0">
                <a:solidFill>
                  <a:srgbClr val="FF0000"/>
                </a:solidFill>
                <a:latin typeface="Malgun Gothic"/>
                <a:cs typeface="Malgun Gothic"/>
              </a:rPr>
              <a:t>no</a:t>
            </a:r>
            <a:r>
              <a:rPr sz="1950" b="1" spc="-60" dirty="0">
                <a:solidFill>
                  <a:srgbClr val="FF0000"/>
                </a:solidFill>
                <a:latin typeface="Malgun Gothic"/>
                <a:cs typeface="Malgun Gothic"/>
              </a:rPr>
              <a:t>n</a:t>
            </a:r>
            <a:r>
              <a:rPr sz="1950" b="1" spc="420" dirty="0">
                <a:solidFill>
                  <a:srgbClr val="FF0000"/>
                </a:solidFill>
                <a:latin typeface="Malgun Gothic"/>
                <a:cs typeface="Malgun Gothic"/>
              </a:rPr>
              <a:t>-</a:t>
            </a:r>
            <a:r>
              <a:rPr sz="1950" b="1" spc="-60" dirty="0">
                <a:solidFill>
                  <a:srgbClr val="FF0000"/>
                </a:solidFill>
                <a:latin typeface="Malgun Gothic"/>
                <a:cs typeface="Malgun Gothic"/>
              </a:rPr>
              <a:t>p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r</a:t>
            </a:r>
            <a:r>
              <a:rPr sz="1950" b="1" spc="-25" dirty="0">
                <a:solidFill>
                  <a:srgbClr val="FF0000"/>
                </a:solidFill>
                <a:latin typeface="Malgun Gothic"/>
                <a:cs typeface="Malgun Gothic"/>
              </a:rPr>
              <a:t>o</a:t>
            </a:r>
            <a:r>
              <a:rPr sz="1950" b="1" spc="155" dirty="0">
                <a:solidFill>
                  <a:srgbClr val="FF0000"/>
                </a:solidFill>
                <a:latin typeface="Malgun Gothic"/>
                <a:cs typeface="Malgun Gothic"/>
              </a:rPr>
              <a:t>c</a:t>
            </a:r>
            <a:r>
              <a:rPr sz="1950" b="1" spc="55" dirty="0">
                <a:solidFill>
                  <a:srgbClr val="FF0000"/>
                </a:solidFill>
                <a:latin typeface="Malgun Gothic"/>
                <a:cs typeface="Malgun Gothic"/>
              </a:rPr>
              <a:t>e</a:t>
            </a:r>
            <a:r>
              <a:rPr sz="1950" b="1" spc="-40" dirty="0">
                <a:solidFill>
                  <a:srgbClr val="FF0000"/>
                </a:solidFill>
                <a:latin typeface="Malgun Gothic"/>
                <a:cs typeface="Malgun Gothic"/>
              </a:rPr>
              <a:t>d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u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r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a</a:t>
            </a:r>
            <a:r>
              <a:rPr sz="1950" b="1" spc="-95" dirty="0">
                <a:solidFill>
                  <a:srgbClr val="FF0000"/>
                </a:solidFill>
                <a:latin typeface="Malgun Gothic"/>
                <a:cs typeface="Malgun Gothic"/>
              </a:rPr>
              <a:t>l  </a:t>
            </a:r>
            <a:r>
              <a:rPr sz="1950" b="1" spc="-15" dirty="0">
                <a:solidFill>
                  <a:srgbClr val="FF0000"/>
                </a:solidFill>
                <a:latin typeface="Malgun Gothic"/>
                <a:cs typeface="Malgun Gothic"/>
              </a:rPr>
              <a:t>language)</a:t>
            </a:r>
            <a:endParaRPr sz="195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6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관계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-15" dirty="0">
                <a:latin typeface="Malgun Gothic"/>
                <a:cs typeface="Malgun Gothic"/>
              </a:rPr>
              <a:t>DBMS에서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사용되는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55" dirty="0">
                <a:solidFill>
                  <a:srgbClr val="FF0000"/>
                </a:solidFill>
                <a:latin typeface="Malgun Gothic"/>
                <a:cs typeface="Malgun Gothic"/>
              </a:rPr>
              <a:t>SQL은</a:t>
            </a:r>
            <a:r>
              <a:rPr sz="19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대표적인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비절차적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언어</a:t>
            </a:r>
            <a:endParaRPr sz="1950" dirty="0">
              <a:latin typeface="Malgun Gothic"/>
              <a:cs typeface="Malgun Gothic"/>
            </a:endParaRPr>
          </a:p>
          <a:p>
            <a:pPr marL="832485" marR="5715" lvl="1" indent="-315595" algn="just">
              <a:lnSpc>
                <a:spcPct val="132300"/>
              </a:lnSpc>
              <a:buFont typeface="PMingLiU-ExtB"/>
              <a:buChar char="✓"/>
              <a:tabLst>
                <a:tab pos="833119" algn="l"/>
              </a:tabLst>
            </a:pPr>
            <a:r>
              <a:rPr sz="1950" b="1" spc="5" dirty="0">
                <a:latin typeface="Malgun Gothic"/>
                <a:cs typeface="Malgun Gothic"/>
              </a:rPr>
              <a:t>대부분의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 </a:t>
            </a:r>
            <a:r>
              <a:rPr sz="1950" b="1" spc="5" dirty="0">
                <a:latin typeface="Malgun Gothic"/>
                <a:cs typeface="Malgun Gothic"/>
              </a:rPr>
              <a:t>조작어는</a:t>
            </a:r>
            <a:r>
              <a:rPr sz="1950" b="1" spc="-20" dirty="0">
                <a:latin typeface="Malgun Gothic"/>
                <a:cs typeface="Malgun Gothic"/>
              </a:rPr>
              <a:t> SUM,</a:t>
            </a:r>
            <a:r>
              <a:rPr sz="1950" b="1" spc="1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COUNT,</a:t>
            </a:r>
            <a:r>
              <a:rPr sz="1950" b="1" spc="30" dirty="0">
                <a:latin typeface="Malgun Gothic"/>
                <a:cs typeface="Malgun Gothic"/>
              </a:rPr>
              <a:t> </a:t>
            </a:r>
            <a:r>
              <a:rPr sz="1950" b="1" spc="-40" dirty="0">
                <a:latin typeface="Malgun Gothic"/>
                <a:cs typeface="Malgun Gothic"/>
              </a:rPr>
              <a:t>AVG와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같은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내장</a:t>
            </a:r>
            <a:r>
              <a:rPr sz="1950" b="1" spc="-3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함수들을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갖고 </a:t>
            </a:r>
            <a:r>
              <a:rPr sz="1950" b="1" spc="-67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있음</a:t>
            </a:r>
            <a:endParaRPr sz="1950" dirty="0">
              <a:latin typeface="Malgun Gothic"/>
              <a:cs typeface="Malgun Gothic"/>
            </a:endParaRPr>
          </a:p>
          <a:p>
            <a:pPr marL="832485" marR="7620" lvl="1" indent="-315595" algn="just">
              <a:lnSpc>
                <a:spcPct val="132300"/>
              </a:lnSpc>
              <a:buFont typeface="PMingLiU-ExtB"/>
              <a:buChar char="✓"/>
              <a:tabLst>
                <a:tab pos="833119" algn="l"/>
              </a:tabLst>
            </a:pPr>
            <a:r>
              <a:rPr sz="1950" b="1" spc="40" dirty="0">
                <a:latin typeface="Malgun Gothic"/>
                <a:cs typeface="Malgun Gothic"/>
              </a:rPr>
              <a:t>데이터 </a:t>
            </a:r>
            <a:r>
              <a:rPr sz="1950" b="1" spc="35" dirty="0">
                <a:latin typeface="Malgun Gothic"/>
                <a:cs typeface="Malgun Gothic"/>
              </a:rPr>
              <a:t>조작어는 단말기에서 </a:t>
            </a:r>
            <a:r>
              <a:rPr sz="1950" b="1" u="sng" spc="3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대화식으로 </a:t>
            </a:r>
            <a:r>
              <a:rPr sz="1950" b="1" u="sng" spc="4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입력되어 </a:t>
            </a:r>
            <a:r>
              <a:rPr sz="1950" b="1" u="sng" spc="3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수행</a:t>
            </a:r>
            <a:r>
              <a:rPr sz="1950" b="1" spc="35" dirty="0">
                <a:latin typeface="Malgun Gothic"/>
                <a:cs typeface="Malgun Gothic"/>
              </a:rPr>
              <a:t>되거나 </a:t>
            </a:r>
            <a:r>
              <a:rPr sz="1950" b="1" spc="150" dirty="0">
                <a:latin typeface="Malgun Gothic"/>
                <a:cs typeface="Malgun Gothic"/>
              </a:rPr>
              <a:t>C, </a:t>
            </a:r>
            <a:r>
              <a:rPr sz="1950" b="1" spc="35" dirty="0">
                <a:latin typeface="Malgun Gothic"/>
                <a:cs typeface="Malgun Gothic"/>
              </a:rPr>
              <a:t>Java </a:t>
            </a:r>
            <a:r>
              <a:rPr sz="1950" b="1" spc="4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등의 </a:t>
            </a:r>
            <a:r>
              <a:rPr sz="1950" b="1" u="sng" spc="3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고급 프로그래밍 </a:t>
            </a:r>
            <a:r>
              <a:rPr sz="1950" b="1" u="sng" spc="2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언어로 </a:t>
            </a:r>
            <a:r>
              <a:rPr sz="1950" b="1" u="sng" spc="3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작성된 프로그램에 </a:t>
            </a:r>
            <a:r>
              <a:rPr sz="1950" b="1" u="sng" spc="-10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내장(embedding)되어 </a:t>
            </a:r>
            <a:r>
              <a:rPr sz="1950" b="1" spc="-5" dirty="0">
                <a:latin typeface="Malgun Gothic"/>
                <a:cs typeface="Malgun Gothic"/>
              </a:rPr>
              <a:t> </a:t>
            </a:r>
            <a:r>
              <a:rPr sz="1950" b="1" u="sng" spc="15" dirty="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사용</a:t>
            </a:r>
            <a:r>
              <a:rPr sz="1950" b="1" spc="15" dirty="0">
                <a:latin typeface="Malgun Gothic"/>
                <a:cs typeface="Malgun Gothic"/>
              </a:rPr>
              <a:t>됨</a:t>
            </a:r>
            <a:endParaRPr sz="19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6748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1.5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언어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08" y="1579906"/>
            <a:ext cx="4259580" cy="4175760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85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20" dirty="0">
                <a:latin typeface="Malgun Gothic"/>
                <a:cs typeface="Malgun Gothic"/>
              </a:rPr>
              <a:t>데이터</a:t>
            </a:r>
            <a:r>
              <a:rPr sz="2200" b="1" spc="-135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조작어의</a:t>
            </a:r>
            <a:r>
              <a:rPr sz="2200" b="1" spc="-13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기본적인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기능</a:t>
            </a:r>
            <a:endParaRPr sz="2200">
              <a:latin typeface="Malgun Gothic"/>
              <a:cs typeface="Malgun Gothic"/>
            </a:endParaRPr>
          </a:p>
          <a:p>
            <a:pPr marL="831850">
              <a:lnSpc>
                <a:spcPct val="100000"/>
              </a:lnSpc>
              <a:spcBef>
                <a:spcPts val="1270"/>
              </a:spcBef>
            </a:pPr>
            <a:r>
              <a:rPr sz="1950" b="1" spc="10" dirty="0">
                <a:latin typeface="Malgun Gothic"/>
                <a:cs typeface="Malgun Gothic"/>
              </a:rPr>
              <a:t>데이터의</a:t>
            </a:r>
            <a:r>
              <a:rPr sz="1950" b="1" spc="-1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검색</a:t>
            </a:r>
            <a:endParaRPr sz="1950">
              <a:latin typeface="Malgun Gothic"/>
              <a:cs typeface="Malgun Gothic"/>
            </a:endParaRPr>
          </a:p>
          <a:p>
            <a:pPr marL="1021080">
              <a:lnSpc>
                <a:spcPct val="100000"/>
              </a:lnSpc>
              <a:spcBef>
                <a:spcPts val="1235"/>
              </a:spcBef>
            </a:pPr>
            <a:r>
              <a:rPr sz="1950" b="1" spc="80" dirty="0">
                <a:latin typeface="Malgun Gothic"/>
                <a:cs typeface="Malgun Gothic"/>
              </a:rPr>
              <a:t>예,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40" dirty="0">
                <a:latin typeface="Malgun Gothic"/>
                <a:cs typeface="Malgun Gothic"/>
              </a:rPr>
              <a:t>SQL에서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114" dirty="0">
                <a:latin typeface="Malgun Gothic"/>
                <a:cs typeface="Malgun Gothic"/>
              </a:rPr>
              <a:t>SELECT</a:t>
            </a:r>
            <a:endParaRPr sz="1950">
              <a:latin typeface="Malgun Gothic"/>
              <a:cs typeface="Malgun Gothic"/>
            </a:endParaRPr>
          </a:p>
          <a:p>
            <a:pPr marL="831850">
              <a:lnSpc>
                <a:spcPct val="100000"/>
              </a:lnSpc>
              <a:spcBef>
                <a:spcPts val="1240"/>
              </a:spcBef>
            </a:pPr>
            <a:r>
              <a:rPr sz="1950" b="1" spc="10" dirty="0">
                <a:latin typeface="Malgun Gothic"/>
                <a:cs typeface="Malgun Gothic"/>
              </a:rPr>
              <a:t>데이터의</a:t>
            </a:r>
            <a:r>
              <a:rPr sz="1950" b="1" spc="-1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수정</a:t>
            </a:r>
            <a:endParaRPr sz="1950">
              <a:latin typeface="Malgun Gothic"/>
              <a:cs typeface="Malgun Gothic"/>
            </a:endParaRPr>
          </a:p>
          <a:p>
            <a:pPr marL="1021080">
              <a:lnSpc>
                <a:spcPct val="100000"/>
              </a:lnSpc>
              <a:spcBef>
                <a:spcPts val="1235"/>
              </a:spcBef>
            </a:pPr>
            <a:r>
              <a:rPr sz="1950" b="1" spc="80" dirty="0">
                <a:latin typeface="Malgun Gothic"/>
                <a:cs typeface="Malgun Gothic"/>
              </a:rPr>
              <a:t>예,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40" dirty="0">
                <a:latin typeface="Malgun Gothic"/>
                <a:cs typeface="Malgun Gothic"/>
              </a:rPr>
              <a:t>SQL에서</a:t>
            </a:r>
            <a:r>
              <a:rPr sz="1950" b="1" spc="-14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UPDATE</a:t>
            </a:r>
            <a:endParaRPr sz="1950">
              <a:latin typeface="Malgun Gothic"/>
              <a:cs typeface="Malgun Gothic"/>
            </a:endParaRPr>
          </a:p>
          <a:p>
            <a:pPr marL="831850">
              <a:lnSpc>
                <a:spcPct val="100000"/>
              </a:lnSpc>
              <a:spcBef>
                <a:spcPts val="1235"/>
              </a:spcBef>
            </a:pPr>
            <a:r>
              <a:rPr sz="1950" b="1" spc="10" dirty="0">
                <a:latin typeface="Malgun Gothic"/>
                <a:cs typeface="Malgun Gothic"/>
              </a:rPr>
              <a:t>데이터의</a:t>
            </a:r>
            <a:r>
              <a:rPr sz="1950" b="1" spc="-1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삭제</a:t>
            </a:r>
            <a:endParaRPr sz="1950">
              <a:latin typeface="Malgun Gothic"/>
              <a:cs typeface="Malgun Gothic"/>
            </a:endParaRPr>
          </a:p>
          <a:p>
            <a:pPr marL="1021080">
              <a:lnSpc>
                <a:spcPct val="100000"/>
              </a:lnSpc>
              <a:spcBef>
                <a:spcPts val="1235"/>
              </a:spcBef>
            </a:pPr>
            <a:r>
              <a:rPr sz="1950" b="1" spc="80" dirty="0">
                <a:latin typeface="Malgun Gothic"/>
                <a:cs typeface="Malgun Gothic"/>
              </a:rPr>
              <a:t>예,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40" dirty="0">
                <a:latin typeface="Malgun Gothic"/>
                <a:cs typeface="Malgun Gothic"/>
              </a:rPr>
              <a:t>SQL에서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90" dirty="0">
                <a:latin typeface="Malgun Gothic"/>
                <a:cs typeface="Malgun Gothic"/>
              </a:rPr>
              <a:t>DELETE</a:t>
            </a:r>
            <a:endParaRPr sz="1950">
              <a:latin typeface="Malgun Gothic"/>
              <a:cs typeface="Malgun Gothic"/>
            </a:endParaRPr>
          </a:p>
          <a:p>
            <a:pPr marL="831850">
              <a:lnSpc>
                <a:spcPct val="100000"/>
              </a:lnSpc>
              <a:spcBef>
                <a:spcPts val="1235"/>
              </a:spcBef>
            </a:pPr>
            <a:r>
              <a:rPr sz="1950" b="1" spc="10" dirty="0">
                <a:latin typeface="Malgun Gothic"/>
                <a:cs typeface="Malgun Gothic"/>
              </a:rPr>
              <a:t>데이터의</a:t>
            </a:r>
            <a:r>
              <a:rPr sz="1950" b="1" spc="-16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삽입</a:t>
            </a:r>
            <a:endParaRPr sz="1950">
              <a:latin typeface="Malgun Gothic"/>
              <a:cs typeface="Malgun Gothic"/>
            </a:endParaRPr>
          </a:p>
          <a:p>
            <a:pPr marL="1021080">
              <a:lnSpc>
                <a:spcPct val="100000"/>
              </a:lnSpc>
              <a:spcBef>
                <a:spcPts val="1240"/>
              </a:spcBef>
            </a:pPr>
            <a:r>
              <a:rPr sz="1950" b="1" spc="80" dirty="0">
                <a:latin typeface="Malgun Gothic"/>
                <a:cs typeface="Malgun Gothic"/>
              </a:rPr>
              <a:t>예,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40" dirty="0">
                <a:latin typeface="Malgun Gothic"/>
                <a:cs typeface="Malgun Gothic"/>
              </a:rPr>
              <a:t>SQL에서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INSERT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6748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1.5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언어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9908" y="2421636"/>
            <a:ext cx="7587649" cy="243382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46748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1.5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언어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03" y="1660803"/>
            <a:ext cx="9158605" cy="12052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72440" indent="-460375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110256"/>
              <a:buFont typeface="PMingLiU-ExtB"/>
              <a:buChar char="❑"/>
              <a:tabLst>
                <a:tab pos="472440" algn="l"/>
                <a:tab pos="473075" algn="l"/>
              </a:tabLst>
            </a:pPr>
            <a:r>
              <a:rPr sz="1950" b="1" spc="15" dirty="0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sz="1950" b="1" spc="-12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950" b="1" spc="45" dirty="0">
                <a:solidFill>
                  <a:srgbClr val="FF3300"/>
                </a:solidFill>
                <a:latin typeface="Malgun Gothic"/>
                <a:cs typeface="Malgun Gothic"/>
              </a:rPr>
              <a:t>제어어</a:t>
            </a:r>
            <a:r>
              <a:rPr sz="1950" b="1" spc="45" dirty="0">
                <a:latin typeface="Malgun Gothic"/>
                <a:cs typeface="Malgun Gothic"/>
              </a:rPr>
              <a:t>(</a:t>
            </a:r>
            <a:r>
              <a:rPr sz="1950" b="1" spc="45" dirty="0">
                <a:solidFill>
                  <a:srgbClr val="FF3300"/>
                </a:solidFill>
                <a:latin typeface="Malgun Gothic"/>
                <a:cs typeface="Malgun Gothic"/>
              </a:rPr>
              <a:t>DCL</a:t>
            </a:r>
            <a:r>
              <a:rPr sz="1950" b="1" spc="45" dirty="0">
                <a:latin typeface="Malgun Gothic"/>
                <a:cs typeface="Malgun Gothic"/>
              </a:rPr>
              <a:t>: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-25" dirty="0">
                <a:latin typeface="Malgun Gothic"/>
                <a:cs typeface="Malgun Gothic"/>
              </a:rPr>
              <a:t>Data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-40" dirty="0">
                <a:latin typeface="Malgun Gothic"/>
                <a:cs typeface="Malgun Gothic"/>
              </a:rPr>
              <a:t>Control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Language)</a:t>
            </a:r>
            <a:endParaRPr sz="19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2300"/>
              </a:lnSpc>
              <a:buFont typeface="PMingLiU-ExtB"/>
              <a:buChar char="✓"/>
              <a:tabLst>
                <a:tab pos="833119" algn="l"/>
                <a:tab pos="1968500" algn="l"/>
                <a:tab pos="5119370" algn="l"/>
              </a:tabLst>
            </a:pPr>
            <a:r>
              <a:rPr sz="1950" b="1" spc="30" dirty="0">
                <a:latin typeface="Malgun Gothic"/>
                <a:cs typeface="Malgun Gothic"/>
              </a:rPr>
              <a:t>사용자는	</a:t>
            </a:r>
            <a:r>
              <a:rPr sz="1950" b="1" spc="20" dirty="0">
                <a:latin typeface="Malgun Gothic"/>
                <a:cs typeface="Malgun Gothic"/>
              </a:rPr>
              <a:t>데이터</a:t>
            </a:r>
            <a:r>
              <a:rPr sz="1950" b="1" spc="32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제어어를</a:t>
            </a:r>
            <a:r>
              <a:rPr sz="1950" b="1" spc="32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사용하여	</a:t>
            </a:r>
            <a:r>
              <a:rPr sz="1950" b="1" spc="25" dirty="0">
                <a:latin typeface="Malgun Gothic"/>
                <a:cs typeface="Malgun Gothic"/>
              </a:rPr>
              <a:t>데이터베이스</a:t>
            </a:r>
            <a:r>
              <a:rPr sz="1950" b="1" spc="27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트랜잭션을</a:t>
            </a:r>
            <a:r>
              <a:rPr sz="1950" b="1" spc="27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명시하고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권한을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부여하거나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취소</a:t>
            </a:r>
            <a:endParaRPr sz="19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1.6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사용자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3448" y="1644396"/>
            <a:ext cx="4090478" cy="53227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1.6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사용자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latin typeface="Arial MT"/>
                <a:cs typeface="Arial MT"/>
              </a:rPr>
              <a:t>3</a:t>
            </a:r>
            <a:r>
              <a:rPr sz="1550" spc="-5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51484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25" dirty="0"/>
              <a:t>데이터베이스</a:t>
            </a:r>
            <a:r>
              <a:rPr spc="-140" dirty="0"/>
              <a:t> </a:t>
            </a:r>
            <a:r>
              <a:rPr spc="-15" dirty="0"/>
              <a:t>설계자(database</a:t>
            </a:r>
            <a:r>
              <a:rPr spc="-130" dirty="0"/>
              <a:t> </a:t>
            </a:r>
            <a:r>
              <a:rPr spc="-30" dirty="0"/>
              <a:t>designer)</a:t>
            </a:r>
          </a:p>
          <a:p>
            <a:pPr marL="892810" lvl="1" indent="-315595">
              <a:lnSpc>
                <a:spcPct val="100000"/>
              </a:lnSpc>
              <a:spcBef>
                <a:spcPts val="1030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-25" dirty="0">
                <a:latin typeface="Malgun Gothic"/>
                <a:cs typeface="Malgun Gothic"/>
              </a:rPr>
              <a:t>ERWin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등의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90" dirty="0">
                <a:latin typeface="Malgun Gothic"/>
                <a:cs typeface="Malgun Gothic"/>
              </a:rPr>
              <a:t>CASE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도구들을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이용해서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데이터베이스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설계를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담당</a:t>
            </a:r>
            <a:endParaRPr sz="1950" dirty="0">
              <a:latin typeface="Malgun Gothic"/>
              <a:cs typeface="Malgun Gothic"/>
            </a:endParaRPr>
          </a:p>
          <a:p>
            <a:pPr marL="892810" lvl="1" indent="-315595">
              <a:lnSpc>
                <a:spcPct val="100000"/>
              </a:lnSpc>
              <a:spcBef>
                <a:spcPts val="1005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일관성을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유지하기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위해서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정규화를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수행</a:t>
            </a:r>
            <a:endParaRPr sz="1950" dirty="0">
              <a:latin typeface="Malgun Gothic"/>
              <a:cs typeface="Malgun Gothic"/>
            </a:endParaRPr>
          </a:p>
          <a:p>
            <a:pPr marL="451484" indent="-378460">
              <a:lnSpc>
                <a:spcPct val="100000"/>
              </a:lnSpc>
              <a:spcBef>
                <a:spcPts val="1025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5" dirty="0"/>
              <a:t>응용</a:t>
            </a:r>
            <a:r>
              <a:rPr spc="-160" dirty="0"/>
              <a:t> </a:t>
            </a:r>
            <a:r>
              <a:rPr spc="-25" dirty="0"/>
              <a:t>프로그래머</a:t>
            </a:r>
          </a:p>
          <a:p>
            <a:pPr marL="892810" marR="5080" lvl="1" indent="-315595">
              <a:lnSpc>
                <a:spcPct val="143100"/>
              </a:lnSpc>
              <a:spcBef>
                <a:spcPts val="20"/>
              </a:spcBef>
              <a:buFont typeface="PMingLiU-ExtB"/>
              <a:buChar char="✓"/>
              <a:tabLst>
                <a:tab pos="894080" algn="l"/>
                <a:tab pos="2585720" algn="l"/>
                <a:tab pos="3498850" algn="l"/>
                <a:tab pos="4154804" algn="l"/>
                <a:tab pos="5256530" algn="l"/>
                <a:tab pos="5910580" algn="l"/>
                <a:tab pos="6649720" algn="l"/>
                <a:tab pos="7303134" algn="l"/>
                <a:tab pos="8040370" algn="l"/>
                <a:tab pos="8696325" algn="l"/>
              </a:tabLst>
            </a:pPr>
            <a:r>
              <a:rPr sz="1950" b="1" spc="85" dirty="0">
                <a:latin typeface="Malgun Gothic"/>
                <a:cs typeface="Malgun Gothic"/>
              </a:rPr>
              <a:t>데이터베이</a:t>
            </a:r>
            <a:r>
              <a:rPr sz="1950" b="1" spc="30" dirty="0">
                <a:latin typeface="Malgun Gothic"/>
                <a:cs typeface="Malgun Gothic"/>
              </a:rPr>
              <a:t>스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위에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특</a:t>
            </a:r>
            <a:r>
              <a:rPr sz="1950" b="1" spc="30" dirty="0">
                <a:latin typeface="Malgun Gothic"/>
                <a:cs typeface="Malgun Gothic"/>
              </a:rPr>
              <a:t>정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응용</a:t>
            </a:r>
            <a:r>
              <a:rPr sz="1950" b="1" spc="105" dirty="0">
                <a:latin typeface="Malgun Gothic"/>
                <a:cs typeface="Malgun Gothic"/>
              </a:rPr>
              <a:t>(</a:t>
            </a:r>
            <a:r>
              <a:rPr sz="1950" b="1" spc="85" dirty="0">
                <a:latin typeface="Malgun Gothic"/>
                <a:cs typeface="Malgun Gothic"/>
              </a:rPr>
              <a:t>예</a:t>
            </a:r>
            <a:r>
              <a:rPr sz="1950" b="1" spc="150" dirty="0">
                <a:latin typeface="Malgun Gothic"/>
                <a:cs typeface="Malgun Gothic"/>
              </a:rPr>
              <a:t>,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고</a:t>
            </a:r>
            <a:r>
              <a:rPr sz="1950" b="1" spc="30" dirty="0">
                <a:latin typeface="Malgun Gothic"/>
                <a:cs typeface="Malgun Gothic"/>
              </a:rPr>
              <a:t>객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관리</a:t>
            </a:r>
            <a:r>
              <a:rPr sz="1950" b="1" spc="150" dirty="0">
                <a:latin typeface="Malgun Gothic"/>
                <a:cs typeface="Malgun Gothic"/>
              </a:rPr>
              <a:t>,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인</a:t>
            </a:r>
            <a:r>
              <a:rPr sz="1950" b="1" spc="30" dirty="0">
                <a:latin typeface="Malgun Gothic"/>
                <a:cs typeface="Malgun Gothic"/>
              </a:rPr>
              <a:t>사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관리</a:t>
            </a:r>
            <a:r>
              <a:rPr sz="1950" b="1" spc="150" dirty="0">
                <a:latin typeface="Malgun Gothic"/>
                <a:cs typeface="Malgun Gothic"/>
              </a:rPr>
              <a:t>,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05" dirty="0">
                <a:latin typeface="Malgun Gothic"/>
                <a:cs typeface="Malgun Gothic"/>
              </a:rPr>
              <a:t>재</a:t>
            </a:r>
            <a:r>
              <a:rPr sz="1950" b="1" spc="30" dirty="0">
                <a:latin typeface="Malgun Gothic"/>
                <a:cs typeface="Malgun Gothic"/>
              </a:rPr>
              <a:t>고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관</a:t>
            </a:r>
            <a:r>
              <a:rPr sz="1950" b="1" spc="15" dirty="0">
                <a:latin typeface="Malgun Gothic"/>
                <a:cs typeface="Malgun Gothic"/>
              </a:rPr>
              <a:t>리  </a:t>
            </a:r>
            <a:r>
              <a:rPr sz="1950" b="1" spc="20" dirty="0">
                <a:latin typeface="Malgun Gothic"/>
                <a:cs typeface="Malgun Gothic"/>
              </a:rPr>
              <a:t>등)이나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인터페이스를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구현하는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사람</a:t>
            </a:r>
            <a:endParaRPr sz="1950" dirty="0">
              <a:latin typeface="Malgun Gothic"/>
              <a:cs typeface="Malgun Gothic"/>
            </a:endParaRPr>
          </a:p>
          <a:p>
            <a:pPr marL="892810" marR="5080" lvl="1" indent="-315595">
              <a:lnSpc>
                <a:spcPts val="3340"/>
              </a:lnSpc>
              <a:spcBef>
                <a:spcPts val="275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10" dirty="0">
                <a:latin typeface="Malgun Gothic"/>
                <a:cs typeface="Malgun Gothic"/>
              </a:rPr>
              <a:t>고급</a:t>
            </a:r>
            <a:r>
              <a:rPr sz="1950" b="1" dirty="0">
                <a:latin typeface="Malgun Gothic"/>
                <a:cs typeface="Malgun Gothic"/>
              </a:rPr>
              <a:t> </a:t>
            </a:r>
            <a:r>
              <a:rPr sz="1950" b="1" spc="-5" dirty="0">
                <a:latin typeface="Malgun Gothic"/>
                <a:cs typeface="Malgun Gothic"/>
              </a:rPr>
              <a:t>프로그래밍</a:t>
            </a:r>
            <a:r>
              <a:rPr sz="1950" b="1" dirty="0">
                <a:latin typeface="Malgun Gothic"/>
                <a:cs typeface="Malgun Gothic"/>
              </a:rPr>
              <a:t> 언어인</a:t>
            </a:r>
            <a:r>
              <a:rPr sz="1950" b="1" spc="5" dirty="0">
                <a:latin typeface="Malgun Gothic"/>
                <a:cs typeface="Malgun Gothic"/>
              </a:rPr>
              <a:t> </a:t>
            </a:r>
            <a:r>
              <a:rPr sz="1950" b="1" spc="60" dirty="0">
                <a:latin typeface="Malgun Gothic"/>
                <a:cs typeface="Malgun Gothic"/>
              </a:rPr>
              <a:t>Java,</a:t>
            </a:r>
            <a:r>
              <a:rPr sz="1950" b="1" spc="10" dirty="0">
                <a:latin typeface="Malgun Gothic"/>
                <a:cs typeface="Malgun Gothic"/>
              </a:rPr>
              <a:t> </a:t>
            </a:r>
            <a:r>
              <a:rPr sz="1950" b="1" spc="-55" dirty="0">
                <a:latin typeface="Malgun Gothic"/>
                <a:cs typeface="Malgun Gothic"/>
              </a:rPr>
              <a:t>Python</a:t>
            </a:r>
            <a:r>
              <a:rPr sz="1950" b="1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등으로</a:t>
            </a:r>
            <a:r>
              <a:rPr sz="1950" b="1" spc="-1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응용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프로그램을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개발하면서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접근하는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부분은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내포된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데이터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조작어를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사용</a:t>
            </a:r>
            <a:endParaRPr sz="1950" dirty="0">
              <a:latin typeface="Malgun Gothic"/>
              <a:cs typeface="Malgun Gothic"/>
            </a:endParaRPr>
          </a:p>
          <a:p>
            <a:pPr marL="892810" lvl="1" indent="-315595">
              <a:lnSpc>
                <a:spcPct val="100000"/>
              </a:lnSpc>
              <a:spcBef>
                <a:spcPts val="715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10" dirty="0">
                <a:latin typeface="Malgun Gothic"/>
                <a:cs typeface="Malgun Gothic"/>
              </a:rPr>
              <a:t>이들이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작성한</a:t>
            </a:r>
            <a:r>
              <a:rPr sz="1950" b="1" spc="29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프로그램은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최종</a:t>
            </a:r>
            <a:r>
              <a:rPr sz="1950" b="1" spc="27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사용자들이</a:t>
            </a:r>
            <a:r>
              <a:rPr sz="1950" b="1" spc="27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반복해서</a:t>
            </a:r>
            <a:r>
              <a:rPr sz="1950" b="1" spc="25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수행하므로</a:t>
            </a:r>
            <a:r>
              <a:rPr sz="1950" b="1" spc="275" dirty="0">
                <a:latin typeface="Malgun Gothic"/>
                <a:cs typeface="Malgun Gothic"/>
              </a:rPr>
              <a:t> </a:t>
            </a:r>
            <a:r>
              <a:rPr sz="1950" b="1" dirty="0">
                <a:solidFill>
                  <a:srgbClr val="FF3300"/>
                </a:solidFill>
                <a:latin typeface="Malgun Gothic"/>
                <a:cs typeface="Malgun Gothic"/>
              </a:rPr>
              <a:t>기작성</a:t>
            </a:r>
            <a:endParaRPr sz="1950" dirty="0">
              <a:latin typeface="Malgun Gothic"/>
              <a:cs typeface="Malgun Gothic"/>
            </a:endParaRPr>
          </a:p>
          <a:p>
            <a:pPr marL="892810">
              <a:lnSpc>
                <a:spcPct val="100000"/>
              </a:lnSpc>
              <a:spcBef>
                <a:spcPts val="994"/>
              </a:spcBef>
            </a:pPr>
            <a:r>
              <a:rPr sz="1950" spc="10" dirty="0">
                <a:solidFill>
                  <a:srgbClr val="FF3300"/>
                </a:solidFill>
              </a:rPr>
              <a:t>트랜잭션</a:t>
            </a:r>
            <a:r>
              <a:rPr sz="1950" spc="10" dirty="0"/>
              <a:t>(canned</a:t>
            </a:r>
            <a:r>
              <a:rPr sz="1950" spc="-95" dirty="0"/>
              <a:t> </a:t>
            </a:r>
            <a:r>
              <a:rPr sz="1950" spc="-15" dirty="0"/>
              <a:t>transaction)이라</a:t>
            </a:r>
            <a:r>
              <a:rPr sz="1950" spc="-120" dirty="0"/>
              <a:t> </a:t>
            </a:r>
            <a:r>
              <a:rPr sz="1950" spc="20" dirty="0"/>
              <a:t>부름</a:t>
            </a:r>
            <a:endParaRPr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1.6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사용자</a:t>
            </a:r>
            <a:endParaRPr sz="33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03" y="1599902"/>
            <a:ext cx="9161145" cy="4208145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33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5" dirty="0">
                <a:latin typeface="Malgun Gothic"/>
                <a:cs typeface="Malgun Gothic"/>
              </a:rPr>
              <a:t>데이터베이스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관리자(</a:t>
            </a:r>
            <a:r>
              <a:rPr sz="1950" b="1" spc="10" dirty="0">
                <a:solidFill>
                  <a:srgbClr val="FF3300"/>
                </a:solidFill>
                <a:latin typeface="Malgun Gothic"/>
                <a:cs typeface="Malgun Gothic"/>
              </a:rPr>
              <a:t>DBA</a:t>
            </a:r>
            <a:r>
              <a:rPr sz="1950" b="1" spc="10" dirty="0">
                <a:latin typeface="Malgun Gothic"/>
                <a:cs typeface="Malgun Gothic"/>
              </a:rPr>
              <a:t>:</a:t>
            </a:r>
            <a:r>
              <a:rPr sz="1950" b="1" spc="-7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Database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-60" dirty="0">
                <a:latin typeface="Malgun Gothic"/>
                <a:cs typeface="Malgun Gothic"/>
              </a:rPr>
              <a:t>Administrator)</a:t>
            </a:r>
            <a:endParaRPr sz="19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32300"/>
              </a:lnSpc>
              <a:spcBef>
                <a:spcPts val="475"/>
              </a:spcBef>
              <a:buFont typeface="PMingLiU-ExtB"/>
              <a:buChar char="✓"/>
              <a:tabLst>
                <a:tab pos="833119" algn="l"/>
                <a:tab pos="2494280" algn="l"/>
                <a:tab pos="3646170" algn="l"/>
                <a:tab pos="4543425" algn="l"/>
                <a:tab pos="5187315" algn="l"/>
                <a:tab pos="6085205" algn="l"/>
                <a:tab pos="6983095" algn="l"/>
                <a:tab pos="7877809" algn="l"/>
              </a:tabLst>
            </a:pPr>
            <a:r>
              <a:rPr sz="1950" b="1" spc="45" dirty="0">
                <a:latin typeface="Malgun Gothic"/>
                <a:cs typeface="Malgun Gothic"/>
              </a:rPr>
              <a:t>데이</a:t>
            </a:r>
            <a:r>
              <a:rPr sz="1950" b="1" spc="65" dirty="0">
                <a:latin typeface="Malgun Gothic"/>
                <a:cs typeface="Malgun Gothic"/>
              </a:rPr>
              <a:t>터</a:t>
            </a:r>
            <a:r>
              <a:rPr sz="1950" b="1" spc="45" dirty="0">
                <a:latin typeface="Malgun Gothic"/>
                <a:cs typeface="Malgun Gothic"/>
              </a:rPr>
              <a:t>베이</a:t>
            </a:r>
            <a:r>
              <a:rPr sz="1950" b="1" spc="30" dirty="0">
                <a:latin typeface="Malgun Gothic"/>
                <a:cs typeface="Malgun Gothic"/>
              </a:rPr>
              <a:t>스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관리자</a:t>
            </a:r>
            <a:r>
              <a:rPr sz="1950" b="1" spc="30" dirty="0">
                <a:latin typeface="Malgun Gothic"/>
                <a:cs typeface="Malgun Gothic"/>
              </a:rPr>
              <a:t>는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조직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여</a:t>
            </a:r>
            <a:r>
              <a:rPr sz="1950" b="1" spc="30" dirty="0">
                <a:latin typeface="Malgun Gothic"/>
                <a:cs typeface="Malgun Gothic"/>
              </a:rPr>
              <a:t>러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부분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상이</a:t>
            </a:r>
            <a:r>
              <a:rPr sz="1950" b="1" spc="30" dirty="0">
                <a:latin typeface="Malgun Gothic"/>
                <a:cs typeface="Malgun Gothic"/>
              </a:rPr>
              <a:t>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요구</a:t>
            </a:r>
            <a:r>
              <a:rPr sz="1950" b="1" spc="30" dirty="0">
                <a:latin typeface="Malgun Gothic"/>
                <a:cs typeface="Malgun Gothic"/>
              </a:rPr>
              <a:t>를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만</a:t>
            </a:r>
            <a:r>
              <a:rPr sz="1950" b="1" spc="45" dirty="0">
                <a:latin typeface="Malgun Gothic"/>
                <a:cs typeface="Malgun Gothic"/>
              </a:rPr>
              <a:t>족시키</a:t>
            </a:r>
            <a:r>
              <a:rPr sz="1950" b="1" spc="15" dirty="0">
                <a:latin typeface="Malgun Gothic"/>
                <a:cs typeface="Malgun Gothic"/>
              </a:rPr>
              <a:t>기  위해서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일관성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있는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데이터베이스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스키마를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생성하고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유지하는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사람(팀)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124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5" dirty="0">
                <a:latin typeface="Malgun Gothic"/>
                <a:cs typeface="Malgun Gothic"/>
              </a:rPr>
              <a:t>데이터베이스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관리자의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역할</a:t>
            </a:r>
            <a:endParaRPr sz="19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125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5" dirty="0">
                <a:latin typeface="Malgun Gothic"/>
                <a:cs typeface="Malgun Gothic"/>
              </a:rPr>
              <a:t>데이터베이스</a:t>
            </a:r>
            <a:r>
              <a:rPr sz="1750" b="1" spc="-12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스키마의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생성과</a:t>
            </a:r>
            <a:r>
              <a:rPr sz="1750" b="1" spc="-114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변경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065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5" dirty="0">
                <a:latin typeface="Malgun Gothic"/>
                <a:cs typeface="Malgun Gothic"/>
              </a:rPr>
              <a:t>무결성</a:t>
            </a:r>
            <a:r>
              <a:rPr sz="1750" b="1" spc="-114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제약조건을</a:t>
            </a:r>
            <a:r>
              <a:rPr sz="1750" b="1" spc="-12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명시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080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5" dirty="0">
                <a:latin typeface="Malgun Gothic"/>
                <a:cs typeface="Malgun Gothic"/>
              </a:rPr>
              <a:t>사용자의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권한을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허용하거나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20" dirty="0">
                <a:latin typeface="Malgun Gothic"/>
                <a:cs typeface="Malgun Gothic"/>
              </a:rPr>
              <a:t>취소하고,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사용자의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역할을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관리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080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dirty="0">
                <a:latin typeface="Malgun Gothic"/>
                <a:cs typeface="Malgun Gothic"/>
              </a:rPr>
              <a:t>저장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구조와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접근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방법(물리적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스키마)</a:t>
            </a:r>
            <a:r>
              <a:rPr sz="1750" b="1" spc="-8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정의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080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10" dirty="0">
                <a:latin typeface="Malgun Gothic"/>
                <a:cs typeface="Malgun Gothic"/>
              </a:rPr>
              <a:t>백</a:t>
            </a:r>
            <a:r>
              <a:rPr sz="1750" b="1" spc="10" dirty="0">
                <a:latin typeface="Malgun Gothic"/>
                <a:cs typeface="Malgun Gothic"/>
              </a:rPr>
              <a:t>업과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회</a:t>
            </a:r>
            <a:r>
              <a:rPr sz="1750" b="1" spc="10" dirty="0">
                <a:latin typeface="Malgun Gothic"/>
                <a:cs typeface="Malgun Gothic"/>
              </a:rPr>
              <a:t>복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1080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10" dirty="0">
                <a:latin typeface="Malgun Gothic"/>
                <a:cs typeface="Malgun Gothic"/>
              </a:rPr>
              <a:t>표</a:t>
            </a:r>
            <a:r>
              <a:rPr sz="1750" b="1" spc="10" dirty="0">
                <a:latin typeface="Malgun Gothic"/>
                <a:cs typeface="Malgun Gothic"/>
              </a:rPr>
              <a:t>준화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시</a:t>
            </a:r>
            <a:r>
              <a:rPr sz="1750" b="1" spc="10" dirty="0">
                <a:latin typeface="Malgun Gothic"/>
                <a:cs typeface="Malgun Gothic"/>
              </a:rPr>
              <a:t>행</a:t>
            </a:r>
            <a:endParaRPr sz="17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1.6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사용자</a:t>
            </a:r>
            <a:endParaRPr sz="33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08" y="1639831"/>
            <a:ext cx="9161145" cy="394652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5" dirty="0">
                <a:latin typeface="Malgun Gothic"/>
                <a:cs typeface="Malgun Gothic"/>
              </a:rPr>
              <a:t>최종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25" dirty="0">
                <a:latin typeface="Malgun Gothic"/>
                <a:cs typeface="Malgun Gothic"/>
              </a:rPr>
              <a:t>사용자(end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user)</a:t>
            </a:r>
            <a:endParaRPr sz="2200">
              <a:latin typeface="Malgun Gothic"/>
              <a:cs typeface="Malgun Gothic"/>
            </a:endParaRPr>
          </a:p>
          <a:p>
            <a:pPr marL="831850" marR="5080" lvl="1" indent="-315595" algn="just">
              <a:lnSpc>
                <a:spcPct val="143100"/>
              </a:lnSpc>
              <a:spcBef>
                <a:spcPts val="20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spc="150" dirty="0">
                <a:latin typeface="Malgun Gothic"/>
                <a:cs typeface="Malgun Gothic"/>
              </a:rPr>
              <a:t>질의하거나 갱신하거나 </a:t>
            </a:r>
            <a:r>
              <a:rPr sz="1950" b="1" spc="145" dirty="0">
                <a:latin typeface="Malgun Gothic"/>
                <a:cs typeface="Malgun Gothic"/>
              </a:rPr>
              <a:t>보고서를 </a:t>
            </a:r>
            <a:r>
              <a:rPr sz="1950" b="1" spc="140" dirty="0">
                <a:latin typeface="Malgun Gothic"/>
                <a:cs typeface="Malgun Gothic"/>
              </a:rPr>
              <a:t>생성하기 </a:t>
            </a:r>
            <a:r>
              <a:rPr sz="1950" b="1" spc="125" dirty="0">
                <a:latin typeface="Malgun Gothic"/>
                <a:cs typeface="Malgun Gothic"/>
              </a:rPr>
              <a:t>위해서 </a:t>
            </a:r>
            <a:r>
              <a:rPr sz="1950" b="1" spc="160" dirty="0">
                <a:latin typeface="Malgun Gothic"/>
                <a:cs typeface="Malgun Gothic"/>
              </a:rPr>
              <a:t>데이터베이스를 </a:t>
            </a:r>
            <a:r>
              <a:rPr sz="1950" b="1" spc="16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사용하는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사람</a:t>
            </a:r>
            <a:endParaRPr sz="1950">
              <a:latin typeface="Malgun Gothic"/>
              <a:cs typeface="Malgun Gothic"/>
            </a:endParaRPr>
          </a:p>
          <a:p>
            <a:pPr marL="831850" marR="9525" lvl="1" indent="-315595" algn="just">
              <a:lnSpc>
                <a:spcPts val="3340"/>
              </a:lnSpc>
              <a:spcBef>
                <a:spcPts val="275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spc="30" dirty="0">
                <a:latin typeface="Malgun Gothic"/>
                <a:cs typeface="Malgun Gothic"/>
              </a:rPr>
              <a:t>최종 </a:t>
            </a:r>
            <a:r>
              <a:rPr sz="1950" b="1" spc="20" dirty="0">
                <a:latin typeface="Malgun Gothic"/>
                <a:cs typeface="Malgun Gothic"/>
              </a:rPr>
              <a:t>사용자는 </a:t>
            </a:r>
            <a:r>
              <a:rPr sz="1950" b="1" spc="30" dirty="0">
                <a:latin typeface="Malgun Gothic"/>
                <a:cs typeface="Malgun Gothic"/>
              </a:rPr>
              <a:t>다시 </a:t>
            </a:r>
            <a:r>
              <a:rPr sz="1950" b="1" spc="25" dirty="0">
                <a:latin typeface="Malgun Gothic"/>
                <a:cs typeface="Malgun Gothic"/>
              </a:rPr>
              <a:t>데이터베이스 질의어를 사용하여 </a:t>
            </a:r>
            <a:r>
              <a:rPr sz="1950" b="1" spc="30" dirty="0">
                <a:latin typeface="Malgun Gothic"/>
                <a:cs typeface="Malgun Gothic"/>
              </a:rPr>
              <a:t>매번 </a:t>
            </a:r>
            <a:r>
              <a:rPr sz="1950" b="1" spc="20" dirty="0">
                <a:latin typeface="Malgun Gothic"/>
                <a:cs typeface="Malgun Gothic"/>
              </a:rPr>
              <a:t>다른 정보를 </a:t>
            </a:r>
            <a:r>
              <a:rPr sz="1950" b="1" spc="2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찾는 </a:t>
            </a:r>
            <a:r>
              <a:rPr sz="1950" b="1" spc="20" dirty="0">
                <a:latin typeface="Malgun Gothic"/>
                <a:cs typeface="Malgun Gothic"/>
              </a:rPr>
              <a:t>캐주얼 </a:t>
            </a:r>
            <a:r>
              <a:rPr sz="1950" b="1" spc="25" dirty="0">
                <a:latin typeface="Malgun Gothic"/>
                <a:cs typeface="Malgun Gothic"/>
              </a:rPr>
              <a:t>사용자와 </a:t>
            </a:r>
            <a:r>
              <a:rPr sz="1950" b="1" spc="20" dirty="0">
                <a:latin typeface="Malgun Gothic"/>
                <a:cs typeface="Malgun Gothic"/>
              </a:rPr>
              <a:t>기작성 트랜잭션을 </a:t>
            </a:r>
            <a:r>
              <a:rPr sz="1950" b="1" spc="30" dirty="0">
                <a:latin typeface="Malgun Gothic"/>
                <a:cs typeface="Malgun Gothic"/>
              </a:rPr>
              <a:t>주로 </a:t>
            </a:r>
            <a:r>
              <a:rPr sz="1950" b="1" spc="25" dirty="0">
                <a:latin typeface="Malgun Gothic"/>
                <a:cs typeface="Malgun Gothic"/>
              </a:rPr>
              <a:t>반복해서 수행하는 </a:t>
            </a:r>
            <a:r>
              <a:rPr sz="1950" b="1" spc="20" dirty="0">
                <a:latin typeface="Malgun Gothic"/>
                <a:cs typeface="Malgun Gothic"/>
              </a:rPr>
              <a:t>초보 </a:t>
            </a:r>
            <a:r>
              <a:rPr sz="1950" b="1" spc="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사용자로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구분</a:t>
            </a:r>
            <a:endParaRPr sz="195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PMingLiU-ExtB"/>
              <a:buChar char="✓"/>
            </a:pPr>
            <a:endParaRPr sz="2200">
              <a:latin typeface="Malgun Gothic"/>
              <a:cs typeface="Malgun Gothic"/>
            </a:endParaRPr>
          </a:p>
          <a:p>
            <a:pPr marL="390525" indent="-378460">
              <a:lnSpc>
                <a:spcPct val="100000"/>
              </a:lnSpc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20" dirty="0">
                <a:latin typeface="Malgun Gothic"/>
                <a:cs typeface="Malgun Gothic"/>
              </a:rPr>
              <a:t>오퍼레이터</a:t>
            </a:r>
            <a:endParaRPr sz="2200">
              <a:latin typeface="Malgun Gothic"/>
              <a:cs typeface="Malgun Gothic"/>
            </a:endParaRPr>
          </a:p>
          <a:p>
            <a:pPr marL="914400" lvl="1" indent="-398145">
              <a:lnSpc>
                <a:spcPct val="100000"/>
              </a:lnSpc>
              <a:spcBef>
                <a:spcPts val="1040"/>
              </a:spcBef>
              <a:buFont typeface="PMingLiU-ExtB"/>
              <a:buChar char="✓"/>
              <a:tabLst>
                <a:tab pos="914400" algn="l"/>
                <a:tab pos="915035" algn="l"/>
              </a:tabLst>
            </a:pPr>
            <a:r>
              <a:rPr sz="1950" b="1" spc="-15" dirty="0">
                <a:latin typeface="Malgun Gothic"/>
                <a:cs typeface="Malgun Gothic"/>
              </a:rPr>
              <a:t>DBMS가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운영되고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있는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컴퓨터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시스템과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전산실을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관리하는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사람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1256665">
              <a:lnSpc>
                <a:spcPct val="100000"/>
              </a:lnSpc>
              <a:spcBef>
                <a:spcPts val="985"/>
              </a:spcBef>
            </a:pPr>
            <a:r>
              <a:rPr sz="3300" spc="60" dirty="0">
                <a:solidFill>
                  <a:srgbClr val="3333CC"/>
                </a:solidFill>
              </a:rPr>
              <a:t>1.6</a:t>
            </a:r>
            <a:r>
              <a:rPr sz="3300" spc="-175" dirty="0">
                <a:solidFill>
                  <a:srgbClr val="3333CC"/>
                </a:solidFill>
              </a:rPr>
              <a:t> </a:t>
            </a:r>
            <a:r>
              <a:rPr sz="3300" spc="-30" dirty="0">
                <a:solidFill>
                  <a:srgbClr val="3333CC"/>
                </a:solidFill>
              </a:rPr>
              <a:t>데이터베이스</a:t>
            </a:r>
            <a:r>
              <a:rPr sz="3300" spc="-13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사용자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883919" y="1476756"/>
            <a:ext cx="8961120" cy="5735320"/>
            <a:chOff x="883919" y="1476756"/>
            <a:chExt cx="8961120" cy="5735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19" y="1476756"/>
              <a:ext cx="8961119" cy="57348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42503" y="4573524"/>
              <a:ext cx="434340" cy="242570"/>
            </a:xfrm>
            <a:custGeom>
              <a:avLst/>
              <a:gdLst/>
              <a:ahLst/>
              <a:cxnLst/>
              <a:rect l="l" t="t" r="r" b="b"/>
              <a:pathLst>
                <a:path w="434339" h="242570">
                  <a:moveTo>
                    <a:pt x="434340" y="188976"/>
                  </a:moveTo>
                  <a:lnTo>
                    <a:pt x="414896" y="166116"/>
                  </a:lnTo>
                  <a:lnTo>
                    <a:pt x="373392" y="117348"/>
                  </a:lnTo>
                  <a:lnTo>
                    <a:pt x="358711" y="151358"/>
                  </a:lnTo>
                  <a:lnTo>
                    <a:pt x="354685" y="149644"/>
                  </a:lnTo>
                  <a:lnTo>
                    <a:pt x="354685" y="160705"/>
                  </a:lnTo>
                  <a:lnTo>
                    <a:pt x="341884" y="190398"/>
                  </a:lnTo>
                  <a:lnTo>
                    <a:pt x="78066" y="72656"/>
                  </a:lnTo>
                  <a:lnTo>
                    <a:pt x="80479" y="67056"/>
                  </a:lnTo>
                  <a:lnTo>
                    <a:pt x="89217" y="46786"/>
                  </a:lnTo>
                  <a:lnTo>
                    <a:pt x="354685" y="160705"/>
                  </a:lnTo>
                  <a:lnTo>
                    <a:pt x="354685" y="149644"/>
                  </a:lnTo>
                  <a:lnTo>
                    <a:pt x="4572" y="0"/>
                  </a:lnTo>
                  <a:lnTo>
                    <a:pt x="1524" y="9144"/>
                  </a:lnTo>
                  <a:lnTo>
                    <a:pt x="71450" y="39166"/>
                  </a:lnTo>
                  <a:lnTo>
                    <a:pt x="0" y="42672"/>
                  </a:lnTo>
                  <a:lnTo>
                    <a:pt x="59436" y="115824"/>
                  </a:lnTo>
                  <a:lnTo>
                    <a:pt x="74002" y="82080"/>
                  </a:lnTo>
                  <a:lnTo>
                    <a:pt x="429768" y="242316"/>
                  </a:lnTo>
                  <a:lnTo>
                    <a:pt x="434340" y="231648"/>
                  </a:lnTo>
                  <a:lnTo>
                    <a:pt x="350786" y="194373"/>
                  </a:lnTo>
                  <a:lnTo>
                    <a:pt x="434340" y="188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52590" y="4470940"/>
            <a:ext cx="1163955" cy="409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ts val="1015"/>
              </a:lnSpc>
              <a:spcBef>
                <a:spcPts val="135"/>
              </a:spcBef>
            </a:pPr>
            <a:r>
              <a:rPr sz="850" spc="25" dirty="0">
                <a:latin typeface="Malgun Gothic"/>
                <a:cs typeface="Malgun Gothic"/>
              </a:rPr>
              <a:t>DML</a:t>
            </a:r>
            <a:endParaRPr sz="850">
              <a:latin typeface="Malgun Gothic"/>
              <a:cs typeface="Malgun Gothic"/>
            </a:endParaRPr>
          </a:p>
          <a:p>
            <a:pPr marL="12700">
              <a:lnSpc>
                <a:spcPts val="1070"/>
              </a:lnSpc>
            </a:pPr>
            <a:r>
              <a:rPr sz="1000" b="1" spc="-5" dirty="0">
                <a:latin typeface="Malgun Gothic"/>
                <a:cs typeface="Malgun Gothic"/>
              </a:rPr>
              <a:t>대화형</a:t>
            </a:r>
            <a:r>
              <a:rPr sz="1000" b="1" spc="-65" dirty="0">
                <a:latin typeface="Malgun Gothic"/>
                <a:cs typeface="Malgun Gothic"/>
              </a:rPr>
              <a:t> </a:t>
            </a:r>
            <a:r>
              <a:rPr sz="1000" b="1" spc="-5" dirty="0">
                <a:latin typeface="Malgun Gothic"/>
                <a:cs typeface="Malgun Gothic"/>
              </a:rPr>
              <a:t>사용자</a:t>
            </a:r>
            <a:endParaRPr sz="1000">
              <a:latin typeface="Malgun Gothic"/>
              <a:cs typeface="Malgun Gothic"/>
            </a:endParaRPr>
          </a:p>
          <a:p>
            <a:pPr marL="680085">
              <a:lnSpc>
                <a:spcPts val="890"/>
              </a:lnSpc>
            </a:pPr>
            <a:r>
              <a:rPr sz="850" spc="15" dirty="0">
                <a:latin typeface="Malgun Gothic"/>
                <a:cs typeface="Malgun Gothic"/>
              </a:rPr>
              <a:t>Results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451484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25" dirty="0"/>
              <a:t>ANSI/SPARC</a:t>
            </a:r>
            <a:r>
              <a:rPr spc="-140" dirty="0"/>
              <a:t> </a:t>
            </a:r>
            <a:r>
              <a:rPr spc="-20" dirty="0"/>
              <a:t>아키텍처</a:t>
            </a:r>
          </a:p>
          <a:p>
            <a:pPr marL="892810" marR="5080" lvl="1" indent="-315595">
              <a:lnSpc>
                <a:spcPct val="143100"/>
              </a:lnSpc>
              <a:spcBef>
                <a:spcPts val="20"/>
              </a:spcBef>
              <a:buFont typeface="PMingLiU-ExtB"/>
              <a:buChar char="✓"/>
              <a:tabLst>
                <a:tab pos="894080" algn="l"/>
                <a:tab pos="1798955" algn="l"/>
                <a:tab pos="2960370" algn="l"/>
                <a:tab pos="3606800" algn="l"/>
                <a:tab pos="4449445" algn="l"/>
                <a:tab pos="5608320" algn="l"/>
                <a:tab pos="6767830" algn="l"/>
                <a:tab pos="7929245" algn="l"/>
              </a:tabLst>
            </a:pPr>
            <a:r>
              <a:rPr sz="1950" b="1" spc="65" dirty="0">
                <a:latin typeface="Malgun Gothic"/>
                <a:cs typeface="Malgun Gothic"/>
              </a:rPr>
              <a:t>현재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대부분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상</a:t>
            </a:r>
            <a:r>
              <a:rPr sz="1950" b="1" spc="30" dirty="0">
                <a:latin typeface="Malgun Gothic"/>
                <a:cs typeface="Malgun Gothic"/>
              </a:rPr>
              <a:t>용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-50" dirty="0">
                <a:latin typeface="Malgun Gothic"/>
                <a:cs typeface="Malgun Gothic"/>
              </a:rPr>
              <a:t>D</a:t>
            </a:r>
            <a:r>
              <a:rPr sz="1950" b="1" spc="100" dirty="0">
                <a:latin typeface="Malgun Gothic"/>
                <a:cs typeface="Malgun Gothic"/>
              </a:rPr>
              <a:t>B</a:t>
            </a:r>
            <a:r>
              <a:rPr sz="1950" b="1" spc="-300" dirty="0">
                <a:latin typeface="Malgun Gothic"/>
                <a:cs typeface="Malgun Gothic"/>
              </a:rPr>
              <a:t>M</a:t>
            </a:r>
            <a:r>
              <a:rPr sz="1950" b="1" spc="145" dirty="0">
                <a:latin typeface="Malgun Gothic"/>
                <a:cs typeface="Malgun Gothic"/>
              </a:rPr>
              <a:t>S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구현</a:t>
            </a:r>
            <a:r>
              <a:rPr sz="1950" b="1" spc="45" dirty="0">
                <a:latin typeface="Malgun Gothic"/>
                <a:cs typeface="Malgun Gothic"/>
              </a:rPr>
              <a:t>에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사용되</a:t>
            </a:r>
            <a:r>
              <a:rPr sz="1950" b="1" spc="30" dirty="0">
                <a:latin typeface="Malgun Gothic"/>
                <a:cs typeface="Malgun Gothic"/>
              </a:rPr>
              <a:t>는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일</a:t>
            </a:r>
            <a:r>
              <a:rPr sz="1950" b="1" spc="85" dirty="0">
                <a:latin typeface="Malgun Gothic"/>
                <a:cs typeface="Malgun Gothic"/>
              </a:rPr>
              <a:t>반</a:t>
            </a:r>
            <a:r>
              <a:rPr sz="1950" b="1" spc="45" dirty="0">
                <a:latin typeface="Malgun Gothic"/>
                <a:cs typeface="Malgun Gothic"/>
              </a:rPr>
              <a:t>적</a:t>
            </a:r>
            <a:r>
              <a:rPr sz="1950" b="1" spc="30" dirty="0">
                <a:latin typeface="Malgun Gothic"/>
                <a:cs typeface="Malgun Gothic"/>
              </a:rPr>
              <a:t>인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아키텍처</a:t>
            </a:r>
            <a:r>
              <a:rPr sz="1950" b="1" spc="15" dirty="0">
                <a:latin typeface="Malgun Gothic"/>
                <a:cs typeface="Malgun Gothic"/>
              </a:rPr>
              <a:t>는  </a:t>
            </a:r>
            <a:r>
              <a:rPr sz="1950" b="1" spc="-5" dirty="0">
                <a:latin typeface="Malgun Gothic"/>
                <a:cs typeface="Malgun Gothic"/>
              </a:rPr>
              <a:t>1978년에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제안된</a:t>
            </a:r>
            <a:r>
              <a:rPr sz="1950" b="1" spc="-75" dirty="0">
                <a:latin typeface="Malgun Gothic"/>
                <a:cs typeface="Malgun Gothic"/>
              </a:rPr>
              <a:t> </a:t>
            </a:r>
            <a:r>
              <a:rPr sz="1950" b="1" spc="-10" dirty="0">
                <a:latin typeface="Malgun Gothic"/>
                <a:cs typeface="Malgun Gothic"/>
              </a:rPr>
              <a:t>ANSI/SPARC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아키텍처</a:t>
            </a:r>
            <a:endParaRPr sz="1950" dirty="0">
              <a:latin typeface="Malgun Gothic"/>
              <a:cs typeface="Malgun Gothic"/>
            </a:endParaRPr>
          </a:p>
          <a:p>
            <a:pPr marL="892810" lvl="1" indent="-315595">
              <a:lnSpc>
                <a:spcPct val="100000"/>
              </a:lnSpc>
              <a:spcBef>
                <a:spcPts val="994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-10" dirty="0">
                <a:solidFill>
                  <a:srgbClr val="FF0000"/>
                </a:solidFill>
                <a:latin typeface="Malgun Gothic"/>
                <a:cs typeface="Malgun Gothic"/>
              </a:rPr>
              <a:t>ANSI/SPARC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아키텍처의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3단계는</a:t>
            </a:r>
            <a:r>
              <a:rPr sz="1950" b="1" spc="-114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40" dirty="0">
                <a:solidFill>
                  <a:srgbClr val="FF0000"/>
                </a:solidFill>
                <a:latin typeface="Malgun Gothic"/>
                <a:cs typeface="Malgun Gothic"/>
              </a:rPr>
              <a:t>물리적,</a:t>
            </a:r>
            <a:r>
              <a:rPr sz="19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40" dirty="0">
                <a:solidFill>
                  <a:srgbClr val="FF0000"/>
                </a:solidFill>
                <a:latin typeface="Malgun Gothic"/>
                <a:cs typeface="Malgun Gothic"/>
              </a:rPr>
              <a:t>개념적,</a:t>
            </a:r>
            <a:r>
              <a:rPr sz="1950" b="1" spc="-8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외부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단계로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이루어짐</a:t>
            </a:r>
            <a:endParaRPr sz="1950" dirty="0">
              <a:latin typeface="Malgun Gothic"/>
              <a:cs typeface="Malgun Gothic"/>
            </a:endParaRPr>
          </a:p>
          <a:p>
            <a:pPr marL="1335405" lvl="2" indent="-254000">
              <a:lnSpc>
                <a:spcPct val="100000"/>
              </a:lnSpc>
              <a:spcBef>
                <a:spcPts val="910"/>
              </a:spcBef>
              <a:buFont typeface="PMingLiU-ExtB"/>
              <a:buChar char="▪"/>
              <a:tabLst>
                <a:tab pos="1336040" algn="l"/>
                <a:tab pos="1336675" algn="l"/>
              </a:tabLst>
            </a:pPr>
            <a:r>
              <a:rPr sz="1750" b="1" dirty="0">
                <a:latin typeface="Malgun Gothic"/>
                <a:cs typeface="Malgun Gothic"/>
              </a:rPr>
              <a:t>외부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-35" dirty="0">
                <a:latin typeface="Malgun Gothic"/>
                <a:cs typeface="Malgun Gothic"/>
              </a:rPr>
              <a:t>단계(external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level):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각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사용자의</a:t>
            </a:r>
            <a:r>
              <a:rPr sz="1750" b="1" spc="-11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뷰</a:t>
            </a:r>
            <a:endParaRPr sz="1750" dirty="0">
              <a:latin typeface="Malgun Gothic"/>
              <a:cs typeface="Malgun Gothic"/>
            </a:endParaRPr>
          </a:p>
          <a:p>
            <a:pPr marL="1335405" lvl="2" indent="-254000">
              <a:lnSpc>
                <a:spcPct val="100000"/>
              </a:lnSpc>
              <a:spcBef>
                <a:spcPts val="875"/>
              </a:spcBef>
              <a:buFont typeface="PMingLiU-ExtB"/>
              <a:buChar char="▪"/>
              <a:tabLst>
                <a:tab pos="1336040" algn="l"/>
                <a:tab pos="1336675" algn="l"/>
              </a:tabLst>
            </a:pPr>
            <a:r>
              <a:rPr sz="1750" b="1" dirty="0">
                <a:latin typeface="Malgun Gothic"/>
                <a:cs typeface="Malgun Gothic"/>
              </a:rPr>
              <a:t>개념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단계(conceptual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level):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사용자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공동체의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뷰</a:t>
            </a:r>
            <a:endParaRPr sz="1750" dirty="0">
              <a:latin typeface="Malgun Gothic"/>
              <a:cs typeface="Malgun Gothic"/>
            </a:endParaRPr>
          </a:p>
          <a:p>
            <a:pPr marL="1335405" lvl="2" indent="-254000">
              <a:lnSpc>
                <a:spcPct val="100000"/>
              </a:lnSpc>
              <a:spcBef>
                <a:spcPts val="865"/>
              </a:spcBef>
              <a:buFont typeface="PMingLiU-ExtB"/>
              <a:buChar char="▪"/>
              <a:tabLst>
                <a:tab pos="1336040" algn="l"/>
                <a:tab pos="1336675" algn="l"/>
              </a:tabLst>
            </a:pPr>
            <a:r>
              <a:rPr sz="1750" b="1" dirty="0">
                <a:latin typeface="Malgun Gothic"/>
                <a:cs typeface="Malgun Gothic"/>
              </a:rPr>
              <a:t>내부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-45" dirty="0">
                <a:latin typeface="Malgun Gothic"/>
                <a:cs typeface="Malgun Gothic"/>
              </a:rPr>
              <a:t>단계(internal</a:t>
            </a:r>
            <a:r>
              <a:rPr sz="1750" b="1" spc="-75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level):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물리적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또는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저장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뷰</a:t>
            </a:r>
            <a:endParaRPr sz="17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2022" y="1642872"/>
            <a:ext cx="5879917" cy="53233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08" y="1639831"/>
            <a:ext cx="9161145" cy="262826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5" dirty="0">
                <a:latin typeface="Malgun Gothic"/>
                <a:cs typeface="Malgun Gothic"/>
              </a:rPr>
              <a:t>외부</a:t>
            </a:r>
            <a:r>
              <a:rPr sz="2200" b="1" spc="-165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단계</a:t>
            </a:r>
            <a:endParaRPr sz="2200" dirty="0">
              <a:latin typeface="Malgun Gothic"/>
              <a:cs typeface="Malgun Gothic"/>
            </a:endParaRPr>
          </a:p>
          <a:p>
            <a:pPr marL="831850" marR="5080" lvl="1" indent="-315595">
              <a:lnSpc>
                <a:spcPct val="143100"/>
              </a:lnSpc>
              <a:spcBef>
                <a:spcPts val="20"/>
              </a:spcBef>
              <a:buFont typeface="PMingLiU-ExtB"/>
              <a:buChar char="✓"/>
              <a:tabLst>
                <a:tab pos="832485" algn="l"/>
                <a:tab pos="2456815" algn="l"/>
                <a:tab pos="3165475" algn="l"/>
                <a:tab pos="4430395" algn="l"/>
                <a:tab pos="5139690" algn="l"/>
                <a:tab pos="7234555" algn="l"/>
              </a:tabLst>
            </a:pP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일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반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적으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로</a:t>
            </a:r>
            <a:r>
              <a:rPr sz="1950" b="1" spc="150" dirty="0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최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종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사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용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자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응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용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프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로그래머들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데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1950" b="1" spc="204" dirty="0">
                <a:solidFill>
                  <a:srgbClr val="FF0000"/>
                </a:solidFill>
                <a:latin typeface="Malgun Gothic"/>
                <a:cs typeface="Malgun Gothic"/>
              </a:rPr>
              <a:t>터</a:t>
            </a:r>
            <a:r>
              <a:rPr sz="1950" b="1" spc="245" dirty="0">
                <a:solidFill>
                  <a:srgbClr val="FF0000"/>
                </a:solidFill>
                <a:latin typeface="Malgun Gothic"/>
                <a:cs typeface="Malgun Gothic"/>
              </a:rPr>
              <a:t>베</a:t>
            </a:r>
            <a:r>
              <a:rPr sz="1950" b="1" spc="225" dirty="0">
                <a:solidFill>
                  <a:srgbClr val="FF0000"/>
                </a:solidFill>
                <a:latin typeface="Malgun Gothic"/>
                <a:cs typeface="Malgun Gothic"/>
              </a:rPr>
              <a:t>이스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의 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일부분에만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관심을</a:t>
            </a:r>
            <a:r>
              <a:rPr sz="19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가짐</a:t>
            </a:r>
            <a:endParaRPr sz="1950" dirty="0">
              <a:latin typeface="Malgun Gothic"/>
              <a:cs typeface="Malgun Gothic"/>
            </a:endParaRPr>
          </a:p>
          <a:p>
            <a:pPr marL="831850" lvl="1" indent="-315595">
              <a:lnSpc>
                <a:spcPct val="100000"/>
              </a:lnSpc>
              <a:spcBef>
                <a:spcPts val="994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데이터베이스의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각</a:t>
            </a:r>
            <a:r>
              <a:rPr sz="1950" b="1" spc="-9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사용자가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갖는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뷰</a:t>
            </a:r>
            <a:endParaRPr sz="1950" dirty="0">
              <a:latin typeface="Malgun Gothic"/>
              <a:cs typeface="Malgun Gothic"/>
            </a:endParaRPr>
          </a:p>
          <a:p>
            <a:pPr marL="831850" marR="9525" lvl="1" indent="-315595">
              <a:lnSpc>
                <a:spcPts val="3340"/>
              </a:lnSpc>
              <a:spcBef>
                <a:spcPts val="100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spc="10" dirty="0">
                <a:latin typeface="Malgun Gothic"/>
                <a:cs typeface="Malgun Gothic"/>
              </a:rPr>
              <a:t>여러</a:t>
            </a:r>
            <a:r>
              <a:rPr sz="1950" b="1" spc="-2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부류의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사용자를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위해</a:t>
            </a:r>
            <a:r>
              <a:rPr sz="1950" b="1" spc="-2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동일한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개념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-5" dirty="0">
                <a:latin typeface="Malgun Gothic"/>
                <a:cs typeface="Malgun Gothic"/>
              </a:rPr>
              <a:t>단계로부터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다수의</a:t>
            </a:r>
            <a:r>
              <a:rPr sz="1950" b="1" spc="-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서로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다른</a:t>
            </a:r>
            <a:r>
              <a:rPr sz="1950" b="1" spc="-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뷰가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제공될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7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있음</a:t>
            </a:r>
            <a:endParaRPr sz="19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6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7907" y="1746504"/>
            <a:ext cx="7323376" cy="51252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813307" y="1747509"/>
            <a:ext cx="9091295" cy="2991485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09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20" dirty="0">
                <a:latin typeface="Malgun Gothic"/>
                <a:cs typeface="Malgun Gothic"/>
              </a:rPr>
              <a:t>개념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단계</a:t>
            </a:r>
            <a:endParaRPr sz="19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42500"/>
              </a:lnSpc>
              <a:buFont typeface="PMingLiU-ExtB"/>
              <a:buChar char="✓"/>
              <a:tabLst>
                <a:tab pos="833119" algn="l"/>
                <a:tab pos="1998980" algn="l"/>
                <a:tab pos="2653030" algn="l"/>
                <a:tab pos="3902710" algn="l"/>
                <a:tab pos="5069205" algn="l"/>
                <a:tab pos="5979795" algn="l"/>
                <a:tab pos="7146290" algn="l"/>
                <a:tab pos="8313420" algn="l"/>
              </a:tabLst>
            </a:pP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조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직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의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정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보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로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서</a:t>
            </a:r>
            <a:r>
              <a:rPr sz="1950" b="1" spc="150" dirty="0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물리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적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인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구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현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고려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하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않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으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서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조</a:t>
            </a:r>
            <a:r>
              <a:rPr sz="1950" b="1" spc="45" dirty="0">
                <a:solidFill>
                  <a:srgbClr val="FF0000"/>
                </a:solidFill>
                <a:latin typeface="Malgun Gothic"/>
                <a:cs typeface="Malgun Gothic"/>
              </a:rPr>
              <a:t>직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체  전체에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관한</a:t>
            </a:r>
            <a:r>
              <a:rPr sz="19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스키마를</a:t>
            </a:r>
            <a:r>
              <a:rPr sz="1950" b="1" spc="-114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포함</a:t>
            </a:r>
            <a:endParaRPr sz="1950" dirty="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ct val="142600"/>
              </a:lnSpc>
              <a:buFont typeface="PMingLiU-ExtB"/>
              <a:buChar char="✓"/>
              <a:tabLst>
                <a:tab pos="833119" algn="l"/>
                <a:tab pos="2771140" algn="l"/>
                <a:tab pos="3425190" algn="l"/>
                <a:tab pos="4591685" algn="l"/>
                <a:tab pos="5758180" algn="l"/>
                <a:tab pos="6751955" algn="l"/>
                <a:tab pos="7661909" algn="l"/>
                <a:tab pos="8569960" algn="l"/>
              </a:tabLst>
            </a:pP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데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터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베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이스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에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떤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데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터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가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저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장되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어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있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으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며</a:t>
            </a:r>
            <a:r>
              <a:rPr sz="1950" b="1" spc="150" dirty="0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데</a:t>
            </a:r>
            <a:r>
              <a:rPr sz="1950" b="1" spc="85" dirty="0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터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간에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는</a:t>
            </a: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sz="1950" b="1" spc="65" dirty="0">
                <a:solidFill>
                  <a:srgbClr val="FF0000"/>
                </a:solidFill>
                <a:latin typeface="Malgun Gothic"/>
                <a:cs typeface="Malgun Gothic"/>
              </a:rPr>
              <a:t>어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떤  관계가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30" dirty="0">
                <a:solidFill>
                  <a:srgbClr val="FF0000"/>
                </a:solidFill>
                <a:latin typeface="Malgun Gothic"/>
                <a:cs typeface="Malgun Gothic"/>
              </a:rPr>
              <a:t>존재하고,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어떤</a:t>
            </a:r>
            <a:r>
              <a:rPr sz="1950" b="1" spc="-8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무결성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" dirty="0">
                <a:solidFill>
                  <a:srgbClr val="FF0000"/>
                </a:solidFill>
                <a:latin typeface="Malgun Gothic"/>
                <a:cs typeface="Malgun Gothic"/>
              </a:rPr>
              <a:t>제약조건들이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명시되어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있는가를</a:t>
            </a:r>
            <a:r>
              <a:rPr sz="1950" b="1" spc="-114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기술함</a:t>
            </a:r>
            <a:endParaRPr sz="195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994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데이터베이스에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대한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사용자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공동체의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뷰를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나타냄</a:t>
            </a:r>
            <a:endParaRPr sz="1950" dirty="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994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dirty="0">
                <a:latin typeface="Malgun Gothic"/>
                <a:cs typeface="Malgun Gothic"/>
              </a:rPr>
              <a:t>데이터베이스마다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오직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한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개의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개념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스키마가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존재</a:t>
            </a:r>
            <a:endParaRPr sz="1950" dirty="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79" y="5116067"/>
            <a:ext cx="7399019" cy="10012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39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307" y="1755004"/>
            <a:ext cx="9103995" cy="317309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850"/>
              </a:spcBef>
              <a:buSzPct val="110256"/>
              <a:buFont typeface="PMingLiU-ExtB"/>
              <a:buChar char="❑"/>
              <a:tabLst>
                <a:tab pos="390525" algn="l"/>
                <a:tab pos="391160" algn="l"/>
              </a:tabLst>
            </a:pPr>
            <a:r>
              <a:rPr sz="1950" b="1" spc="20" dirty="0">
                <a:latin typeface="Malgun Gothic"/>
                <a:cs typeface="Malgun Gothic"/>
              </a:rPr>
              <a:t>내부</a:t>
            </a:r>
            <a:r>
              <a:rPr sz="1950" b="1" spc="-14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단계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실제의</a:t>
            </a:r>
            <a:r>
              <a:rPr sz="1950" b="1" spc="-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물리적인</a:t>
            </a:r>
            <a:r>
              <a:rPr sz="1950" b="1" spc="-13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9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구조에</a:t>
            </a:r>
            <a:r>
              <a:rPr sz="19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관한</a:t>
            </a:r>
            <a:r>
              <a:rPr sz="19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스키마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dirty="0">
                <a:solidFill>
                  <a:srgbClr val="FF0000"/>
                </a:solidFill>
                <a:latin typeface="Malgun Gothic"/>
                <a:cs typeface="Malgun Gothic"/>
              </a:rPr>
              <a:t>데이터베이스에</a:t>
            </a:r>
            <a:r>
              <a:rPr sz="1950" b="1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어떤</a:t>
            </a:r>
            <a:r>
              <a:rPr sz="1950" b="1" spc="-8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데이터가</a:t>
            </a:r>
            <a:r>
              <a:rPr sz="1950" b="1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어떻게</a:t>
            </a:r>
            <a:r>
              <a:rPr sz="1950" b="1" spc="-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저장되어</a:t>
            </a:r>
            <a:r>
              <a:rPr sz="1950" b="1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있는가를</a:t>
            </a:r>
            <a:r>
              <a:rPr sz="1950" b="1" spc="-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기술함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60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40" dirty="0">
                <a:solidFill>
                  <a:srgbClr val="FF0000"/>
                </a:solidFill>
                <a:latin typeface="Malgun Gothic"/>
                <a:cs typeface="Malgun Gothic"/>
              </a:rPr>
              <a:t>인덱스,</a:t>
            </a:r>
            <a:r>
              <a:rPr sz="19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해싱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등과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같은</a:t>
            </a:r>
            <a:r>
              <a:rPr sz="1950" b="1" spc="-8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접근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55" dirty="0">
                <a:solidFill>
                  <a:srgbClr val="FF0000"/>
                </a:solidFill>
                <a:latin typeface="Malgun Gothic"/>
                <a:cs typeface="Malgun Gothic"/>
              </a:rPr>
              <a:t>경로,</a:t>
            </a:r>
            <a:r>
              <a:rPr sz="19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0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압축</a:t>
            </a:r>
            <a:r>
              <a:rPr sz="1950" b="1" spc="-1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20" dirty="0">
                <a:solidFill>
                  <a:srgbClr val="FF0000"/>
                </a:solidFill>
                <a:latin typeface="Malgun Gothic"/>
                <a:cs typeface="Malgun Gothic"/>
              </a:rPr>
              <a:t>등을</a:t>
            </a:r>
            <a:r>
              <a:rPr sz="19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950" b="1" spc="15" dirty="0">
                <a:solidFill>
                  <a:srgbClr val="FF0000"/>
                </a:solidFill>
                <a:latin typeface="Malgun Gothic"/>
                <a:cs typeface="Malgun Gothic"/>
              </a:rPr>
              <a:t>기술함</a:t>
            </a:r>
            <a:endParaRPr sz="1950">
              <a:latin typeface="Malgun Gothic"/>
              <a:cs typeface="Malgun Gothic"/>
            </a:endParaRPr>
          </a:p>
          <a:p>
            <a:pPr marL="832485" marR="5080" lvl="1" indent="-315595">
              <a:lnSpc>
                <a:spcPts val="3110"/>
              </a:lnSpc>
              <a:spcBef>
                <a:spcPts val="215"/>
              </a:spcBef>
              <a:buFont typeface="PMingLiU-ExtB"/>
              <a:buChar char="✓"/>
              <a:tabLst>
                <a:tab pos="833119" algn="l"/>
                <a:tab pos="2894330" algn="l"/>
                <a:tab pos="3590925" algn="l"/>
                <a:tab pos="5107305" algn="l"/>
                <a:tab pos="6077585" algn="l"/>
                <a:tab pos="7048500" algn="l"/>
                <a:tab pos="8293100" algn="l"/>
              </a:tabLst>
            </a:pPr>
            <a:r>
              <a:rPr sz="1950" b="1" spc="185" dirty="0">
                <a:latin typeface="Malgun Gothic"/>
                <a:cs typeface="Malgun Gothic"/>
              </a:rPr>
              <a:t>데</a:t>
            </a:r>
            <a:r>
              <a:rPr sz="1950" b="1" spc="204" dirty="0">
                <a:latin typeface="Malgun Gothic"/>
                <a:cs typeface="Malgun Gothic"/>
              </a:rPr>
              <a:t>이</a:t>
            </a:r>
            <a:r>
              <a:rPr sz="1950" b="1" spc="185" dirty="0">
                <a:latin typeface="Malgun Gothic"/>
                <a:cs typeface="Malgun Gothic"/>
              </a:rPr>
              <a:t>터</a:t>
            </a:r>
            <a:r>
              <a:rPr sz="1950" b="1" spc="204" dirty="0">
                <a:latin typeface="Malgun Gothic"/>
                <a:cs typeface="Malgun Gothic"/>
              </a:rPr>
              <a:t>베</a:t>
            </a:r>
            <a:r>
              <a:rPr sz="1950" b="1" spc="185" dirty="0">
                <a:latin typeface="Malgun Gothic"/>
                <a:cs typeface="Malgun Gothic"/>
              </a:rPr>
              <a:t>이</a:t>
            </a:r>
            <a:r>
              <a:rPr sz="1950" b="1" spc="204" dirty="0">
                <a:latin typeface="Malgun Gothic"/>
                <a:cs typeface="Malgun Gothic"/>
              </a:rPr>
              <a:t>스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85" dirty="0">
                <a:latin typeface="Malgun Gothic"/>
                <a:cs typeface="Malgun Gothic"/>
              </a:rPr>
              <a:t>개</a:t>
            </a:r>
            <a:r>
              <a:rPr sz="1950" b="1" spc="30" dirty="0">
                <a:latin typeface="Malgun Gothic"/>
                <a:cs typeface="Malgun Gothic"/>
              </a:rPr>
              <a:t>념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85" dirty="0">
                <a:latin typeface="Malgun Gothic"/>
                <a:cs typeface="Malgun Gothic"/>
              </a:rPr>
              <a:t>스</a:t>
            </a:r>
            <a:r>
              <a:rPr sz="1950" b="1" spc="204" dirty="0">
                <a:latin typeface="Malgun Gothic"/>
                <a:cs typeface="Malgun Gothic"/>
              </a:rPr>
              <a:t>키</a:t>
            </a:r>
            <a:r>
              <a:rPr sz="1950" b="1" spc="185" dirty="0">
                <a:latin typeface="Malgun Gothic"/>
                <a:cs typeface="Malgun Gothic"/>
              </a:rPr>
              <a:t>마</a:t>
            </a:r>
            <a:r>
              <a:rPr sz="1950" b="1" spc="204" dirty="0">
                <a:latin typeface="Malgun Gothic"/>
                <a:cs typeface="Malgun Gothic"/>
              </a:rPr>
              <a:t>에</a:t>
            </a:r>
            <a:r>
              <a:rPr sz="1950" b="1" spc="30" dirty="0">
                <a:latin typeface="Malgun Gothic"/>
                <a:cs typeface="Malgun Gothic"/>
              </a:rPr>
              <a:t>는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85" dirty="0">
                <a:latin typeface="Malgun Gothic"/>
                <a:cs typeface="Malgun Gothic"/>
              </a:rPr>
              <a:t>영</a:t>
            </a:r>
            <a:r>
              <a:rPr sz="1950" b="1" spc="204" dirty="0">
                <a:latin typeface="Malgun Gothic"/>
                <a:cs typeface="Malgun Gothic"/>
              </a:rPr>
              <a:t>향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204" dirty="0">
                <a:latin typeface="Malgun Gothic"/>
                <a:cs typeface="Malgun Gothic"/>
              </a:rPr>
              <a:t>미</a:t>
            </a:r>
            <a:r>
              <a:rPr sz="1950" b="1" spc="185" dirty="0">
                <a:latin typeface="Malgun Gothic"/>
                <a:cs typeface="Malgun Gothic"/>
              </a:rPr>
              <a:t>치</a:t>
            </a:r>
            <a:r>
              <a:rPr sz="1950" b="1" spc="30" dirty="0">
                <a:latin typeface="Malgun Gothic"/>
                <a:cs typeface="Malgun Gothic"/>
              </a:rPr>
              <a:t>지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204" dirty="0">
                <a:latin typeface="Malgun Gothic"/>
                <a:cs typeface="Malgun Gothic"/>
              </a:rPr>
              <a:t>않</a:t>
            </a:r>
            <a:r>
              <a:rPr sz="1950" b="1" spc="185" dirty="0">
                <a:latin typeface="Malgun Gothic"/>
                <a:cs typeface="Malgun Gothic"/>
              </a:rPr>
              <a:t>으</a:t>
            </a:r>
            <a:r>
              <a:rPr sz="1950" b="1" spc="204" dirty="0">
                <a:latin typeface="Malgun Gothic"/>
                <a:cs typeface="Malgun Gothic"/>
              </a:rPr>
              <a:t>면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185" dirty="0">
                <a:latin typeface="Malgun Gothic"/>
                <a:cs typeface="Malgun Gothic"/>
              </a:rPr>
              <a:t>성</a:t>
            </a:r>
            <a:r>
              <a:rPr sz="1950" b="1" spc="204" dirty="0">
                <a:latin typeface="Malgun Gothic"/>
                <a:cs typeface="Malgun Gothic"/>
              </a:rPr>
              <a:t>능</a:t>
            </a:r>
            <a:r>
              <a:rPr sz="1950" b="1" spc="15" dirty="0">
                <a:latin typeface="Malgun Gothic"/>
                <a:cs typeface="Malgun Gothic"/>
              </a:rPr>
              <a:t>을  </a:t>
            </a:r>
            <a:r>
              <a:rPr sz="1950" b="1" spc="10" dirty="0">
                <a:latin typeface="Malgun Gothic"/>
                <a:cs typeface="Malgun Gothic"/>
              </a:rPr>
              <a:t>향상시키기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위해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내부</a:t>
            </a:r>
            <a:r>
              <a:rPr sz="1950" b="1" spc="-7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스키마를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변경하는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것이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바람직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52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20" dirty="0">
                <a:latin typeface="Malgun Gothic"/>
                <a:cs typeface="Malgun Gothic"/>
              </a:rPr>
              <a:t>내부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단계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아래는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물리적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단계</a:t>
            </a:r>
            <a:endParaRPr sz="1950">
              <a:latin typeface="Malgun Gothic"/>
              <a:cs typeface="Malgun Gothic"/>
            </a:endParaRPr>
          </a:p>
          <a:p>
            <a:pPr marL="832485" lvl="1" indent="-316230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33119" algn="l"/>
              </a:tabLst>
            </a:pPr>
            <a:r>
              <a:rPr sz="1950" b="1" spc="15" dirty="0">
                <a:latin typeface="Malgun Gothic"/>
                <a:cs typeface="Malgun Gothic"/>
              </a:rPr>
              <a:t>물리적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단계는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-15" dirty="0">
                <a:latin typeface="Malgun Gothic"/>
                <a:cs typeface="Malgun Gothic"/>
              </a:rPr>
              <a:t>DBMS의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지시에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따라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운영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체제가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관리함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dirty="0">
                <a:latin typeface="Arial MT"/>
                <a:cs typeface="Arial MT"/>
              </a:rPr>
              <a:t>4</a:t>
            </a:r>
            <a:r>
              <a:rPr sz="1550" spc="-5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108" y="1639831"/>
            <a:ext cx="9157970" cy="291719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20" dirty="0">
                <a:latin typeface="Malgun Gothic"/>
                <a:cs typeface="Malgun Gothic"/>
              </a:rPr>
              <a:t>스키마</a:t>
            </a:r>
            <a:r>
              <a:rPr sz="2200" b="1" spc="-145" dirty="0">
                <a:latin typeface="Malgun Gothic"/>
                <a:cs typeface="Malgun Gothic"/>
              </a:rPr>
              <a:t> </a:t>
            </a:r>
            <a:r>
              <a:rPr sz="2200" b="1" spc="-15" dirty="0">
                <a:latin typeface="Malgun Gothic"/>
                <a:cs typeface="Malgun Gothic"/>
              </a:rPr>
              <a:t>간의</a:t>
            </a:r>
            <a:r>
              <a:rPr sz="2200" b="1" spc="-140" dirty="0">
                <a:latin typeface="Malgun Gothic"/>
                <a:cs typeface="Malgun Gothic"/>
              </a:rPr>
              <a:t> </a:t>
            </a:r>
            <a:r>
              <a:rPr sz="2200" b="1" spc="-5" dirty="0">
                <a:latin typeface="Malgun Gothic"/>
                <a:cs typeface="Malgun Gothic"/>
              </a:rPr>
              <a:t>사상</a:t>
            </a:r>
            <a:endParaRPr sz="2200">
              <a:latin typeface="Malgun Gothic"/>
              <a:cs typeface="Malgun Gothic"/>
            </a:endParaRPr>
          </a:p>
          <a:p>
            <a:pPr marL="831850" lvl="1" indent="-315595">
              <a:lnSpc>
                <a:spcPct val="100000"/>
              </a:lnSpc>
              <a:spcBef>
                <a:spcPts val="1030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spc="-15" dirty="0">
                <a:latin typeface="Malgun Gothic"/>
                <a:cs typeface="Malgun Gothic"/>
              </a:rPr>
              <a:t>DBMS는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세</a:t>
            </a:r>
            <a:r>
              <a:rPr sz="1950" b="1" spc="-8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가지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유형의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스키마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간의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사상을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책임짐</a:t>
            </a:r>
            <a:endParaRPr sz="1950">
              <a:latin typeface="Malgun Gothic"/>
              <a:cs typeface="Malgun Gothic"/>
            </a:endParaRPr>
          </a:p>
          <a:p>
            <a:pPr marL="831850" lvl="1" indent="-315595">
              <a:lnSpc>
                <a:spcPct val="100000"/>
              </a:lnSpc>
              <a:spcBef>
                <a:spcPts val="1005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dirty="0">
                <a:latin typeface="Malgun Gothic"/>
                <a:cs typeface="Malgun Gothic"/>
              </a:rPr>
              <a:t>외부/개념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spc="-20" dirty="0">
                <a:latin typeface="Malgun Gothic"/>
                <a:cs typeface="Malgun Gothic"/>
              </a:rPr>
              <a:t>사상(external/conceptual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-35" dirty="0">
                <a:latin typeface="Malgun Gothic"/>
                <a:cs typeface="Malgun Gothic"/>
              </a:rPr>
              <a:t>mapping)</a:t>
            </a:r>
            <a:endParaRPr sz="1950">
              <a:latin typeface="Malgun Gothic"/>
              <a:cs typeface="Malgun Gothic"/>
            </a:endParaRPr>
          </a:p>
          <a:p>
            <a:pPr marL="1274445" marR="5080" lvl="2" indent="-253365">
              <a:lnSpc>
                <a:spcPct val="141700"/>
              </a:lnSpc>
              <a:spcBef>
                <a:spcPts val="35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20" dirty="0">
                <a:latin typeface="Malgun Gothic"/>
                <a:cs typeface="Malgun Gothic"/>
              </a:rPr>
              <a:t>외부</a:t>
            </a:r>
            <a:r>
              <a:rPr sz="1750" b="1" spc="340" dirty="0">
                <a:latin typeface="Malgun Gothic"/>
                <a:cs typeface="Malgun Gothic"/>
              </a:rPr>
              <a:t> </a:t>
            </a:r>
            <a:r>
              <a:rPr sz="1750" b="1" spc="20" dirty="0">
                <a:latin typeface="Malgun Gothic"/>
                <a:cs typeface="Malgun Gothic"/>
              </a:rPr>
              <a:t>단계의</a:t>
            </a:r>
            <a:r>
              <a:rPr sz="1750" b="1" spc="325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뷰를</a:t>
            </a:r>
            <a:r>
              <a:rPr sz="1750" b="1" spc="330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사용해서</a:t>
            </a:r>
            <a:r>
              <a:rPr sz="1750" b="1" spc="325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입력된</a:t>
            </a:r>
            <a:r>
              <a:rPr sz="1750" b="1" spc="310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사용자의</a:t>
            </a:r>
            <a:r>
              <a:rPr sz="1750" b="1" spc="330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질의를</a:t>
            </a:r>
            <a:r>
              <a:rPr sz="1750" b="1" spc="325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개념</a:t>
            </a:r>
            <a:r>
              <a:rPr sz="1750" b="1" spc="310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단계의</a:t>
            </a:r>
            <a:r>
              <a:rPr sz="1750" b="1" spc="325" dirty="0">
                <a:latin typeface="Malgun Gothic"/>
                <a:cs typeface="Malgun Gothic"/>
              </a:rPr>
              <a:t> </a:t>
            </a:r>
            <a:r>
              <a:rPr sz="1750" b="1" spc="30" dirty="0">
                <a:latin typeface="Malgun Gothic"/>
                <a:cs typeface="Malgun Gothic"/>
              </a:rPr>
              <a:t>스키마를 </a:t>
            </a:r>
            <a:r>
              <a:rPr sz="1750" b="1" spc="-600" dirty="0">
                <a:latin typeface="Malgun Gothic"/>
                <a:cs typeface="Malgun Gothic"/>
              </a:rPr>
              <a:t> </a:t>
            </a:r>
            <a:r>
              <a:rPr sz="1750" b="1" spc="5" dirty="0">
                <a:latin typeface="Malgun Gothic"/>
                <a:cs typeface="Malgun Gothic"/>
              </a:rPr>
              <a:t>사용한</a:t>
            </a:r>
            <a:r>
              <a:rPr sz="1750" b="1" spc="-9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질의로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10" dirty="0">
                <a:latin typeface="Malgun Gothic"/>
                <a:cs typeface="Malgun Gothic"/>
              </a:rPr>
              <a:t>변환</a:t>
            </a:r>
            <a:endParaRPr sz="1750">
              <a:latin typeface="Malgun Gothic"/>
              <a:cs typeface="Malgun Gothic"/>
            </a:endParaRPr>
          </a:p>
          <a:p>
            <a:pPr marL="831850" lvl="1" indent="-315595">
              <a:lnSpc>
                <a:spcPct val="100000"/>
              </a:lnSpc>
              <a:spcBef>
                <a:spcPts val="940"/>
              </a:spcBef>
              <a:buFont typeface="PMingLiU-ExtB"/>
              <a:buChar char="✓"/>
              <a:tabLst>
                <a:tab pos="832485" algn="l"/>
              </a:tabLst>
            </a:pPr>
            <a:r>
              <a:rPr sz="1950" b="1" dirty="0">
                <a:latin typeface="Malgun Gothic"/>
                <a:cs typeface="Malgun Gothic"/>
              </a:rPr>
              <a:t>개념/내부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-25" dirty="0">
                <a:latin typeface="Malgun Gothic"/>
                <a:cs typeface="Malgun Gothic"/>
              </a:rPr>
              <a:t>사상(conceptual/internal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-35" dirty="0">
                <a:latin typeface="Malgun Gothic"/>
                <a:cs typeface="Malgun Gothic"/>
              </a:rPr>
              <a:t>mapping)</a:t>
            </a:r>
            <a:endParaRPr sz="19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919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dirty="0">
                <a:latin typeface="Malgun Gothic"/>
                <a:cs typeface="Malgun Gothic"/>
              </a:rPr>
              <a:t>이를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다시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내부</a:t>
            </a:r>
            <a:r>
              <a:rPr sz="1750" b="1" spc="-7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단계의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스키마로</a:t>
            </a:r>
            <a:r>
              <a:rPr sz="1750" b="1" spc="-100" dirty="0">
                <a:latin typeface="Malgun Gothic"/>
                <a:cs typeface="Malgun Gothic"/>
              </a:rPr>
              <a:t> </a:t>
            </a:r>
            <a:r>
              <a:rPr sz="1750" b="1" spc="-5" dirty="0">
                <a:latin typeface="Malgun Gothic"/>
                <a:cs typeface="Malgun Gothic"/>
              </a:rPr>
              <a:t>변환하여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디스크의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데이터베이스를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dirty="0">
                <a:latin typeface="Malgun Gothic"/>
                <a:cs typeface="Malgun Gothic"/>
              </a:rPr>
              <a:t>접근</a:t>
            </a:r>
            <a:endParaRPr sz="17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145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5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41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08" y="1639831"/>
            <a:ext cx="9161145" cy="399859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220"/>
              </a:spcBef>
              <a:buSzPct val="109090"/>
              <a:buFont typeface="PMingLiU-ExtB"/>
              <a:buChar char="❑"/>
              <a:tabLst>
                <a:tab pos="391160" algn="l"/>
              </a:tabLst>
            </a:pPr>
            <a:r>
              <a:rPr sz="2200" b="1" spc="-20" dirty="0">
                <a:latin typeface="Malgun Gothic"/>
                <a:cs typeface="Malgun Gothic"/>
              </a:rPr>
              <a:t>데이터</a:t>
            </a:r>
            <a:r>
              <a:rPr sz="2200" b="1" spc="-150" dirty="0">
                <a:latin typeface="Malgun Gothic"/>
                <a:cs typeface="Malgun Gothic"/>
              </a:rPr>
              <a:t> </a:t>
            </a:r>
            <a:r>
              <a:rPr sz="2200" b="1" spc="-20" dirty="0">
                <a:latin typeface="Malgun Gothic"/>
                <a:cs typeface="Malgun Gothic"/>
              </a:rPr>
              <a:t>독립성</a:t>
            </a:r>
            <a:endParaRPr sz="2200">
              <a:latin typeface="Malgun Gothic"/>
              <a:cs typeface="Malgun Gothic"/>
            </a:endParaRPr>
          </a:p>
          <a:p>
            <a:pPr marL="831850" marR="5080" lvl="1" indent="-315595">
              <a:lnSpc>
                <a:spcPct val="143100"/>
              </a:lnSpc>
              <a:spcBef>
                <a:spcPts val="20"/>
              </a:spcBef>
              <a:buFont typeface="PMingLiU-ExtB"/>
              <a:buChar char="✓"/>
              <a:tabLst>
                <a:tab pos="832485" algn="l"/>
                <a:tab pos="1473200" algn="l"/>
                <a:tab pos="2371090" algn="l"/>
                <a:tab pos="3266440" algn="l"/>
                <a:tab pos="4161154" algn="l"/>
                <a:tab pos="5056505" algn="l"/>
                <a:tab pos="5697855" algn="l"/>
                <a:tab pos="6849745" algn="l"/>
                <a:tab pos="7490459" algn="l"/>
                <a:tab pos="8385809" algn="l"/>
              </a:tabLst>
            </a:pPr>
            <a:r>
              <a:rPr sz="1950" b="1" spc="45" dirty="0">
                <a:latin typeface="Malgun Gothic"/>
                <a:cs typeface="Malgun Gothic"/>
              </a:rPr>
              <a:t>상</a:t>
            </a:r>
            <a:r>
              <a:rPr sz="1950" b="1" spc="30" dirty="0">
                <a:latin typeface="Malgun Gothic"/>
                <a:cs typeface="Malgun Gothic"/>
              </a:rPr>
              <a:t>위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단</a:t>
            </a:r>
            <a:r>
              <a:rPr sz="1950" b="1" spc="65" dirty="0">
                <a:latin typeface="Malgun Gothic"/>
                <a:cs typeface="Malgun Gothic"/>
              </a:rPr>
              <a:t>계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스키</a:t>
            </a:r>
            <a:r>
              <a:rPr sz="1950" b="1" spc="30" dirty="0">
                <a:latin typeface="Malgun Gothic"/>
                <a:cs typeface="Malgun Gothic"/>
              </a:rPr>
              <a:t>마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정의</a:t>
            </a:r>
            <a:r>
              <a:rPr sz="1950" b="1" spc="30" dirty="0">
                <a:latin typeface="Malgun Gothic"/>
                <a:cs typeface="Malgun Gothic"/>
              </a:rPr>
              <a:t>에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영향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주</a:t>
            </a:r>
            <a:r>
              <a:rPr sz="1950" b="1" spc="30" dirty="0">
                <a:latin typeface="Malgun Gothic"/>
                <a:cs typeface="Malgun Gothic"/>
              </a:rPr>
              <a:t>지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않</a:t>
            </a:r>
            <a:r>
              <a:rPr sz="1950" b="1" spc="65" dirty="0">
                <a:latin typeface="Malgun Gothic"/>
                <a:cs typeface="Malgun Gothic"/>
              </a:rPr>
              <a:t>으</a:t>
            </a:r>
            <a:r>
              <a:rPr sz="1950" b="1" spc="45" dirty="0">
                <a:latin typeface="Malgun Gothic"/>
                <a:cs typeface="Malgun Gothic"/>
              </a:rPr>
              <a:t>면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어</a:t>
            </a:r>
            <a:r>
              <a:rPr sz="1950" b="1" spc="30" dirty="0">
                <a:latin typeface="Malgun Gothic"/>
                <a:cs typeface="Malgun Gothic"/>
              </a:rPr>
              <a:t>떤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단계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45" dirty="0">
                <a:latin typeface="Malgun Gothic"/>
                <a:cs typeface="Malgun Gothic"/>
              </a:rPr>
              <a:t>스</a:t>
            </a:r>
            <a:r>
              <a:rPr sz="1950" b="1" spc="65" dirty="0">
                <a:latin typeface="Malgun Gothic"/>
                <a:cs typeface="Malgun Gothic"/>
              </a:rPr>
              <a:t>키</a:t>
            </a:r>
            <a:r>
              <a:rPr sz="1950" b="1" spc="15" dirty="0">
                <a:latin typeface="Malgun Gothic"/>
                <a:cs typeface="Malgun Gothic"/>
              </a:rPr>
              <a:t>마  정의를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변경할</a:t>
            </a:r>
            <a:r>
              <a:rPr sz="1950" b="1" spc="-9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수</a:t>
            </a:r>
            <a:r>
              <a:rPr sz="1950" b="1" spc="-7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있음을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의미</a:t>
            </a:r>
            <a:endParaRPr sz="19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905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5" dirty="0">
                <a:solidFill>
                  <a:srgbClr val="FF3300"/>
                </a:solidFill>
                <a:latin typeface="Malgun Gothic"/>
                <a:cs typeface="Malgun Gothic"/>
              </a:rPr>
              <a:t>물리적인</a:t>
            </a:r>
            <a:r>
              <a:rPr sz="1750" b="1" spc="-10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sz="1750" b="1" spc="-114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3300"/>
                </a:solidFill>
                <a:latin typeface="Malgun Gothic"/>
                <a:cs typeface="Malgun Gothic"/>
              </a:rPr>
              <a:t>독립성</a:t>
            </a:r>
            <a:r>
              <a:rPr sz="1750" b="1" spc="-5" dirty="0">
                <a:latin typeface="Malgun Gothic"/>
                <a:cs typeface="Malgun Gothic"/>
              </a:rPr>
              <a:t>(physical</a:t>
            </a:r>
            <a:r>
              <a:rPr sz="1750" b="1" spc="-85" dirty="0"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105" dirty="0">
                <a:latin typeface="Malgun Gothic"/>
                <a:cs typeface="Malgun Gothic"/>
              </a:rPr>
              <a:t> </a:t>
            </a:r>
            <a:r>
              <a:rPr sz="1750" b="1" spc="-10" dirty="0">
                <a:latin typeface="Malgun Gothic"/>
                <a:cs typeface="Malgun Gothic"/>
              </a:rPr>
              <a:t>independence)</a:t>
            </a:r>
            <a:endParaRPr sz="1750">
              <a:latin typeface="Malgun Gothic"/>
              <a:cs typeface="Malgun Gothic"/>
            </a:endParaRPr>
          </a:p>
          <a:p>
            <a:pPr marL="1778635" marR="8255" lvl="3" indent="-253365">
              <a:lnSpc>
                <a:spcPct val="141100"/>
              </a:lnSpc>
              <a:spcBef>
                <a:spcPts val="15"/>
              </a:spcBef>
              <a:buFont typeface="PMingLiU-ExtB"/>
              <a:buChar char="✓"/>
              <a:tabLst>
                <a:tab pos="1779270" algn="l"/>
              </a:tabLst>
            </a:pP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내부</a:t>
            </a:r>
            <a:r>
              <a:rPr sz="1750" b="1" spc="-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스키마의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변화가</a:t>
            </a:r>
            <a:r>
              <a:rPr sz="1750" b="1" spc="-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스키마에</a:t>
            </a:r>
            <a:r>
              <a:rPr sz="1750" b="1" spc="-5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영향을</a:t>
            </a:r>
            <a:r>
              <a:rPr sz="1750" b="1" spc="-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미치지</a:t>
            </a:r>
            <a:r>
              <a:rPr sz="1750" b="1" spc="-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5" dirty="0">
                <a:solidFill>
                  <a:srgbClr val="FF0000"/>
                </a:solidFill>
                <a:latin typeface="Malgun Gothic"/>
                <a:cs typeface="Malgun Gothic"/>
              </a:rPr>
              <a:t>않으며,</a:t>
            </a:r>
            <a:r>
              <a:rPr sz="1750" b="1" spc="-4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따라서</a:t>
            </a:r>
            <a:r>
              <a:rPr sz="1750" b="1" spc="-5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외부 </a:t>
            </a:r>
            <a:r>
              <a:rPr sz="1750" b="1" spc="-6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스키마(또는</a:t>
            </a:r>
            <a:r>
              <a:rPr sz="1750" b="1" spc="-11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sz="1750" b="1" spc="-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프로그램)에도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영향을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미치지</a:t>
            </a:r>
            <a:r>
              <a:rPr sz="17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않음을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의미</a:t>
            </a:r>
            <a:endParaRPr sz="1750">
              <a:latin typeface="Malgun Gothic"/>
              <a:cs typeface="Malgun Gothic"/>
            </a:endParaRPr>
          </a:p>
          <a:p>
            <a:pPr marL="1274445" lvl="2" indent="-254000">
              <a:lnSpc>
                <a:spcPct val="100000"/>
              </a:lnSpc>
              <a:spcBef>
                <a:spcPts val="865"/>
              </a:spcBef>
              <a:buFont typeface="PMingLiU-ExtB"/>
              <a:buChar char="▪"/>
              <a:tabLst>
                <a:tab pos="1274445" algn="l"/>
                <a:tab pos="1275080" algn="l"/>
              </a:tabLst>
            </a:pPr>
            <a:r>
              <a:rPr sz="1750" b="1" spc="-5" dirty="0">
                <a:solidFill>
                  <a:srgbClr val="FF3300"/>
                </a:solidFill>
                <a:latin typeface="Malgun Gothic"/>
                <a:cs typeface="Malgun Gothic"/>
              </a:rPr>
              <a:t>논리적인</a:t>
            </a:r>
            <a:r>
              <a:rPr sz="1750" b="1" spc="-85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sz="1750" b="1" spc="-100" dirty="0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sz="1750" b="1" spc="-15" dirty="0">
                <a:solidFill>
                  <a:srgbClr val="FF3300"/>
                </a:solidFill>
                <a:latin typeface="Malgun Gothic"/>
                <a:cs typeface="Malgun Gothic"/>
              </a:rPr>
              <a:t>독립성</a:t>
            </a:r>
            <a:r>
              <a:rPr sz="1750" b="1" spc="-15" dirty="0">
                <a:latin typeface="Malgun Gothic"/>
                <a:cs typeface="Malgun Gothic"/>
              </a:rPr>
              <a:t>(logical</a:t>
            </a:r>
            <a:r>
              <a:rPr sz="1750" b="1" spc="-80" dirty="0">
                <a:latin typeface="Malgun Gothic"/>
                <a:cs typeface="Malgun Gothic"/>
              </a:rPr>
              <a:t> </a:t>
            </a:r>
            <a:r>
              <a:rPr sz="1750" b="1" spc="-20" dirty="0">
                <a:latin typeface="Malgun Gothic"/>
                <a:cs typeface="Malgun Gothic"/>
              </a:rPr>
              <a:t>data</a:t>
            </a:r>
            <a:r>
              <a:rPr sz="1750" b="1" spc="-90" dirty="0">
                <a:latin typeface="Malgun Gothic"/>
                <a:cs typeface="Malgun Gothic"/>
              </a:rPr>
              <a:t> </a:t>
            </a:r>
            <a:r>
              <a:rPr sz="1750" b="1" spc="-15" dirty="0">
                <a:latin typeface="Malgun Gothic"/>
                <a:cs typeface="Malgun Gothic"/>
              </a:rPr>
              <a:t>independence)</a:t>
            </a:r>
            <a:endParaRPr sz="1750">
              <a:latin typeface="Malgun Gothic"/>
              <a:cs typeface="Malgun Gothic"/>
            </a:endParaRPr>
          </a:p>
          <a:p>
            <a:pPr marL="1778635" lvl="3" indent="-253365">
              <a:lnSpc>
                <a:spcPct val="100000"/>
              </a:lnSpc>
              <a:spcBef>
                <a:spcPts val="860"/>
              </a:spcBef>
              <a:buFont typeface="PMingLiU-ExtB"/>
              <a:buChar char="✓"/>
              <a:tabLst>
                <a:tab pos="1779270" algn="l"/>
              </a:tabLst>
            </a:pP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개념</a:t>
            </a:r>
            <a:r>
              <a:rPr sz="1750" b="1" spc="-7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스키마의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변화로부터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외부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스키마가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영향을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받지</a:t>
            </a:r>
            <a:r>
              <a:rPr sz="1750" b="1" spc="-9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않음을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의미</a:t>
            </a:r>
            <a:endParaRPr sz="1750">
              <a:latin typeface="Malgun Gothic"/>
              <a:cs typeface="Malgun Gothic"/>
            </a:endParaRPr>
          </a:p>
          <a:p>
            <a:pPr marL="1778635" marR="5715" lvl="3" indent="-253365">
              <a:lnSpc>
                <a:spcPct val="141100"/>
              </a:lnSpc>
              <a:spcBef>
                <a:spcPts val="5"/>
              </a:spcBef>
              <a:buFont typeface="PMingLiU-ExtB"/>
              <a:buChar char="✓"/>
              <a:tabLst>
                <a:tab pos="1779270" algn="l"/>
              </a:tabLst>
            </a:pP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기존의</a:t>
            </a:r>
            <a:r>
              <a:rPr sz="1750" b="1" spc="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외부</a:t>
            </a:r>
            <a:r>
              <a:rPr sz="1750" b="1" spc="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5" dirty="0">
                <a:solidFill>
                  <a:srgbClr val="FF0000"/>
                </a:solidFill>
                <a:latin typeface="Malgun Gothic"/>
                <a:cs typeface="Malgun Gothic"/>
              </a:rPr>
              <a:t>스키마에</a:t>
            </a:r>
            <a:r>
              <a:rPr sz="1750" b="1" spc="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영향을</a:t>
            </a:r>
            <a:r>
              <a:rPr sz="1750" b="1" spc="1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미치지</a:t>
            </a:r>
            <a:r>
              <a:rPr sz="1750" b="1" spc="12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35" dirty="0">
                <a:solidFill>
                  <a:srgbClr val="FF0000"/>
                </a:solidFill>
                <a:latin typeface="Malgun Gothic"/>
                <a:cs typeface="Malgun Gothic"/>
              </a:rPr>
              <a:t>않고,</a:t>
            </a:r>
            <a:r>
              <a:rPr sz="1750" b="1" spc="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sz="1750" b="1" spc="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Malgun Gothic"/>
                <a:cs typeface="Malgun Gothic"/>
              </a:rPr>
              <a:t>프로그램을</a:t>
            </a:r>
            <a:r>
              <a:rPr sz="1750" b="1" spc="13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다시</a:t>
            </a:r>
            <a:r>
              <a:rPr sz="1750" b="1" spc="14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15" dirty="0">
                <a:solidFill>
                  <a:srgbClr val="FF0000"/>
                </a:solidFill>
                <a:latin typeface="Malgun Gothic"/>
                <a:cs typeface="Malgun Gothic"/>
              </a:rPr>
              <a:t>작성할 </a:t>
            </a:r>
            <a:r>
              <a:rPr sz="1750" b="1" spc="-6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필요</a:t>
            </a:r>
            <a:r>
              <a:rPr sz="1750" b="1" spc="-7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없이</a:t>
            </a:r>
            <a:r>
              <a:rPr sz="1750" b="1" spc="-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0000"/>
                </a:solidFill>
                <a:latin typeface="Malgun Gothic"/>
                <a:cs typeface="Malgun Gothic"/>
              </a:rPr>
              <a:t>개념</a:t>
            </a:r>
            <a:r>
              <a:rPr sz="1750" b="1" spc="-7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스키마에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대한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5" dirty="0">
                <a:solidFill>
                  <a:srgbClr val="FF0000"/>
                </a:solidFill>
                <a:latin typeface="Malgun Gothic"/>
                <a:cs typeface="Malgun Gothic"/>
              </a:rPr>
              <a:t>변화가</a:t>
            </a:r>
            <a:r>
              <a:rPr sz="1750" b="1" spc="-9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Malgun Gothic"/>
                <a:cs typeface="Malgun Gothic"/>
              </a:rPr>
              <a:t>가능해야</a:t>
            </a:r>
            <a:r>
              <a:rPr sz="1750" b="1" spc="-10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750" b="1" spc="10" dirty="0">
                <a:solidFill>
                  <a:srgbClr val="FF0000"/>
                </a:solidFill>
                <a:latin typeface="Malgun Gothic"/>
                <a:cs typeface="Malgun Gothic"/>
              </a:rPr>
              <a:t>함</a:t>
            </a:r>
            <a:endParaRPr sz="17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 marL="952500">
              <a:lnSpc>
                <a:spcPct val="100000"/>
              </a:lnSpc>
              <a:spcBef>
                <a:spcPts val="1360"/>
              </a:spcBef>
            </a:pPr>
            <a:r>
              <a:rPr sz="2850" spc="55" dirty="0">
                <a:solidFill>
                  <a:srgbClr val="3333CC"/>
                </a:solidFill>
              </a:rPr>
              <a:t>1.7</a:t>
            </a:r>
            <a:r>
              <a:rPr sz="2850" spc="-130" dirty="0">
                <a:solidFill>
                  <a:srgbClr val="3333CC"/>
                </a:solidFill>
              </a:rPr>
              <a:t> </a:t>
            </a:r>
            <a:r>
              <a:rPr sz="2850" spc="-30" dirty="0">
                <a:solidFill>
                  <a:srgbClr val="3333CC"/>
                </a:solidFill>
              </a:rPr>
              <a:t>ANSI/SPARC</a:t>
            </a:r>
            <a:r>
              <a:rPr sz="2850" spc="-145" dirty="0">
                <a:solidFill>
                  <a:srgbClr val="3333CC"/>
                </a:solidFill>
              </a:rPr>
              <a:t> </a:t>
            </a:r>
            <a:r>
              <a:rPr sz="2850" spc="-20" dirty="0">
                <a:solidFill>
                  <a:srgbClr val="3333CC"/>
                </a:solidFill>
              </a:rPr>
              <a:t>아키텍처와</a:t>
            </a:r>
            <a:r>
              <a:rPr sz="2850" spc="-160" dirty="0">
                <a:solidFill>
                  <a:srgbClr val="3333CC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데이터</a:t>
            </a:r>
            <a:r>
              <a:rPr sz="2850" spc="-145" dirty="0">
                <a:solidFill>
                  <a:srgbClr val="FF0000"/>
                </a:solidFill>
              </a:rPr>
              <a:t> </a:t>
            </a:r>
            <a:r>
              <a:rPr sz="2850" spc="-15" dirty="0">
                <a:solidFill>
                  <a:srgbClr val="FF0000"/>
                </a:solidFill>
              </a:rPr>
              <a:t>독립성</a:t>
            </a:r>
            <a:endParaRPr sz="2850"/>
          </a:p>
        </p:txBody>
      </p:sp>
      <p:grpSp>
        <p:nvGrpSpPr>
          <p:cNvPr id="3" name="object 3"/>
          <p:cNvGrpSpPr/>
          <p:nvPr/>
        </p:nvGrpSpPr>
        <p:grpSpPr>
          <a:xfrm>
            <a:off x="2333927" y="1904715"/>
            <a:ext cx="6254750" cy="4920615"/>
            <a:chOff x="2333927" y="1904715"/>
            <a:chExt cx="6254750" cy="49206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927" y="1904715"/>
              <a:ext cx="5884876" cy="49200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11667" y="4867656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22504" y="406908"/>
                  </a:moveTo>
                  <a:lnTo>
                    <a:pt x="202692" y="294131"/>
                  </a:lnTo>
                  <a:lnTo>
                    <a:pt x="124968" y="332231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0979"/>
                  </a:lnTo>
                  <a:lnTo>
                    <a:pt x="0" y="161543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8203"/>
                  </a:lnTo>
                  <a:lnTo>
                    <a:pt x="382524" y="0"/>
                  </a:lnTo>
                  <a:lnTo>
                    <a:pt x="373380" y="99059"/>
                  </a:lnTo>
                  <a:lnTo>
                    <a:pt x="484631" y="83819"/>
                  </a:lnTo>
                  <a:lnTo>
                    <a:pt x="440436" y="137159"/>
                  </a:lnTo>
                  <a:lnTo>
                    <a:pt x="556260" y="152399"/>
                  </a:lnTo>
                  <a:lnTo>
                    <a:pt x="463295" y="196595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39851"/>
                  </a:lnTo>
                  <a:lnTo>
                    <a:pt x="368808" y="271272"/>
                  </a:lnTo>
                  <a:lnTo>
                    <a:pt x="348996" y="371855"/>
                  </a:lnTo>
                  <a:lnTo>
                    <a:pt x="277368" y="280415"/>
                  </a:lnTo>
                  <a:lnTo>
                    <a:pt x="222504" y="406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11667" y="4867656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84988" y="108203"/>
                  </a:moveTo>
                  <a:lnTo>
                    <a:pt x="382524" y="0"/>
                  </a:lnTo>
                  <a:lnTo>
                    <a:pt x="373380" y="99059"/>
                  </a:lnTo>
                  <a:lnTo>
                    <a:pt x="484631" y="83819"/>
                  </a:lnTo>
                  <a:lnTo>
                    <a:pt x="440436" y="137159"/>
                  </a:lnTo>
                  <a:lnTo>
                    <a:pt x="556260" y="152399"/>
                  </a:lnTo>
                  <a:lnTo>
                    <a:pt x="463295" y="196595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39851"/>
                  </a:lnTo>
                  <a:lnTo>
                    <a:pt x="368808" y="271272"/>
                  </a:lnTo>
                  <a:lnTo>
                    <a:pt x="348996" y="371855"/>
                  </a:lnTo>
                  <a:lnTo>
                    <a:pt x="277368" y="280415"/>
                  </a:lnTo>
                  <a:lnTo>
                    <a:pt x="222504" y="406908"/>
                  </a:lnTo>
                  <a:lnTo>
                    <a:pt x="202692" y="294131"/>
                  </a:lnTo>
                  <a:lnTo>
                    <a:pt x="124968" y="332231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0979"/>
                  </a:lnTo>
                  <a:lnTo>
                    <a:pt x="0" y="161543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8203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11667" y="3803904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22504" y="406908"/>
                  </a:moveTo>
                  <a:lnTo>
                    <a:pt x="202692" y="294132"/>
                  </a:lnTo>
                  <a:lnTo>
                    <a:pt x="124968" y="332232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2503"/>
                  </a:lnTo>
                  <a:lnTo>
                    <a:pt x="0" y="163067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9727"/>
                  </a:lnTo>
                  <a:lnTo>
                    <a:pt x="382524" y="0"/>
                  </a:lnTo>
                  <a:lnTo>
                    <a:pt x="373380" y="100583"/>
                  </a:lnTo>
                  <a:lnTo>
                    <a:pt x="484631" y="83819"/>
                  </a:lnTo>
                  <a:lnTo>
                    <a:pt x="440436" y="138683"/>
                  </a:lnTo>
                  <a:lnTo>
                    <a:pt x="556260" y="153923"/>
                  </a:lnTo>
                  <a:lnTo>
                    <a:pt x="463295" y="198119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41375"/>
                  </a:lnTo>
                  <a:lnTo>
                    <a:pt x="368808" y="272796"/>
                  </a:lnTo>
                  <a:lnTo>
                    <a:pt x="348996" y="371855"/>
                  </a:lnTo>
                  <a:lnTo>
                    <a:pt x="277368" y="281939"/>
                  </a:lnTo>
                  <a:lnTo>
                    <a:pt x="222504" y="406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1667" y="3803904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84988" y="109727"/>
                  </a:moveTo>
                  <a:lnTo>
                    <a:pt x="382524" y="0"/>
                  </a:lnTo>
                  <a:lnTo>
                    <a:pt x="373380" y="100583"/>
                  </a:lnTo>
                  <a:lnTo>
                    <a:pt x="484631" y="83819"/>
                  </a:lnTo>
                  <a:lnTo>
                    <a:pt x="440436" y="138683"/>
                  </a:lnTo>
                  <a:lnTo>
                    <a:pt x="556260" y="153923"/>
                  </a:lnTo>
                  <a:lnTo>
                    <a:pt x="463295" y="198119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41375"/>
                  </a:lnTo>
                  <a:lnTo>
                    <a:pt x="368808" y="272796"/>
                  </a:lnTo>
                  <a:lnTo>
                    <a:pt x="348996" y="371855"/>
                  </a:lnTo>
                  <a:lnTo>
                    <a:pt x="277368" y="281939"/>
                  </a:lnTo>
                  <a:lnTo>
                    <a:pt x="222504" y="406908"/>
                  </a:lnTo>
                  <a:lnTo>
                    <a:pt x="202692" y="294132"/>
                  </a:lnTo>
                  <a:lnTo>
                    <a:pt x="124968" y="332232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2503"/>
                  </a:lnTo>
                  <a:lnTo>
                    <a:pt x="0" y="163067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9727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2832" y="588263"/>
            <a:ext cx="8100059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796925">
              <a:lnSpc>
                <a:spcPct val="100000"/>
              </a:lnSpc>
              <a:spcBef>
                <a:spcPts val="985"/>
              </a:spcBef>
            </a:pPr>
            <a:r>
              <a:rPr sz="3300" spc="60" dirty="0">
                <a:solidFill>
                  <a:srgbClr val="3333CC"/>
                </a:solidFill>
              </a:rPr>
              <a:t>1.8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데이터베이스</a:t>
            </a:r>
            <a:r>
              <a:rPr sz="3300" spc="-5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시스템</a:t>
            </a:r>
            <a:r>
              <a:rPr sz="3300" spc="-2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아키텍처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7079" y="1754124"/>
            <a:ext cx="5760192" cy="499192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51484" indent="-378460">
              <a:lnSpc>
                <a:spcPct val="100000"/>
              </a:lnSpc>
              <a:spcBef>
                <a:spcPts val="965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20" dirty="0"/>
              <a:t>데이터</a:t>
            </a:r>
            <a:r>
              <a:rPr spc="-125" dirty="0"/>
              <a:t> </a:t>
            </a:r>
            <a:r>
              <a:rPr spc="-20" dirty="0"/>
              <a:t>정의어</a:t>
            </a:r>
            <a:r>
              <a:rPr spc="-140" dirty="0"/>
              <a:t> </a:t>
            </a:r>
            <a:r>
              <a:rPr spc="-25" dirty="0"/>
              <a:t>컴파일러(DDL</a:t>
            </a:r>
            <a:r>
              <a:rPr spc="-125" dirty="0"/>
              <a:t> </a:t>
            </a:r>
            <a:r>
              <a:rPr spc="-45" dirty="0"/>
              <a:t>compiler)</a:t>
            </a:r>
            <a:r>
              <a:rPr spc="-105" dirty="0"/>
              <a:t> </a:t>
            </a:r>
            <a:r>
              <a:rPr spc="-5" dirty="0"/>
              <a:t>모듈</a:t>
            </a:r>
          </a:p>
          <a:p>
            <a:pPr marL="892810" marR="5080" lvl="1" indent="-315595">
              <a:lnSpc>
                <a:spcPct val="132300"/>
              </a:lnSpc>
              <a:spcBef>
                <a:spcPts val="45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dirty="0">
                <a:latin typeface="Malgun Gothic"/>
                <a:cs typeface="Malgun Gothic"/>
              </a:rPr>
              <a:t>데이터</a:t>
            </a:r>
            <a:r>
              <a:rPr sz="1950" b="1" spc="15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정의어를</a:t>
            </a:r>
            <a:r>
              <a:rPr sz="1950" b="1" spc="160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사용하여</a:t>
            </a:r>
            <a:r>
              <a:rPr sz="1950" b="1" spc="155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테이블</a:t>
            </a:r>
            <a:r>
              <a:rPr sz="1950" b="1" spc="16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생성을</a:t>
            </a:r>
            <a:r>
              <a:rPr sz="1950" b="1" spc="15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요청하면</a:t>
            </a:r>
            <a:r>
              <a:rPr sz="1950" b="1" spc="16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테이블을</a:t>
            </a:r>
            <a:r>
              <a:rPr sz="1950" b="1" spc="17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파일</a:t>
            </a:r>
            <a:r>
              <a:rPr sz="1950" b="1" spc="16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형태로 </a:t>
            </a:r>
            <a:r>
              <a:rPr sz="1950" b="1" spc="-67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데이터베이스에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40" dirty="0">
                <a:latin typeface="Malgun Gothic"/>
                <a:cs typeface="Malgun Gothic"/>
              </a:rPr>
              <a:t>만들고,</a:t>
            </a:r>
            <a:r>
              <a:rPr sz="1950" b="1" spc="-65" dirty="0">
                <a:latin typeface="Malgun Gothic"/>
                <a:cs typeface="Malgun Gothic"/>
              </a:rPr>
              <a:t> </a:t>
            </a:r>
            <a:r>
              <a:rPr sz="1950" b="1" spc="30" dirty="0">
                <a:latin typeface="Malgun Gothic"/>
                <a:cs typeface="Malgun Gothic"/>
              </a:rPr>
              <a:t>이</a:t>
            </a:r>
            <a:r>
              <a:rPr sz="1950" b="1" spc="-80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테이블에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대한</a:t>
            </a:r>
            <a:r>
              <a:rPr sz="1950" b="1" spc="-10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명세를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시스템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10" dirty="0">
                <a:latin typeface="Malgun Gothic"/>
                <a:cs typeface="Malgun Gothic"/>
              </a:rPr>
              <a:t>카탈로그에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저장</a:t>
            </a:r>
            <a:endParaRPr sz="1950" dirty="0">
              <a:latin typeface="Malgun Gothic"/>
              <a:cs typeface="Malgun Gothic"/>
            </a:endParaRPr>
          </a:p>
          <a:p>
            <a:pPr marL="451484" indent="-378460">
              <a:lnSpc>
                <a:spcPct val="100000"/>
              </a:lnSpc>
              <a:spcBef>
                <a:spcPts val="760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5" dirty="0"/>
              <a:t>질의</a:t>
            </a:r>
            <a:r>
              <a:rPr spc="-130" dirty="0"/>
              <a:t> </a:t>
            </a:r>
            <a:r>
              <a:rPr spc="-50" dirty="0"/>
              <a:t>처리기(query</a:t>
            </a:r>
            <a:r>
              <a:rPr spc="-130" dirty="0"/>
              <a:t> </a:t>
            </a:r>
            <a:r>
              <a:rPr dirty="0"/>
              <a:t>processor)</a:t>
            </a:r>
            <a:r>
              <a:rPr spc="-114" dirty="0"/>
              <a:t> </a:t>
            </a:r>
            <a:r>
              <a:rPr spc="-5" dirty="0"/>
              <a:t>모듈</a:t>
            </a:r>
          </a:p>
          <a:p>
            <a:pPr marL="892810" marR="5080" lvl="1" indent="-315595">
              <a:lnSpc>
                <a:spcPct val="132300"/>
              </a:lnSpc>
              <a:spcBef>
                <a:spcPts val="45"/>
              </a:spcBef>
              <a:buFont typeface="PMingLiU-ExtB"/>
              <a:buChar char="✓"/>
              <a:tabLst>
                <a:tab pos="894080" algn="l"/>
                <a:tab pos="1806575" algn="l"/>
                <a:tab pos="2975610" algn="l"/>
                <a:tab pos="4145279" algn="l"/>
                <a:tab pos="5055235" algn="l"/>
                <a:tab pos="5965825" algn="l"/>
                <a:tab pos="6616700" algn="l"/>
                <a:tab pos="7529830" algn="l"/>
                <a:tab pos="8439785" algn="l"/>
              </a:tabLst>
            </a:pPr>
            <a:r>
              <a:rPr sz="1950" b="1" spc="85" dirty="0">
                <a:latin typeface="Malgun Gothic"/>
                <a:cs typeface="Malgun Gothic"/>
              </a:rPr>
              <a:t>데</a:t>
            </a:r>
            <a:r>
              <a:rPr sz="1950" b="1" spc="65" dirty="0">
                <a:latin typeface="Malgun Gothic"/>
                <a:cs typeface="Malgun Gothic"/>
              </a:rPr>
              <a:t>이</a:t>
            </a:r>
            <a:r>
              <a:rPr sz="1950" b="1" spc="30" dirty="0">
                <a:latin typeface="Malgun Gothic"/>
                <a:cs typeface="Malgun Gothic"/>
              </a:rPr>
              <a:t>터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조</a:t>
            </a:r>
            <a:r>
              <a:rPr sz="1950" b="1" spc="65" dirty="0">
                <a:latin typeface="Malgun Gothic"/>
                <a:cs typeface="Malgun Gothic"/>
              </a:rPr>
              <a:t>작</a:t>
            </a:r>
            <a:r>
              <a:rPr sz="1950" b="1" spc="85" dirty="0">
                <a:latin typeface="Malgun Gothic"/>
                <a:cs typeface="Malgun Gothic"/>
              </a:rPr>
              <a:t>어</a:t>
            </a:r>
            <a:r>
              <a:rPr sz="1950" b="1" spc="30" dirty="0">
                <a:latin typeface="Malgun Gothic"/>
                <a:cs typeface="Malgun Gothic"/>
              </a:rPr>
              <a:t>를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수</a:t>
            </a:r>
            <a:r>
              <a:rPr sz="1950" b="1" spc="85" dirty="0">
                <a:latin typeface="Malgun Gothic"/>
                <a:cs typeface="Malgun Gothic"/>
              </a:rPr>
              <a:t>행</a:t>
            </a:r>
            <a:r>
              <a:rPr sz="1950" b="1" spc="65" dirty="0">
                <a:latin typeface="Malgun Gothic"/>
                <a:cs typeface="Malgun Gothic"/>
              </a:rPr>
              <a:t>하</a:t>
            </a:r>
            <a:r>
              <a:rPr sz="1950" b="1" spc="30" dirty="0">
                <a:latin typeface="Malgun Gothic"/>
                <a:cs typeface="Malgun Gothic"/>
              </a:rPr>
              <a:t>는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최</a:t>
            </a:r>
            <a:r>
              <a:rPr sz="1950" b="1" spc="85" dirty="0">
                <a:latin typeface="Malgun Gothic"/>
                <a:cs typeface="Malgun Gothic"/>
              </a:rPr>
              <a:t>적</a:t>
            </a:r>
            <a:r>
              <a:rPr sz="1950" b="1" spc="30" dirty="0">
                <a:latin typeface="Malgun Gothic"/>
                <a:cs typeface="Malgun Gothic"/>
              </a:rPr>
              <a:t>의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방</a:t>
            </a:r>
            <a:r>
              <a:rPr sz="1950" b="1" spc="65" dirty="0">
                <a:latin typeface="Malgun Gothic"/>
                <a:cs typeface="Malgun Gothic"/>
              </a:rPr>
              <a:t>법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찾</a:t>
            </a:r>
            <a:r>
              <a:rPr sz="1950" b="1" spc="30" dirty="0">
                <a:latin typeface="Malgun Gothic"/>
                <a:cs typeface="Malgun Gothic"/>
              </a:rPr>
              <a:t>는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모듈</a:t>
            </a:r>
            <a:r>
              <a:rPr sz="1950" b="1" spc="30" dirty="0">
                <a:latin typeface="Malgun Gothic"/>
                <a:cs typeface="Malgun Gothic"/>
              </a:rPr>
              <a:t>을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65" dirty="0">
                <a:latin typeface="Malgun Gothic"/>
                <a:cs typeface="Malgun Gothic"/>
              </a:rPr>
              <a:t>통</a:t>
            </a:r>
            <a:r>
              <a:rPr sz="1950" b="1" spc="85" dirty="0">
                <a:latin typeface="Malgun Gothic"/>
                <a:cs typeface="Malgun Gothic"/>
              </a:rPr>
              <a:t>해</a:t>
            </a:r>
            <a:r>
              <a:rPr sz="1950" b="1" spc="30" dirty="0">
                <a:latin typeface="Malgun Gothic"/>
                <a:cs typeface="Malgun Gothic"/>
              </a:rPr>
              <a:t>서</a:t>
            </a:r>
            <a:r>
              <a:rPr sz="1950" b="1" dirty="0">
                <a:latin typeface="Malgun Gothic"/>
                <a:cs typeface="Malgun Gothic"/>
              </a:rPr>
              <a:t>	</a:t>
            </a:r>
            <a:r>
              <a:rPr sz="1950" b="1" spc="85" dirty="0">
                <a:latin typeface="Malgun Gothic"/>
                <a:cs typeface="Malgun Gothic"/>
              </a:rPr>
              <a:t>기</a:t>
            </a:r>
            <a:r>
              <a:rPr sz="1950" b="1" spc="65" dirty="0">
                <a:latin typeface="Malgun Gothic"/>
                <a:cs typeface="Malgun Gothic"/>
              </a:rPr>
              <a:t>계</a:t>
            </a:r>
            <a:r>
              <a:rPr sz="1950" b="1" spc="15" dirty="0">
                <a:latin typeface="Malgun Gothic"/>
                <a:cs typeface="Malgun Gothic"/>
              </a:rPr>
              <a:t>어  코드로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번역</a:t>
            </a:r>
            <a:endParaRPr sz="1950" dirty="0">
              <a:latin typeface="Malgun Gothic"/>
              <a:cs typeface="Malgun Gothic"/>
            </a:endParaRPr>
          </a:p>
          <a:p>
            <a:pPr marL="451484" indent="-378460">
              <a:lnSpc>
                <a:spcPct val="100000"/>
              </a:lnSpc>
              <a:spcBef>
                <a:spcPts val="770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20" dirty="0"/>
              <a:t>런타임</a:t>
            </a:r>
            <a:r>
              <a:rPr spc="-120" dirty="0"/>
              <a:t> </a:t>
            </a:r>
            <a:r>
              <a:rPr spc="-30" dirty="0"/>
              <a:t>데이터베이스</a:t>
            </a:r>
            <a:r>
              <a:rPr spc="-140" dirty="0"/>
              <a:t> </a:t>
            </a:r>
            <a:r>
              <a:rPr spc="-30" dirty="0"/>
              <a:t>관리기(run-time</a:t>
            </a:r>
            <a:r>
              <a:rPr spc="-114" dirty="0"/>
              <a:t> </a:t>
            </a:r>
            <a:r>
              <a:rPr spc="-10" dirty="0"/>
              <a:t>database</a:t>
            </a:r>
            <a:r>
              <a:rPr spc="-114" dirty="0"/>
              <a:t> </a:t>
            </a:r>
            <a:r>
              <a:rPr spc="-45" dirty="0"/>
              <a:t>manager)</a:t>
            </a:r>
            <a:r>
              <a:rPr spc="-105" dirty="0"/>
              <a:t> </a:t>
            </a:r>
            <a:r>
              <a:rPr spc="-5" dirty="0"/>
              <a:t>모듈</a:t>
            </a:r>
          </a:p>
          <a:p>
            <a:pPr marL="892810" lvl="1" indent="-315595">
              <a:lnSpc>
                <a:spcPct val="100000"/>
              </a:lnSpc>
              <a:spcBef>
                <a:spcPts val="790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10" dirty="0">
                <a:latin typeface="Malgun Gothic"/>
                <a:cs typeface="Malgun Gothic"/>
              </a:rPr>
              <a:t>디스크에</a:t>
            </a:r>
            <a:r>
              <a:rPr sz="1950" b="1" spc="-135" dirty="0">
                <a:latin typeface="Malgun Gothic"/>
                <a:cs typeface="Malgun Gothic"/>
              </a:rPr>
              <a:t> </a:t>
            </a:r>
            <a:r>
              <a:rPr sz="1950" b="1" spc="15" dirty="0">
                <a:latin typeface="Malgun Gothic"/>
                <a:cs typeface="Malgun Gothic"/>
              </a:rPr>
              <a:t>저장된</a:t>
            </a:r>
            <a:r>
              <a:rPr sz="1950" b="1" spc="-110" dirty="0">
                <a:latin typeface="Malgun Gothic"/>
                <a:cs typeface="Malgun Gothic"/>
              </a:rPr>
              <a:t> </a:t>
            </a:r>
            <a:r>
              <a:rPr sz="1950" b="1" dirty="0">
                <a:latin typeface="Malgun Gothic"/>
                <a:cs typeface="Malgun Gothic"/>
              </a:rPr>
              <a:t>데이터베이스를</a:t>
            </a:r>
            <a:r>
              <a:rPr sz="1950" b="1" spc="-13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접근</a:t>
            </a:r>
            <a:endParaRPr sz="1950" dirty="0">
              <a:latin typeface="Malgun Gothic"/>
              <a:cs typeface="Malgun Gothic"/>
            </a:endParaRPr>
          </a:p>
          <a:p>
            <a:pPr marL="451484" indent="-378460">
              <a:lnSpc>
                <a:spcPct val="100000"/>
              </a:lnSpc>
              <a:spcBef>
                <a:spcPts val="770"/>
              </a:spcBef>
              <a:buSzPct val="109090"/>
              <a:buFont typeface="PMingLiU-ExtB"/>
              <a:buChar char="❑"/>
              <a:tabLst>
                <a:tab pos="452755" algn="l"/>
              </a:tabLst>
            </a:pPr>
            <a:r>
              <a:rPr spc="-20" dirty="0"/>
              <a:t>트랜잭션</a:t>
            </a:r>
            <a:r>
              <a:rPr spc="-145" dirty="0"/>
              <a:t> </a:t>
            </a:r>
            <a:r>
              <a:rPr spc="-35" dirty="0"/>
              <a:t>관리(transaction</a:t>
            </a:r>
            <a:r>
              <a:rPr spc="-125" dirty="0"/>
              <a:t> </a:t>
            </a:r>
            <a:r>
              <a:rPr spc="-60" dirty="0"/>
              <a:t>management)</a:t>
            </a:r>
            <a:r>
              <a:rPr spc="-110" dirty="0"/>
              <a:t> </a:t>
            </a:r>
            <a:r>
              <a:rPr spc="-5" dirty="0"/>
              <a:t>모듈</a:t>
            </a:r>
          </a:p>
          <a:p>
            <a:pPr marL="892810" lvl="1" indent="-315595">
              <a:lnSpc>
                <a:spcPct val="100000"/>
              </a:lnSpc>
              <a:spcBef>
                <a:spcPts val="790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15" dirty="0">
                <a:latin typeface="Malgun Gothic"/>
                <a:cs typeface="Malgun Gothic"/>
              </a:rPr>
              <a:t>동시성</a:t>
            </a:r>
            <a:r>
              <a:rPr sz="1950" b="1" spc="-125" dirty="0">
                <a:latin typeface="Malgun Gothic"/>
                <a:cs typeface="Malgun Gothic"/>
              </a:rPr>
              <a:t> </a:t>
            </a:r>
            <a:r>
              <a:rPr sz="1950" b="1" spc="5" dirty="0">
                <a:latin typeface="Malgun Gothic"/>
                <a:cs typeface="Malgun Gothic"/>
              </a:rPr>
              <a:t>제어(concurrency</a:t>
            </a:r>
            <a:r>
              <a:rPr sz="1950" b="1" spc="-105" dirty="0">
                <a:latin typeface="Malgun Gothic"/>
                <a:cs typeface="Malgun Gothic"/>
              </a:rPr>
              <a:t> </a:t>
            </a:r>
            <a:r>
              <a:rPr sz="1950" b="1" spc="-30" dirty="0">
                <a:latin typeface="Malgun Gothic"/>
                <a:cs typeface="Malgun Gothic"/>
              </a:rPr>
              <a:t>control)</a:t>
            </a:r>
            <a:r>
              <a:rPr sz="1950" b="1" spc="-120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모듈</a:t>
            </a:r>
            <a:endParaRPr sz="1950" dirty="0">
              <a:latin typeface="Malgun Gothic"/>
              <a:cs typeface="Malgun Gothic"/>
            </a:endParaRPr>
          </a:p>
          <a:p>
            <a:pPr marL="892810" lvl="1" indent="-315595">
              <a:lnSpc>
                <a:spcPct val="100000"/>
              </a:lnSpc>
              <a:spcBef>
                <a:spcPts val="755"/>
              </a:spcBef>
              <a:buFont typeface="PMingLiU-ExtB"/>
              <a:buChar char="✓"/>
              <a:tabLst>
                <a:tab pos="894080" algn="l"/>
              </a:tabLst>
            </a:pPr>
            <a:r>
              <a:rPr sz="1950" b="1" spc="-10" dirty="0">
                <a:latin typeface="Malgun Gothic"/>
                <a:cs typeface="Malgun Gothic"/>
              </a:rPr>
              <a:t>회복(recovery)</a:t>
            </a:r>
            <a:r>
              <a:rPr sz="1950" b="1" spc="-114" dirty="0">
                <a:latin typeface="Malgun Gothic"/>
                <a:cs typeface="Malgun Gothic"/>
              </a:rPr>
              <a:t> </a:t>
            </a:r>
            <a:r>
              <a:rPr sz="1950" b="1" spc="20" dirty="0">
                <a:latin typeface="Malgun Gothic"/>
                <a:cs typeface="Malgun Gothic"/>
              </a:rPr>
              <a:t>모듈</a:t>
            </a:r>
            <a:endParaRPr sz="195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5" dirty="0">
                <a:latin typeface="Arial MT"/>
                <a:cs typeface="Arial MT"/>
              </a:rPr>
              <a:t>1</a:t>
            </a:r>
            <a:r>
              <a:rPr spc="-5" dirty="0"/>
              <a:t>장</a:t>
            </a:r>
            <a:r>
              <a:rPr spc="-5" dirty="0">
                <a:latin typeface="Arial MT"/>
                <a:cs typeface="Arial MT"/>
              </a:rPr>
              <a:t>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5" dirty="0"/>
              <a:t>데이터베이스</a:t>
            </a:r>
            <a:r>
              <a:rPr spc="-145" dirty="0"/>
              <a:t> </a:t>
            </a:r>
            <a:r>
              <a:rPr spc="-5" dirty="0"/>
              <a:t>시스템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dirty="0"/>
              <a:t>44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2832" y="588263"/>
            <a:ext cx="8100059" cy="757555"/>
          </a:xfrm>
          <a:prstGeom prst="rect">
            <a:avLst/>
          </a:prstGeom>
          <a:ln w="13715">
            <a:solidFill>
              <a:srgbClr val="00000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796925">
              <a:lnSpc>
                <a:spcPct val="100000"/>
              </a:lnSpc>
              <a:spcBef>
                <a:spcPts val="969"/>
              </a:spcBef>
            </a:pPr>
            <a:r>
              <a:rPr sz="3300" spc="60" dirty="0">
                <a:solidFill>
                  <a:srgbClr val="3333CC"/>
                </a:solidFill>
              </a:rPr>
              <a:t>1.8</a:t>
            </a:r>
            <a:r>
              <a:rPr sz="3300" spc="-15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데이터베이스</a:t>
            </a:r>
            <a:r>
              <a:rPr sz="3300" spc="-55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시스템</a:t>
            </a:r>
            <a:r>
              <a:rPr sz="3300" spc="-20" dirty="0">
                <a:solidFill>
                  <a:srgbClr val="3333CC"/>
                </a:solidFill>
              </a:rPr>
              <a:t> </a:t>
            </a:r>
            <a:r>
              <a:rPr sz="3300" spc="10" dirty="0">
                <a:solidFill>
                  <a:srgbClr val="3333CC"/>
                </a:solidFill>
              </a:rPr>
              <a:t>아키텍처</a:t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</TotalTime>
  <Words>2319</Words>
  <Application>Microsoft Office PowerPoint</Application>
  <PresentationFormat>사용자 지정</PresentationFormat>
  <Paragraphs>371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Arial MT</vt:lpstr>
      <vt:lpstr>PMingLiU-ExtB</vt:lpstr>
      <vt:lpstr>Malgun Gothic</vt:lpstr>
      <vt:lpstr>Calibri</vt:lpstr>
      <vt:lpstr>Courier New</vt:lpstr>
      <vt:lpstr>Times New Roman</vt:lpstr>
      <vt:lpstr>Office Theme</vt:lpstr>
      <vt:lpstr>데이터베이스 시스템 개요</vt:lpstr>
      <vt:lpstr>1. 데이터베이스 시스템</vt:lpstr>
      <vt:lpstr>1.1 데이터베이스 시스템 개요</vt:lpstr>
      <vt:lpstr>1.1 데이터베이스 시스템 개요</vt:lpstr>
      <vt:lpstr>1.1 데이터베이스 시스템 개요</vt:lpstr>
      <vt:lpstr>1.1 데이터베이스 시스템 개요</vt:lpstr>
      <vt:lpstr>1.1 데이터베이스 시스템 개요</vt:lpstr>
      <vt:lpstr>1.1 데이터베이스 시스템 개요</vt:lpstr>
      <vt:lpstr>1.1 데이터베이스 시스템 개요</vt:lpstr>
      <vt:lpstr>1.1 데이터베이스 시스템 개요(계속)</vt:lpstr>
      <vt:lpstr>1.2 화일 시스템 vs. DBMS</vt:lpstr>
      <vt:lpstr>1.2 화일 시스템 vs. DBMS(계속)</vt:lpstr>
      <vt:lpstr>1.2 화일 시스템 vs.</vt:lpstr>
      <vt:lpstr>1.2 화일 시스템 vs. DBMS(계속)</vt:lpstr>
      <vt:lpstr>1.2 화일 시스템 vs. DBMS(계속)</vt:lpstr>
      <vt:lpstr>1.3 DBMS 발전 과정</vt:lpstr>
      <vt:lpstr>1.3 DBMS 발전 과정(계속)</vt:lpstr>
      <vt:lpstr>1.3 DBMS 발전 과정(계속)</vt:lpstr>
      <vt:lpstr>1.3 DBMS 발전 과정(계속)</vt:lpstr>
      <vt:lpstr>1.3 DBMS 발전 과정(계속)</vt:lpstr>
      <vt:lpstr>1.3 DBMS 발전 과정(계속)</vt:lpstr>
      <vt:lpstr>1.4 데이터베이스 스키마/인스턴스</vt:lpstr>
      <vt:lpstr>1.4 데이터베이스 스키마/인스턴스</vt:lpstr>
      <vt:lpstr>1.5 데이터베이스 언어</vt:lpstr>
      <vt:lpstr>1.5 데이터베이스 언어</vt:lpstr>
      <vt:lpstr>1.5 데이터베이스 언어</vt:lpstr>
      <vt:lpstr>1.5 데이터베이스 언어</vt:lpstr>
      <vt:lpstr>1.5 데이터베이스 언어</vt:lpstr>
      <vt:lpstr>1.6 데이터베이스 사용자</vt:lpstr>
      <vt:lpstr>1.6 데이터베이스 사용자</vt:lpstr>
      <vt:lpstr>1.6 데이터베이스 사용자</vt:lpstr>
      <vt:lpstr>1.6 데이터베이스 사용자</vt:lpstr>
      <vt:lpstr>1.6 데이터베이스 사용자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1.7 ANSI/SPARC 아키텍처와 데이터 독립성</vt:lpstr>
      <vt:lpstr>1.8 데이터베이스 시스템 아키텍처</vt:lpstr>
      <vt:lpstr>1.8 데이터베이스 시스템 아키텍처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- 2-1¥-pt0€t¤ Ü¤\ ˝fl.ppt  -  8X1 ¨Ü</dc:title>
  <cp:lastModifiedBy>노동주</cp:lastModifiedBy>
  <cp:revision>1</cp:revision>
  <dcterms:created xsi:type="dcterms:W3CDTF">2024-09-18T12:33:54Z</dcterms:created>
  <dcterms:modified xsi:type="dcterms:W3CDTF">2024-09-19T02:16:13Z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2024-09-11T00:00:00Z</vt:filetime>
  </property>
  <property fmtid="{D5CDD505-2E9C-101B-9397-08002B2CF9AE}" pid="3" name="LastSaved">
    <vt:filetime>2024-09-18T00:00:00Z</vt:filetime>
  </property>
</Properties>
</file>