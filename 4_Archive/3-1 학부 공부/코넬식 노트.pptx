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72" r:id="rId2"/>
    <p:sldId id="276" r:id="rId3"/>
    <p:sldId id="279" r:id="rId4"/>
    <p:sldId id="273" r:id="rId5"/>
    <p:sldId id="278" r:id="rId6"/>
    <p:sldId id="274" r:id="rId7"/>
    <p:sldId id="277" r:id="rId8"/>
    <p:sldId id="275" r:id="rId9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6234" autoAdjust="0"/>
  </p:normalViewPr>
  <p:slideViewPr>
    <p:cSldViewPr>
      <p:cViewPr>
        <p:scale>
          <a:sx n="75" d="100"/>
          <a:sy n="75" d="100"/>
        </p:scale>
        <p:origin x="374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2024-10-05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2024-10-05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D77F37-DEB4-7276-8D80-94258071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C7689F-CD02-3F6B-86D3-AF7DFBE4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데베</a:t>
            </a:r>
            <a:r>
              <a:rPr lang="ko-KR" altLang="en-US" dirty="0"/>
              <a:t> 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CD1876-69E6-47C7-D13F-543339261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624" y="560512"/>
            <a:ext cx="1296144" cy="7936184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722103-2419-A61A-40C1-2006076E9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12776" y="560512"/>
            <a:ext cx="5400599" cy="7936184"/>
          </a:xfrm>
        </p:spPr>
        <p:txBody>
          <a:bodyPr>
            <a:norm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주차 </a:t>
            </a:r>
            <a:r>
              <a:rPr lang="en-US" altLang="ko-KR" dirty="0"/>
              <a:t>: </a:t>
            </a:r>
            <a:r>
              <a:rPr lang="ko-KR" altLang="en-US" dirty="0" err="1"/>
              <a:t>데사역</a:t>
            </a:r>
            <a:endParaRPr lang="en-US" altLang="ko-KR" dirty="0"/>
          </a:p>
          <a:p>
            <a:pPr lvl="1"/>
            <a:r>
              <a:rPr lang="ko-KR" altLang="en-US" dirty="0" err="1"/>
              <a:t>데사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빅데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데 </a:t>
            </a:r>
            <a:r>
              <a:rPr lang="en-US" altLang="ko-KR" dirty="0"/>
              <a:t>-&gt; </a:t>
            </a:r>
            <a:r>
              <a:rPr lang="ko-KR" altLang="en-US" dirty="0"/>
              <a:t>정</a:t>
            </a:r>
            <a:r>
              <a:rPr lang="en-US" altLang="ko-KR" dirty="0"/>
              <a:t>/</a:t>
            </a:r>
            <a:r>
              <a:rPr lang="ko-KR" altLang="en-US" dirty="0"/>
              <a:t>지</a:t>
            </a:r>
            <a:endParaRPr lang="en-US" altLang="ko-KR" dirty="0"/>
          </a:p>
          <a:p>
            <a:pPr lvl="1"/>
            <a:r>
              <a:rPr lang="ko-KR" altLang="en-US" dirty="0"/>
              <a:t>데마 </a:t>
            </a:r>
            <a:r>
              <a:rPr lang="en-US" altLang="ko-KR" dirty="0"/>
              <a:t>: </a:t>
            </a:r>
            <a:r>
              <a:rPr lang="ko-KR" altLang="en-US" dirty="0"/>
              <a:t>데 </a:t>
            </a:r>
            <a:r>
              <a:rPr lang="en-US" altLang="ko-KR" dirty="0"/>
              <a:t>-&gt; </a:t>
            </a:r>
            <a:r>
              <a:rPr lang="ko-KR" altLang="en-US" dirty="0" err="1"/>
              <a:t>타데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전처 </a:t>
            </a:r>
            <a:r>
              <a:rPr lang="en-US" altLang="ko-KR" dirty="0"/>
              <a:t>-&gt; </a:t>
            </a:r>
            <a:r>
              <a:rPr lang="ko-KR" altLang="en-US" dirty="0"/>
              <a:t>모변 </a:t>
            </a:r>
            <a:r>
              <a:rPr lang="en-US" altLang="ko-KR" dirty="0"/>
              <a:t>-&gt; </a:t>
            </a:r>
            <a:r>
              <a:rPr lang="ko-KR" altLang="en-US" dirty="0" err="1"/>
              <a:t>패발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지</a:t>
            </a:r>
            <a:r>
              <a:rPr lang="en-US" altLang="ko-KR" dirty="0"/>
              <a:t>/</a:t>
            </a:r>
            <a:r>
              <a:rPr lang="ko-KR" altLang="en-US" dirty="0"/>
              <a:t>가 발견</a:t>
            </a: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DB </a:t>
            </a:r>
            <a:r>
              <a:rPr lang="ko-KR" altLang="en-US" dirty="0" err="1"/>
              <a:t>시개</a:t>
            </a:r>
            <a:endParaRPr lang="en-US" altLang="ko-KR" dirty="0"/>
          </a:p>
          <a:p>
            <a:pPr lvl="1"/>
            <a:r>
              <a:rPr lang="en-US" altLang="ko-KR" dirty="0"/>
              <a:t>DBS = DB + DBMS + </a:t>
            </a:r>
            <a:r>
              <a:rPr lang="ko-KR" altLang="en-US" dirty="0"/>
              <a:t>사용자 </a:t>
            </a:r>
            <a:r>
              <a:rPr lang="en-US" altLang="ko-KR" dirty="0"/>
              <a:t>+ </a:t>
            </a:r>
            <a:r>
              <a:rPr lang="ko-KR" altLang="en-US" dirty="0"/>
              <a:t>응소</a:t>
            </a:r>
            <a:endParaRPr lang="en-US" altLang="ko-KR" dirty="0"/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정의 </a:t>
            </a:r>
            <a:r>
              <a:rPr lang="en-US" altLang="ko-KR" dirty="0"/>
              <a:t>: </a:t>
            </a:r>
            <a:r>
              <a:rPr lang="ko-KR" altLang="en-US" dirty="0"/>
              <a:t>조공 운구 통합 데모</a:t>
            </a:r>
            <a:endParaRPr lang="en-US" altLang="ko-KR" dirty="0"/>
          </a:p>
          <a:p>
            <a:pPr lvl="1"/>
            <a:r>
              <a:rPr lang="en-US" altLang="ko-KR" dirty="0"/>
              <a:t>DB </a:t>
            </a:r>
            <a:r>
              <a:rPr lang="ko-KR" altLang="en-US" dirty="0" err="1"/>
              <a:t>특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자동중</a:t>
            </a:r>
            <a:endParaRPr lang="en-US" altLang="ko-KR" dirty="0"/>
          </a:p>
          <a:p>
            <a:pPr lvl="2"/>
            <a:r>
              <a:rPr lang="ko-KR" altLang="en-US" dirty="0"/>
              <a:t>자 </a:t>
            </a:r>
            <a:r>
              <a:rPr lang="en-US" altLang="ko-KR" dirty="0"/>
              <a:t>: </a:t>
            </a:r>
            <a:r>
              <a:rPr lang="ko-KR" altLang="en-US" dirty="0"/>
              <a:t>운</a:t>
            </a:r>
            <a:r>
              <a:rPr lang="en-US" altLang="ko-KR" dirty="0"/>
              <a:t>D + </a:t>
            </a:r>
            <a:r>
              <a:rPr lang="ko-KR" altLang="en-US" dirty="0"/>
              <a:t>메</a:t>
            </a:r>
            <a:r>
              <a:rPr lang="en-US" altLang="ko-KR" dirty="0"/>
              <a:t>D ; </a:t>
            </a:r>
            <a:r>
              <a:rPr lang="ko-KR" altLang="en-US" dirty="0"/>
              <a:t>동 </a:t>
            </a:r>
            <a:r>
              <a:rPr lang="en-US" altLang="ko-KR" dirty="0"/>
              <a:t>: </a:t>
            </a:r>
            <a:r>
              <a:rPr lang="ko-KR" altLang="en-US" dirty="0" err="1"/>
              <a:t>여목사</a:t>
            </a:r>
            <a:r>
              <a:rPr lang="ko-KR" altLang="en-US" dirty="0"/>
              <a:t> 동사</a:t>
            </a:r>
            <a:endParaRPr lang="en-US" altLang="ko-KR" dirty="0"/>
          </a:p>
          <a:p>
            <a:pPr lvl="1"/>
            <a:r>
              <a:rPr lang="en-US" altLang="ko-KR" dirty="0"/>
              <a:t>DB = SC + SD</a:t>
            </a:r>
          </a:p>
          <a:p>
            <a:pPr lvl="1"/>
            <a:r>
              <a:rPr lang="en-US" altLang="ko-KR" dirty="0"/>
              <a:t>DBMS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동</a:t>
            </a:r>
            <a:r>
              <a:rPr lang="en-US" altLang="ko-KR" dirty="0"/>
              <a:t>‘s </a:t>
            </a:r>
            <a:r>
              <a:rPr lang="ko-KR" altLang="en-US" dirty="0"/>
              <a:t>보조</a:t>
            </a:r>
            <a:r>
              <a:rPr lang="en-US" altLang="ko-KR" dirty="0"/>
              <a:t> </a:t>
            </a:r>
            <a:r>
              <a:rPr lang="ko-KR" altLang="en-US" dirty="0"/>
              <a:t>인정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DBMS </a:t>
            </a:r>
            <a:r>
              <a:rPr lang="ko-KR" altLang="en-US" dirty="0" err="1"/>
              <a:t>특</a:t>
            </a:r>
            <a:r>
              <a:rPr lang="en-US" altLang="ko-KR" dirty="0"/>
              <a:t> : </a:t>
            </a:r>
            <a:r>
              <a:rPr lang="ko-KR" altLang="en-US" dirty="0"/>
              <a:t>필</a:t>
            </a:r>
            <a:r>
              <a:rPr lang="en-US" altLang="ko-KR" dirty="0"/>
              <a:t>: </a:t>
            </a:r>
            <a:r>
              <a:rPr lang="ko-KR" altLang="en-US" dirty="0" err="1"/>
              <a:t>동독백인질접</a:t>
            </a:r>
            <a:r>
              <a:rPr lang="en-US" altLang="ko-KR" dirty="0"/>
              <a:t>, </a:t>
            </a:r>
            <a:r>
              <a:rPr lang="ko-KR" altLang="en-US" dirty="0"/>
              <a:t>부 </a:t>
            </a:r>
            <a:r>
              <a:rPr lang="en-US" altLang="ko-KR" dirty="0"/>
              <a:t>: </a:t>
            </a:r>
            <a:r>
              <a:rPr lang="ko-KR" altLang="en-US" dirty="0" err="1"/>
              <a:t>중일무보</a:t>
            </a:r>
            <a:endParaRPr lang="en-US" altLang="ko-KR" dirty="0"/>
          </a:p>
          <a:p>
            <a:pPr lvl="1"/>
            <a:r>
              <a:rPr lang="ko-KR" altLang="en-US" dirty="0" err="1"/>
              <a:t>화시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파접</a:t>
            </a:r>
            <a:r>
              <a:rPr lang="ko-KR" altLang="en-US" dirty="0"/>
              <a:t> 응 상표</a:t>
            </a:r>
            <a:r>
              <a:rPr lang="en-US" altLang="ko-KR" dirty="0"/>
              <a:t> </a:t>
            </a:r>
            <a:r>
              <a:rPr lang="ko-KR" altLang="en-US" dirty="0" err="1"/>
              <a:t>데응의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데모 </a:t>
            </a:r>
            <a:r>
              <a:rPr lang="en-US" altLang="ko-KR" dirty="0"/>
              <a:t>: </a:t>
            </a:r>
            <a:r>
              <a:rPr lang="ko-KR" altLang="en-US" dirty="0" err="1"/>
              <a:t>구기개집</a:t>
            </a:r>
            <a:r>
              <a:rPr lang="en-US" altLang="ko-KR" dirty="0"/>
              <a:t>, </a:t>
            </a:r>
            <a:r>
              <a:rPr lang="ko-KR" altLang="en-US" dirty="0" err="1"/>
              <a:t>구연무포</a:t>
            </a:r>
            <a:endParaRPr lang="en-US" altLang="ko-KR" dirty="0"/>
          </a:p>
          <a:p>
            <a:pPr lvl="2"/>
            <a:r>
              <a:rPr lang="ko-KR" altLang="en-US" dirty="0"/>
              <a:t>분류 </a:t>
            </a:r>
            <a:r>
              <a:rPr lang="en-US" altLang="ko-KR" dirty="0"/>
              <a:t>: CRP</a:t>
            </a:r>
          </a:p>
          <a:p>
            <a:pPr lvl="1"/>
            <a:r>
              <a:rPr lang="ko-KR" altLang="en-US" dirty="0"/>
              <a:t>스키</a:t>
            </a:r>
            <a:r>
              <a:rPr lang="en-US" altLang="ko-KR" dirty="0"/>
              <a:t>(</a:t>
            </a:r>
            <a:r>
              <a:rPr lang="ko-KR" altLang="en-US" dirty="0"/>
              <a:t>전</a:t>
            </a:r>
            <a:r>
              <a:rPr lang="en-US" altLang="ko-KR" dirty="0"/>
              <a:t>D</a:t>
            </a:r>
            <a:r>
              <a:rPr lang="ko-KR" altLang="en-US" dirty="0"/>
              <a:t>구</a:t>
            </a:r>
            <a:r>
              <a:rPr lang="en-US" altLang="ko-KR" dirty="0"/>
              <a:t>), </a:t>
            </a:r>
            <a:r>
              <a:rPr lang="ko-KR" altLang="en-US" dirty="0" err="1"/>
              <a:t>인스</a:t>
            </a:r>
            <a:r>
              <a:rPr lang="en-US" altLang="ko-KR" dirty="0"/>
              <a:t>(</a:t>
            </a:r>
            <a:r>
              <a:rPr lang="ko-KR" altLang="en-US" dirty="0" err="1"/>
              <a:t>특</a:t>
            </a:r>
            <a:r>
              <a:rPr lang="en-US" altLang="ko-KR" dirty="0"/>
              <a:t>D</a:t>
            </a:r>
            <a:r>
              <a:rPr lang="ko-KR" altLang="en-US" dirty="0"/>
              <a:t>내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DDL, DML, DCL</a:t>
            </a:r>
          </a:p>
          <a:p>
            <a:pPr lvl="1"/>
            <a:r>
              <a:rPr lang="en-US" altLang="ko-KR" dirty="0"/>
              <a:t>DBD(DB</a:t>
            </a:r>
            <a:r>
              <a:rPr lang="ko-KR" altLang="en-US" dirty="0"/>
              <a:t>설</a:t>
            </a:r>
            <a:r>
              <a:rPr lang="en-US" altLang="ko-KR" dirty="0"/>
              <a:t>/</a:t>
            </a:r>
            <a:r>
              <a:rPr lang="ko-KR" altLang="en-US" dirty="0"/>
              <a:t>정</a:t>
            </a:r>
            <a:r>
              <a:rPr lang="en-US" altLang="ko-KR" dirty="0"/>
              <a:t>), DBA(</a:t>
            </a:r>
            <a:r>
              <a:rPr lang="ko-KR" altLang="en-US" dirty="0" err="1"/>
              <a:t>유스무표백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APP(DML -&gt; </a:t>
            </a:r>
            <a:r>
              <a:rPr lang="ko-KR" altLang="en-US" dirty="0" err="1"/>
              <a:t>기트</a:t>
            </a:r>
            <a:r>
              <a:rPr lang="en-US" altLang="ko-KR" dirty="0"/>
              <a:t>), EU(CU + NU) (1)</a:t>
            </a:r>
          </a:p>
          <a:p>
            <a:pPr lvl="1"/>
            <a:r>
              <a:rPr lang="en-US" altLang="ko-KR" dirty="0"/>
              <a:t>ANSI/SPARC : </a:t>
            </a:r>
            <a:r>
              <a:rPr lang="ko-KR" altLang="en-US" dirty="0"/>
              <a:t>추</a:t>
            </a:r>
            <a:r>
              <a:rPr lang="en-US" altLang="ko-KR" dirty="0"/>
              <a:t> -&gt; 3</a:t>
            </a:r>
            <a:r>
              <a:rPr lang="ko-KR" altLang="en-US" dirty="0"/>
              <a:t> </a:t>
            </a:r>
            <a:r>
              <a:rPr lang="en-US" altLang="ko-KR" dirty="0"/>
              <a:t>; </a:t>
            </a:r>
          </a:p>
          <a:p>
            <a:pPr lvl="2"/>
            <a:r>
              <a:rPr lang="ko-KR" altLang="en-US" dirty="0" err="1"/>
              <a:t>외단</a:t>
            </a:r>
            <a:r>
              <a:rPr lang="en-US" altLang="ko-KR" dirty="0"/>
              <a:t>(</a:t>
            </a:r>
            <a:r>
              <a:rPr lang="ko-KR" altLang="en-US" dirty="0" err="1"/>
              <a:t>각사뷰</a:t>
            </a:r>
            <a:r>
              <a:rPr lang="en-US" altLang="ko-KR" dirty="0"/>
              <a:t>)</a:t>
            </a:r>
            <a:r>
              <a:rPr lang="ko-KR" altLang="en-US" dirty="0"/>
              <a:t> 개단</a:t>
            </a:r>
            <a:r>
              <a:rPr lang="en-US" altLang="ko-KR" dirty="0"/>
              <a:t>(</a:t>
            </a:r>
            <a:r>
              <a:rPr lang="ko-KR" altLang="en-US" dirty="0" err="1"/>
              <a:t>사공뷰</a:t>
            </a:r>
            <a:r>
              <a:rPr lang="en-US" altLang="ko-KR" dirty="0"/>
              <a:t>)</a:t>
            </a:r>
            <a:r>
              <a:rPr lang="ko-KR" altLang="en-US" dirty="0"/>
              <a:t> 내단</a:t>
            </a:r>
            <a:r>
              <a:rPr lang="en-US" altLang="ko-KR" dirty="0"/>
              <a:t>(</a:t>
            </a:r>
            <a:r>
              <a:rPr lang="ko-KR" altLang="en-US" dirty="0" err="1"/>
              <a:t>물저뷰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내외 </a:t>
            </a:r>
            <a:r>
              <a:rPr lang="ko-KR" altLang="en-US" dirty="0" err="1"/>
              <a:t>스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데독</a:t>
            </a:r>
            <a:r>
              <a:rPr lang="ko-KR" altLang="en-US" dirty="0"/>
              <a:t> </a:t>
            </a:r>
            <a:r>
              <a:rPr lang="en-US" altLang="ko-KR" dirty="0"/>
              <a:t>: (2)</a:t>
            </a:r>
          </a:p>
          <a:p>
            <a:pPr lvl="1"/>
            <a:r>
              <a:rPr lang="en-US" altLang="ko-KR" dirty="0"/>
              <a:t>DBS.A  (3)</a:t>
            </a:r>
          </a:p>
          <a:p>
            <a:r>
              <a:rPr lang="en-US" altLang="ko-KR" dirty="0"/>
              <a:t>4</a:t>
            </a:r>
            <a:r>
              <a:rPr lang="ko-KR" altLang="en-US" dirty="0"/>
              <a:t>주차 </a:t>
            </a:r>
            <a:r>
              <a:rPr lang="en-US" altLang="ko-KR" dirty="0"/>
              <a:t>DB </a:t>
            </a:r>
            <a:r>
              <a:rPr lang="ko-KR" altLang="en-US" dirty="0"/>
              <a:t>구개</a:t>
            </a:r>
            <a:endParaRPr lang="en-US" altLang="ko-KR" dirty="0"/>
          </a:p>
          <a:p>
            <a:pPr lvl="1"/>
            <a:r>
              <a:rPr lang="en-US" altLang="ko-KR" dirty="0"/>
              <a:t>DBD </a:t>
            </a:r>
            <a:r>
              <a:rPr lang="ko-KR" altLang="en-US" dirty="0"/>
              <a:t>역 </a:t>
            </a:r>
            <a:r>
              <a:rPr lang="en-US" altLang="ko-KR" dirty="0"/>
              <a:t>: </a:t>
            </a:r>
            <a:r>
              <a:rPr lang="ko-KR" altLang="en-US" dirty="0"/>
              <a:t>현표 </a:t>
            </a:r>
            <a:r>
              <a:rPr lang="en-US" altLang="ko-KR" dirty="0"/>
              <a:t>-&gt; </a:t>
            </a:r>
            <a:r>
              <a:rPr lang="ko-KR" altLang="en-US" dirty="0"/>
              <a:t>데모 </a:t>
            </a:r>
            <a:r>
              <a:rPr lang="en-US" altLang="ko-KR" dirty="0"/>
              <a:t>-&gt; DB</a:t>
            </a:r>
          </a:p>
          <a:p>
            <a:pPr lvl="1"/>
            <a:r>
              <a:rPr lang="en-US" altLang="ko-KR" dirty="0"/>
              <a:t>DB </a:t>
            </a:r>
            <a:r>
              <a:rPr lang="ko-KR" altLang="en-US" dirty="0"/>
              <a:t>설 </a:t>
            </a:r>
            <a:r>
              <a:rPr lang="en-US" altLang="ko-KR" dirty="0"/>
              <a:t>= </a:t>
            </a:r>
            <a:r>
              <a:rPr lang="ko-KR" altLang="en-US" dirty="0"/>
              <a:t>개</a:t>
            </a:r>
            <a:r>
              <a:rPr lang="en-US" altLang="ko-KR" dirty="0"/>
              <a:t>DB</a:t>
            </a:r>
            <a:r>
              <a:rPr lang="ko-KR" altLang="en-US" dirty="0"/>
              <a:t>설</a:t>
            </a:r>
            <a:r>
              <a:rPr lang="en-US" altLang="ko-KR" dirty="0"/>
              <a:t>(</a:t>
            </a:r>
            <a:r>
              <a:rPr lang="ko-KR" altLang="en-US" dirty="0"/>
              <a:t>실</a:t>
            </a:r>
            <a:r>
              <a:rPr lang="en-US" altLang="ko-KR" dirty="0"/>
              <a:t>D</a:t>
            </a:r>
            <a:r>
              <a:rPr lang="ko-KR" altLang="en-US" dirty="0"/>
              <a:t>구 </a:t>
            </a:r>
            <a:r>
              <a:rPr lang="ko-KR" altLang="en-US" dirty="0" err="1"/>
              <a:t>별모개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엔관프무제</a:t>
            </a:r>
            <a:r>
              <a:rPr lang="ko-KR" altLang="en-US" dirty="0"/>
              <a:t> </a:t>
            </a:r>
            <a:r>
              <a:rPr lang="ko-KR" altLang="en-US" dirty="0" err="1"/>
              <a:t>추모구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물</a:t>
            </a:r>
            <a:r>
              <a:rPr lang="en-US" altLang="ko-KR" dirty="0"/>
              <a:t>DB</a:t>
            </a:r>
            <a:r>
              <a:rPr lang="ko-KR" altLang="en-US" dirty="0"/>
              <a:t>설</a:t>
            </a:r>
            <a:endParaRPr lang="en-US" altLang="ko-KR" dirty="0"/>
          </a:p>
          <a:p>
            <a:pPr lvl="2"/>
            <a:r>
              <a:rPr lang="en-US" altLang="ko-KR" dirty="0"/>
              <a:t>DB</a:t>
            </a:r>
            <a:r>
              <a:rPr lang="ko-KR" altLang="en-US" dirty="0"/>
              <a:t>설 개 </a:t>
            </a:r>
            <a:r>
              <a:rPr lang="en-US" altLang="ko-KR" dirty="0"/>
              <a:t>: </a:t>
            </a:r>
            <a:r>
              <a:rPr lang="ko-KR" altLang="en-US" dirty="0" err="1"/>
              <a:t>시중접무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응 데 관 </a:t>
            </a:r>
            <a:r>
              <a:rPr lang="en-US" altLang="ko-KR" dirty="0"/>
              <a:t>(</a:t>
            </a:r>
            <a:r>
              <a:rPr lang="ko-KR" altLang="en-US" dirty="0"/>
              <a:t>목적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/>
              <a:t>DB</a:t>
            </a:r>
            <a:r>
              <a:rPr lang="ko-KR" altLang="en-US" dirty="0"/>
              <a:t>설 단</a:t>
            </a:r>
            <a:r>
              <a:rPr lang="en-US" altLang="ko-KR" dirty="0"/>
              <a:t>: </a:t>
            </a:r>
            <a:r>
              <a:rPr lang="ko-KR" altLang="en-US" dirty="0"/>
              <a:t>요개</a:t>
            </a:r>
            <a:r>
              <a:rPr lang="en-US" altLang="ko-KR" dirty="0"/>
              <a:t>D</a:t>
            </a:r>
            <a:r>
              <a:rPr lang="ko-KR" altLang="en-US" dirty="0"/>
              <a:t>논물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2771A4-9C65-1450-FA5F-D6023C433A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4624" y="8546136"/>
            <a:ext cx="6768752" cy="1303407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820E8D68-52AB-FB59-EC99-3DCDF5B438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06120" y="3020470"/>
            <a:ext cx="1479685" cy="127229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174E366-E761-D285-ECB0-3DB9A31AB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060" y="4405760"/>
            <a:ext cx="1520458" cy="1344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E89701B-DC3A-96E5-22A2-E247D8833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776" y="6693843"/>
            <a:ext cx="2520280" cy="17875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A636E02-3D2F-4913-2286-0A894FC49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82" y="6693843"/>
            <a:ext cx="2835694" cy="17875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A425E3-2808-7261-0ED8-866E9291BBAA}"/>
              </a:ext>
            </a:extLst>
          </p:cNvPr>
          <p:cNvSpPr txBox="1"/>
          <p:nvPr/>
        </p:nvSpPr>
        <p:spPr>
          <a:xfrm>
            <a:off x="6186308" y="1409304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1411C2-56A1-3036-BE7B-CFEE11F288E9}"/>
              </a:ext>
            </a:extLst>
          </p:cNvPr>
          <p:cNvSpPr txBox="1"/>
          <p:nvPr/>
        </p:nvSpPr>
        <p:spPr>
          <a:xfrm>
            <a:off x="6216992" y="2755596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(2)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7F83D83-4ACA-10A3-6DF5-05E1048B44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1622" y="1359863"/>
            <a:ext cx="1815333" cy="14041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12636EC-BBCD-222B-4CAA-48F74C55F2CD}"/>
              </a:ext>
            </a:extLst>
          </p:cNvPr>
          <p:cNvSpPr txBox="1"/>
          <p:nvPr/>
        </p:nvSpPr>
        <p:spPr>
          <a:xfrm>
            <a:off x="6216992" y="4261112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(3)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4309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ACD667C-6025-8572-8B5C-9DACF0E86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1E2367C-8B41-C6AC-E09A-5F308F9E4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데베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487D4D-9E5C-355C-62AC-C4547203BE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B49E227-09E3-299C-C0B7-4F998AEA7B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주차 </a:t>
            </a:r>
            <a:r>
              <a:rPr lang="en-US" altLang="ko-KR" dirty="0"/>
              <a:t>ER</a:t>
            </a:r>
          </a:p>
          <a:p>
            <a:pPr lvl="1"/>
            <a:r>
              <a:rPr lang="ko-KR" altLang="en-US" dirty="0" err="1"/>
              <a:t>엔타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동애엔틀</a:t>
            </a:r>
            <a:r>
              <a:rPr lang="ko-KR" altLang="en-US" dirty="0"/>
              <a:t> </a:t>
            </a:r>
            <a:r>
              <a:rPr lang="en-US" altLang="ko-KR" dirty="0"/>
              <a:t>; </a:t>
            </a:r>
            <a:r>
              <a:rPr lang="ko-KR" altLang="en-US" dirty="0"/>
              <a:t>약엔</a:t>
            </a:r>
            <a:r>
              <a:rPr lang="en-US" altLang="ko-KR" dirty="0"/>
              <a:t> = </a:t>
            </a:r>
            <a:r>
              <a:rPr lang="ko-KR" altLang="en-US" dirty="0"/>
              <a:t>부키</a:t>
            </a:r>
            <a:r>
              <a:rPr lang="en-US" altLang="ko-KR" dirty="0"/>
              <a:t>, </a:t>
            </a:r>
            <a:r>
              <a:rPr lang="ko-KR" altLang="en-US" dirty="0"/>
              <a:t>부키</a:t>
            </a:r>
            <a:r>
              <a:rPr lang="en-US" altLang="ko-KR" dirty="0"/>
              <a:t> = </a:t>
            </a:r>
            <a:r>
              <a:rPr lang="ko-KR" altLang="en-US" dirty="0"/>
              <a:t>전고</a:t>
            </a:r>
            <a:r>
              <a:rPr lang="en-US" altLang="ko-KR" dirty="0"/>
              <a:t>X, </a:t>
            </a:r>
            <a:r>
              <a:rPr lang="ko-KR" altLang="en-US" dirty="0" err="1"/>
              <a:t>엔기키</a:t>
            </a:r>
            <a:r>
              <a:rPr lang="en-US" altLang="ko-KR" dirty="0"/>
              <a:t>? </a:t>
            </a:r>
            <a:r>
              <a:rPr lang="ko-KR" altLang="en-US" dirty="0"/>
              <a:t>고</a:t>
            </a:r>
            <a:r>
              <a:rPr lang="en-US" altLang="ko-KR" dirty="0"/>
              <a:t>O</a:t>
            </a:r>
          </a:p>
          <a:p>
            <a:pPr lvl="1"/>
            <a:r>
              <a:rPr lang="ko-KR" altLang="en-US" dirty="0" err="1"/>
              <a:t>애트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엔속</a:t>
            </a:r>
            <a:r>
              <a:rPr lang="ko-KR" altLang="en-US" dirty="0"/>
              <a:t> </a:t>
            </a:r>
            <a:r>
              <a:rPr lang="en-US" altLang="ko-KR" dirty="0"/>
              <a:t>; </a:t>
            </a:r>
            <a:r>
              <a:rPr lang="ko-KR" altLang="en-US" dirty="0" err="1"/>
              <a:t>키복다</a:t>
            </a:r>
            <a:endParaRPr lang="en-US" altLang="ko-KR" dirty="0"/>
          </a:p>
          <a:p>
            <a:pPr lvl="1"/>
            <a:r>
              <a:rPr lang="ko-KR" altLang="en-US" dirty="0"/>
              <a:t>관계 </a:t>
            </a:r>
            <a:r>
              <a:rPr lang="en-US" altLang="ko-KR" dirty="0"/>
              <a:t>: </a:t>
            </a:r>
            <a:r>
              <a:rPr lang="ko-KR" altLang="en-US" dirty="0"/>
              <a:t>엔관</a:t>
            </a:r>
            <a:r>
              <a:rPr lang="en-US" altLang="ko-KR" dirty="0"/>
              <a:t>/</a:t>
            </a:r>
            <a:r>
              <a:rPr lang="ko-KR" altLang="en-US" dirty="0"/>
              <a:t>결 </a:t>
            </a:r>
            <a:r>
              <a:rPr lang="en-US" altLang="ko-KR" dirty="0"/>
              <a:t>or mapping</a:t>
            </a:r>
            <a:r>
              <a:rPr lang="ko-KR" altLang="en-US" dirty="0"/>
              <a:t> </a:t>
            </a:r>
            <a:r>
              <a:rPr lang="en-US" altLang="ko-KR" dirty="0"/>
              <a:t>;</a:t>
            </a:r>
            <a:r>
              <a:rPr lang="ko-KR" altLang="en-US" dirty="0"/>
              <a:t> 역할 </a:t>
            </a:r>
            <a:r>
              <a:rPr lang="en-US" altLang="ko-KR" dirty="0"/>
              <a:t>= </a:t>
            </a:r>
            <a:r>
              <a:rPr lang="ko-KR" altLang="en-US" dirty="0" err="1"/>
              <a:t>관의명</a:t>
            </a:r>
            <a:endParaRPr lang="en-US" altLang="ko-KR" dirty="0"/>
          </a:p>
          <a:p>
            <a:pPr lvl="1"/>
            <a:r>
              <a:rPr lang="ko-KR" altLang="en-US" dirty="0" err="1"/>
              <a:t>카날비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관</a:t>
            </a:r>
            <a:r>
              <a:rPr lang="en-US" altLang="ko-KR" dirty="0"/>
              <a:t> </a:t>
            </a:r>
            <a:r>
              <a:rPr lang="ko-KR" altLang="en-US" dirty="0"/>
              <a:t>연 </a:t>
            </a:r>
            <a:r>
              <a:rPr lang="ko-KR" altLang="en-US" dirty="0" err="1"/>
              <a:t>상티티</a:t>
            </a:r>
            <a:endParaRPr lang="en-US" altLang="ko-KR" dirty="0"/>
          </a:p>
          <a:p>
            <a:pPr lvl="2"/>
            <a:r>
              <a:rPr lang="ko-KR" altLang="en-US" dirty="0" err="1"/>
              <a:t>전참</a:t>
            </a:r>
            <a:r>
              <a:rPr lang="ko-KR" altLang="en-US" dirty="0"/>
              <a:t> </a:t>
            </a:r>
            <a:r>
              <a:rPr lang="ko-KR" altLang="en-US" dirty="0" err="1"/>
              <a:t>부참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최소 </a:t>
            </a:r>
            <a:r>
              <a:rPr lang="en-US" altLang="ko-KR" dirty="0"/>
              <a:t>1 0 ; 1 : N = </a:t>
            </a:r>
            <a:r>
              <a:rPr lang="ko-KR" altLang="en-US" dirty="0"/>
              <a:t>최대 </a:t>
            </a:r>
            <a:r>
              <a:rPr lang="en-US" altLang="ko-KR" dirty="0"/>
              <a:t>N  1 ; N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M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최대 </a:t>
            </a:r>
            <a:r>
              <a:rPr lang="en-US" altLang="ko-KR" dirty="0"/>
              <a:t>M N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15C536-255D-0C4C-2107-37765C5A60E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35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3DDA445-D744-F28F-83AE-D8AFD623C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25ED33C-B760-C961-5FCE-31A0F8F76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글경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6F8045-6D46-9022-DE28-F1CD8CFB89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A07E92B-FAC8-2BCD-A601-183C3B8951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주차 </a:t>
            </a:r>
            <a:r>
              <a:rPr lang="en-US" altLang="ko-KR" dirty="0"/>
              <a:t>: </a:t>
            </a:r>
            <a:r>
              <a:rPr lang="ko-KR" altLang="en-US" dirty="0"/>
              <a:t>중상주의</a:t>
            </a:r>
            <a:endParaRPr lang="en-US" altLang="ko-KR" dirty="0"/>
          </a:p>
          <a:p>
            <a:pPr lvl="1"/>
            <a:r>
              <a:rPr lang="ko-KR" altLang="en-US" dirty="0"/>
              <a:t>근국 </a:t>
            </a:r>
            <a:r>
              <a:rPr lang="en-US" altLang="ko-KR" dirty="0"/>
              <a:t>: </a:t>
            </a:r>
            <a:r>
              <a:rPr lang="ko-KR" altLang="en-US" dirty="0"/>
              <a:t>중 </a:t>
            </a:r>
            <a:r>
              <a:rPr lang="en-US" altLang="ko-KR" dirty="0"/>
              <a:t>-&gt; </a:t>
            </a:r>
            <a:r>
              <a:rPr lang="ko-KR" altLang="en-US" dirty="0"/>
              <a:t>르 </a:t>
            </a:r>
            <a:r>
              <a:rPr lang="en-US" altLang="ko-KR" dirty="0"/>
              <a:t>-&gt; </a:t>
            </a:r>
            <a:r>
              <a:rPr lang="ko-KR" altLang="en-US" dirty="0"/>
              <a:t>절 </a:t>
            </a:r>
            <a:r>
              <a:rPr lang="en-US" altLang="ko-KR" dirty="0"/>
              <a:t>-&gt; </a:t>
            </a:r>
            <a:r>
              <a:rPr lang="ko-KR" altLang="en-US" dirty="0"/>
              <a:t>근 </a:t>
            </a:r>
            <a:r>
              <a:rPr lang="en-US" altLang="ko-KR" dirty="0"/>
              <a:t>-&gt; </a:t>
            </a:r>
            <a:r>
              <a:rPr lang="ko-KR" altLang="en-US" dirty="0"/>
              <a:t>세</a:t>
            </a:r>
            <a:r>
              <a:rPr lang="en-US" altLang="ko-KR" dirty="0"/>
              <a:t>&amp;</a:t>
            </a:r>
            <a:r>
              <a:rPr lang="ko-KR" altLang="en-US" dirty="0"/>
              <a:t>근</a:t>
            </a:r>
            <a:endParaRPr lang="en-US" altLang="ko-KR" dirty="0"/>
          </a:p>
          <a:p>
            <a:pPr lvl="1"/>
            <a:r>
              <a:rPr lang="ko-KR" altLang="en-US" dirty="0"/>
              <a:t>중상 </a:t>
            </a:r>
            <a:r>
              <a:rPr lang="en-US" altLang="ko-KR" dirty="0"/>
              <a:t>: </a:t>
            </a:r>
            <a:r>
              <a:rPr lang="ko-KR" altLang="en-US" dirty="0"/>
              <a:t>왕 </a:t>
            </a:r>
            <a:r>
              <a:rPr lang="en-US" altLang="ko-KR" dirty="0"/>
              <a:t>-&gt; </a:t>
            </a:r>
            <a:r>
              <a:rPr lang="ko-KR" altLang="en-US" dirty="0"/>
              <a:t>국경</a:t>
            </a:r>
            <a:r>
              <a:rPr lang="en-US" altLang="ko-KR" dirty="0"/>
              <a:t>; V H E -&gt; </a:t>
            </a:r>
            <a:r>
              <a:rPr lang="ko-KR" altLang="en-US" dirty="0" err="1"/>
              <a:t>특독</a:t>
            </a:r>
            <a:r>
              <a:rPr lang="en-US" altLang="ko-KR" dirty="0"/>
              <a:t> -&gt;</a:t>
            </a:r>
          </a:p>
          <a:p>
            <a:pPr lvl="2"/>
            <a:r>
              <a:rPr lang="ko-KR" altLang="en-US" dirty="0" err="1"/>
              <a:t>국기동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중 </a:t>
            </a:r>
            <a:r>
              <a:rPr lang="en-US" altLang="ko-KR" dirty="0"/>
              <a:t>: </a:t>
            </a:r>
            <a:r>
              <a:rPr lang="ko-KR" altLang="en-US" dirty="0"/>
              <a:t>무 </a:t>
            </a:r>
            <a:r>
              <a:rPr lang="en-US" altLang="ko-KR" dirty="0"/>
              <a:t>= </a:t>
            </a:r>
            <a:r>
              <a:rPr lang="ko-KR" altLang="en-US" dirty="0"/>
              <a:t>독</a:t>
            </a:r>
            <a:r>
              <a:rPr lang="en-US" altLang="ko-KR" dirty="0"/>
              <a:t>, </a:t>
            </a:r>
            <a:r>
              <a:rPr lang="ko-KR" altLang="en-US" dirty="0" err="1"/>
              <a:t>외배</a:t>
            </a:r>
            <a:r>
              <a:rPr lang="ko-KR" altLang="en-US" dirty="0"/>
              <a:t> 자익</a:t>
            </a:r>
            <a:endParaRPr lang="en-US" altLang="ko-KR" dirty="0"/>
          </a:p>
          <a:p>
            <a:pPr lvl="2"/>
            <a:r>
              <a:rPr lang="ko-KR" altLang="en-US" dirty="0"/>
              <a:t>중</a:t>
            </a:r>
            <a:r>
              <a:rPr lang="en-US" altLang="ko-KR" dirty="0"/>
              <a:t>vs</a:t>
            </a:r>
            <a:r>
              <a:rPr lang="ko-KR" altLang="en-US" dirty="0"/>
              <a:t>애 </a:t>
            </a:r>
            <a:r>
              <a:rPr lang="en-US" altLang="ko-KR" dirty="0"/>
              <a:t>: </a:t>
            </a:r>
            <a:r>
              <a:rPr lang="ko-KR" altLang="en-US" dirty="0"/>
              <a:t>애 </a:t>
            </a:r>
            <a:r>
              <a:rPr lang="en-US" altLang="ko-KR" dirty="0"/>
              <a:t>: </a:t>
            </a:r>
            <a:r>
              <a:rPr lang="ko-KR" altLang="en-US" dirty="0" err="1"/>
              <a:t>통자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리비 </a:t>
            </a:r>
            <a:r>
              <a:rPr lang="en-US" altLang="ko-KR" dirty="0"/>
              <a:t>-&gt; </a:t>
            </a:r>
            <a:r>
              <a:rPr lang="ko-KR" altLang="en-US" dirty="0"/>
              <a:t>독부 </a:t>
            </a:r>
            <a:r>
              <a:rPr lang="en-US" altLang="ko-KR" dirty="0"/>
              <a:t>-&gt; </a:t>
            </a:r>
            <a:r>
              <a:rPr lang="ko-KR" altLang="en-US" dirty="0" err="1"/>
              <a:t>국기협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부패 </a:t>
            </a:r>
            <a:r>
              <a:rPr lang="en-US" altLang="ko-KR" dirty="0"/>
              <a:t>; </a:t>
            </a:r>
            <a:r>
              <a:rPr lang="ko-KR" altLang="en-US" dirty="0"/>
              <a:t>정답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 err="1"/>
              <a:t>거비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호신관</a:t>
            </a:r>
            <a:r>
              <a:rPr lang="en-US" altLang="ko-KR" dirty="0"/>
              <a:t>, </a:t>
            </a:r>
            <a:r>
              <a:rPr lang="ko-KR" altLang="en-US" dirty="0"/>
              <a:t>신체</a:t>
            </a:r>
            <a:r>
              <a:rPr lang="en-US" altLang="ko-KR" dirty="0"/>
              <a:t>, 3</a:t>
            </a:r>
            <a:r>
              <a:rPr lang="ko-KR" altLang="en-US" dirty="0"/>
              <a:t>강</a:t>
            </a:r>
            <a:endParaRPr lang="en-US" altLang="ko-KR" dirty="0"/>
          </a:p>
          <a:p>
            <a:pPr lvl="2"/>
            <a:r>
              <a:rPr lang="en-US" altLang="ko-KR" dirty="0"/>
              <a:t>3</a:t>
            </a:r>
            <a:r>
              <a:rPr lang="ko-KR" altLang="en-US" dirty="0"/>
              <a:t>강 </a:t>
            </a:r>
            <a:r>
              <a:rPr lang="en-US" altLang="ko-KR" dirty="0"/>
              <a:t>: </a:t>
            </a:r>
            <a:r>
              <a:rPr lang="ko-KR" altLang="en-US" dirty="0" err="1"/>
              <a:t>재법</a:t>
            </a:r>
            <a:r>
              <a:rPr lang="ko-KR" altLang="en-US" dirty="0"/>
              <a:t> </a:t>
            </a:r>
            <a:r>
              <a:rPr lang="ko-KR" altLang="en-US" dirty="0" err="1"/>
              <a:t>계법</a:t>
            </a:r>
            <a:r>
              <a:rPr lang="ko-KR" altLang="en-US" dirty="0"/>
              <a:t> 규경 규관 </a:t>
            </a:r>
            <a:r>
              <a:rPr lang="ko-KR" altLang="en-US" dirty="0" err="1"/>
              <a:t>통금중</a:t>
            </a:r>
            <a:endParaRPr lang="en-US" altLang="ko-KR" dirty="0"/>
          </a:p>
          <a:p>
            <a:pPr lvl="2"/>
            <a:r>
              <a:rPr lang="ko-KR" altLang="en-US" dirty="0"/>
              <a:t>무역 </a:t>
            </a:r>
            <a:r>
              <a:rPr lang="en-US" altLang="ko-KR" dirty="0"/>
              <a:t>: </a:t>
            </a:r>
            <a:r>
              <a:rPr lang="ko-KR" altLang="en-US" dirty="0" err="1"/>
              <a:t>거강</a:t>
            </a:r>
            <a:r>
              <a:rPr lang="en-US" altLang="ko-KR" dirty="0"/>
              <a:t> </a:t>
            </a:r>
            <a:r>
              <a:rPr lang="ko-KR" altLang="en-US" dirty="0"/>
              <a:t>제</a:t>
            </a:r>
            <a:r>
              <a:rPr lang="en-US" altLang="ko-KR" dirty="0"/>
              <a:t>X, </a:t>
            </a:r>
            <a:r>
              <a:rPr lang="ko-KR" altLang="en-US" dirty="0"/>
              <a:t>국</a:t>
            </a:r>
            <a:r>
              <a:rPr lang="en-US" altLang="ko-KR" dirty="0"/>
              <a:t> </a:t>
            </a:r>
            <a:r>
              <a:rPr lang="ko-KR" altLang="en-US" dirty="0" err="1"/>
              <a:t>다규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주차 </a:t>
            </a:r>
            <a:r>
              <a:rPr lang="en-US" altLang="ko-KR" dirty="0"/>
              <a:t>: 1</a:t>
            </a:r>
            <a:r>
              <a:rPr lang="ko-KR" altLang="en-US" dirty="0"/>
              <a:t>차세계화</a:t>
            </a:r>
            <a:endParaRPr lang="en-US" altLang="ko-KR" dirty="0"/>
          </a:p>
          <a:p>
            <a:pPr lvl="1"/>
            <a:r>
              <a:rPr lang="ko-KR" altLang="en-US" dirty="0"/>
              <a:t>영 </a:t>
            </a:r>
            <a:r>
              <a:rPr lang="en-US" altLang="ko-KR" dirty="0"/>
              <a:t>IR : 1780 IR, 1846 </a:t>
            </a:r>
            <a:r>
              <a:rPr lang="ko-KR" altLang="en-US" dirty="0" err="1"/>
              <a:t>곡폐</a:t>
            </a:r>
            <a:r>
              <a:rPr lang="en-US" altLang="ko-KR" dirty="0"/>
              <a:t>, 1849 </a:t>
            </a:r>
            <a:r>
              <a:rPr lang="ko-KR" altLang="en-US" dirty="0" err="1"/>
              <a:t>항폐</a:t>
            </a:r>
            <a:endParaRPr lang="en-US" altLang="ko-KR" dirty="0"/>
          </a:p>
          <a:p>
            <a:pPr lvl="2"/>
            <a:r>
              <a:rPr lang="ko-KR" altLang="en-US" dirty="0"/>
              <a:t>왜 </a:t>
            </a:r>
            <a:r>
              <a:rPr lang="ko-KR" altLang="en-US" dirty="0" err="1"/>
              <a:t>자무</a:t>
            </a:r>
            <a:r>
              <a:rPr lang="en-US" altLang="ko-KR" dirty="0"/>
              <a:t>? = </a:t>
            </a:r>
            <a:r>
              <a:rPr lang="ko-KR" altLang="en-US" dirty="0"/>
              <a:t>국내 </a:t>
            </a:r>
            <a:r>
              <a:rPr lang="en-US" altLang="ko-KR" dirty="0"/>
              <a:t>+ </a:t>
            </a:r>
            <a:r>
              <a:rPr lang="ko-KR" altLang="en-US" dirty="0"/>
              <a:t>국외</a:t>
            </a:r>
            <a:endParaRPr lang="en-US" altLang="ko-KR" dirty="0"/>
          </a:p>
          <a:p>
            <a:pPr lvl="2"/>
            <a:r>
              <a:rPr lang="en-US" altLang="ko-KR" dirty="0"/>
              <a:t>1870</a:t>
            </a:r>
            <a:r>
              <a:rPr lang="ko-KR" altLang="en-US" dirty="0"/>
              <a:t> 전후</a:t>
            </a:r>
            <a:r>
              <a:rPr lang="en-US" altLang="ko-KR" dirty="0"/>
              <a:t> = </a:t>
            </a:r>
            <a:r>
              <a:rPr lang="ko-KR" altLang="en-US" dirty="0"/>
              <a:t>전 </a:t>
            </a:r>
            <a:r>
              <a:rPr lang="en-US" altLang="ko-KR" dirty="0"/>
              <a:t>= </a:t>
            </a:r>
            <a:r>
              <a:rPr lang="ko-KR" altLang="en-US" dirty="0"/>
              <a:t>자제</a:t>
            </a:r>
            <a:r>
              <a:rPr lang="en-US" altLang="ko-KR" dirty="0"/>
              <a:t>(</a:t>
            </a:r>
            <a:r>
              <a:rPr lang="ko-KR" altLang="en-US" dirty="0" err="1"/>
              <a:t>관낮식자조</a:t>
            </a:r>
            <a:r>
              <a:rPr lang="en-US" altLang="ko-KR" dirty="0"/>
              <a:t>), </a:t>
            </a:r>
            <a:r>
              <a:rPr lang="ko-KR" altLang="en-US" dirty="0"/>
              <a:t>후 </a:t>
            </a:r>
            <a:r>
              <a:rPr lang="en-US" altLang="ko-KR" dirty="0"/>
              <a:t>= </a:t>
            </a:r>
            <a:r>
              <a:rPr lang="ko-KR" altLang="en-US" dirty="0"/>
              <a:t>건제</a:t>
            </a:r>
            <a:r>
              <a:rPr lang="en-US" altLang="ko-KR" dirty="0"/>
              <a:t>(</a:t>
            </a:r>
            <a:r>
              <a:rPr lang="ko-KR" altLang="en-US" dirty="0" err="1"/>
              <a:t>식결분공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배경 </a:t>
            </a:r>
            <a:r>
              <a:rPr lang="en-US" altLang="ko-KR" dirty="0"/>
              <a:t>: </a:t>
            </a:r>
            <a:r>
              <a:rPr lang="ko-KR" altLang="en-US" dirty="0"/>
              <a:t>금 </a:t>
            </a:r>
            <a:r>
              <a:rPr lang="en-US" altLang="ko-KR" dirty="0"/>
              <a:t>+ </a:t>
            </a:r>
            <a:r>
              <a:rPr lang="ko-KR" altLang="en-US" dirty="0"/>
              <a:t>제 </a:t>
            </a:r>
            <a:r>
              <a:rPr lang="en-US" altLang="ko-KR" dirty="0"/>
              <a:t>+ </a:t>
            </a:r>
            <a:r>
              <a:rPr lang="ko-KR" altLang="en-US" dirty="0"/>
              <a:t>냉철 </a:t>
            </a:r>
            <a:r>
              <a:rPr lang="en-US" altLang="ko-KR" dirty="0"/>
              <a:t>+ (</a:t>
            </a:r>
            <a:r>
              <a:rPr lang="ko-KR" altLang="en-US" dirty="0"/>
              <a:t>자 </a:t>
            </a:r>
            <a:r>
              <a:rPr lang="en-US" altLang="ko-KR" dirty="0"/>
              <a:t>-&gt; </a:t>
            </a:r>
            <a:r>
              <a:rPr lang="ko-KR" altLang="en-US" dirty="0"/>
              <a:t>규완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제국</a:t>
            </a:r>
            <a:r>
              <a:rPr lang="en-US" altLang="ko-KR" dirty="0"/>
              <a:t> : </a:t>
            </a:r>
            <a:r>
              <a:rPr lang="ko-KR" altLang="en-US" dirty="0"/>
              <a:t>배경 </a:t>
            </a:r>
            <a:r>
              <a:rPr lang="en-US" altLang="ko-KR" dirty="0"/>
              <a:t>: </a:t>
            </a:r>
            <a:r>
              <a:rPr lang="ko-KR" altLang="en-US" dirty="0"/>
              <a:t>무</a:t>
            </a:r>
            <a:r>
              <a:rPr lang="en-US" altLang="ko-KR" dirty="0"/>
              <a:t>:</a:t>
            </a:r>
            <a:r>
              <a:rPr lang="ko-KR" altLang="en-US" dirty="0"/>
              <a:t>제 </a:t>
            </a:r>
            <a:r>
              <a:rPr lang="en-US" altLang="ko-KR" dirty="0"/>
              <a:t>+ </a:t>
            </a:r>
            <a:r>
              <a:rPr lang="ko-KR" altLang="en-US" dirty="0"/>
              <a:t>통</a:t>
            </a:r>
            <a:r>
              <a:rPr lang="en-US" altLang="ko-KR" dirty="0"/>
              <a:t>:</a:t>
            </a:r>
            <a:r>
              <a:rPr lang="ko-KR" altLang="en-US" dirty="0"/>
              <a:t>금 </a:t>
            </a:r>
            <a:r>
              <a:rPr lang="en-US" altLang="ko-KR" dirty="0"/>
              <a:t>+ </a:t>
            </a:r>
            <a:r>
              <a:rPr lang="ko-KR" altLang="en-US" dirty="0" err="1"/>
              <a:t>운통기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자담 세규 </a:t>
            </a:r>
            <a:r>
              <a:rPr lang="en-US" altLang="ko-KR" dirty="0"/>
              <a:t>+ </a:t>
            </a:r>
            <a:r>
              <a:rPr lang="ko-KR" altLang="en-US" dirty="0" err="1"/>
              <a:t>주의신수</a:t>
            </a:r>
            <a:endParaRPr lang="en-US" altLang="ko-KR" dirty="0"/>
          </a:p>
          <a:p>
            <a:pPr lvl="1"/>
            <a:r>
              <a:rPr lang="ko-KR" altLang="en-US" dirty="0"/>
              <a:t>결과 </a:t>
            </a:r>
            <a:r>
              <a:rPr lang="en-US" altLang="ko-KR" dirty="0"/>
              <a:t>: </a:t>
            </a:r>
            <a:r>
              <a:rPr lang="ko-KR" altLang="en-US" dirty="0"/>
              <a:t>가수 </a:t>
            </a:r>
            <a:r>
              <a:rPr lang="ko-KR" altLang="en-US" dirty="0" err="1"/>
              <a:t>상요수</a:t>
            </a:r>
            <a:r>
              <a:rPr lang="ko-KR" altLang="en-US" dirty="0"/>
              <a:t> 이민 국분</a:t>
            </a: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: </a:t>
            </a:r>
            <a:r>
              <a:rPr lang="ko-KR" altLang="en-US" dirty="0"/>
              <a:t>금본위제</a:t>
            </a:r>
            <a:endParaRPr lang="en-US" altLang="ko-KR" dirty="0"/>
          </a:p>
          <a:p>
            <a:pPr lvl="1"/>
            <a:r>
              <a:rPr lang="ko-KR" altLang="en-US" dirty="0"/>
              <a:t>배경 </a:t>
            </a:r>
            <a:r>
              <a:rPr lang="en-US" altLang="ko-KR" dirty="0"/>
              <a:t>: </a:t>
            </a:r>
            <a:r>
              <a:rPr lang="ko-KR" altLang="en-US" dirty="0"/>
              <a:t>영</a:t>
            </a:r>
            <a:r>
              <a:rPr lang="en-US" altLang="ko-KR" dirty="0"/>
              <a:t> : IR, </a:t>
            </a:r>
            <a:r>
              <a:rPr lang="ko-KR" altLang="en-US" dirty="0" err="1"/>
              <a:t>영금</a:t>
            </a:r>
            <a:r>
              <a:rPr lang="en-US" altLang="ko-KR" dirty="0"/>
              <a:t>(</a:t>
            </a:r>
            <a:r>
              <a:rPr lang="ko-KR" altLang="en-US" dirty="0" err="1"/>
              <a:t>그래샴</a:t>
            </a:r>
            <a:r>
              <a:rPr lang="en-US" altLang="ko-KR" dirty="0"/>
              <a:t>) -&gt; </a:t>
            </a:r>
            <a:r>
              <a:rPr lang="ko-KR" altLang="en-US" dirty="0" err="1"/>
              <a:t>프독</a:t>
            </a:r>
            <a:r>
              <a:rPr lang="ko-KR" altLang="en-US" dirty="0"/>
              <a:t> </a:t>
            </a:r>
            <a:r>
              <a:rPr lang="ko-KR" altLang="en-US" dirty="0" err="1"/>
              <a:t>보불</a:t>
            </a:r>
            <a:r>
              <a:rPr lang="ko-KR" altLang="en-US" dirty="0"/>
              <a:t> </a:t>
            </a:r>
            <a:r>
              <a:rPr lang="en-US" altLang="ko-KR" dirty="0"/>
              <a:t>; </a:t>
            </a:r>
            <a:r>
              <a:rPr lang="ko-KR" altLang="en-US" dirty="0" err="1"/>
              <a:t>네외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전비</a:t>
            </a:r>
            <a:endParaRPr lang="en-US" altLang="ko-KR" dirty="0"/>
          </a:p>
          <a:p>
            <a:pPr lvl="1"/>
            <a:r>
              <a:rPr lang="ko-KR" altLang="en-US" dirty="0"/>
              <a:t>조건 </a:t>
            </a:r>
            <a:r>
              <a:rPr lang="en-US" altLang="ko-KR" dirty="0"/>
              <a:t>: </a:t>
            </a:r>
            <a:r>
              <a:rPr lang="ko-KR" altLang="en-US" dirty="0" err="1"/>
              <a:t>자국조</a:t>
            </a:r>
            <a:endParaRPr lang="en-US" altLang="ko-KR" dirty="0"/>
          </a:p>
          <a:p>
            <a:pPr lvl="1"/>
            <a:r>
              <a:rPr lang="ko-KR" altLang="en-US" dirty="0" err="1"/>
              <a:t>국수메</a:t>
            </a:r>
            <a:r>
              <a:rPr lang="ko-KR" altLang="en-US" dirty="0"/>
              <a:t> </a:t>
            </a:r>
            <a:r>
              <a:rPr lang="en-US" altLang="ko-KR" dirty="0"/>
              <a:t>: A </a:t>
            </a:r>
            <a:r>
              <a:rPr lang="ko-KR" altLang="en-US" dirty="0"/>
              <a:t>가정</a:t>
            </a:r>
            <a:r>
              <a:rPr lang="en-US" altLang="ko-KR" dirty="0"/>
              <a:t>(</a:t>
            </a:r>
            <a:r>
              <a:rPr lang="ko-KR" altLang="en-US" dirty="0" err="1"/>
              <a:t>물↓출↑입</a:t>
            </a:r>
            <a:r>
              <a:rPr lang="ko-KR" altLang="en-US" dirty="0"/>
              <a:t>↓</a:t>
            </a:r>
            <a:r>
              <a:rPr lang="en-US" altLang="ko-KR" dirty="0"/>
              <a:t>)</a:t>
            </a:r>
            <a:r>
              <a:rPr lang="ko-KR" altLang="en-US" dirty="0"/>
              <a:t> 자이</a:t>
            </a:r>
            <a:r>
              <a:rPr lang="en-US" altLang="ko-KR" dirty="0"/>
              <a:t>(</a:t>
            </a:r>
            <a:r>
              <a:rPr lang="ko-KR" altLang="en-US" dirty="0"/>
              <a:t>이↑자↑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ko-KR" altLang="en-US" dirty="0" err="1"/>
              <a:t>개승</a:t>
            </a:r>
            <a:r>
              <a:rPr lang="en-US" altLang="ko-KR" dirty="0"/>
              <a:t>(</a:t>
            </a:r>
            <a:r>
              <a:rPr lang="ko-KR" altLang="en-US" dirty="0" err="1"/>
              <a:t>유수↓지고↓수수</a:t>
            </a:r>
            <a:r>
              <a:rPr lang="ko-KR" altLang="en-US" dirty="0"/>
              <a:t>↓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금세화</a:t>
            </a:r>
            <a:endParaRPr lang="en-US" altLang="ko-KR" dirty="0"/>
          </a:p>
          <a:p>
            <a:pPr lvl="2"/>
            <a:r>
              <a:rPr lang="ko-KR" altLang="en-US" dirty="0"/>
              <a:t>금세화 </a:t>
            </a:r>
            <a:r>
              <a:rPr lang="en-US" altLang="ko-KR" dirty="0"/>
              <a:t>= </a:t>
            </a:r>
            <a:r>
              <a:rPr lang="ko-KR" altLang="en-US" dirty="0"/>
              <a:t>중은 </a:t>
            </a:r>
            <a:r>
              <a:rPr lang="ko-KR" altLang="en-US" dirty="0" err="1"/>
              <a:t>믿산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자정독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세질정</a:t>
            </a:r>
            <a:endParaRPr lang="en-US" altLang="ko-KR" dirty="0"/>
          </a:p>
          <a:p>
            <a:pPr lvl="2"/>
            <a:r>
              <a:rPr lang="ko-KR" altLang="en-US" dirty="0" err="1"/>
              <a:t>채위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무</a:t>
            </a:r>
            <a:r>
              <a:rPr lang="en-US" altLang="ko-KR" dirty="0"/>
              <a:t>+</a:t>
            </a:r>
            <a:r>
              <a:rPr lang="ko-KR" altLang="en-US" dirty="0"/>
              <a:t>제 </a:t>
            </a:r>
            <a:r>
              <a:rPr lang="en-US" altLang="ko-KR" dirty="0"/>
              <a:t>-&gt; </a:t>
            </a:r>
            <a:r>
              <a:rPr lang="ko-KR" altLang="en-US" dirty="0" err="1"/>
              <a:t>채강집</a:t>
            </a:r>
            <a:endParaRPr lang="en-US" altLang="ko-KR" dirty="0"/>
          </a:p>
          <a:p>
            <a:pPr lvl="1"/>
            <a:r>
              <a:rPr lang="ko-KR" altLang="en-US" dirty="0"/>
              <a:t>몰락</a:t>
            </a:r>
            <a:endParaRPr lang="en-US" altLang="ko-KR" dirty="0"/>
          </a:p>
          <a:p>
            <a:pPr lvl="2"/>
            <a:r>
              <a:rPr lang="en-US" altLang="ko-KR" dirty="0"/>
              <a:t>Ww1 -&gt; </a:t>
            </a:r>
            <a:r>
              <a:rPr lang="ko-KR" altLang="en-US" dirty="0"/>
              <a:t>환통</a:t>
            </a:r>
            <a:endParaRPr lang="en-US" altLang="ko-KR" dirty="0"/>
          </a:p>
          <a:p>
            <a:pPr lvl="2"/>
            <a:r>
              <a:rPr lang="ko-KR" altLang="en-US" dirty="0" err="1"/>
              <a:t>경주변</a:t>
            </a:r>
            <a:endParaRPr lang="en-US" altLang="ko-KR" dirty="0"/>
          </a:p>
          <a:p>
            <a:pPr lvl="2"/>
            <a:r>
              <a:rPr lang="en-US" altLang="ko-KR" dirty="0"/>
              <a:t>1931 </a:t>
            </a:r>
            <a:r>
              <a:rPr lang="ko-KR" altLang="en-US" dirty="0"/>
              <a:t>영 </a:t>
            </a:r>
            <a:r>
              <a:rPr lang="ko-KR" altLang="en-US" dirty="0" err="1"/>
              <a:t>금본</a:t>
            </a:r>
            <a:r>
              <a:rPr lang="ko-KR" altLang="en-US" dirty="0"/>
              <a:t> 포</a:t>
            </a:r>
            <a:endParaRPr lang="en-US" altLang="ko-KR" dirty="0"/>
          </a:p>
          <a:p>
            <a:pPr lvl="3"/>
            <a:r>
              <a:rPr lang="ko-KR" altLang="en-US" dirty="0" err="1"/>
              <a:t>국수메</a:t>
            </a:r>
            <a:r>
              <a:rPr lang="ko-KR" altLang="en-US" dirty="0"/>
              <a:t> </a:t>
            </a:r>
            <a:r>
              <a:rPr lang="en-US" altLang="ko-KR" dirty="0"/>
              <a:t>X : </a:t>
            </a:r>
            <a:r>
              <a:rPr lang="ko-KR" altLang="en-US" dirty="0"/>
              <a:t>신인</a:t>
            </a:r>
            <a:r>
              <a:rPr lang="en-US" altLang="ko-KR" dirty="0"/>
              <a:t> </a:t>
            </a:r>
            <a:r>
              <a:rPr lang="ko-KR" altLang="en-US" dirty="0" err="1"/>
              <a:t>개분노</a:t>
            </a:r>
            <a:r>
              <a:rPr lang="ko-KR" altLang="en-US" dirty="0"/>
              <a:t> 필 </a:t>
            </a:r>
            <a:r>
              <a:rPr lang="en-US" altLang="ko-KR" dirty="0"/>
              <a:t>(</a:t>
            </a:r>
            <a:r>
              <a:rPr lang="ko-KR" altLang="en-US" dirty="0"/>
              <a:t>노유</a:t>
            </a:r>
            <a:r>
              <a:rPr lang="en-US" altLang="ko-KR" dirty="0"/>
              <a:t>)</a:t>
            </a:r>
          </a:p>
          <a:p>
            <a:pPr lvl="3"/>
            <a:r>
              <a:rPr lang="ko-KR" altLang="en-US" dirty="0"/>
              <a:t>정 </a:t>
            </a:r>
            <a:r>
              <a:rPr lang="en-US" altLang="ko-KR" dirty="0"/>
              <a:t>: </a:t>
            </a:r>
            <a:r>
              <a:rPr lang="ko-KR" altLang="en-US" dirty="0"/>
              <a:t>노투 </a:t>
            </a:r>
            <a:r>
              <a:rPr lang="en-US" altLang="ko-KR" dirty="0"/>
              <a:t>-&gt; </a:t>
            </a:r>
            <a:r>
              <a:rPr lang="ko-KR" altLang="en-US" dirty="0"/>
              <a:t>실</a:t>
            </a:r>
            <a:r>
              <a:rPr lang="en-US" altLang="ko-KR" dirty="0"/>
              <a:t>vs</a:t>
            </a:r>
            <a:r>
              <a:rPr lang="ko-KR" altLang="en-US" dirty="0"/>
              <a:t>금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B424D8-A38C-0347-621A-77B849DEFE0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ko-KR" altLang="en-US" dirty="0"/>
              <a:t>뒷문</a:t>
            </a:r>
            <a:r>
              <a:rPr lang="en-US" altLang="ko-KR" dirty="0"/>
              <a:t> </a:t>
            </a:r>
            <a:r>
              <a:rPr lang="ko-KR" altLang="en-US" dirty="0"/>
              <a:t>창문 </a:t>
            </a:r>
            <a:r>
              <a:rPr lang="ko-KR" altLang="en-US" dirty="0" err="1"/>
              <a:t>컴책</a:t>
            </a:r>
            <a:r>
              <a:rPr lang="ko-KR" altLang="en-US" dirty="0"/>
              <a:t> 교탁 </a:t>
            </a:r>
          </a:p>
        </p:txBody>
      </p:sp>
    </p:spTree>
    <p:extLst>
      <p:ext uri="{BB962C8B-B14F-4D97-AF65-F5344CB8AC3E}">
        <p14:creationId xmlns:p14="http://schemas.microsoft.com/office/powerpoint/2010/main" val="2591656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A09B190-9AC3-E3BE-2AF0-09CE57E96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92FB9BD-F704-BE83-D0B8-EEF472EC2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글경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7545FB-EE87-A122-2317-F580EF0498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B32DC96-9AE7-E251-7A2F-8FE96FFF5D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주차 </a:t>
            </a:r>
            <a:r>
              <a:rPr lang="en-US" altLang="ko-KR" dirty="0"/>
              <a:t>: </a:t>
            </a:r>
            <a:r>
              <a:rPr lang="ko-KR" altLang="en-US" dirty="0" err="1"/>
              <a:t>전간기</a:t>
            </a:r>
            <a:endParaRPr lang="en-US" altLang="ko-KR" dirty="0"/>
          </a:p>
          <a:p>
            <a:pPr lvl="2"/>
            <a:r>
              <a:rPr lang="en-US" altLang="ko-KR" dirty="0"/>
              <a:t>Ww1 </a:t>
            </a:r>
            <a:r>
              <a:rPr lang="ko-KR" altLang="en-US" dirty="0"/>
              <a:t>전 </a:t>
            </a:r>
            <a:endParaRPr lang="en-US" altLang="ko-KR" dirty="0"/>
          </a:p>
          <a:p>
            <a:pPr lvl="3"/>
            <a:r>
              <a:rPr lang="ko-KR" altLang="en-US" dirty="0"/>
              <a:t>제국주의</a:t>
            </a:r>
            <a:r>
              <a:rPr lang="en-US" altLang="ko-KR" dirty="0"/>
              <a:t>?</a:t>
            </a:r>
          </a:p>
          <a:p>
            <a:pPr lvl="3"/>
            <a:r>
              <a:rPr lang="en-US" altLang="ko-KR" dirty="0"/>
              <a:t>19C</a:t>
            </a:r>
            <a:r>
              <a:rPr lang="ko-KR" altLang="en-US" dirty="0"/>
              <a:t>말 영</a:t>
            </a:r>
            <a:r>
              <a:rPr lang="en-US" altLang="ko-KR" dirty="0"/>
              <a:t>/</a:t>
            </a:r>
            <a:r>
              <a:rPr lang="ko-KR" altLang="en-US" dirty="0"/>
              <a:t>미 대</a:t>
            </a:r>
            <a:r>
              <a:rPr lang="en-US" altLang="ko-KR" dirty="0"/>
              <a:t>.</a:t>
            </a:r>
            <a:r>
              <a:rPr lang="ko-KR" altLang="en-US" dirty="0"/>
              <a:t>팽</a:t>
            </a:r>
            <a:r>
              <a:rPr lang="en-US" altLang="ko-KR" dirty="0"/>
              <a:t>?</a:t>
            </a:r>
          </a:p>
          <a:p>
            <a:pPr lvl="2"/>
            <a:r>
              <a:rPr lang="en-US" altLang="ko-KR" dirty="0"/>
              <a:t>Ww1 = </a:t>
            </a:r>
            <a:r>
              <a:rPr lang="ko-KR" altLang="en-US" dirty="0"/>
              <a:t>사↑</a:t>
            </a:r>
            <a:r>
              <a:rPr lang="en-US" altLang="ko-KR" dirty="0"/>
              <a:t>, </a:t>
            </a:r>
            <a:r>
              <a:rPr lang="ko-KR" altLang="en-US" dirty="0"/>
              <a:t>총력전</a:t>
            </a:r>
            <a:endParaRPr lang="en-US" altLang="ko-KR" dirty="0"/>
          </a:p>
          <a:p>
            <a:pPr lvl="3"/>
            <a:r>
              <a:rPr lang="ko-KR" altLang="en-US" dirty="0" err="1"/>
              <a:t>정역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제 → 거소</a:t>
            </a:r>
            <a:endParaRPr lang="en-US" altLang="ko-KR" dirty="0"/>
          </a:p>
          <a:p>
            <a:pPr lvl="3"/>
            <a:r>
              <a:rPr lang="ko-KR" altLang="en-US" dirty="0" err="1"/>
              <a:t>일징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남</a:t>
            </a:r>
            <a:r>
              <a:rPr lang="en-US" altLang="ko-KR" dirty="0"/>
              <a:t> </a:t>
            </a:r>
            <a:r>
              <a:rPr lang="ko-KR" altLang="en-US" dirty="0"/>
              <a:t>→ 전</a:t>
            </a:r>
            <a:r>
              <a:rPr lang="en-US" altLang="ko-KR" dirty="0"/>
              <a:t>, </a:t>
            </a:r>
            <a:r>
              <a:rPr lang="ko-KR" altLang="en-US" dirty="0"/>
              <a:t>여</a:t>
            </a:r>
            <a:r>
              <a:rPr lang="en-US" altLang="ko-KR" dirty="0"/>
              <a:t>/</a:t>
            </a:r>
            <a:r>
              <a:rPr lang="ko-KR" altLang="en-US" dirty="0"/>
              <a:t>노</a:t>
            </a:r>
            <a:r>
              <a:rPr lang="en-US" altLang="ko-KR" dirty="0"/>
              <a:t>/</a:t>
            </a:r>
            <a:r>
              <a:rPr lang="ko-KR" altLang="en-US" dirty="0"/>
              <a:t>어 → 생</a:t>
            </a:r>
            <a:endParaRPr lang="en-US" altLang="ko-KR" dirty="0"/>
          </a:p>
          <a:p>
            <a:pPr lvl="3"/>
            <a:r>
              <a:rPr lang="ko-KR" altLang="en-US" dirty="0"/>
              <a:t>국경 </a:t>
            </a:r>
            <a:r>
              <a:rPr lang="en-US" altLang="ko-KR" dirty="0"/>
              <a:t>: </a:t>
            </a:r>
            <a:r>
              <a:rPr lang="ko-KR" altLang="en-US" dirty="0"/>
              <a:t>수</a:t>
            </a:r>
            <a:r>
              <a:rPr lang="en-US" altLang="ko-KR" dirty="0"/>
              <a:t>.</a:t>
            </a:r>
            <a:r>
              <a:rPr lang="ko-KR" altLang="en-US" dirty="0"/>
              <a:t>관</a:t>
            </a:r>
            <a:r>
              <a:rPr lang="en-US" altLang="ko-KR" dirty="0"/>
              <a:t>X(</a:t>
            </a:r>
            <a:r>
              <a:rPr lang="ko-KR" altLang="en-US" dirty="0" err="1"/>
              <a:t>농파</a:t>
            </a:r>
            <a:r>
              <a:rPr lang="en-US" altLang="ko-KR" dirty="0"/>
              <a:t>), </a:t>
            </a:r>
            <a:r>
              <a:rPr lang="ko-KR" altLang="en-US" dirty="0" err="1"/>
              <a:t>협금대</a:t>
            </a:r>
            <a:endParaRPr lang="en-US" altLang="ko-KR" dirty="0"/>
          </a:p>
          <a:p>
            <a:pPr lvl="2"/>
            <a:r>
              <a:rPr lang="ko-KR" altLang="en-US" dirty="0"/>
              <a:t>미 참전</a:t>
            </a:r>
            <a:endParaRPr lang="en-US" altLang="ko-KR" dirty="0"/>
          </a:p>
          <a:p>
            <a:pPr lvl="3"/>
            <a:r>
              <a:rPr lang="ko-KR" altLang="en-US" dirty="0"/>
              <a:t>전재수 </a:t>
            </a:r>
            <a:r>
              <a:rPr lang="en-US" altLang="ko-KR" dirty="0"/>
              <a:t>= </a:t>
            </a:r>
            <a:r>
              <a:rPr lang="ko-KR" altLang="en-US" dirty="0"/>
              <a:t>초이</a:t>
            </a:r>
            <a:r>
              <a:rPr lang="en-US" altLang="ko-KR" dirty="0"/>
              <a:t>, </a:t>
            </a:r>
            <a:r>
              <a:rPr lang="ko-KR" altLang="en-US" dirty="0"/>
              <a:t>소인</a:t>
            </a:r>
            <a:r>
              <a:rPr lang="en-US" altLang="ko-KR" dirty="0"/>
              <a:t>, </a:t>
            </a:r>
            <a:r>
              <a:rPr lang="ko-KR" altLang="en-US" dirty="0" err="1"/>
              <a:t>공발</a:t>
            </a:r>
            <a:endParaRPr lang="en-US" altLang="ko-KR" dirty="0"/>
          </a:p>
          <a:p>
            <a:pPr lvl="3"/>
            <a:r>
              <a:rPr lang="ko-KR" altLang="en-US" dirty="0"/>
              <a:t>통경 </a:t>
            </a:r>
            <a:r>
              <a:rPr lang="en-US" altLang="ko-KR" dirty="0"/>
              <a:t>= </a:t>
            </a:r>
            <a:r>
              <a:rPr lang="ko-KR" altLang="en-US" dirty="0" err="1"/>
              <a:t>민군생</a:t>
            </a:r>
            <a:r>
              <a:rPr lang="en-US" altLang="ko-KR" dirty="0"/>
              <a:t>X -&gt; </a:t>
            </a:r>
            <a:r>
              <a:rPr lang="ko-KR" altLang="en-US" dirty="0"/>
              <a:t>정</a:t>
            </a:r>
            <a:r>
              <a:rPr lang="en-US" altLang="ko-KR" dirty="0"/>
              <a:t>-&gt;</a:t>
            </a:r>
            <a:r>
              <a:rPr lang="ko-KR" altLang="en-US" dirty="0"/>
              <a:t>민↓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+</a:t>
            </a:r>
            <a:r>
              <a:rPr lang="ko-KR" altLang="en-US" dirty="0"/>
              <a:t>공 </a:t>
            </a:r>
            <a:r>
              <a:rPr lang="ko-KR" altLang="en-US" dirty="0" err="1"/>
              <a:t>생유</a:t>
            </a:r>
            <a:r>
              <a:rPr lang="ko-KR" altLang="en-US" dirty="0"/>
              <a:t> 통</a:t>
            </a:r>
            <a:endParaRPr lang="en-US" altLang="ko-KR" dirty="0"/>
          </a:p>
          <a:p>
            <a:pPr lvl="3"/>
            <a:r>
              <a:rPr lang="ko-KR" altLang="en-US" dirty="0"/>
              <a:t>국방위</a:t>
            </a:r>
            <a:endParaRPr lang="en-US" altLang="ko-KR" dirty="0"/>
          </a:p>
          <a:p>
            <a:pPr lvl="3"/>
            <a:r>
              <a:rPr lang="ko-KR" altLang="en-US" dirty="0"/>
              <a:t>미 부상</a:t>
            </a:r>
            <a:endParaRPr lang="en-US" altLang="ko-KR" dirty="0"/>
          </a:p>
          <a:p>
            <a:pPr lvl="1"/>
            <a:r>
              <a:rPr lang="en-US" altLang="ko-KR" dirty="0"/>
              <a:t>1920 </a:t>
            </a:r>
            <a:r>
              <a:rPr lang="ko-KR" altLang="en-US" dirty="0"/>
              <a:t>미</a:t>
            </a:r>
            <a:endParaRPr lang="en-US" altLang="ko-KR" dirty="0"/>
          </a:p>
          <a:p>
            <a:pPr lvl="2"/>
            <a:r>
              <a:rPr lang="ko-KR" altLang="en-US" dirty="0"/>
              <a:t>미 호 배</a:t>
            </a:r>
            <a:endParaRPr lang="en-US" altLang="ko-KR" dirty="0"/>
          </a:p>
          <a:p>
            <a:pPr lvl="3"/>
            <a:r>
              <a:rPr lang="ko-KR" altLang="en-US" dirty="0"/>
              <a:t>원 </a:t>
            </a:r>
            <a:r>
              <a:rPr lang="en-US" altLang="ko-KR" dirty="0"/>
              <a:t>: </a:t>
            </a:r>
            <a:r>
              <a:rPr lang="ko-KR" altLang="en-US" dirty="0" err="1"/>
              <a:t>파고달저</a:t>
            </a:r>
            <a:r>
              <a:rPr lang="en-US" altLang="ko-KR" dirty="0"/>
              <a:t>, </a:t>
            </a:r>
            <a:r>
              <a:rPr lang="ko-KR" altLang="en-US" dirty="0" err="1"/>
              <a:t>해자축</a:t>
            </a:r>
            <a:r>
              <a:rPr lang="en-US" altLang="ko-KR" dirty="0"/>
              <a:t>/</a:t>
            </a:r>
            <a:r>
              <a:rPr lang="ko-KR" altLang="en-US" dirty="0" err="1"/>
              <a:t>국흑</a:t>
            </a:r>
            <a:r>
              <a:rPr lang="en-US" altLang="ko-KR" dirty="0"/>
              <a:t>, </a:t>
            </a:r>
            <a:r>
              <a:rPr lang="ko-KR" altLang="en-US" dirty="0"/>
              <a:t>기발</a:t>
            </a:r>
            <a:endParaRPr lang="en-US" altLang="ko-KR" dirty="0"/>
          </a:p>
          <a:p>
            <a:pPr lvl="3"/>
            <a:r>
              <a:rPr lang="ko-KR" altLang="en-US" dirty="0"/>
              <a:t>정</a:t>
            </a:r>
            <a:r>
              <a:rPr lang="en-US" altLang="ko-KR" dirty="0"/>
              <a:t> : </a:t>
            </a:r>
            <a:r>
              <a:rPr lang="ko-KR" altLang="en-US" dirty="0"/>
              <a:t>공</a:t>
            </a:r>
            <a:r>
              <a:rPr lang="en-US" altLang="ko-KR" dirty="0"/>
              <a:t>, </a:t>
            </a:r>
            <a:r>
              <a:rPr lang="ko-KR" altLang="en-US" dirty="0" err="1"/>
              <a:t>앤멜</a:t>
            </a:r>
            <a:r>
              <a:rPr lang="en-US" altLang="ko-KR" dirty="0"/>
              <a:t>, 1</a:t>
            </a:r>
            <a:r>
              <a:rPr lang="ko-KR" altLang="en-US" dirty="0" err="1"/>
              <a:t>채회</a:t>
            </a:r>
            <a:r>
              <a:rPr lang="en-US" altLang="ko-KR" dirty="0"/>
              <a:t>, </a:t>
            </a:r>
            <a:r>
              <a:rPr lang="ko-KR" altLang="en-US" dirty="0" err="1"/>
              <a:t>하후</a:t>
            </a:r>
            <a:r>
              <a:rPr lang="en-US" altLang="ko-KR" dirty="0"/>
              <a:t>(</a:t>
            </a:r>
            <a:r>
              <a:rPr lang="ko-KR" altLang="en-US" dirty="0"/>
              <a:t>협의체 </a:t>
            </a:r>
            <a:r>
              <a:rPr lang="en-US" altLang="ko-KR" dirty="0"/>
              <a:t>= </a:t>
            </a:r>
            <a:r>
              <a:rPr lang="ko-KR" altLang="en-US" dirty="0" err="1"/>
              <a:t>안생</a:t>
            </a:r>
            <a:r>
              <a:rPr lang="ko-KR" altLang="en-US" dirty="0"/>
              <a:t> ↑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전간 미 소</a:t>
            </a:r>
            <a:endParaRPr lang="en-US" altLang="ko-KR" dirty="0"/>
          </a:p>
          <a:p>
            <a:pPr lvl="3"/>
            <a:r>
              <a:rPr lang="ko-KR" altLang="en-US" dirty="0"/>
              <a:t>가 보</a:t>
            </a:r>
            <a:r>
              <a:rPr lang="en-US" altLang="ko-KR" dirty="0"/>
              <a:t>, </a:t>
            </a:r>
            <a:r>
              <a:rPr lang="ko-KR" altLang="en-US" dirty="0" err="1"/>
              <a:t>필소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편만소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광 </a:t>
            </a:r>
            <a:r>
              <a:rPr lang="en-US" altLang="ko-KR" dirty="0"/>
              <a:t>: </a:t>
            </a:r>
            <a:r>
              <a:rPr lang="ko-KR" altLang="en-US" dirty="0"/>
              <a:t>수↑↑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대공황</a:t>
            </a:r>
            <a:endParaRPr lang="en-US" altLang="ko-KR" dirty="0"/>
          </a:p>
          <a:p>
            <a:pPr lvl="2"/>
            <a:r>
              <a:rPr lang="ko-KR" altLang="en-US" dirty="0" err="1"/>
              <a:t>검목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긴 </a:t>
            </a:r>
            <a:r>
              <a:rPr lang="en-US" altLang="ko-KR" dirty="0"/>
              <a:t>-&gt; </a:t>
            </a:r>
            <a:r>
              <a:rPr lang="ko-KR" altLang="en-US" dirty="0"/>
              <a:t>루 </a:t>
            </a:r>
            <a:r>
              <a:rPr lang="en-US" altLang="ko-KR" dirty="0"/>
              <a:t>: </a:t>
            </a:r>
            <a:r>
              <a:rPr lang="ko-KR" altLang="en-US" dirty="0"/>
              <a:t>뉴 </a:t>
            </a:r>
            <a:r>
              <a:rPr lang="en-US" altLang="ko-KR" dirty="0"/>
              <a:t>-&gt; </a:t>
            </a:r>
            <a:r>
              <a:rPr lang="ko-KR" altLang="en-US" dirty="0"/>
              <a:t>대↓</a:t>
            </a:r>
            <a:endParaRPr lang="en-US" altLang="ko-KR" dirty="0"/>
          </a:p>
          <a:p>
            <a:pPr lvl="1"/>
            <a:r>
              <a:rPr lang="en-US" altLang="ko-KR" dirty="0"/>
              <a:t>1920 </a:t>
            </a:r>
            <a:r>
              <a:rPr lang="ko-KR" altLang="en-US" dirty="0"/>
              <a:t>유</a:t>
            </a:r>
            <a:endParaRPr lang="en-US" altLang="ko-KR" dirty="0"/>
          </a:p>
          <a:p>
            <a:pPr lvl="2"/>
            <a:r>
              <a:rPr lang="ko-KR" altLang="en-US" dirty="0" err="1"/>
              <a:t>정사불</a:t>
            </a:r>
            <a:endParaRPr lang="en-US" altLang="ko-KR" dirty="0"/>
          </a:p>
          <a:p>
            <a:pPr lvl="2"/>
            <a:r>
              <a:rPr lang="ko-KR" altLang="en-US" dirty="0"/>
              <a:t>전</a:t>
            </a:r>
            <a:r>
              <a:rPr lang="en-US" altLang="ko-KR" dirty="0"/>
              <a:t> : </a:t>
            </a:r>
            <a:r>
              <a:rPr lang="ko-KR" altLang="en-US" dirty="0"/>
              <a:t>생</a:t>
            </a:r>
            <a:r>
              <a:rPr lang="en-US" altLang="ko-KR" dirty="0"/>
              <a:t>/</a:t>
            </a:r>
            <a:r>
              <a:rPr lang="ko-KR" altLang="en-US" dirty="0"/>
              <a:t>노 </a:t>
            </a:r>
            <a:r>
              <a:rPr lang="en-US" altLang="ko-KR" dirty="0"/>
              <a:t>-&gt; </a:t>
            </a:r>
            <a:r>
              <a:rPr lang="ko-KR" altLang="en-US" dirty="0"/>
              <a:t>평전 어렵</a:t>
            </a:r>
            <a:endParaRPr lang="en-US" altLang="ko-KR" dirty="0"/>
          </a:p>
          <a:p>
            <a:pPr lvl="1"/>
            <a:r>
              <a:rPr lang="ko-KR" altLang="en-US" dirty="0"/>
              <a:t>미 중은 역</a:t>
            </a:r>
            <a:endParaRPr lang="en-US" altLang="ko-KR" dirty="0"/>
          </a:p>
          <a:p>
            <a:pPr lvl="2"/>
            <a:r>
              <a:rPr lang="ko-KR" altLang="en-US" dirty="0"/>
              <a:t>재</a:t>
            </a:r>
            <a:r>
              <a:rPr lang="en-US" altLang="ko-KR" dirty="0"/>
              <a:t>(</a:t>
            </a:r>
            <a:r>
              <a:rPr lang="ko-KR" altLang="en-US" dirty="0" err="1"/>
              <a:t>세징예집</a:t>
            </a:r>
            <a:r>
              <a:rPr lang="en-US" altLang="ko-KR" dirty="0"/>
              <a:t>)/</a:t>
            </a:r>
            <a:r>
              <a:rPr lang="ko-KR" altLang="en-US" dirty="0"/>
              <a:t>통</a:t>
            </a:r>
            <a:r>
              <a:rPr lang="en-US" altLang="ko-KR" dirty="0"/>
              <a:t>(</a:t>
            </a:r>
            <a:r>
              <a:rPr lang="ko-KR" altLang="en-US" dirty="0"/>
              <a:t>금조공조 </a:t>
            </a:r>
            <a:r>
              <a:rPr lang="en-US" altLang="ko-KR" dirty="0"/>
              <a:t>-&gt; </a:t>
            </a:r>
            <a:r>
              <a:rPr lang="ko-KR" altLang="en-US" dirty="0" err="1"/>
              <a:t>통조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미건 </a:t>
            </a:r>
            <a:r>
              <a:rPr lang="en-US" altLang="ko-KR" dirty="0"/>
              <a:t>~ 1907</a:t>
            </a:r>
            <a:r>
              <a:rPr lang="ko-KR" altLang="en-US" dirty="0" err="1"/>
              <a:t>금공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연</a:t>
            </a:r>
            <a:r>
              <a:rPr lang="en-US" altLang="ko-KR" dirty="0"/>
              <a:t>vs</a:t>
            </a:r>
            <a:r>
              <a:rPr lang="ko-KR" altLang="en-US" dirty="0"/>
              <a:t>공 </a:t>
            </a:r>
            <a:r>
              <a:rPr lang="en-US" altLang="ko-KR" dirty="0"/>
              <a:t>-&gt; </a:t>
            </a:r>
            <a:r>
              <a:rPr lang="ko-KR" altLang="en-US" dirty="0"/>
              <a:t>중 건</a:t>
            </a:r>
            <a:r>
              <a:rPr lang="en-US" altLang="ko-KR" dirty="0"/>
              <a:t>&amp;</a:t>
            </a:r>
            <a:r>
              <a:rPr lang="ko-KR" altLang="en-US" dirty="0"/>
              <a:t>폐</a:t>
            </a:r>
            <a:endParaRPr lang="en-US" altLang="ko-KR" dirty="0"/>
          </a:p>
          <a:p>
            <a:pPr lvl="2"/>
            <a:r>
              <a:rPr lang="en-US" altLang="ko-KR" dirty="0"/>
              <a:t>1913 </a:t>
            </a:r>
            <a:r>
              <a:rPr lang="ko-KR" altLang="en-US" dirty="0"/>
              <a:t>연준 </a:t>
            </a:r>
            <a:r>
              <a:rPr lang="en-US" altLang="ko-KR" dirty="0"/>
              <a:t>: 1920 </a:t>
            </a:r>
            <a:r>
              <a:rPr lang="ko-KR" altLang="en-US" dirty="0"/>
              <a:t>공조</a:t>
            </a:r>
            <a:r>
              <a:rPr lang="en-US" altLang="ko-KR" dirty="0"/>
              <a:t> ; 1923 </a:t>
            </a:r>
            <a:r>
              <a:rPr lang="ko-KR" altLang="en-US" dirty="0"/>
              <a:t>글</a:t>
            </a:r>
            <a:r>
              <a:rPr lang="en-US" altLang="ko-KR" dirty="0"/>
              <a:t>-</a:t>
            </a:r>
            <a:r>
              <a:rPr lang="ko-KR" altLang="en-US" dirty="0" err="1"/>
              <a:t>스</a:t>
            </a:r>
            <a:r>
              <a:rPr lang="en-US" altLang="ko-KR" dirty="0"/>
              <a:t>(</a:t>
            </a:r>
            <a:r>
              <a:rPr lang="ko-KR" altLang="en-US" dirty="0" err="1"/>
              <a:t>상투분</a:t>
            </a:r>
            <a:r>
              <a:rPr lang="ko-KR" altLang="en-US" dirty="0"/>
              <a:t> 공조 </a:t>
            </a:r>
            <a:r>
              <a:rPr lang="en-US" altLang="ko-KR" dirty="0"/>
              <a:t>-&gt; </a:t>
            </a:r>
            <a:r>
              <a:rPr lang="ko-KR" altLang="en-US" dirty="0"/>
              <a:t>중은</a:t>
            </a:r>
            <a:r>
              <a:rPr lang="en-US" altLang="ko-KR" dirty="0"/>
              <a:t>)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C54CDE-5C8A-6F21-F8F1-9802624ABDD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59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18AFECF-79BA-8DBD-7469-21B68B133E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B008CA4-3AAF-58CB-C679-DEFED8753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0EA2F1-EC03-8AEB-0FB2-D93B5E8C32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DBBD816-4DF4-A42D-B3C4-CBA119980E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ko-KR" altLang="en-US" dirty="0"/>
              <a:t>주차 대공황</a:t>
            </a:r>
            <a:endParaRPr lang="en-US" altLang="ko-KR" dirty="0"/>
          </a:p>
          <a:p>
            <a:pPr lvl="1"/>
            <a:r>
              <a:rPr lang="ko-KR" altLang="en-US" dirty="0"/>
              <a:t>초록</a:t>
            </a:r>
            <a:endParaRPr lang="en-US" altLang="ko-KR" dirty="0"/>
          </a:p>
          <a:p>
            <a:pPr lvl="2"/>
            <a:r>
              <a:rPr lang="ko-KR" altLang="en-US" dirty="0"/>
              <a:t>여건 </a:t>
            </a:r>
            <a:r>
              <a:rPr lang="en-US" altLang="ko-KR" dirty="0"/>
              <a:t>: ww1 &amp; 1920 </a:t>
            </a:r>
            <a:r>
              <a:rPr lang="ko-KR" altLang="en-US" dirty="0" err="1"/>
              <a:t>경구변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국 </a:t>
            </a:r>
            <a:r>
              <a:rPr lang="ko-KR" altLang="en-US" dirty="0" err="1"/>
              <a:t>채채관</a:t>
            </a:r>
            <a:r>
              <a:rPr lang="en-US" altLang="ko-KR" dirty="0"/>
              <a:t>, </a:t>
            </a:r>
            <a:r>
              <a:rPr lang="ko-KR" altLang="en-US" dirty="0" err="1"/>
              <a:t>통제취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원인 </a:t>
            </a:r>
            <a:r>
              <a:rPr lang="en-US" altLang="ko-KR" dirty="0"/>
              <a:t>: 1928 1929 </a:t>
            </a:r>
            <a:r>
              <a:rPr lang="ko-KR" altLang="en-US" dirty="0"/>
              <a:t>미 긴축</a:t>
            </a:r>
            <a:endParaRPr lang="en-US" altLang="ko-KR" dirty="0"/>
          </a:p>
          <a:p>
            <a:pPr lvl="2"/>
            <a:r>
              <a:rPr lang="ko-KR" altLang="en-US" dirty="0"/>
              <a:t>심</a:t>
            </a:r>
            <a:r>
              <a:rPr lang="en-US" altLang="ko-KR" dirty="0"/>
              <a:t>/</a:t>
            </a:r>
            <a:r>
              <a:rPr lang="ko-KR" altLang="en-US" dirty="0"/>
              <a:t>전 </a:t>
            </a:r>
            <a:r>
              <a:rPr lang="en-US" altLang="ko-KR" dirty="0"/>
              <a:t>: </a:t>
            </a:r>
            <a:r>
              <a:rPr lang="ko-KR" altLang="en-US" dirty="0" err="1"/>
              <a:t>각금긴</a:t>
            </a:r>
            <a:endParaRPr lang="en-US" altLang="ko-KR" dirty="0"/>
          </a:p>
          <a:p>
            <a:pPr lvl="2"/>
            <a:r>
              <a:rPr lang="ko-KR" altLang="en-US" dirty="0"/>
              <a:t>회토 </a:t>
            </a:r>
            <a:r>
              <a:rPr lang="en-US" altLang="ko-KR" dirty="0"/>
              <a:t>: </a:t>
            </a:r>
            <a:r>
              <a:rPr lang="ko-KR" altLang="en-US" dirty="0" err="1"/>
              <a:t>평절</a:t>
            </a:r>
            <a:r>
              <a:rPr lang="en-US" altLang="ko-KR" dirty="0"/>
              <a:t>&amp;</a:t>
            </a:r>
            <a:r>
              <a:rPr lang="ko-KR" altLang="en-US" dirty="0"/>
              <a:t>외통 </a:t>
            </a:r>
            <a:r>
              <a:rPr lang="en-US" altLang="ko-KR" dirty="0"/>
              <a:t>-&gt; </a:t>
            </a:r>
            <a:r>
              <a:rPr lang="ko-KR" altLang="en-US" dirty="0"/>
              <a:t>팽창 </a:t>
            </a:r>
            <a:r>
              <a:rPr lang="en-US" altLang="ko-KR" dirty="0"/>
              <a:t>-&gt; </a:t>
            </a:r>
            <a:r>
              <a:rPr lang="ko-KR" altLang="en-US" dirty="0"/>
              <a:t>회토</a:t>
            </a:r>
            <a:endParaRPr lang="en-US" altLang="ko-KR" dirty="0"/>
          </a:p>
          <a:p>
            <a:pPr lvl="2"/>
            <a:r>
              <a:rPr lang="ko-KR" altLang="en-US" dirty="0" err="1"/>
              <a:t>금포시</a:t>
            </a:r>
            <a:r>
              <a:rPr lang="ko-KR" altLang="en-US" dirty="0"/>
              <a:t> </a:t>
            </a:r>
            <a:r>
              <a:rPr lang="en-US" altLang="ko-KR" dirty="0"/>
              <a:t>&amp; </a:t>
            </a:r>
            <a:r>
              <a:rPr lang="ko-KR" altLang="en-US" dirty="0" err="1"/>
              <a:t>평절폭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회차</a:t>
            </a:r>
            <a:endParaRPr lang="en-US" altLang="ko-KR" dirty="0"/>
          </a:p>
          <a:p>
            <a:pPr lvl="1"/>
            <a:r>
              <a:rPr lang="ko-KR" altLang="en-US" dirty="0" err="1"/>
              <a:t>산생지차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대공 </a:t>
            </a:r>
            <a:r>
              <a:rPr lang="en-US" altLang="ko-KR" dirty="0"/>
              <a:t>-&gt; all</a:t>
            </a:r>
            <a:r>
              <a:rPr lang="ko-KR" altLang="en-US" dirty="0"/>
              <a:t>↓</a:t>
            </a:r>
            <a:r>
              <a:rPr lang="en-US" altLang="ko-KR" dirty="0"/>
              <a:t>, but </a:t>
            </a:r>
            <a:r>
              <a:rPr lang="ko-KR" altLang="en-US" dirty="0"/>
              <a:t>폭</a:t>
            </a:r>
            <a:r>
              <a:rPr lang="en-US" altLang="ko-KR" dirty="0"/>
              <a:t>/</a:t>
            </a:r>
            <a:r>
              <a:rPr lang="ko-KR" altLang="en-US" dirty="0" err="1"/>
              <a:t>회정</a:t>
            </a:r>
            <a:r>
              <a:rPr lang="ko-KR" altLang="en-US" dirty="0"/>
              <a:t> </a:t>
            </a:r>
            <a:r>
              <a:rPr lang="en-US" altLang="ko-KR" dirty="0"/>
              <a:t>= diff</a:t>
            </a:r>
          </a:p>
          <a:p>
            <a:pPr lvl="1"/>
            <a:r>
              <a:rPr lang="en-US" altLang="ko-KR" dirty="0"/>
              <a:t>1920 </a:t>
            </a:r>
            <a:r>
              <a:rPr lang="ko-KR" altLang="en-US" dirty="0" err="1"/>
              <a:t>경구변</a:t>
            </a:r>
            <a:r>
              <a:rPr lang="en-US" altLang="ko-KR" dirty="0"/>
              <a:t> : </a:t>
            </a:r>
            <a:r>
              <a:rPr lang="ko-KR" altLang="en-US" dirty="0" err="1"/>
              <a:t>과비론</a:t>
            </a:r>
            <a:r>
              <a:rPr lang="ko-KR" altLang="en-US" dirty="0"/>
              <a:t> </a:t>
            </a:r>
            <a:r>
              <a:rPr lang="en-US" altLang="ko-KR" dirty="0"/>
              <a:t>+ 1</a:t>
            </a:r>
            <a:r>
              <a:rPr lang="ko-KR" altLang="en-US" dirty="0" err="1"/>
              <a:t>산변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국채관 </a:t>
            </a:r>
            <a:r>
              <a:rPr lang="en-US" altLang="ko-KR" dirty="0"/>
              <a:t>+ </a:t>
            </a:r>
            <a:r>
              <a:rPr lang="ko-KR" altLang="en-US" dirty="0" err="1"/>
              <a:t>국통취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원</a:t>
            </a:r>
            <a:r>
              <a:rPr lang="en-US" altLang="ko-KR" dirty="0"/>
              <a:t>X </a:t>
            </a:r>
            <a:r>
              <a:rPr lang="ko-KR" altLang="en-US" dirty="0"/>
              <a:t>여</a:t>
            </a:r>
            <a:r>
              <a:rPr lang="en-US" altLang="ko-KR" dirty="0"/>
              <a:t>O</a:t>
            </a:r>
          </a:p>
          <a:p>
            <a:pPr lvl="2"/>
            <a:r>
              <a:rPr lang="ko-KR" altLang="en-US" dirty="0" err="1"/>
              <a:t>국통취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전후 </a:t>
            </a:r>
            <a:r>
              <a:rPr lang="ko-KR" altLang="en-US" dirty="0" err="1"/>
              <a:t>금본</a:t>
            </a:r>
            <a:r>
              <a:rPr lang="en-US" altLang="ko-KR" dirty="0"/>
              <a:t>X </a:t>
            </a:r>
            <a:r>
              <a:rPr lang="ko-KR" altLang="en-US" dirty="0"/>
              <a:t>원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04CEE2-26EB-9810-A194-C2B96386D78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941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C85F6FD-8766-39E1-E1A4-FDAC6F935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A66BEA-CB4A-B684-7072-41EC20BBA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컴네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BFC4D6-3AA6-DE30-ED96-300B9E3357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A446D1-3F5C-4DEA-1872-D56385052B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  <a:endParaRPr lang="en-US" altLang="ko-KR" dirty="0"/>
          </a:p>
          <a:p>
            <a:pPr lvl="1"/>
            <a:r>
              <a:rPr lang="ko-KR" altLang="en-US" dirty="0"/>
              <a:t>통신 </a:t>
            </a:r>
            <a:r>
              <a:rPr lang="en-US" altLang="ko-KR" dirty="0"/>
              <a:t>3</a:t>
            </a:r>
            <a:r>
              <a:rPr lang="ko-KR" altLang="en-US" dirty="0"/>
              <a:t>요소</a:t>
            </a:r>
            <a:endParaRPr lang="en-US" altLang="ko-KR" dirty="0"/>
          </a:p>
          <a:p>
            <a:pPr lvl="1"/>
            <a:r>
              <a:rPr lang="en-US" altLang="ko-KR" dirty="0"/>
              <a:t>Topology</a:t>
            </a:r>
          </a:p>
          <a:p>
            <a:pPr lvl="1"/>
            <a:r>
              <a:rPr lang="ko-KR" altLang="en-US" dirty="0"/>
              <a:t>네트워크</a:t>
            </a:r>
            <a:r>
              <a:rPr lang="en-US" altLang="ko-KR" dirty="0"/>
              <a:t> </a:t>
            </a:r>
            <a:r>
              <a:rPr lang="ko-KR" altLang="en-US" dirty="0"/>
              <a:t>구성요소</a:t>
            </a:r>
            <a:endParaRPr lang="en-US" altLang="ko-KR" dirty="0"/>
          </a:p>
          <a:p>
            <a:pPr lvl="1"/>
            <a:r>
              <a:rPr lang="ko-KR" altLang="en-US" dirty="0"/>
              <a:t>네</a:t>
            </a:r>
            <a:r>
              <a:rPr lang="en-US" altLang="ko-KR" dirty="0"/>
              <a:t>/</a:t>
            </a:r>
            <a:r>
              <a:rPr lang="ko-KR" altLang="en-US" dirty="0"/>
              <a:t>인 발전 과정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  <a:endParaRPr lang="en-US" altLang="ko-KR" dirty="0"/>
          </a:p>
          <a:p>
            <a:pPr lvl="1"/>
            <a:r>
              <a:rPr lang="ko-KR" altLang="en-US" dirty="0" err="1"/>
              <a:t>네인프표</a:t>
            </a:r>
            <a:r>
              <a:rPr lang="ko-KR" altLang="en-US" dirty="0"/>
              <a:t> 시전인 </a:t>
            </a:r>
            <a:r>
              <a:rPr lang="ko-KR" altLang="en-US" dirty="0" err="1"/>
              <a:t>노라호</a:t>
            </a:r>
            <a:endParaRPr lang="en-US" altLang="ko-KR" dirty="0"/>
          </a:p>
          <a:p>
            <a:pPr lvl="1"/>
            <a:r>
              <a:rPr lang="ko-KR" altLang="en-US" dirty="0"/>
              <a:t>계 네 </a:t>
            </a:r>
            <a:r>
              <a:rPr lang="ko-KR" altLang="en-US" dirty="0" err="1"/>
              <a:t>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한노같노</a:t>
            </a:r>
            <a:r>
              <a:rPr lang="ko-KR" altLang="en-US" dirty="0"/>
              <a:t> </a:t>
            </a:r>
            <a:r>
              <a:rPr lang="ko-KR" altLang="en-US" dirty="0" err="1"/>
              <a:t>상하통간섭</a:t>
            </a:r>
            <a:r>
              <a:rPr lang="en-US" altLang="ko-KR" dirty="0"/>
              <a:t>X</a:t>
            </a:r>
          </a:p>
          <a:p>
            <a:pPr lvl="1"/>
            <a:r>
              <a:rPr lang="en-US" altLang="ko-KR" dirty="0"/>
              <a:t>OSI</a:t>
            </a:r>
            <a:r>
              <a:rPr lang="ko-KR" altLang="en-US" dirty="0"/>
              <a:t> </a:t>
            </a:r>
            <a:r>
              <a:rPr lang="en-US" altLang="ko-KR" dirty="0"/>
              <a:t>7</a:t>
            </a:r>
            <a:r>
              <a:rPr lang="ko-KR" altLang="en-US" dirty="0"/>
              <a:t>계층 </a:t>
            </a:r>
            <a:r>
              <a:rPr lang="en-US" altLang="ko-KR" dirty="0"/>
              <a:t>: </a:t>
            </a:r>
            <a:r>
              <a:rPr lang="ko-KR" altLang="en-US" dirty="0" err="1"/>
              <a:t>응표세전네대물</a:t>
            </a:r>
            <a:endParaRPr lang="en-US" altLang="ko-KR" dirty="0"/>
          </a:p>
          <a:p>
            <a:pPr lvl="1"/>
            <a:r>
              <a:rPr lang="en-US" altLang="ko-KR" dirty="0"/>
              <a:t>TCP/IP =  (1)</a:t>
            </a:r>
          </a:p>
          <a:p>
            <a:pPr lvl="1"/>
            <a:r>
              <a:rPr lang="ko-KR" altLang="en-US" dirty="0"/>
              <a:t>인네</a:t>
            </a:r>
            <a:r>
              <a:rPr lang="en-US" altLang="ko-KR" dirty="0"/>
              <a:t>, </a:t>
            </a:r>
            <a:r>
              <a:rPr lang="ko-KR" altLang="en-US" dirty="0" err="1"/>
              <a:t>게웨</a:t>
            </a:r>
            <a:endParaRPr lang="en-US" altLang="ko-KR" dirty="0"/>
          </a:p>
          <a:p>
            <a:pPr lvl="2"/>
            <a:r>
              <a:rPr lang="ko-KR" altLang="en-US" dirty="0"/>
              <a:t>리</a:t>
            </a:r>
            <a:r>
              <a:rPr lang="en-US" altLang="ko-KR" dirty="0"/>
              <a:t>, </a:t>
            </a:r>
            <a:r>
              <a:rPr lang="ko-KR" altLang="en-US" dirty="0" err="1"/>
              <a:t>브</a:t>
            </a:r>
            <a:r>
              <a:rPr lang="en-US" altLang="ko-KR" dirty="0"/>
              <a:t>,</a:t>
            </a:r>
            <a:r>
              <a:rPr lang="ko-KR" altLang="en-US" dirty="0"/>
              <a:t> 라</a:t>
            </a:r>
            <a:endParaRPr lang="en-US" altLang="ko-KR" dirty="0"/>
          </a:p>
          <a:p>
            <a:pPr lvl="1"/>
            <a:r>
              <a:rPr lang="ko-KR" altLang="en-US" dirty="0"/>
              <a:t>계모 </a:t>
            </a:r>
            <a:r>
              <a:rPr lang="en-US" altLang="ko-KR" dirty="0"/>
              <a:t>: </a:t>
            </a:r>
            <a:r>
              <a:rPr lang="ko-KR" altLang="en-US" dirty="0" err="1"/>
              <a:t>소계모</a:t>
            </a:r>
            <a:endParaRPr lang="en-US" altLang="ko-KR" dirty="0"/>
          </a:p>
          <a:p>
            <a:pPr lvl="2"/>
            <a:r>
              <a:rPr lang="ko-KR" altLang="en-US" dirty="0"/>
              <a:t>모 </a:t>
            </a:r>
            <a:r>
              <a:rPr lang="en-US" altLang="ko-KR" dirty="0"/>
              <a:t>= </a:t>
            </a:r>
            <a:r>
              <a:rPr lang="ko-KR" altLang="en-US" dirty="0"/>
              <a:t>복시간시</a:t>
            </a:r>
            <a:r>
              <a:rPr lang="en-US" altLang="ko-KR" dirty="0"/>
              <a:t> + </a:t>
            </a:r>
            <a:r>
              <a:rPr lang="ko-KR" altLang="en-US" dirty="0" err="1"/>
              <a:t>모연인계통</a:t>
            </a:r>
            <a:endParaRPr lang="en-US" altLang="ko-KR" dirty="0"/>
          </a:p>
          <a:p>
            <a:pPr lvl="1"/>
            <a:r>
              <a:rPr lang="ko-KR" altLang="en-US" dirty="0" err="1"/>
              <a:t>프설</a:t>
            </a:r>
            <a:r>
              <a:rPr lang="ko-KR" altLang="en-US" dirty="0"/>
              <a:t> 고려</a:t>
            </a:r>
            <a:r>
              <a:rPr lang="en-US" altLang="ko-KR" dirty="0"/>
              <a:t> = </a:t>
            </a:r>
            <a:r>
              <a:rPr lang="ko-KR" altLang="en-US" dirty="0"/>
              <a:t>주류흐름데</a:t>
            </a:r>
            <a:endParaRPr lang="en-US" altLang="ko-KR" dirty="0"/>
          </a:p>
          <a:p>
            <a:pPr lvl="1"/>
            <a:r>
              <a:rPr lang="ko-KR" altLang="en-US" dirty="0" err="1"/>
              <a:t>서프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프계항상서</a:t>
            </a:r>
            <a:r>
              <a:rPr lang="en-US" altLang="ko-KR" dirty="0"/>
              <a:t> ; </a:t>
            </a:r>
            <a:r>
              <a:rPr lang="ko-KR" altLang="en-US" dirty="0"/>
              <a:t>연</a:t>
            </a:r>
            <a:r>
              <a:rPr lang="en-US" altLang="ko-KR" dirty="0"/>
              <a:t>,</a:t>
            </a:r>
            <a:r>
              <a:rPr lang="ko-KR" altLang="en-US" dirty="0" err="1"/>
              <a:t>비연</a:t>
            </a:r>
            <a:endParaRPr lang="en-US" altLang="ko-KR" dirty="0"/>
          </a:p>
          <a:p>
            <a:pPr lvl="2"/>
            <a:r>
              <a:rPr lang="ko-KR" altLang="en-US" dirty="0" err="1"/>
              <a:t>클서</a:t>
            </a:r>
            <a:r>
              <a:rPr lang="ko-KR" altLang="en-US" dirty="0"/>
              <a:t> </a:t>
            </a:r>
            <a:r>
              <a:rPr lang="ko-KR" altLang="en-US" dirty="0" err="1"/>
              <a:t>서프</a:t>
            </a:r>
            <a:r>
              <a:rPr lang="ko-KR" altLang="en-US" dirty="0"/>
              <a:t> </a:t>
            </a:r>
            <a:r>
              <a:rPr lang="en-US" altLang="ko-KR" dirty="0"/>
              <a:t>: RIRC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주차</a:t>
            </a:r>
            <a:endParaRPr lang="en-US" altLang="ko-KR" dirty="0"/>
          </a:p>
          <a:p>
            <a:pPr lvl="1"/>
            <a:r>
              <a:rPr lang="ko-KR" altLang="en-US" dirty="0" err="1"/>
              <a:t>데전</a:t>
            </a:r>
            <a:r>
              <a:rPr lang="ko-KR" altLang="en-US" dirty="0"/>
              <a:t> 시 고려</a:t>
            </a:r>
            <a:r>
              <a:rPr lang="en-US" altLang="ko-KR" dirty="0"/>
              <a:t> : A D N -&gt; </a:t>
            </a:r>
            <a:r>
              <a:rPr lang="ko-KR" altLang="en-US" dirty="0" err="1"/>
              <a:t>데변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물작</a:t>
            </a:r>
            <a:r>
              <a:rPr lang="ko-KR" altLang="en-US" dirty="0"/>
              <a:t> 영↓</a:t>
            </a:r>
            <a:endParaRPr lang="en-US" altLang="ko-KR" dirty="0"/>
          </a:p>
          <a:p>
            <a:pPr lvl="1"/>
            <a:r>
              <a:rPr lang="en-US" altLang="ko-KR" dirty="0"/>
              <a:t>Encoding : </a:t>
            </a:r>
            <a:r>
              <a:rPr lang="ko-KR" altLang="en-US" dirty="0"/>
              <a:t>정</a:t>
            </a:r>
            <a:r>
              <a:rPr lang="en-US" altLang="ko-KR" dirty="0"/>
              <a:t> -&gt; </a:t>
            </a:r>
            <a:r>
              <a:rPr lang="ko-KR" altLang="en-US" dirty="0"/>
              <a:t>전 </a:t>
            </a:r>
            <a:r>
              <a:rPr lang="en-US" altLang="ko-KR" dirty="0"/>
              <a:t>; N A </a:t>
            </a:r>
            <a:r>
              <a:rPr lang="ko-KR" altLang="en-US" dirty="0"/>
              <a:t>영 ↓</a:t>
            </a:r>
            <a:r>
              <a:rPr lang="en-US" altLang="ko-KR" dirty="0"/>
              <a:t>;</a:t>
            </a:r>
          </a:p>
          <a:p>
            <a:pPr lvl="2"/>
            <a:r>
              <a:rPr lang="ko-KR" altLang="en-US" dirty="0"/>
              <a:t>종류 </a:t>
            </a:r>
            <a:r>
              <a:rPr lang="en-US" altLang="ko-KR" dirty="0"/>
              <a:t>: A </a:t>
            </a:r>
            <a:r>
              <a:rPr lang="ko-KR" altLang="en-US" dirty="0"/>
              <a:t>멘 </a:t>
            </a:r>
            <a:r>
              <a:rPr lang="ko-KR" altLang="en-US" dirty="0" err="1"/>
              <a:t>차멘</a:t>
            </a:r>
            <a:r>
              <a:rPr lang="ko-KR" altLang="en-US" dirty="0"/>
              <a:t> </a:t>
            </a:r>
            <a:r>
              <a:rPr lang="en-US" altLang="ko-KR" dirty="0"/>
              <a:t>RZ NRZ</a:t>
            </a:r>
          </a:p>
          <a:p>
            <a:pPr lvl="1"/>
            <a:r>
              <a:rPr lang="ko-KR" altLang="en-US" dirty="0"/>
              <a:t>변</a:t>
            </a:r>
            <a:r>
              <a:rPr lang="en-US" altLang="ko-KR" dirty="0"/>
              <a:t>/</a:t>
            </a:r>
            <a:r>
              <a:rPr lang="ko-KR" altLang="en-US" dirty="0"/>
              <a:t>복 </a:t>
            </a:r>
            <a:r>
              <a:rPr lang="en-US" altLang="ko-KR" dirty="0"/>
              <a:t>: CW M DM</a:t>
            </a:r>
          </a:p>
          <a:p>
            <a:pPr lvl="2"/>
            <a:r>
              <a:rPr lang="en-US" altLang="ko-KR" dirty="0"/>
              <a:t>M : AM PM FM</a:t>
            </a:r>
          </a:p>
          <a:p>
            <a:pPr lvl="1"/>
            <a:r>
              <a:rPr lang="ko-KR" altLang="en-US" dirty="0" err="1"/>
              <a:t>푸급</a:t>
            </a:r>
            <a:r>
              <a:rPr lang="en-US" altLang="ko-KR" dirty="0"/>
              <a:t> = </a:t>
            </a:r>
            <a:r>
              <a:rPr lang="ko-KR" altLang="en-US" dirty="0"/>
              <a:t>주함 </a:t>
            </a:r>
            <a:r>
              <a:rPr lang="en-US" altLang="ko-KR" dirty="0"/>
              <a:t>= </a:t>
            </a:r>
            <a:r>
              <a:rPr lang="ko-KR" altLang="en-US" dirty="0" err="1"/>
              <a:t>삼합</a:t>
            </a:r>
            <a:endParaRPr lang="en-US" altLang="ko-KR" dirty="0"/>
          </a:p>
          <a:p>
            <a:pPr lvl="1"/>
            <a:r>
              <a:rPr lang="ko-KR" altLang="en-US" dirty="0" err="1"/>
              <a:t>통속향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높</a:t>
            </a:r>
            <a:r>
              <a:rPr lang="en-US" altLang="ko-KR" dirty="0"/>
              <a:t>CW, MARY, </a:t>
            </a:r>
            <a:r>
              <a:rPr lang="ko-KR" altLang="en-US" dirty="0"/>
              <a:t>시분할</a:t>
            </a:r>
            <a:endParaRPr lang="en-US" altLang="ko-KR" dirty="0"/>
          </a:p>
          <a:p>
            <a:pPr lvl="1"/>
            <a:r>
              <a:rPr lang="ko-KR" altLang="en-US" dirty="0" err="1"/>
              <a:t>유뮤미종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CpWi</a:t>
            </a:r>
            <a:r>
              <a:rPr lang="en-US" altLang="ko-KR" dirty="0"/>
              <a:t> </a:t>
            </a:r>
            <a:r>
              <a:rPr lang="ko-KR" altLang="en-US" dirty="0"/>
              <a:t>동케</a:t>
            </a:r>
            <a:r>
              <a:rPr lang="en-US" altLang="ko-KR" dirty="0"/>
              <a:t> </a:t>
            </a:r>
            <a:r>
              <a:rPr lang="ko-KR" altLang="en-US" dirty="0"/>
              <a:t>광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BB8565-CD55-421D-6D12-9BDEDDE9329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0BC0C5-95B2-897E-19D3-E9F1C9C76D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51" r="10751"/>
          <a:stretch/>
        </p:blipFill>
        <p:spPr>
          <a:xfrm>
            <a:off x="4571074" y="2514019"/>
            <a:ext cx="1522222" cy="13032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28EDB4-0944-09E3-CFC6-100E32760424}"/>
              </a:ext>
            </a:extLst>
          </p:cNvPr>
          <p:cNvSpPr txBox="1"/>
          <p:nvPr/>
        </p:nvSpPr>
        <p:spPr>
          <a:xfrm>
            <a:off x="5733256" y="1926329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2296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905E66F-9068-A9B6-EDA1-4F5DF989DC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5042329-0C21-F4D3-57B2-4241BA750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322BDF-7355-1808-7A58-1416BABC63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0FBAE56-C2BD-E154-2FD2-F29BEBE92F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주차</a:t>
            </a:r>
            <a:endParaRPr lang="en-US" altLang="ko-KR" dirty="0"/>
          </a:p>
          <a:p>
            <a:pPr lvl="1"/>
            <a:r>
              <a:rPr lang="en-US" altLang="ko-KR" dirty="0"/>
              <a:t>MAC : </a:t>
            </a:r>
            <a:r>
              <a:rPr lang="ko-KR" altLang="en-US" dirty="0"/>
              <a:t>하</a:t>
            </a:r>
            <a:r>
              <a:rPr lang="en-US" altLang="ko-KR" dirty="0"/>
              <a:t>, </a:t>
            </a:r>
            <a:r>
              <a:rPr lang="ko-KR" altLang="en-US" dirty="0" err="1"/>
              <a:t>미접권</a:t>
            </a:r>
            <a:r>
              <a:rPr lang="en-US" altLang="ko-KR" dirty="0"/>
              <a:t>,</a:t>
            </a:r>
            <a:r>
              <a:rPr lang="ko-KR" altLang="en-US" dirty="0" err="1"/>
              <a:t>전물특</a:t>
            </a:r>
            <a:endParaRPr lang="en-US" altLang="ko-KR" dirty="0"/>
          </a:p>
          <a:p>
            <a:pPr lvl="1"/>
            <a:r>
              <a:rPr lang="en-US" altLang="ko-KR" dirty="0"/>
              <a:t>IEEE 802 : .1 = </a:t>
            </a:r>
            <a:r>
              <a:rPr lang="ko-KR" altLang="en-US" dirty="0" err="1"/>
              <a:t>표전</a:t>
            </a:r>
            <a:r>
              <a:rPr lang="en-US" altLang="ko-KR" dirty="0"/>
              <a:t>, .2 = LLC, .3 = MAC(CSMA/CD),</a:t>
            </a:r>
            <a:r>
              <a:rPr lang="ko-KR" altLang="en-US" dirty="0"/>
              <a:t>물</a:t>
            </a:r>
            <a:endParaRPr lang="en-US" altLang="ko-KR" dirty="0"/>
          </a:p>
          <a:p>
            <a:pPr lvl="2"/>
            <a:r>
              <a:rPr lang="en-US" altLang="ko-KR" dirty="0"/>
              <a:t>.3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패전 </a:t>
            </a:r>
            <a:r>
              <a:rPr lang="en-US" altLang="ko-KR" dirty="0"/>
              <a:t>= (1)</a:t>
            </a:r>
          </a:p>
          <a:p>
            <a:pPr lvl="1"/>
            <a:r>
              <a:rPr lang="en-US" altLang="ko-KR" dirty="0"/>
              <a:t>ALOHA : PA = </a:t>
            </a:r>
            <a:r>
              <a:rPr lang="ko-KR" altLang="en-US" dirty="0"/>
              <a:t>규</a:t>
            </a:r>
            <a:r>
              <a:rPr lang="en-US" altLang="ko-KR" dirty="0"/>
              <a:t>X, </a:t>
            </a:r>
            <a:r>
              <a:rPr lang="en-US" altLang="ko-KR" dirty="0" err="1"/>
              <a:t>Coliision</a:t>
            </a:r>
            <a:r>
              <a:rPr lang="en-US" altLang="ko-KR" dirty="0"/>
              <a:t>, SA = </a:t>
            </a:r>
            <a:r>
              <a:rPr lang="ko-KR" altLang="en-US" dirty="0"/>
              <a:t>시호통</a:t>
            </a:r>
            <a:r>
              <a:rPr lang="en-US" altLang="ko-KR" dirty="0"/>
              <a:t>, </a:t>
            </a:r>
            <a:r>
              <a:rPr lang="ko-KR" altLang="en-US" dirty="0" err="1"/>
              <a:t>통끝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경</a:t>
            </a:r>
            <a:endParaRPr lang="en-US" altLang="ko-KR" dirty="0"/>
          </a:p>
          <a:p>
            <a:pPr lvl="1"/>
            <a:r>
              <a:rPr lang="en-US" altLang="ko-KR" dirty="0"/>
              <a:t>CSMA : </a:t>
            </a:r>
            <a:r>
              <a:rPr lang="ko-KR" altLang="en-US" dirty="0" err="1"/>
              <a:t>캐감다중</a:t>
            </a:r>
            <a:r>
              <a:rPr lang="en-US" altLang="ko-KR" dirty="0"/>
              <a:t>;</a:t>
            </a:r>
            <a:r>
              <a:rPr lang="ko-KR" altLang="en-US" dirty="0"/>
              <a:t> </a:t>
            </a:r>
            <a:r>
              <a:rPr lang="en-US" altLang="ko-KR" dirty="0"/>
              <a:t> </a:t>
            </a:r>
            <a:r>
              <a:rPr lang="ko-KR" altLang="en-US" dirty="0" err="1"/>
              <a:t>채사</a:t>
            </a:r>
            <a:r>
              <a:rPr lang="en-US" altLang="ko-KR" dirty="0"/>
              <a:t>? -&gt; </a:t>
            </a:r>
            <a:r>
              <a:rPr lang="ko-KR" altLang="en-US" dirty="0"/>
              <a:t>순</a:t>
            </a:r>
            <a:r>
              <a:rPr lang="en-US" altLang="ko-KR" dirty="0"/>
              <a:t>/</a:t>
            </a:r>
            <a:r>
              <a:rPr lang="ko-KR" altLang="en-US" dirty="0"/>
              <a:t>기</a:t>
            </a:r>
            <a:r>
              <a:rPr lang="en-US" altLang="ko-KR" dirty="0"/>
              <a:t> </a:t>
            </a:r>
            <a:r>
              <a:rPr lang="ko-KR" altLang="en-US" dirty="0" err="1"/>
              <a:t>데전</a:t>
            </a:r>
            <a:endParaRPr lang="en-US" altLang="ko-KR" dirty="0"/>
          </a:p>
          <a:p>
            <a:pPr lvl="2"/>
            <a:r>
              <a:rPr lang="en-US" altLang="ko-KR" dirty="0"/>
              <a:t>NP CSMA : </a:t>
            </a:r>
            <a:r>
              <a:rPr lang="ko-KR" altLang="en-US" dirty="0" err="1"/>
              <a:t>채사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대기 </a:t>
            </a:r>
            <a:r>
              <a:rPr lang="en-US" altLang="ko-KR" dirty="0"/>
              <a:t>-&gt; </a:t>
            </a:r>
            <a:r>
              <a:rPr lang="ko-KR" altLang="en-US" dirty="0"/>
              <a:t>접속</a:t>
            </a:r>
            <a:endParaRPr lang="en-US" altLang="ko-KR" dirty="0"/>
          </a:p>
          <a:p>
            <a:pPr lvl="2"/>
            <a:r>
              <a:rPr lang="en-US" altLang="ko-KR" dirty="0"/>
              <a:t>P-P CSMA : </a:t>
            </a:r>
            <a:r>
              <a:rPr lang="ko-KR" altLang="en-US" dirty="0" err="1"/>
              <a:t>채사</a:t>
            </a:r>
            <a:r>
              <a:rPr lang="en-US" altLang="ko-KR" dirty="0"/>
              <a:t>? -&gt; P</a:t>
            </a:r>
            <a:r>
              <a:rPr lang="ko-KR" altLang="en-US" dirty="0"/>
              <a:t>확 접시</a:t>
            </a:r>
            <a:endParaRPr lang="en-US" altLang="ko-KR" dirty="0"/>
          </a:p>
          <a:p>
            <a:pPr lvl="2"/>
            <a:r>
              <a:rPr lang="en-US" altLang="ko-KR" dirty="0"/>
              <a:t>CSMA/CD : </a:t>
            </a:r>
            <a:r>
              <a:rPr lang="ko-KR" altLang="en-US" dirty="0" err="1"/>
              <a:t>채사</a:t>
            </a:r>
            <a:r>
              <a:rPr lang="en-US" altLang="ko-KR" dirty="0"/>
              <a:t>? -&gt; </a:t>
            </a:r>
            <a:r>
              <a:rPr lang="ko-KR" altLang="en-US" dirty="0"/>
              <a:t>접시 </a:t>
            </a:r>
            <a:r>
              <a:rPr lang="en-US" altLang="ko-KR" dirty="0"/>
              <a:t>-&gt; </a:t>
            </a:r>
            <a:r>
              <a:rPr lang="ko-KR" altLang="en-US" dirty="0" err="1"/>
              <a:t>충감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지백</a:t>
            </a:r>
            <a:r>
              <a:rPr lang="ko-KR" altLang="en-US" dirty="0"/>
              <a:t> </a:t>
            </a:r>
            <a:r>
              <a:rPr lang="en-US" altLang="ko-KR" dirty="0"/>
              <a:t>-&gt; n</a:t>
            </a:r>
            <a:r>
              <a:rPr lang="ko-KR" altLang="en-US" dirty="0"/>
              <a:t>↑</a:t>
            </a:r>
            <a:r>
              <a:rPr lang="en-US" altLang="ko-KR" dirty="0"/>
              <a:t>, </a:t>
            </a:r>
            <a:r>
              <a:rPr lang="ko-KR" altLang="en-US" dirty="0"/>
              <a:t>전실간</a:t>
            </a:r>
            <a:endParaRPr lang="en-US" altLang="ko-KR" dirty="0"/>
          </a:p>
          <a:p>
            <a:pPr lvl="3"/>
            <a:r>
              <a:rPr lang="en-US" altLang="ko-KR" dirty="0"/>
              <a:t>T C -&gt; 2T D ; </a:t>
            </a:r>
            <a:r>
              <a:rPr lang="ko-KR" altLang="en-US" dirty="0"/>
              <a:t>이더넷</a:t>
            </a:r>
            <a:endParaRPr lang="en-US" altLang="ko-KR" dirty="0"/>
          </a:p>
          <a:p>
            <a:pPr lvl="2"/>
            <a:r>
              <a:rPr lang="en-US" altLang="ko-KR" dirty="0"/>
              <a:t>PA &lt; SA &lt; 1pCS &lt; 0.5pCS &lt; 0.1pCS &lt; </a:t>
            </a:r>
            <a:r>
              <a:rPr lang="en-US" altLang="ko-KR" dirty="0" err="1"/>
              <a:t>NpCS</a:t>
            </a:r>
            <a:r>
              <a:rPr lang="en-US" altLang="ko-KR" dirty="0"/>
              <a:t> &lt; 0.01pCS</a:t>
            </a:r>
          </a:p>
          <a:p>
            <a:pPr lvl="1"/>
            <a:r>
              <a:rPr lang="ko-KR" altLang="en-US" dirty="0" err="1"/>
              <a:t>토버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dirty="0" err="1"/>
              <a:t>통끝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토넘</a:t>
            </a:r>
            <a:r>
              <a:rPr lang="ko-KR" altLang="en-US" dirty="0"/>
              <a:t> </a:t>
            </a:r>
            <a:r>
              <a:rPr lang="en-US" altLang="ko-KR" dirty="0"/>
              <a:t>	</a:t>
            </a:r>
            <a:r>
              <a:rPr lang="ko-KR" altLang="en-US" dirty="0" err="1"/>
              <a:t>토링</a:t>
            </a:r>
            <a:r>
              <a:rPr lang="en-US" altLang="ko-KR" dirty="0"/>
              <a:t>: </a:t>
            </a:r>
            <a:r>
              <a:rPr lang="ko-KR" altLang="en-US" dirty="0" err="1"/>
              <a:t>토돌통</a:t>
            </a:r>
            <a:endParaRPr lang="en-US" altLang="ko-KR" dirty="0"/>
          </a:p>
          <a:p>
            <a:pPr lvl="1"/>
            <a:r>
              <a:rPr lang="en-US" altLang="ko-KR" dirty="0"/>
              <a:t>CFP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AL, CS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전보 </a:t>
            </a:r>
            <a:r>
              <a:rPr lang="en-US" altLang="ko-KR" dirty="0"/>
              <a:t>X, RTC</a:t>
            </a:r>
            <a:r>
              <a:rPr lang="ko-KR" altLang="en-US" dirty="0"/>
              <a:t> </a:t>
            </a:r>
            <a:r>
              <a:rPr lang="en-US" altLang="ko-KR" dirty="0"/>
              <a:t>X	BMP : (2)</a:t>
            </a:r>
          </a:p>
          <a:p>
            <a:pPr lvl="1"/>
            <a:r>
              <a:rPr lang="en-US" altLang="ko-KR" dirty="0"/>
              <a:t>EMSP : (3)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5</a:t>
            </a:r>
            <a:r>
              <a:rPr lang="ko-KR" altLang="en-US" dirty="0"/>
              <a:t>주차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61A49D6-B862-18E1-50D4-7118E84D1A6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B3866BFB-BAF3-AF93-538C-0BFDF08ADAB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9200" y="992560"/>
            <a:ext cx="1440160" cy="6781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E032DB4-6DBA-636B-FFDE-1BF2E2A46401}"/>
              </a:ext>
            </a:extLst>
          </p:cNvPr>
          <p:cNvSpPr txBox="1"/>
          <p:nvPr/>
        </p:nvSpPr>
        <p:spPr>
          <a:xfrm>
            <a:off x="6399140" y="591870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(1)</a:t>
            </a:r>
            <a:endParaRPr lang="ko-KR" altLang="en-US" dirty="0"/>
          </a:p>
        </p:txBody>
      </p:sp>
      <p:pic>
        <p:nvPicPr>
          <p:cNvPr id="9" name="object 11">
            <a:extLst>
              <a:ext uri="{FF2B5EF4-FFF2-40B4-BE49-F238E27FC236}">
                <a16:creationId xmlns:a16="http://schemas.microsoft.com/office/drawing/2014/main" id="{DE94F968-DA89-4FD7-6D5A-6839A30ED7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8268" y="3133448"/>
            <a:ext cx="1855859" cy="425351"/>
          </a:xfrm>
          <a:prstGeom prst="rect">
            <a:avLst/>
          </a:prstGeom>
        </p:spPr>
      </p:pic>
      <p:pic>
        <p:nvPicPr>
          <p:cNvPr id="10" name="object 19">
            <a:extLst>
              <a:ext uri="{FF2B5EF4-FFF2-40B4-BE49-F238E27FC236}">
                <a16:creationId xmlns:a16="http://schemas.microsoft.com/office/drawing/2014/main" id="{C9DAB439-72EE-8027-FE18-64B2B576782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53982" y="2260650"/>
            <a:ext cx="853961" cy="8367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96EA5C-5B0C-5EC5-C340-F34C781734F4}"/>
              </a:ext>
            </a:extLst>
          </p:cNvPr>
          <p:cNvSpPr txBox="1"/>
          <p:nvPr/>
        </p:nvSpPr>
        <p:spPr>
          <a:xfrm>
            <a:off x="6281759" y="2131474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(2)</a:t>
            </a:r>
            <a:endParaRPr lang="ko-KR" altLang="en-US" dirty="0"/>
          </a:p>
        </p:txBody>
      </p:sp>
      <p:pic>
        <p:nvPicPr>
          <p:cNvPr id="12" name="object 3">
            <a:extLst>
              <a:ext uri="{FF2B5EF4-FFF2-40B4-BE49-F238E27FC236}">
                <a16:creationId xmlns:a16="http://schemas.microsoft.com/office/drawing/2014/main" id="{6B2ED65D-2198-FA87-04AE-588B495B841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67011" y="3633600"/>
            <a:ext cx="3418173" cy="8153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0E223D-0FE9-479D-E6D8-6DC3637F3CCF}"/>
              </a:ext>
            </a:extLst>
          </p:cNvPr>
          <p:cNvSpPr txBox="1"/>
          <p:nvPr/>
        </p:nvSpPr>
        <p:spPr>
          <a:xfrm>
            <a:off x="3886891" y="3243716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(3)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8176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AED30C1-7364-6F74-0A8D-0C716CDFA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EAD87A1-2669-7C90-197D-0D0CE832C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사복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D6847C-EAA9-1F25-F9F1-51488948EC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884264C-ABFE-3E54-91ED-44A575B977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  <a:endParaRPr lang="en-US" altLang="ko-KR" dirty="0"/>
          </a:p>
          <a:p>
            <a:pPr lvl="1"/>
            <a:r>
              <a:rPr lang="ko-KR" altLang="en-US" dirty="0" err="1"/>
              <a:t>복국</a:t>
            </a:r>
            <a:r>
              <a:rPr lang="ko-KR" altLang="en-US" dirty="0"/>
              <a:t> 중과</a:t>
            </a:r>
            <a:endParaRPr lang="en-US" altLang="ko-KR" dirty="0"/>
          </a:p>
          <a:p>
            <a:pPr lvl="2"/>
            <a:r>
              <a:rPr lang="ko-KR" altLang="en-US" dirty="0"/>
              <a:t>정목</a:t>
            </a:r>
            <a:r>
              <a:rPr lang="en-US" altLang="ko-KR" dirty="0"/>
              <a:t>? (-&gt; </a:t>
            </a:r>
            <a:r>
              <a:rPr lang="ko-KR" altLang="en-US" dirty="0"/>
              <a:t>규</a:t>
            </a:r>
            <a:r>
              <a:rPr lang="en-US" altLang="ko-KR" dirty="0"/>
              <a:t>) -&gt; </a:t>
            </a:r>
            <a:r>
              <a:rPr lang="ko-KR" altLang="en-US" dirty="0" err="1"/>
              <a:t>목합달수</a:t>
            </a:r>
            <a:r>
              <a:rPr lang="en-US" altLang="ko-KR" dirty="0"/>
              <a:t>? ; </a:t>
            </a:r>
            <a:r>
              <a:rPr lang="ko-KR" altLang="en-US" dirty="0"/>
              <a:t>탈상</a:t>
            </a:r>
            <a:endParaRPr lang="en-US" altLang="ko-KR" dirty="0"/>
          </a:p>
          <a:p>
            <a:pPr lvl="1"/>
            <a:r>
              <a:rPr lang="ko-KR" altLang="en-US" dirty="0" err="1"/>
              <a:t>복국</a:t>
            </a:r>
            <a:r>
              <a:rPr lang="ko-KR" altLang="en-US" dirty="0"/>
              <a:t> 정의</a:t>
            </a:r>
            <a:endParaRPr lang="en-US" altLang="ko-KR" dirty="0"/>
          </a:p>
          <a:p>
            <a:pPr lvl="2"/>
            <a:r>
              <a:rPr lang="ko-KR" altLang="en-US" dirty="0" err="1"/>
              <a:t>원전활가급</a:t>
            </a:r>
            <a:endParaRPr lang="en-US" altLang="ko-KR" dirty="0"/>
          </a:p>
          <a:p>
            <a:pPr lvl="1"/>
            <a:r>
              <a:rPr lang="ko-KR" altLang="en-US" dirty="0" err="1"/>
              <a:t>복국</a:t>
            </a:r>
            <a:r>
              <a:rPr lang="ko-KR" altLang="en-US" dirty="0"/>
              <a:t> 목표</a:t>
            </a:r>
            <a:endParaRPr lang="en-US" altLang="ko-KR" dirty="0"/>
          </a:p>
          <a:p>
            <a:pPr lvl="2"/>
            <a:r>
              <a:rPr lang="ko-KR" altLang="en-US" dirty="0"/>
              <a:t>자 생수 사행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 err="1"/>
              <a:t>변세</a:t>
            </a:r>
            <a:endParaRPr lang="en-US" altLang="ko-KR" dirty="0"/>
          </a:p>
          <a:p>
            <a:pPr lvl="2"/>
            <a:r>
              <a:rPr lang="ko-KR" altLang="en-US" dirty="0" err="1"/>
              <a:t>인세가직</a:t>
            </a:r>
            <a:r>
              <a:rPr lang="en-US" altLang="ko-KR" dirty="0"/>
              <a:t>? </a:t>
            </a:r>
            <a:r>
              <a:rPr lang="ko-KR" altLang="en-US" dirty="0"/>
              <a:t>복도 </a:t>
            </a:r>
            <a:r>
              <a:rPr lang="en-US" altLang="ko-KR" dirty="0"/>
              <a:t>; </a:t>
            </a:r>
            <a:r>
              <a:rPr lang="ko-KR" altLang="en-US" dirty="0"/>
              <a:t>도 </a:t>
            </a:r>
            <a:r>
              <a:rPr lang="en-US" altLang="ko-KR" dirty="0"/>
              <a:t>: </a:t>
            </a:r>
            <a:r>
              <a:rPr lang="ko-KR" altLang="en-US" dirty="0" err="1"/>
              <a:t>트릴</a:t>
            </a: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주차</a:t>
            </a:r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주차</a:t>
            </a:r>
            <a:endParaRPr lang="en-US" altLang="ko-KR" dirty="0"/>
          </a:p>
          <a:p>
            <a:pPr lvl="1"/>
            <a:r>
              <a:rPr lang="ko-KR" altLang="en-US" dirty="0"/>
              <a:t>사론</a:t>
            </a:r>
            <a:endParaRPr lang="en-US" altLang="ko-KR" dirty="0"/>
          </a:p>
          <a:p>
            <a:pPr lvl="2"/>
            <a:r>
              <a:rPr lang="ko-KR" altLang="en-US" dirty="0"/>
              <a:t>자 </a:t>
            </a:r>
            <a:r>
              <a:rPr lang="en-US" altLang="ko-KR" dirty="0"/>
              <a:t>: </a:t>
            </a:r>
            <a:r>
              <a:rPr lang="ko-KR" altLang="en-US" dirty="0"/>
              <a:t>자연 </a:t>
            </a:r>
            <a:r>
              <a:rPr lang="en-US" altLang="ko-KR" dirty="0"/>
              <a:t>= </a:t>
            </a:r>
            <a:r>
              <a:rPr lang="en-US" altLang="ko-KR" dirty="0" err="1"/>
              <a:t>norzick</a:t>
            </a:r>
            <a:r>
              <a:rPr lang="en-US" altLang="ko-KR" dirty="0"/>
              <a:t> = </a:t>
            </a:r>
            <a:r>
              <a:rPr lang="ko-KR" altLang="en-US" dirty="0" err="1"/>
              <a:t>과공결분</a:t>
            </a:r>
            <a:r>
              <a:rPr lang="en-US" altLang="ko-KR" dirty="0"/>
              <a:t>X, </a:t>
            </a:r>
            <a:r>
              <a:rPr lang="ko-KR" altLang="en-US" dirty="0"/>
              <a:t>경험</a:t>
            </a:r>
            <a:endParaRPr lang="en-US" altLang="ko-KR" dirty="0"/>
          </a:p>
          <a:p>
            <a:pPr lvl="2"/>
            <a:r>
              <a:rPr lang="ko-KR" altLang="en-US" dirty="0"/>
              <a:t>진 </a:t>
            </a:r>
            <a:r>
              <a:rPr lang="en-US" altLang="ko-KR" dirty="0"/>
              <a:t>: </a:t>
            </a:r>
            <a:r>
              <a:rPr lang="ko-KR" altLang="en-US" dirty="0"/>
              <a:t>새자 </a:t>
            </a:r>
            <a:r>
              <a:rPr lang="en-US" altLang="ko-KR" dirty="0"/>
              <a:t>-&gt; </a:t>
            </a:r>
            <a:r>
              <a:rPr lang="ko-KR" altLang="en-US" dirty="0"/>
              <a:t>공</a:t>
            </a:r>
            <a:r>
              <a:rPr lang="en-US" altLang="ko-KR" dirty="0"/>
              <a:t>+</a:t>
            </a:r>
            <a:r>
              <a:rPr lang="ko-KR" altLang="en-US" dirty="0"/>
              <a:t>롤</a:t>
            </a:r>
            <a:r>
              <a:rPr lang="en-US" altLang="ko-KR" dirty="0"/>
              <a:t>, </a:t>
            </a:r>
            <a:r>
              <a:rPr lang="ko-KR" altLang="en-US" dirty="0" err="1"/>
              <a:t>사재권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정수</a:t>
            </a:r>
            <a:r>
              <a:rPr lang="en-US" altLang="ko-KR" dirty="0"/>
              <a:t>, </a:t>
            </a:r>
            <a:r>
              <a:rPr lang="ko-KR" altLang="en-US" dirty="0"/>
              <a:t>평 </a:t>
            </a:r>
            <a:r>
              <a:rPr lang="en-US" altLang="ko-KR" dirty="0"/>
              <a:t>-&gt; </a:t>
            </a:r>
            <a:r>
              <a:rPr lang="ko-KR" altLang="en-US" dirty="0"/>
              <a:t>분</a:t>
            </a:r>
            <a:r>
              <a:rPr lang="en-US" altLang="ko-KR" dirty="0"/>
              <a:t>, </a:t>
            </a:r>
            <a:r>
              <a:rPr lang="ko-KR" altLang="en-US" dirty="0"/>
              <a:t>적자 </a:t>
            </a:r>
            <a:r>
              <a:rPr lang="en-US" altLang="ko-KR" dirty="0"/>
              <a:t>= </a:t>
            </a:r>
            <a:r>
              <a:rPr lang="ko-KR" altLang="en-US" dirty="0"/>
              <a:t>경자 </a:t>
            </a:r>
            <a:r>
              <a:rPr lang="en-US" altLang="ko-KR" dirty="0"/>
              <a:t>+ </a:t>
            </a:r>
            <a:r>
              <a:rPr lang="ko-KR" altLang="en-US" dirty="0"/>
              <a:t>경보</a:t>
            </a:r>
            <a:endParaRPr lang="en-US" altLang="ko-KR" dirty="0"/>
          </a:p>
          <a:p>
            <a:pPr lvl="2"/>
            <a:r>
              <a:rPr lang="ko-KR" altLang="en-US" dirty="0"/>
              <a:t>집 </a:t>
            </a:r>
            <a:r>
              <a:rPr lang="en-US" altLang="ko-KR" dirty="0"/>
              <a:t>:</a:t>
            </a:r>
            <a:r>
              <a:rPr lang="ko-KR" altLang="en-US" dirty="0" err="1"/>
              <a:t>마르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ko-KR" altLang="en-US" dirty="0" err="1"/>
              <a:t>계생소</a:t>
            </a:r>
            <a:r>
              <a:rPr lang="en-US" altLang="ko-KR" dirty="0"/>
              <a:t> </a:t>
            </a:r>
            <a:r>
              <a:rPr lang="ko-KR" altLang="en-US" dirty="0" err="1"/>
              <a:t>필배</a:t>
            </a:r>
            <a:r>
              <a:rPr lang="en-US" altLang="ko-KR" dirty="0"/>
              <a:t>, </a:t>
            </a:r>
            <a:r>
              <a:rPr lang="ko-KR" altLang="en-US" dirty="0"/>
              <a:t>사민 </a:t>
            </a:r>
            <a:r>
              <a:rPr lang="en-US" altLang="ko-KR" dirty="0"/>
              <a:t>= </a:t>
            </a:r>
            <a:r>
              <a:rPr lang="ko-KR" altLang="en-US" dirty="0"/>
              <a:t>평</a:t>
            </a:r>
            <a:r>
              <a:rPr lang="en-US" altLang="ko-KR" dirty="0"/>
              <a:t>+</a:t>
            </a:r>
            <a:r>
              <a:rPr lang="ko-KR" altLang="en-US" dirty="0"/>
              <a:t>진</a:t>
            </a:r>
            <a:endParaRPr lang="en-US" altLang="ko-KR" dirty="0"/>
          </a:p>
          <a:p>
            <a:pPr lvl="1"/>
            <a:r>
              <a:rPr lang="ko-KR" altLang="en-US" dirty="0"/>
              <a:t>자유 견해</a:t>
            </a:r>
            <a:endParaRPr lang="en-US" altLang="ko-KR" dirty="0"/>
          </a:p>
          <a:p>
            <a:pPr lvl="2"/>
            <a:r>
              <a:rPr lang="ko-KR" altLang="en-US" dirty="0"/>
              <a:t>자연 </a:t>
            </a:r>
            <a:r>
              <a:rPr lang="en-US" altLang="ko-KR" dirty="0"/>
              <a:t>: </a:t>
            </a:r>
            <a:r>
              <a:rPr lang="en-US" altLang="ko-KR" dirty="0" err="1"/>
              <a:t>Norzick</a:t>
            </a:r>
            <a:r>
              <a:rPr lang="en-US" altLang="ko-KR" dirty="0"/>
              <a:t> = </a:t>
            </a:r>
            <a:r>
              <a:rPr lang="ko-KR" altLang="en-US" dirty="0" err="1"/>
              <a:t>교획보이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야경국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공착일</a:t>
            </a:r>
            <a:endParaRPr lang="en-US" altLang="ko-KR" dirty="0"/>
          </a:p>
          <a:p>
            <a:pPr lvl="2"/>
            <a:r>
              <a:rPr lang="ko-KR" altLang="en-US" dirty="0"/>
              <a:t>경험 </a:t>
            </a:r>
            <a:r>
              <a:rPr lang="en-US" altLang="ko-KR" dirty="0"/>
              <a:t>: </a:t>
            </a:r>
            <a:r>
              <a:rPr lang="ko-KR" altLang="en-US" dirty="0"/>
              <a:t>개시신경사</a:t>
            </a:r>
            <a:endParaRPr lang="en-US" altLang="ko-KR" dirty="0"/>
          </a:p>
          <a:p>
            <a:pPr lvl="1"/>
            <a:r>
              <a:rPr lang="ko-KR" altLang="en-US" dirty="0"/>
              <a:t>진보 이론</a:t>
            </a:r>
            <a:endParaRPr lang="en-US" altLang="ko-KR" dirty="0"/>
          </a:p>
          <a:p>
            <a:pPr lvl="2"/>
            <a:r>
              <a:rPr lang="ko-KR" altLang="en-US" dirty="0"/>
              <a:t>주</a:t>
            </a:r>
            <a:endParaRPr lang="en-US" altLang="ko-KR" dirty="0"/>
          </a:p>
          <a:p>
            <a:pPr lvl="1"/>
            <a:r>
              <a:rPr lang="ko-KR" altLang="en-US" dirty="0"/>
              <a:t>집단 견해</a:t>
            </a:r>
            <a:endParaRPr lang="en-US" altLang="ko-KR" dirty="0"/>
          </a:p>
          <a:p>
            <a:pPr lvl="1"/>
            <a:r>
              <a:rPr lang="ko-KR" altLang="en-US" dirty="0"/>
              <a:t>국가 역할에 대한 함의</a:t>
            </a:r>
            <a:endParaRPr lang="en-US" altLang="ko-KR" dirty="0"/>
          </a:p>
          <a:p>
            <a:r>
              <a:rPr lang="en-US" altLang="ko-KR" dirty="0"/>
              <a:t>5</a:t>
            </a:r>
            <a:r>
              <a:rPr lang="ko-KR" altLang="en-US" dirty="0"/>
              <a:t>주차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79A8E7B-8B4C-475E-913E-8D771AF4263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80829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19902</TotalTime>
  <Words>1229</Words>
  <Application>Microsoft Office PowerPoint</Application>
  <PresentationFormat>A4 용지(210x297mm)</PresentationFormat>
  <Paragraphs>180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디자인 사용자 지정</vt:lpstr>
      <vt:lpstr>데베 </vt:lpstr>
      <vt:lpstr>데베 </vt:lpstr>
      <vt:lpstr>글경</vt:lpstr>
      <vt:lpstr>글경</vt:lpstr>
      <vt:lpstr>PowerPoint 프레젠테이션</vt:lpstr>
      <vt:lpstr>컴네</vt:lpstr>
      <vt:lpstr>PowerPoint 프레젠테이션</vt:lpstr>
      <vt:lpstr>사복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539</cp:revision>
  <dcterms:created xsi:type="dcterms:W3CDTF">2021-05-24T07:27:04Z</dcterms:created>
  <dcterms:modified xsi:type="dcterms:W3CDTF">2024-10-08T05:51:51Z</dcterms:modified>
</cp:coreProperties>
</file>