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"/>
  </p:notesMasterIdLst>
  <p:sldIdLst>
    <p:sldId id="272" r:id="rId2"/>
    <p:sldId id="273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609" autoAdjust="0"/>
    <p:restoredTop sz="96234" autoAdjust="0"/>
  </p:normalViewPr>
  <p:slideViewPr>
    <p:cSldViewPr>
      <p:cViewPr varScale="1">
        <p:scale>
          <a:sx n="76" d="100"/>
          <a:sy n="76" d="100"/>
        </p:scale>
        <p:origin x="355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2938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3B312-57A8-47C3-BA4B-2C813ABC4C95}" type="datetimeFigureOut">
              <a:rPr lang="ko-KR" altLang="en-US" smtClean="0"/>
              <a:t>2024-09-02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BEB649-B1DB-48B2-96AD-31D5AB3F7F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706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E9D012-466D-4393-B88A-B81ADB903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0838"/>
            <a:ext cx="5143500" cy="3449637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293A83-36FC-4C7D-BDF4-1CC359894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238"/>
            <a:ext cx="5143500" cy="23923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1C4600-5751-48C6-AC23-B11FF485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9CF582-2BBE-4520-9136-344340752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29244F-145C-4D20-83D4-E8FDC9859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334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코넬식 노트 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5A52A8-2805-42DC-9A4A-36BF99DF2F7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835C1085-EC86-4500-A95F-EC02D30EB5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9B82232-86F7-46BF-B25E-C1E6ACEBBC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560512"/>
            <a:ext cx="1296144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9D62C66A-A8F3-42B7-A09D-E7FA729E26C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560512"/>
            <a:ext cx="5400599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>
                <a:solidFill>
                  <a:srgbClr val="0070C0"/>
                </a:solidFill>
              </a:defRPr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A46D795C-2771-4725-82A8-B114B1B4190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4" name="날짜 개체 틀 4">
            <a:extLst>
              <a:ext uri="{FF2B5EF4-FFF2-40B4-BE49-F238E27FC236}">
                <a16:creationId xmlns:a16="http://schemas.microsoft.com/office/drawing/2014/main" id="{91ABAAB3-A3F0-4DFF-BF41-441F35F9C4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2024-09-02</a:t>
            </a:fld>
            <a:endParaRPr lang="ko-KR" altLang="en-US" dirty="0"/>
          </a:p>
        </p:txBody>
      </p:sp>
      <p:sp>
        <p:nvSpPr>
          <p:cNvPr id="15" name="슬라이드 번호 개체 틀 6">
            <a:extLst>
              <a:ext uri="{FF2B5EF4-FFF2-40B4-BE49-F238E27FC236}">
                <a16:creationId xmlns:a16="http://schemas.microsoft.com/office/drawing/2014/main" id="{4E1FB95C-C14A-4C28-A50A-34497665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4493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텍스트 개체 틀 4">
            <a:extLst>
              <a:ext uri="{FF2B5EF4-FFF2-40B4-BE49-F238E27FC236}">
                <a16:creationId xmlns:a16="http://schemas.microsoft.com/office/drawing/2014/main" id="{5FBEC3BA-1878-4EC1-9EE4-BB3AA272808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26" name="제목 1">
            <a:extLst>
              <a:ext uri="{FF2B5EF4-FFF2-40B4-BE49-F238E27FC236}">
                <a16:creationId xmlns:a16="http://schemas.microsoft.com/office/drawing/2014/main" id="{740C1CF8-2810-4B8B-9E67-840108284B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C944F807-3964-4082-822B-5E53CDCD8B3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344488"/>
            <a:ext cx="1296144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28" name="내용 개체 틀 3">
            <a:extLst>
              <a:ext uri="{FF2B5EF4-FFF2-40B4-BE49-F238E27FC236}">
                <a16:creationId xmlns:a16="http://schemas.microsoft.com/office/drawing/2014/main" id="{41D3E48A-F8B6-48E4-8BCD-B5A863191DE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344488"/>
            <a:ext cx="5400599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3BFED26C-166F-4DBC-8358-65449225F96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0" name="날짜 개체 틀 4">
            <a:extLst>
              <a:ext uri="{FF2B5EF4-FFF2-40B4-BE49-F238E27FC236}">
                <a16:creationId xmlns:a16="http://schemas.microsoft.com/office/drawing/2014/main" id="{8098F897-D130-4A85-926C-912EAB1A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2024-09-02</a:t>
            </a:fld>
            <a:endParaRPr lang="ko-KR" altLang="en-US" dirty="0"/>
          </a:p>
        </p:txBody>
      </p:sp>
      <p:sp>
        <p:nvSpPr>
          <p:cNvPr id="31" name="슬라이드 번호 개체 틀 6">
            <a:extLst>
              <a:ext uri="{FF2B5EF4-FFF2-40B4-BE49-F238E27FC236}">
                <a16:creationId xmlns:a16="http://schemas.microsoft.com/office/drawing/2014/main" id="{871FA819-0CC0-477C-BA85-646032956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32" name="내용 개체 틀 2">
            <a:extLst>
              <a:ext uri="{FF2B5EF4-FFF2-40B4-BE49-F238E27FC236}">
                <a16:creationId xmlns:a16="http://schemas.microsoft.com/office/drawing/2014/main" id="{415A8630-4555-49FF-95EA-19025017722E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4624" y="4376936"/>
            <a:ext cx="1296144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3" name="내용 개체 틀 3">
            <a:extLst>
              <a:ext uri="{FF2B5EF4-FFF2-40B4-BE49-F238E27FC236}">
                <a16:creationId xmlns:a16="http://schemas.microsoft.com/office/drawing/2014/main" id="{401078D4-13E2-4A15-A24E-D6ED5A3416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412776" y="4376936"/>
            <a:ext cx="5400599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36C1BE20-27A2-4680-B99C-77FF72519C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24" y="4088904"/>
            <a:ext cx="6768753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035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F1CE3-26B0-4207-BAD4-1041574E9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470150"/>
            <a:ext cx="5915025" cy="411956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15FBA2-4936-4706-95C3-FAFA6A7E4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6629400"/>
            <a:ext cx="5915025" cy="216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8C197-B0BD-436B-9980-EE59CBD7C3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14C08F-0304-4F96-B877-0B06C4B7E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B8234A-EDA6-43E8-AE6C-3CF677CA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382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96F35-AC99-4BF8-A397-0C1E1B4F7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29E579-ECC7-4C64-9EB8-D640165D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058974-E397-415A-A6C5-25F209F6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EC53FD-3472-4366-8E73-7C38B1AD9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71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0833BB0-4D29-49DC-A1FE-7E66598F34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9A96632-B0B8-401E-AC60-AEF384086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3B7D2F-5D24-4FF6-9CD1-85539759F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677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97DC2-9736-4DB8-86D5-0677DFF9E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B6482-CF33-47BC-832B-7D18B209E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0720F2-9210-4195-98B9-0E2CBCAAB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417417-E261-4ECB-8D35-6E5916469C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45D919-E2FD-413A-8928-E0C39853F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27E8C6-6C26-4B84-BB1D-47019112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18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E4CC0-196A-4FF3-BA7A-2A838BC73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7334584-9C2E-4FB4-B223-147590AA6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63A644-9209-46E1-8503-E03E899FB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5D5566-58C8-4D6E-950D-81773B05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681FE-25FC-424A-A5C2-B8558CD8F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D9E155-E9CA-4BDD-ADAC-D743596ED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543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A24B4C-8380-4ECE-A3C6-32F342492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5AE434-937A-4C07-B3EA-1C1EAB35C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829F06-0D5F-4146-B5FF-E0AAFF1A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D5C82C-F88C-4F7F-91C3-F46031C3C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503FCB-B458-4F60-AF20-667E8325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6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97FC31D-270D-481C-B55E-E09DB06FD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8550" y="527050"/>
            <a:ext cx="1477963" cy="8394700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FEBD54-0F8B-435E-A784-7973F6276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527050"/>
            <a:ext cx="4284662" cy="8394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D8C272-27C0-467E-8B2F-8060E69DCD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99F6D-897D-4DD0-BAAA-382522428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CE28EA-6ACB-498F-A385-71929DA3F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36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7BE23EC-F7A8-48CF-830D-AA10C5692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4A2647-8522-4C16-9847-3E5362ED8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5E217D-506C-41EC-8074-70FE9F358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A75F8-F7CF-491B-B1E4-FC201F6C4E25}" type="datetimeFigureOut">
              <a:rPr lang="ko-KR" altLang="en-US" smtClean="0"/>
              <a:t>2024-09-02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512B2E-566A-4965-92DB-6F8EB3F9D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5EB1A7-DDFB-4F87-8544-6EA5791527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666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7" r:id="rId2"/>
    <p:sldLayoutId id="2147483674" r:id="rId3"/>
    <p:sldLayoutId id="2147483675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AD77F37-DEB4-7276-8D80-94258071AB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FC7689F-CD02-3F6B-86D3-AF7DFBE47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교과목 소개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CCD1876-69E6-47C7-D13F-5433392610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4722103-2419-A61A-40C1-2006076E9F0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Part1: </a:t>
            </a:r>
            <a:r>
              <a:rPr lang="ko-KR" altLang="en-US" dirty="0"/>
              <a:t>교과소개 및 강의 운영 계획</a:t>
            </a:r>
            <a:endParaRPr lang="en-US" altLang="ko-KR" dirty="0"/>
          </a:p>
          <a:p>
            <a:r>
              <a:rPr lang="en-US" altLang="ko-KR" dirty="0"/>
              <a:t>Part2:</a:t>
            </a:r>
            <a:r>
              <a:rPr lang="ko-KR" altLang="en-US" dirty="0"/>
              <a:t> 데이터분석 소개 및 파이썬 통합 개발 환경</a:t>
            </a:r>
            <a:endParaRPr lang="en-US" altLang="ko-KR" dirty="0"/>
          </a:p>
          <a:p>
            <a:r>
              <a:rPr lang="en-US" altLang="ko-KR" dirty="0"/>
              <a:t>Part3: </a:t>
            </a:r>
            <a:r>
              <a:rPr lang="ko-KR" altLang="en-US" dirty="0"/>
              <a:t>컴퓨팅사고</a:t>
            </a:r>
            <a:r>
              <a:rPr lang="en-US" altLang="ko-KR" dirty="0"/>
              <a:t>, </a:t>
            </a:r>
            <a:r>
              <a:rPr lang="ko-KR" altLang="en-US" dirty="0"/>
              <a:t>코딩게임 소개</a:t>
            </a:r>
            <a:r>
              <a:rPr lang="en-US" altLang="ko-KR" dirty="0"/>
              <a:t>, </a:t>
            </a:r>
            <a:r>
              <a:rPr lang="ko-KR" altLang="en-US"/>
              <a:t>프로젝트 샘플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72771A4-9C65-1450-FA5F-D6023C433A88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4309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7773F39-5F17-EB74-747C-9435FDD3CD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7F89B32-C25F-1CD9-E12B-49048DA5D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7E33671-1894-5418-FF46-802228A709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D71F0A4-C4A1-0813-2711-DF6D323A822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07F3D90-A0BA-0FAC-64B8-2F037622A9A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6836022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15835</TotalTime>
  <Words>27</Words>
  <Application>Microsoft Office PowerPoint</Application>
  <PresentationFormat>A4 용지(210x297mm)</PresentationFormat>
  <Paragraphs>4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Arial</vt:lpstr>
      <vt:lpstr>Wingdings</vt:lpstr>
      <vt:lpstr>디자인 사용자 지정</vt:lpstr>
      <vt:lpstr>교과목 소개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13640</dc:creator>
  <cp:lastModifiedBy>노동주</cp:lastModifiedBy>
  <cp:revision>530</cp:revision>
  <dcterms:created xsi:type="dcterms:W3CDTF">2021-05-24T07:27:04Z</dcterms:created>
  <dcterms:modified xsi:type="dcterms:W3CDTF">2024-09-02T09:47:04Z</dcterms:modified>
</cp:coreProperties>
</file>