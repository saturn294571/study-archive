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0680700" cy="7556500"/>
  <p:notesSz cx="106807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" y="10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A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A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‹#›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A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A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‹#›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A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‹#›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A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‹#›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‹#›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6636" y="1201270"/>
            <a:ext cx="8547427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A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6636" y="1919294"/>
            <a:ext cx="8549005" cy="4494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AF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1438" y="7027545"/>
            <a:ext cx="341782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035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13006" y="6877765"/>
            <a:ext cx="45656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‹#›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16835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rgbClr val="000000"/>
                </a:solidFill>
              </a:rPr>
              <a:t>제4강.</a:t>
            </a:r>
            <a:r>
              <a:rPr sz="2400" spc="31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사회정의와</a:t>
            </a:r>
            <a:r>
              <a:rPr sz="2400" spc="315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국가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66636" y="2101466"/>
            <a:ext cx="738441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제1절.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사회이론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000">
              <a:latin typeface="Malgun Gothic"/>
              <a:cs typeface="Malgun Gothic"/>
            </a:endParaRPr>
          </a:p>
          <a:p>
            <a:pPr marL="266700" indent="-266700">
              <a:lnSpc>
                <a:spcPct val="100000"/>
              </a:lnSpc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사회는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인간들이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상호이익을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실현할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목적으로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형성된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조직체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790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종종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또는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집단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상호간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이해의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일치와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충돌이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4033460"/>
            <a:ext cx="6702425" cy="124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5080" indent="-288290">
              <a:lnSpc>
                <a:spcPct val="132900"/>
              </a:lnSpc>
              <a:spcBef>
                <a:spcPts val="100"/>
              </a:spcBef>
              <a:buFont typeface="MS PGothic"/>
              <a:buChar char="○"/>
              <a:tabLst>
                <a:tab pos="300355" algn="l"/>
                <a:tab pos="1731010" algn="l"/>
                <a:tab pos="3160395" algn="l"/>
                <a:tab pos="3829050" algn="l"/>
                <a:tab pos="4498340" algn="l"/>
                <a:tab pos="5673725" algn="l"/>
              </a:tabLst>
            </a:pPr>
            <a:r>
              <a:rPr sz="2000" b="1" spc="-10" dirty="0">
                <a:latin typeface="Malgun Gothic"/>
                <a:cs typeface="Malgun Gothic"/>
              </a:rPr>
              <a:t>일반적으로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사회이론은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서로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다른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사회체제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사이에서 </a:t>
            </a:r>
            <a:r>
              <a:rPr sz="2000" b="1" dirty="0">
                <a:latin typeface="Malgun Gothic"/>
                <a:cs typeface="Malgun Gothic"/>
              </a:rPr>
              <a:t>우리에게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제공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800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자유주의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이론,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진보주의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이론,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집단주의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이론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04970" y="4133381"/>
            <a:ext cx="1709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4719" algn="l"/>
              </a:tabLst>
            </a:pPr>
            <a:r>
              <a:rPr sz="2000" b="1" spc="-25" dirty="0">
                <a:latin typeface="Malgun Gothic"/>
                <a:cs typeface="Malgun Gothic"/>
              </a:rPr>
              <a:t>선택할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기준을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03807" y="5257800"/>
            <a:ext cx="4631690" cy="88900"/>
            <a:chOff x="1503807" y="5257800"/>
            <a:chExt cx="4631690" cy="88900"/>
          </a:xfrm>
        </p:grpSpPr>
        <p:sp>
          <p:nvSpPr>
            <p:cNvPr id="7" name="object 7"/>
            <p:cNvSpPr/>
            <p:nvPr/>
          </p:nvSpPr>
          <p:spPr>
            <a:xfrm>
              <a:off x="1510157" y="5264150"/>
              <a:ext cx="4618990" cy="76200"/>
            </a:xfrm>
            <a:custGeom>
              <a:avLst/>
              <a:gdLst/>
              <a:ahLst/>
              <a:cxnLst/>
              <a:rect l="l" t="t" r="r" b="b"/>
              <a:pathLst>
                <a:path w="4618990" h="76200">
                  <a:moveTo>
                    <a:pt x="0" y="59181"/>
                  </a:moveTo>
                  <a:lnTo>
                    <a:pt x="0" y="59181"/>
                  </a:lnTo>
                  <a:lnTo>
                    <a:pt x="219582" y="59181"/>
                  </a:lnTo>
                  <a:lnTo>
                    <a:pt x="240970" y="59443"/>
                  </a:lnTo>
                  <a:lnTo>
                    <a:pt x="262858" y="60229"/>
                  </a:lnTo>
                  <a:lnTo>
                    <a:pt x="285269" y="61539"/>
                  </a:lnTo>
                  <a:lnTo>
                    <a:pt x="308229" y="63373"/>
                  </a:lnTo>
                  <a:lnTo>
                    <a:pt x="331468" y="65206"/>
                  </a:lnTo>
                  <a:lnTo>
                    <a:pt x="354695" y="66516"/>
                  </a:lnTo>
                  <a:lnTo>
                    <a:pt x="377898" y="67302"/>
                  </a:lnTo>
                  <a:lnTo>
                    <a:pt x="401066" y="67563"/>
                  </a:lnTo>
                  <a:lnTo>
                    <a:pt x="423519" y="67563"/>
                  </a:lnTo>
                  <a:lnTo>
                    <a:pt x="444388" y="67563"/>
                  </a:lnTo>
                  <a:lnTo>
                    <a:pt x="1127252" y="67563"/>
                  </a:lnTo>
                  <a:lnTo>
                    <a:pt x="1138874" y="67302"/>
                  </a:lnTo>
                  <a:lnTo>
                    <a:pt x="1152604" y="66516"/>
                  </a:lnTo>
                  <a:lnTo>
                    <a:pt x="1168453" y="65206"/>
                  </a:lnTo>
                  <a:lnTo>
                    <a:pt x="1186434" y="63373"/>
                  </a:lnTo>
                  <a:lnTo>
                    <a:pt x="1205146" y="61539"/>
                  </a:lnTo>
                  <a:lnTo>
                    <a:pt x="1223359" y="60229"/>
                  </a:lnTo>
                  <a:lnTo>
                    <a:pt x="1241047" y="59443"/>
                  </a:lnTo>
                  <a:lnTo>
                    <a:pt x="1258189" y="59181"/>
                  </a:lnTo>
                  <a:lnTo>
                    <a:pt x="1274000" y="59181"/>
                  </a:lnTo>
                  <a:lnTo>
                    <a:pt x="1287716" y="59181"/>
                  </a:lnTo>
                  <a:lnTo>
                    <a:pt x="2136394" y="59181"/>
                  </a:lnTo>
                  <a:lnTo>
                    <a:pt x="2145847" y="59443"/>
                  </a:lnTo>
                  <a:lnTo>
                    <a:pt x="2157444" y="60229"/>
                  </a:lnTo>
                  <a:lnTo>
                    <a:pt x="2171184" y="61539"/>
                  </a:lnTo>
                  <a:lnTo>
                    <a:pt x="2187067" y="63373"/>
                  </a:lnTo>
                  <a:lnTo>
                    <a:pt x="2202876" y="65206"/>
                  </a:lnTo>
                  <a:lnTo>
                    <a:pt x="2216578" y="66516"/>
                  </a:lnTo>
                  <a:lnTo>
                    <a:pt x="2228161" y="67302"/>
                  </a:lnTo>
                  <a:lnTo>
                    <a:pt x="2237613" y="67563"/>
                  </a:lnTo>
                  <a:lnTo>
                    <a:pt x="2246614" y="67563"/>
                  </a:lnTo>
                  <a:lnTo>
                    <a:pt x="2256663" y="67563"/>
                  </a:lnTo>
                  <a:lnTo>
                    <a:pt x="2592323" y="67563"/>
                  </a:lnTo>
                  <a:lnTo>
                    <a:pt x="2604730" y="67825"/>
                  </a:lnTo>
                  <a:lnTo>
                    <a:pt x="2616612" y="68611"/>
                  </a:lnTo>
                  <a:lnTo>
                    <a:pt x="2627971" y="69921"/>
                  </a:lnTo>
                  <a:lnTo>
                    <a:pt x="2638806" y="71755"/>
                  </a:lnTo>
                  <a:lnTo>
                    <a:pt x="2648781" y="73588"/>
                  </a:lnTo>
                  <a:lnTo>
                    <a:pt x="2657744" y="74898"/>
                  </a:lnTo>
                  <a:lnTo>
                    <a:pt x="2665684" y="75684"/>
                  </a:lnTo>
                  <a:lnTo>
                    <a:pt x="2672588" y="75945"/>
                  </a:lnTo>
                  <a:lnTo>
                    <a:pt x="2679944" y="75945"/>
                  </a:lnTo>
                  <a:lnTo>
                    <a:pt x="2689431" y="75945"/>
                  </a:lnTo>
                  <a:lnTo>
                    <a:pt x="2980690" y="75945"/>
                  </a:lnTo>
                  <a:lnTo>
                    <a:pt x="2998148" y="75684"/>
                  </a:lnTo>
                  <a:lnTo>
                    <a:pt x="3016631" y="74898"/>
                  </a:lnTo>
                  <a:lnTo>
                    <a:pt x="3036161" y="73588"/>
                  </a:lnTo>
                  <a:lnTo>
                    <a:pt x="3056763" y="71755"/>
                  </a:lnTo>
                  <a:lnTo>
                    <a:pt x="3077309" y="69921"/>
                  </a:lnTo>
                  <a:lnTo>
                    <a:pt x="3096831" y="68611"/>
                  </a:lnTo>
                  <a:lnTo>
                    <a:pt x="3115306" y="67825"/>
                  </a:lnTo>
                  <a:lnTo>
                    <a:pt x="3132709" y="67563"/>
                  </a:lnTo>
                  <a:lnTo>
                    <a:pt x="3150111" y="67302"/>
                  </a:lnTo>
                  <a:lnTo>
                    <a:pt x="3168586" y="66516"/>
                  </a:lnTo>
                  <a:lnTo>
                    <a:pt x="3188108" y="65206"/>
                  </a:lnTo>
                  <a:lnTo>
                    <a:pt x="3208655" y="63373"/>
                  </a:lnTo>
                  <a:lnTo>
                    <a:pt x="3230324" y="61539"/>
                  </a:lnTo>
                  <a:lnTo>
                    <a:pt x="3253041" y="60229"/>
                  </a:lnTo>
                  <a:lnTo>
                    <a:pt x="3276806" y="59443"/>
                  </a:lnTo>
                  <a:lnTo>
                    <a:pt x="3301619" y="59181"/>
                  </a:lnTo>
                  <a:lnTo>
                    <a:pt x="3325100" y="59181"/>
                  </a:lnTo>
                  <a:lnTo>
                    <a:pt x="3344878" y="59181"/>
                  </a:lnTo>
                  <a:lnTo>
                    <a:pt x="3360965" y="59181"/>
                  </a:lnTo>
                  <a:lnTo>
                    <a:pt x="3373374" y="59181"/>
                  </a:lnTo>
                  <a:lnTo>
                    <a:pt x="3384208" y="58900"/>
                  </a:lnTo>
                  <a:lnTo>
                    <a:pt x="3395567" y="58070"/>
                  </a:lnTo>
                  <a:lnTo>
                    <a:pt x="3407449" y="56717"/>
                  </a:lnTo>
                  <a:lnTo>
                    <a:pt x="3419855" y="54863"/>
                  </a:lnTo>
                  <a:lnTo>
                    <a:pt x="3432260" y="53030"/>
                  </a:lnTo>
                  <a:lnTo>
                    <a:pt x="3444128" y="51720"/>
                  </a:lnTo>
                  <a:lnTo>
                    <a:pt x="3455449" y="50934"/>
                  </a:lnTo>
                  <a:lnTo>
                    <a:pt x="3466210" y="50673"/>
                  </a:lnTo>
                  <a:lnTo>
                    <a:pt x="3477571" y="50411"/>
                  </a:lnTo>
                  <a:lnTo>
                    <a:pt x="3490515" y="49625"/>
                  </a:lnTo>
                  <a:lnTo>
                    <a:pt x="3505055" y="48315"/>
                  </a:lnTo>
                  <a:lnTo>
                    <a:pt x="3521202" y="46481"/>
                  </a:lnTo>
                  <a:lnTo>
                    <a:pt x="3538061" y="44366"/>
                  </a:lnTo>
                  <a:lnTo>
                    <a:pt x="3554920" y="42227"/>
                  </a:lnTo>
                  <a:lnTo>
                    <a:pt x="3571779" y="40088"/>
                  </a:lnTo>
                  <a:lnTo>
                    <a:pt x="3619325" y="34829"/>
                  </a:lnTo>
                  <a:lnTo>
                    <a:pt x="3643629" y="33781"/>
                  </a:lnTo>
                  <a:lnTo>
                    <a:pt x="3654129" y="33781"/>
                  </a:lnTo>
                  <a:lnTo>
                    <a:pt x="3664664" y="33781"/>
                  </a:lnTo>
                  <a:lnTo>
                    <a:pt x="3675223" y="33781"/>
                  </a:lnTo>
                  <a:lnTo>
                    <a:pt x="3685794" y="33781"/>
                  </a:lnTo>
                  <a:lnTo>
                    <a:pt x="3696890" y="33520"/>
                  </a:lnTo>
                  <a:lnTo>
                    <a:pt x="3709035" y="32734"/>
                  </a:lnTo>
                  <a:lnTo>
                    <a:pt x="3722227" y="31424"/>
                  </a:lnTo>
                  <a:lnTo>
                    <a:pt x="3736467" y="29591"/>
                  </a:lnTo>
                  <a:lnTo>
                    <a:pt x="3750706" y="27757"/>
                  </a:lnTo>
                  <a:lnTo>
                    <a:pt x="3763899" y="26447"/>
                  </a:lnTo>
                  <a:lnTo>
                    <a:pt x="3776043" y="25661"/>
                  </a:lnTo>
                  <a:lnTo>
                    <a:pt x="3787140" y="25400"/>
                  </a:lnTo>
                  <a:lnTo>
                    <a:pt x="3797430" y="25400"/>
                  </a:lnTo>
                  <a:lnTo>
                    <a:pt x="3807174" y="25400"/>
                  </a:lnTo>
                  <a:lnTo>
                    <a:pt x="3930650" y="25400"/>
                  </a:lnTo>
                  <a:lnTo>
                    <a:pt x="3945695" y="24856"/>
                  </a:lnTo>
                  <a:lnTo>
                    <a:pt x="3961288" y="23241"/>
                  </a:lnTo>
                  <a:lnTo>
                    <a:pt x="3977405" y="20577"/>
                  </a:lnTo>
                  <a:lnTo>
                    <a:pt x="3994023" y="16891"/>
                  </a:lnTo>
                  <a:lnTo>
                    <a:pt x="4009572" y="13223"/>
                  </a:lnTo>
                  <a:lnTo>
                    <a:pt x="4022502" y="10604"/>
                  </a:lnTo>
                  <a:lnTo>
                    <a:pt x="4032813" y="9032"/>
                  </a:lnTo>
                  <a:lnTo>
                    <a:pt x="4040504" y="8508"/>
                  </a:lnTo>
                  <a:lnTo>
                    <a:pt x="4047861" y="8508"/>
                  </a:lnTo>
                  <a:lnTo>
                    <a:pt x="4057348" y="8508"/>
                  </a:lnTo>
                  <a:lnTo>
                    <a:pt x="4547108" y="8508"/>
                  </a:lnTo>
                  <a:lnTo>
                    <a:pt x="4562659" y="7965"/>
                  </a:lnTo>
                  <a:lnTo>
                    <a:pt x="4579794" y="6350"/>
                  </a:lnTo>
                  <a:lnTo>
                    <a:pt x="4598525" y="3686"/>
                  </a:lnTo>
                  <a:lnTo>
                    <a:pt x="4618863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44111" y="5316981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300" dirty="0"/>
              <a:t> </a:t>
            </a:r>
            <a:r>
              <a:rPr dirty="0"/>
              <a:t>자유주의</a:t>
            </a:r>
            <a:r>
              <a:rPr spc="305" dirty="0"/>
              <a:t> </a:t>
            </a:r>
            <a:r>
              <a:rPr dirty="0"/>
              <a:t>이론</a:t>
            </a:r>
            <a:r>
              <a:rPr spc="305" dirty="0"/>
              <a:t> </a:t>
            </a:r>
            <a:r>
              <a:rPr spc="135" dirty="0"/>
              <a:t>:</a:t>
            </a:r>
            <a:r>
              <a:rPr spc="310" dirty="0"/>
              <a:t> </a:t>
            </a:r>
            <a:r>
              <a:rPr spc="-10" dirty="0"/>
              <a:t>Libertarians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430260" cy="44945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90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자유주의자(libertarians)는</a:t>
            </a:r>
            <a:r>
              <a:rPr sz="2000" b="1" spc="34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19세기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구자유주의의</a:t>
            </a:r>
            <a:r>
              <a:rPr sz="2000" b="1" spc="34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계승자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사회를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구성원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개개인의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차원에서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분석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79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개인의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자유,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사유재산,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시장기구에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무게중심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조세의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부과,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재분배에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정부의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역할을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엄격히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제한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66700" indent="-266700">
              <a:lnSpc>
                <a:spcPct val="100000"/>
              </a:lnSpc>
              <a:buClr>
                <a:srgbClr val="000000"/>
              </a:buClr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자연권적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자유주의자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135" dirty="0">
                <a:solidFill>
                  <a:srgbClr val="001AFF"/>
                </a:solidFill>
                <a:latin typeface="Malgun Gothic"/>
                <a:cs typeface="Malgun Gothic"/>
              </a:rPr>
              <a:t>:</a:t>
            </a:r>
            <a:r>
              <a:rPr sz="2000" b="1" spc="28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Nozick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국가개입은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매우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제한된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상황을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제외하고는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도덕적으로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잘못된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행태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66700" indent="-2667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경험적</a:t>
            </a:r>
            <a:r>
              <a:rPr sz="2000" b="1" spc="32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자유주의자</a:t>
            </a:r>
            <a:r>
              <a:rPr sz="2000" b="1" spc="33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135" dirty="0">
                <a:solidFill>
                  <a:srgbClr val="001AFF"/>
                </a:solidFill>
                <a:latin typeface="Malgun Gothic"/>
                <a:cs typeface="Malgun Gothic"/>
              </a:rPr>
              <a:t>:</a:t>
            </a:r>
            <a:r>
              <a:rPr sz="2000" b="1" spc="33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Hayek,</a:t>
            </a:r>
            <a:r>
              <a:rPr sz="2000" b="1" spc="32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F</a:t>
            </a:r>
            <a:r>
              <a:rPr sz="2000" b="1" u="sng" dirty="0">
                <a:solidFill>
                  <a:srgbClr val="001AFF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riedman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,</a:t>
            </a:r>
            <a:r>
              <a:rPr sz="2000" b="1" spc="33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Thatcher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고전적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전통을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현실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적합하게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재해석하여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적용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국가의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개입은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결국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국민의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복지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수준을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감소시키기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때문에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반대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24686" y="3863847"/>
            <a:ext cx="3455670" cy="557530"/>
            <a:chOff x="1424686" y="3863847"/>
            <a:chExt cx="3455670" cy="557530"/>
          </a:xfrm>
        </p:grpSpPr>
        <p:sp>
          <p:nvSpPr>
            <p:cNvPr id="5" name="object 5"/>
            <p:cNvSpPr/>
            <p:nvPr/>
          </p:nvSpPr>
          <p:spPr>
            <a:xfrm>
              <a:off x="1431036" y="4329683"/>
              <a:ext cx="3410585" cy="57150"/>
            </a:xfrm>
            <a:custGeom>
              <a:avLst/>
              <a:gdLst/>
              <a:ahLst/>
              <a:cxnLst/>
              <a:rect l="l" t="t" r="r" b="b"/>
              <a:pathLst>
                <a:path w="3410585" h="57150">
                  <a:moveTo>
                    <a:pt x="0" y="28448"/>
                  </a:moveTo>
                  <a:lnTo>
                    <a:pt x="9217" y="28142"/>
                  </a:lnTo>
                  <a:lnTo>
                    <a:pt x="17827" y="27241"/>
                  </a:lnTo>
                  <a:lnTo>
                    <a:pt x="25842" y="25769"/>
                  </a:lnTo>
                  <a:lnTo>
                    <a:pt x="33273" y="23749"/>
                  </a:lnTo>
                  <a:lnTo>
                    <a:pt x="41011" y="21655"/>
                  </a:lnTo>
                  <a:lnTo>
                    <a:pt x="49926" y="20145"/>
                  </a:lnTo>
                  <a:lnTo>
                    <a:pt x="60009" y="19230"/>
                  </a:lnTo>
                  <a:lnTo>
                    <a:pt x="71247" y="18923"/>
                  </a:lnTo>
                  <a:lnTo>
                    <a:pt x="83440" y="18635"/>
                  </a:lnTo>
                  <a:lnTo>
                    <a:pt x="96218" y="17764"/>
                  </a:lnTo>
                  <a:lnTo>
                    <a:pt x="109591" y="16297"/>
                  </a:lnTo>
                  <a:lnTo>
                    <a:pt x="123570" y="14224"/>
                  </a:lnTo>
                  <a:lnTo>
                    <a:pt x="138378" y="12130"/>
                  </a:lnTo>
                  <a:lnTo>
                    <a:pt x="154400" y="10620"/>
                  </a:lnTo>
                  <a:lnTo>
                    <a:pt x="171612" y="9705"/>
                  </a:lnTo>
                  <a:lnTo>
                    <a:pt x="189991" y="9398"/>
                  </a:lnTo>
                  <a:lnTo>
                    <a:pt x="209617" y="9398"/>
                  </a:lnTo>
                  <a:lnTo>
                    <a:pt x="230409" y="9398"/>
                  </a:lnTo>
                  <a:lnTo>
                    <a:pt x="479806" y="9398"/>
                  </a:lnTo>
                  <a:lnTo>
                    <a:pt x="497048" y="9110"/>
                  </a:lnTo>
                  <a:lnTo>
                    <a:pt x="515445" y="8239"/>
                  </a:lnTo>
                  <a:lnTo>
                    <a:pt x="535009" y="6772"/>
                  </a:lnTo>
                  <a:lnTo>
                    <a:pt x="555751" y="4699"/>
                  </a:lnTo>
                  <a:lnTo>
                    <a:pt x="578064" y="2625"/>
                  </a:lnTo>
                  <a:lnTo>
                    <a:pt x="602138" y="1158"/>
                  </a:lnTo>
                  <a:lnTo>
                    <a:pt x="627975" y="287"/>
                  </a:lnTo>
                  <a:lnTo>
                    <a:pt x="655574" y="0"/>
                  </a:lnTo>
                  <a:lnTo>
                    <a:pt x="681692" y="0"/>
                  </a:lnTo>
                  <a:lnTo>
                    <a:pt x="703071" y="0"/>
                  </a:lnTo>
                  <a:lnTo>
                    <a:pt x="1610359" y="0"/>
                  </a:lnTo>
                  <a:lnTo>
                    <a:pt x="1622246" y="287"/>
                  </a:lnTo>
                  <a:lnTo>
                    <a:pt x="1634108" y="1158"/>
                  </a:lnTo>
                  <a:lnTo>
                    <a:pt x="1645971" y="2625"/>
                  </a:lnTo>
                  <a:lnTo>
                    <a:pt x="1657858" y="4699"/>
                  </a:lnTo>
                  <a:lnTo>
                    <a:pt x="1669454" y="6772"/>
                  </a:lnTo>
                  <a:lnTo>
                    <a:pt x="1680432" y="8239"/>
                  </a:lnTo>
                  <a:lnTo>
                    <a:pt x="1690790" y="9110"/>
                  </a:lnTo>
                  <a:lnTo>
                    <a:pt x="1700530" y="9398"/>
                  </a:lnTo>
                  <a:lnTo>
                    <a:pt x="1709459" y="9398"/>
                  </a:lnTo>
                  <a:lnTo>
                    <a:pt x="1717198" y="9398"/>
                  </a:lnTo>
                  <a:lnTo>
                    <a:pt x="1723747" y="9398"/>
                  </a:lnTo>
                  <a:lnTo>
                    <a:pt x="1729105" y="9398"/>
                  </a:lnTo>
                  <a:lnTo>
                    <a:pt x="1734460" y="9705"/>
                  </a:lnTo>
                  <a:lnTo>
                    <a:pt x="1740995" y="10620"/>
                  </a:lnTo>
                  <a:lnTo>
                    <a:pt x="1748696" y="12130"/>
                  </a:lnTo>
                  <a:lnTo>
                    <a:pt x="1757552" y="14224"/>
                  </a:lnTo>
                  <a:lnTo>
                    <a:pt x="1766770" y="16297"/>
                  </a:lnTo>
                  <a:lnTo>
                    <a:pt x="1775380" y="17764"/>
                  </a:lnTo>
                  <a:lnTo>
                    <a:pt x="1783395" y="18635"/>
                  </a:lnTo>
                  <a:lnTo>
                    <a:pt x="1790827" y="18923"/>
                  </a:lnTo>
                  <a:lnTo>
                    <a:pt x="1800352" y="18923"/>
                  </a:lnTo>
                  <a:lnTo>
                    <a:pt x="1808226" y="20574"/>
                  </a:lnTo>
                  <a:lnTo>
                    <a:pt x="1814576" y="23749"/>
                  </a:lnTo>
                  <a:lnTo>
                    <a:pt x="1820926" y="26797"/>
                  </a:lnTo>
                  <a:lnTo>
                    <a:pt x="1828800" y="28448"/>
                  </a:lnTo>
                  <a:lnTo>
                    <a:pt x="1838325" y="28448"/>
                  </a:lnTo>
                  <a:lnTo>
                    <a:pt x="1845756" y="28448"/>
                  </a:lnTo>
                  <a:lnTo>
                    <a:pt x="2113915" y="28448"/>
                  </a:lnTo>
                  <a:lnTo>
                    <a:pt x="2121290" y="28735"/>
                  </a:lnTo>
                  <a:lnTo>
                    <a:pt x="2129297" y="29606"/>
                  </a:lnTo>
                  <a:lnTo>
                    <a:pt x="2137900" y="31073"/>
                  </a:lnTo>
                  <a:lnTo>
                    <a:pt x="2147062" y="33147"/>
                  </a:lnTo>
                  <a:lnTo>
                    <a:pt x="2156279" y="35240"/>
                  </a:lnTo>
                  <a:lnTo>
                    <a:pt x="2164889" y="36750"/>
                  </a:lnTo>
                  <a:lnTo>
                    <a:pt x="2172904" y="37665"/>
                  </a:lnTo>
                  <a:lnTo>
                    <a:pt x="2180336" y="37973"/>
                  </a:lnTo>
                  <a:lnTo>
                    <a:pt x="2188668" y="37973"/>
                  </a:lnTo>
                  <a:lnTo>
                    <a:pt x="2199370" y="37973"/>
                  </a:lnTo>
                  <a:lnTo>
                    <a:pt x="2313304" y="37973"/>
                  </a:lnTo>
                  <a:lnTo>
                    <a:pt x="2325498" y="38260"/>
                  </a:lnTo>
                  <a:lnTo>
                    <a:pt x="2338276" y="39131"/>
                  </a:lnTo>
                  <a:lnTo>
                    <a:pt x="2351649" y="40598"/>
                  </a:lnTo>
                  <a:lnTo>
                    <a:pt x="2365629" y="42672"/>
                  </a:lnTo>
                  <a:lnTo>
                    <a:pt x="2378958" y="44765"/>
                  </a:lnTo>
                  <a:lnTo>
                    <a:pt x="2390536" y="46275"/>
                  </a:lnTo>
                  <a:lnTo>
                    <a:pt x="2400329" y="47190"/>
                  </a:lnTo>
                  <a:lnTo>
                    <a:pt x="2408301" y="47498"/>
                  </a:lnTo>
                  <a:lnTo>
                    <a:pt x="2415750" y="47785"/>
                  </a:lnTo>
                  <a:lnTo>
                    <a:pt x="2423795" y="48656"/>
                  </a:lnTo>
                  <a:lnTo>
                    <a:pt x="2432411" y="50123"/>
                  </a:lnTo>
                  <a:lnTo>
                    <a:pt x="2441575" y="52197"/>
                  </a:lnTo>
                  <a:lnTo>
                    <a:pt x="2452288" y="54270"/>
                  </a:lnTo>
                  <a:lnTo>
                    <a:pt x="2465371" y="55737"/>
                  </a:lnTo>
                  <a:lnTo>
                    <a:pt x="2480812" y="56608"/>
                  </a:lnTo>
                  <a:lnTo>
                    <a:pt x="2498598" y="56896"/>
                  </a:lnTo>
                  <a:lnTo>
                    <a:pt x="2516149" y="56896"/>
                  </a:lnTo>
                  <a:lnTo>
                    <a:pt x="2530713" y="56896"/>
                  </a:lnTo>
                  <a:lnTo>
                    <a:pt x="3277616" y="56896"/>
                  </a:lnTo>
                  <a:lnTo>
                    <a:pt x="3286833" y="56608"/>
                  </a:lnTo>
                  <a:lnTo>
                    <a:pt x="3295443" y="55737"/>
                  </a:lnTo>
                  <a:lnTo>
                    <a:pt x="3303458" y="54270"/>
                  </a:lnTo>
                  <a:lnTo>
                    <a:pt x="3310890" y="52197"/>
                  </a:lnTo>
                  <a:lnTo>
                    <a:pt x="3320415" y="49022"/>
                  </a:lnTo>
                  <a:lnTo>
                    <a:pt x="3328289" y="47498"/>
                  </a:lnTo>
                  <a:lnTo>
                    <a:pt x="3404362" y="47498"/>
                  </a:lnTo>
                  <a:lnTo>
                    <a:pt x="3410585" y="4749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3675" y="3870197"/>
              <a:ext cx="870585" cy="544830"/>
            </a:xfrm>
            <a:custGeom>
              <a:avLst/>
              <a:gdLst/>
              <a:ahLst/>
              <a:cxnLst/>
              <a:rect l="l" t="t" r="r" b="b"/>
              <a:pathLst>
                <a:path w="870585" h="544829">
                  <a:moveTo>
                    <a:pt x="554482" y="143382"/>
                  </a:moveTo>
                  <a:lnTo>
                    <a:pt x="554482" y="143382"/>
                  </a:lnTo>
                  <a:lnTo>
                    <a:pt x="519429" y="143382"/>
                  </a:lnTo>
                  <a:lnTo>
                    <a:pt x="511555" y="141731"/>
                  </a:lnTo>
                  <a:lnTo>
                    <a:pt x="466971" y="131413"/>
                  </a:lnTo>
                  <a:lnTo>
                    <a:pt x="415925" y="125428"/>
                  </a:lnTo>
                  <a:lnTo>
                    <a:pt x="392049" y="124205"/>
                  </a:lnTo>
                  <a:lnTo>
                    <a:pt x="382450" y="123918"/>
                  </a:lnTo>
                  <a:lnTo>
                    <a:pt x="372887" y="123047"/>
                  </a:lnTo>
                  <a:lnTo>
                    <a:pt x="363348" y="121580"/>
                  </a:lnTo>
                  <a:lnTo>
                    <a:pt x="353822" y="119506"/>
                  </a:lnTo>
                  <a:lnTo>
                    <a:pt x="344511" y="117413"/>
                  </a:lnTo>
                  <a:lnTo>
                    <a:pt x="335819" y="115903"/>
                  </a:lnTo>
                  <a:lnTo>
                    <a:pt x="327747" y="114988"/>
                  </a:lnTo>
                  <a:lnTo>
                    <a:pt x="320294" y="114680"/>
                  </a:lnTo>
                  <a:lnTo>
                    <a:pt x="310769" y="114680"/>
                  </a:lnTo>
                  <a:lnTo>
                    <a:pt x="302767" y="114680"/>
                  </a:lnTo>
                  <a:lnTo>
                    <a:pt x="203962" y="114680"/>
                  </a:lnTo>
                  <a:lnTo>
                    <a:pt x="197612" y="116331"/>
                  </a:lnTo>
                  <a:lnTo>
                    <a:pt x="191262" y="119506"/>
                  </a:lnTo>
                  <a:lnTo>
                    <a:pt x="184912" y="122681"/>
                  </a:lnTo>
                  <a:lnTo>
                    <a:pt x="180086" y="124205"/>
                  </a:lnTo>
                  <a:lnTo>
                    <a:pt x="176911" y="124205"/>
                  </a:lnTo>
                  <a:lnTo>
                    <a:pt x="173736" y="124205"/>
                  </a:lnTo>
                  <a:lnTo>
                    <a:pt x="168910" y="125856"/>
                  </a:lnTo>
                  <a:lnTo>
                    <a:pt x="162560" y="129031"/>
                  </a:lnTo>
                  <a:lnTo>
                    <a:pt x="156210" y="132206"/>
                  </a:lnTo>
                  <a:lnTo>
                    <a:pt x="151384" y="135381"/>
                  </a:lnTo>
                  <a:lnTo>
                    <a:pt x="148209" y="138556"/>
                  </a:lnTo>
                  <a:lnTo>
                    <a:pt x="145034" y="141731"/>
                  </a:lnTo>
                  <a:lnTo>
                    <a:pt x="138684" y="144906"/>
                  </a:lnTo>
                  <a:lnTo>
                    <a:pt x="100457" y="162432"/>
                  </a:lnTo>
                  <a:lnTo>
                    <a:pt x="71149" y="187275"/>
                  </a:lnTo>
                  <a:lnTo>
                    <a:pt x="38875" y="226702"/>
                  </a:lnTo>
                  <a:lnTo>
                    <a:pt x="14702" y="267067"/>
                  </a:lnTo>
                  <a:lnTo>
                    <a:pt x="10810" y="274843"/>
                  </a:lnTo>
                  <a:lnTo>
                    <a:pt x="7514" y="281406"/>
                  </a:lnTo>
                  <a:lnTo>
                    <a:pt x="4825" y="286765"/>
                  </a:lnTo>
                  <a:lnTo>
                    <a:pt x="1650" y="293115"/>
                  </a:lnTo>
                  <a:lnTo>
                    <a:pt x="0" y="301116"/>
                  </a:lnTo>
                  <a:lnTo>
                    <a:pt x="0" y="310641"/>
                  </a:lnTo>
                  <a:lnTo>
                    <a:pt x="0" y="320166"/>
                  </a:lnTo>
                  <a:lnTo>
                    <a:pt x="0" y="328167"/>
                  </a:lnTo>
                  <a:lnTo>
                    <a:pt x="0" y="334517"/>
                  </a:lnTo>
                  <a:lnTo>
                    <a:pt x="0" y="340994"/>
                  </a:lnTo>
                  <a:lnTo>
                    <a:pt x="1650" y="347344"/>
                  </a:lnTo>
                  <a:lnTo>
                    <a:pt x="4825" y="353694"/>
                  </a:lnTo>
                  <a:lnTo>
                    <a:pt x="8000" y="360044"/>
                  </a:lnTo>
                  <a:lnTo>
                    <a:pt x="11175" y="364871"/>
                  </a:lnTo>
                  <a:lnTo>
                    <a:pt x="38353" y="396748"/>
                  </a:lnTo>
                  <a:lnTo>
                    <a:pt x="47880" y="408078"/>
                  </a:lnTo>
                  <a:lnTo>
                    <a:pt x="57419" y="418242"/>
                  </a:lnTo>
                  <a:lnTo>
                    <a:pt x="66982" y="427216"/>
                  </a:lnTo>
                  <a:lnTo>
                    <a:pt x="76580" y="434975"/>
                  </a:lnTo>
                  <a:lnTo>
                    <a:pt x="85222" y="441831"/>
                  </a:lnTo>
                  <a:lnTo>
                    <a:pt x="92090" y="448103"/>
                  </a:lnTo>
                  <a:lnTo>
                    <a:pt x="97172" y="453780"/>
                  </a:lnTo>
                  <a:lnTo>
                    <a:pt x="100457" y="458850"/>
                  </a:lnTo>
                  <a:lnTo>
                    <a:pt x="104933" y="463921"/>
                  </a:lnTo>
                  <a:lnTo>
                    <a:pt x="113601" y="469598"/>
                  </a:lnTo>
                  <a:lnTo>
                    <a:pt x="126460" y="475870"/>
                  </a:lnTo>
                  <a:lnTo>
                    <a:pt x="143510" y="482726"/>
                  </a:lnTo>
                  <a:lnTo>
                    <a:pt x="161389" y="489583"/>
                  </a:lnTo>
                  <a:lnTo>
                    <a:pt x="176911" y="495855"/>
                  </a:lnTo>
                  <a:lnTo>
                    <a:pt x="190051" y="501532"/>
                  </a:lnTo>
                  <a:lnTo>
                    <a:pt x="200787" y="506602"/>
                  </a:lnTo>
                  <a:lnTo>
                    <a:pt x="210982" y="511131"/>
                  </a:lnTo>
                  <a:lnTo>
                    <a:pt x="248665" y="520953"/>
                  </a:lnTo>
                  <a:lnTo>
                    <a:pt x="294314" y="528151"/>
                  </a:lnTo>
                  <a:lnTo>
                    <a:pt x="345455" y="534146"/>
                  </a:lnTo>
                  <a:lnTo>
                    <a:pt x="382524" y="535304"/>
                  </a:lnTo>
                  <a:lnTo>
                    <a:pt x="401288" y="535304"/>
                  </a:lnTo>
                  <a:lnTo>
                    <a:pt x="419481" y="535304"/>
                  </a:lnTo>
                  <a:lnTo>
                    <a:pt x="683640" y="535304"/>
                  </a:lnTo>
                  <a:lnTo>
                    <a:pt x="699428" y="535612"/>
                  </a:lnTo>
                  <a:lnTo>
                    <a:pt x="713454" y="536527"/>
                  </a:lnTo>
                  <a:lnTo>
                    <a:pt x="725717" y="538037"/>
                  </a:lnTo>
                  <a:lnTo>
                    <a:pt x="736219" y="540131"/>
                  </a:lnTo>
                  <a:lnTo>
                    <a:pt x="745150" y="542204"/>
                  </a:lnTo>
                  <a:lnTo>
                    <a:pt x="752903" y="543671"/>
                  </a:lnTo>
                  <a:lnTo>
                    <a:pt x="759489" y="544542"/>
                  </a:lnTo>
                  <a:lnTo>
                    <a:pt x="764921" y="544829"/>
                  </a:lnTo>
                  <a:lnTo>
                    <a:pt x="771271" y="544829"/>
                  </a:lnTo>
                  <a:lnTo>
                    <a:pt x="777621" y="544829"/>
                  </a:lnTo>
                  <a:lnTo>
                    <a:pt x="809498" y="544829"/>
                  </a:lnTo>
                  <a:lnTo>
                    <a:pt x="815848" y="541654"/>
                  </a:lnTo>
                  <a:lnTo>
                    <a:pt x="822198" y="535304"/>
                  </a:lnTo>
                  <a:lnTo>
                    <a:pt x="828548" y="528954"/>
                  </a:lnTo>
                  <a:lnTo>
                    <a:pt x="835025" y="524128"/>
                  </a:lnTo>
                  <a:lnTo>
                    <a:pt x="841375" y="520953"/>
                  </a:lnTo>
                  <a:lnTo>
                    <a:pt x="847725" y="517778"/>
                  </a:lnTo>
                  <a:lnTo>
                    <a:pt x="854075" y="514603"/>
                  </a:lnTo>
                  <a:lnTo>
                    <a:pt x="860425" y="511428"/>
                  </a:lnTo>
                  <a:lnTo>
                    <a:pt x="866901" y="508253"/>
                  </a:lnTo>
                  <a:lnTo>
                    <a:pt x="870076" y="503427"/>
                  </a:lnTo>
                  <a:lnTo>
                    <a:pt x="870076" y="497077"/>
                  </a:lnTo>
                  <a:lnTo>
                    <a:pt x="870076" y="491122"/>
                  </a:lnTo>
                  <a:lnTo>
                    <a:pt x="870076" y="372744"/>
                  </a:lnTo>
                  <a:lnTo>
                    <a:pt x="869769" y="359340"/>
                  </a:lnTo>
                  <a:lnTo>
                    <a:pt x="859266" y="315420"/>
                  </a:lnTo>
                  <a:lnTo>
                    <a:pt x="850900" y="301116"/>
                  </a:lnTo>
                  <a:lnTo>
                    <a:pt x="845829" y="292762"/>
                  </a:lnTo>
                  <a:lnTo>
                    <a:pt x="840152" y="282003"/>
                  </a:lnTo>
                  <a:lnTo>
                    <a:pt x="833880" y="268862"/>
                  </a:lnTo>
                  <a:lnTo>
                    <a:pt x="827024" y="253364"/>
                  </a:lnTo>
                  <a:lnTo>
                    <a:pt x="820167" y="237505"/>
                  </a:lnTo>
                  <a:lnTo>
                    <a:pt x="813895" y="223456"/>
                  </a:lnTo>
                  <a:lnTo>
                    <a:pt x="793511" y="184007"/>
                  </a:lnTo>
                  <a:lnTo>
                    <a:pt x="758914" y="149653"/>
                  </a:lnTo>
                  <a:lnTo>
                    <a:pt x="732283" y="127226"/>
                  </a:lnTo>
                  <a:lnTo>
                    <a:pt x="720645" y="117062"/>
                  </a:lnTo>
                  <a:lnTo>
                    <a:pt x="710793" y="108088"/>
                  </a:lnTo>
                  <a:lnTo>
                    <a:pt x="702690" y="100329"/>
                  </a:lnTo>
                  <a:lnTo>
                    <a:pt x="695834" y="93473"/>
                  </a:lnTo>
                  <a:lnTo>
                    <a:pt x="689562" y="87201"/>
                  </a:lnTo>
                  <a:lnTo>
                    <a:pt x="683885" y="81524"/>
                  </a:lnTo>
                  <a:lnTo>
                    <a:pt x="678814" y="76453"/>
                  </a:lnTo>
                  <a:lnTo>
                    <a:pt x="673744" y="71979"/>
                  </a:lnTo>
                  <a:lnTo>
                    <a:pt x="668067" y="68087"/>
                  </a:lnTo>
                  <a:lnTo>
                    <a:pt x="661795" y="64791"/>
                  </a:lnTo>
                  <a:lnTo>
                    <a:pt x="654938" y="62102"/>
                  </a:lnTo>
                  <a:lnTo>
                    <a:pt x="646890" y="59124"/>
                  </a:lnTo>
                  <a:lnTo>
                    <a:pt x="637031" y="54943"/>
                  </a:lnTo>
                  <a:lnTo>
                    <a:pt x="625363" y="49547"/>
                  </a:lnTo>
                  <a:lnTo>
                    <a:pt x="611886" y="42925"/>
                  </a:lnTo>
                  <a:lnTo>
                    <a:pt x="597576" y="36069"/>
                  </a:lnTo>
                  <a:lnTo>
                    <a:pt x="554482" y="19050"/>
                  </a:lnTo>
                  <a:lnTo>
                    <a:pt x="516870" y="7387"/>
                  </a:lnTo>
                  <a:lnTo>
                    <a:pt x="472690" y="287"/>
                  </a:lnTo>
                  <a:lnTo>
                    <a:pt x="458977" y="0"/>
                  </a:lnTo>
                  <a:lnTo>
                    <a:pt x="445210" y="0"/>
                  </a:lnTo>
                  <a:lnTo>
                    <a:pt x="432657" y="0"/>
                  </a:lnTo>
                  <a:lnTo>
                    <a:pt x="321945" y="0"/>
                  </a:lnTo>
                  <a:lnTo>
                    <a:pt x="315595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212078" y="5562346"/>
            <a:ext cx="908685" cy="19050"/>
          </a:xfrm>
          <a:custGeom>
            <a:avLst/>
            <a:gdLst/>
            <a:ahLst/>
            <a:cxnLst/>
            <a:rect l="l" t="t" r="r" b="b"/>
            <a:pathLst>
              <a:path w="908684" h="19050">
                <a:moveTo>
                  <a:pt x="0" y="9524"/>
                </a:moveTo>
                <a:lnTo>
                  <a:pt x="6350" y="11048"/>
                </a:lnTo>
                <a:lnTo>
                  <a:pt x="19176" y="14223"/>
                </a:lnTo>
                <a:lnTo>
                  <a:pt x="29317" y="16371"/>
                </a:lnTo>
                <a:lnTo>
                  <a:pt x="40671" y="17875"/>
                </a:lnTo>
                <a:lnTo>
                  <a:pt x="53216" y="18760"/>
                </a:lnTo>
                <a:lnTo>
                  <a:pt x="66929" y="19049"/>
                </a:lnTo>
                <a:lnTo>
                  <a:pt x="81291" y="19049"/>
                </a:lnTo>
                <a:lnTo>
                  <a:pt x="95631" y="19049"/>
                </a:lnTo>
                <a:lnTo>
                  <a:pt x="783971" y="19049"/>
                </a:lnTo>
                <a:lnTo>
                  <a:pt x="796780" y="18760"/>
                </a:lnTo>
                <a:lnTo>
                  <a:pt x="806624" y="17875"/>
                </a:lnTo>
                <a:lnTo>
                  <a:pt x="813492" y="16371"/>
                </a:lnTo>
                <a:lnTo>
                  <a:pt x="817372" y="14223"/>
                </a:lnTo>
                <a:lnTo>
                  <a:pt x="820547" y="11048"/>
                </a:lnTo>
                <a:lnTo>
                  <a:pt x="825373" y="9524"/>
                </a:lnTo>
                <a:lnTo>
                  <a:pt x="849249" y="9524"/>
                </a:lnTo>
                <a:lnTo>
                  <a:pt x="854075" y="7873"/>
                </a:lnTo>
                <a:lnTo>
                  <a:pt x="860425" y="4698"/>
                </a:lnTo>
                <a:lnTo>
                  <a:pt x="866775" y="1523"/>
                </a:lnTo>
                <a:lnTo>
                  <a:pt x="871601" y="0"/>
                </a:lnTo>
                <a:lnTo>
                  <a:pt x="901826" y="0"/>
                </a:lnTo>
                <a:lnTo>
                  <a:pt x="90817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31716" y="5523991"/>
            <a:ext cx="707390" cy="67310"/>
          </a:xfrm>
          <a:custGeom>
            <a:avLst/>
            <a:gdLst/>
            <a:ahLst/>
            <a:cxnLst/>
            <a:rect l="l" t="t" r="r" b="b"/>
            <a:pathLst>
              <a:path w="707389" h="67310">
                <a:moveTo>
                  <a:pt x="38227" y="38353"/>
                </a:moveTo>
                <a:lnTo>
                  <a:pt x="47464" y="38353"/>
                </a:lnTo>
                <a:lnTo>
                  <a:pt x="56118" y="38353"/>
                </a:lnTo>
                <a:lnTo>
                  <a:pt x="64176" y="38353"/>
                </a:lnTo>
                <a:lnTo>
                  <a:pt x="71628" y="38353"/>
                </a:lnTo>
                <a:lnTo>
                  <a:pt x="79676" y="38046"/>
                </a:lnTo>
                <a:lnTo>
                  <a:pt x="89535" y="37131"/>
                </a:lnTo>
                <a:lnTo>
                  <a:pt x="101203" y="35621"/>
                </a:lnTo>
                <a:lnTo>
                  <a:pt x="114681" y="33527"/>
                </a:lnTo>
                <a:lnTo>
                  <a:pt x="128393" y="31434"/>
                </a:lnTo>
                <a:lnTo>
                  <a:pt x="140938" y="29924"/>
                </a:lnTo>
                <a:lnTo>
                  <a:pt x="152292" y="29009"/>
                </a:lnTo>
                <a:lnTo>
                  <a:pt x="162433" y="28701"/>
                </a:lnTo>
                <a:lnTo>
                  <a:pt x="172628" y="28414"/>
                </a:lnTo>
                <a:lnTo>
                  <a:pt x="183991" y="27543"/>
                </a:lnTo>
                <a:lnTo>
                  <a:pt x="196544" y="26076"/>
                </a:lnTo>
                <a:lnTo>
                  <a:pt x="210312" y="24002"/>
                </a:lnTo>
                <a:lnTo>
                  <a:pt x="224313" y="21909"/>
                </a:lnTo>
                <a:lnTo>
                  <a:pt x="237744" y="20399"/>
                </a:lnTo>
                <a:lnTo>
                  <a:pt x="250602" y="19484"/>
                </a:lnTo>
                <a:lnTo>
                  <a:pt x="262890" y="19176"/>
                </a:lnTo>
                <a:lnTo>
                  <a:pt x="275105" y="19176"/>
                </a:lnTo>
                <a:lnTo>
                  <a:pt x="287940" y="19176"/>
                </a:lnTo>
                <a:lnTo>
                  <a:pt x="587883" y="19176"/>
                </a:lnTo>
                <a:lnTo>
                  <a:pt x="595334" y="18869"/>
                </a:lnTo>
                <a:lnTo>
                  <a:pt x="603392" y="17954"/>
                </a:lnTo>
                <a:lnTo>
                  <a:pt x="612046" y="16444"/>
                </a:lnTo>
                <a:lnTo>
                  <a:pt x="621284" y="14350"/>
                </a:lnTo>
                <a:lnTo>
                  <a:pt x="630594" y="12277"/>
                </a:lnTo>
                <a:lnTo>
                  <a:pt x="639286" y="10810"/>
                </a:lnTo>
                <a:lnTo>
                  <a:pt x="647358" y="9939"/>
                </a:lnTo>
                <a:lnTo>
                  <a:pt x="654812" y="9651"/>
                </a:lnTo>
                <a:lnTo>
                  <a:pt x="664337" y="9651"/>
                </a:lnTo>
                <a:lnTo>
                  <a:pt x="672338" y="8000"/>
                </a:lnTo>
                <a:lnTo>
                  <a:pt x="678688" y="4825"/>
                </a:lnTo>
                <a:lnTo>
                  <a:pt x="685038" y="1650"/>
                </a:lnTo>
                <a:lnTo>
                  <a:pt x="689863" y="0"/>
                </a:lnTo>
                <a:lnTo>
                  <a:pt x="693038" y="0"/>
                </a:lnTo>
                <a:lnTo>
                  <a:pt x="696213" y="0"/>
                </a:lnTo>
                <a:lnTo>
                  <a:pt x="701040" y="0"/>
                </a:lnTo>
                <a:lnTo>
                  <a:pt x="707390" y="0"/>
                </a:lnTo>
              </a:path>
              <a:path w="707389" h="67310">
                <a:moveTo>
                  <a:pt x="0" y="57403"/>
                </a:moveTo>
                <a:lnTo>
                  <a:pt x="0" y="57403"/>
                </a:lnTo>
                <a:lnTo>
                  <a:pt x="195961" y="57403"/>
                </a:lnTo>
                <a:lnTo>
                  <a:pt x="203104" y="57711"/>
                </a:lnTo>
                <a:lnTo>
                  <a:pt x="210248" y="58626"/>
                </a:lnTo>
                <a:lnTo>
                  <a:pt x="217392" y="60136"/>
                </a:lnTo>
                <a:lnTo>
                  <a:pt x="224536" y="62229"/>
                </a:lnTo>
                <a:lnTo>
                  <a:pt x="232060" y="64303"/>
                </a:lnTo>
                <a:lnTo>
                  <a:pt x="240156" y="65770"/>
                </a:lnTo>
                <a:lnTo>
                  <a:pt x="248824" y="66641"/>
                </a:lnTo>
                <a:lnTo>
                  <a:pt x="258063" y="66928"/>
                </a:lnTo>
                <a:lnTo>
                  <a:pt x="267898" y="66928"/>
                </a:lnTo>
                <a:lnTo>
                  <a:pt x="278352" y="66928"/>
                </a:lnTo>
                <a:lnTo>
                  <a:pt x="701040" y="66928"/>
                </a:lnTo>
                <a:lnTo>
                  <a:pt x="707390" y="6692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949058" y="4328033"/>
            <a:ext cx="525780" cy="73660"/>
            <a:chOff x="6949058" y="4328033"/>
            <a:chExt cx="525780" cy="736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06665" y="4328033"/>
              <a:ext cx="367918" cy="7327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55408" y="4344543"/>
              <a:ext cx="513080" cy="40640"/>
            </a:xfrm>
            <a:custGeom>
              <a:avLst/>
              <a:gdLst/>
              <a:ahLst/>
              <a:cxnLst/>
              <a:rect l="l" t="t" r="r" b="b"/>
              <a:pathLst>
                <a:path w="513079" h="40639">
                  <a:moveTo>
                    <a:pt x="141224" y="30225"/>
                  </a:moveTo>
                  <a:lnTo>
                    <a:pt x="141224" y="30225"/>
                  </a:lnTo>
                  <a:lnTo>
                    <a:pt x="297561" y="30225"/>
                  </a:lnTo>
                  <a:lnTo>
                    <a:pt x="313940" y="29914"/>
                  </a:lnTo>
                  <a:lnTo>
                    <a:pt x="327818" y="28971"/>
                  </a:lnTo>
                  <a:lnTo>
                    <a:pt x="339173" y="27386"/>
                  </a:lnTo>
                  <a:lnTo>
                    <a:pt x="347980" y="25145"/>
                  </a:lnTo>
                  <a:lnTo>
                    <a:pt x="355268" y="22979"/>
                  </a:lnTo>
                  <a:lnTo>
                    <a:pt x="361902" y="21431"/>
                  </a:lnTo>
                  <a:lnTo>
                    <a:pt x="367893" y="20502"/>
                  </a:lnTo>
                  <a:lnTo>
                    <a:pt x="373252" y="20192"/>
                  </a:lnTo>
                  <a:lnTo>
                    <a:pt x="379984" y="20192"/>
                  </a:lnTo>
                  <a:lnTo>
                    <a:pt x="388366" y="20192"/>
                  </a:lnTo>
                  <a:lnTo>
                    <a:pt x="432054" y="20192"/>
                  </a:lnTo>
                  <a:lnTo>
                    <a:pt x="427100" y="20192"/>
                  </a:lnTo>
                  <a:lnTo>
                    <a:pt x="413639" y="20192"/>
                  </a:lnTo>
                  <a:lnTo>
                    <a:pt x="402901" y="20192"/>
                  </a:lnTo>
                  <a:lnTo>
                    <a:pt x="390890" y="20192"/>
                  </a:lnTo>
                  <a:lnTo>
                    <a:pt x="377616" y="20192"/>
                  </a:lnTo>
                  <a:lnTo>
                    <a:pt x="363093" y="20192"/>
                  </a:lnTo>
                </a:path>
                <a:path w="513079" h="40639">
                  <a:moveTo>
                    <a:pt x="70612" y="40385"/>
                  </a:moveTo>
                  <a:lnTo>
                    <a:pt x="70612" y="40385"/>
                  </a:lnTo>
                  <a:lnTo>
                    <a:pt x="462407" y="40385"/>
                  </a:lnTo>
                  <a:lnTo>
                    <a:pt x="458977" y="40385"/>
                  </a:lnTo>
                  <a:lnTo>
                    <a:pt x="393446" y="40385"/>
                  </a:lnTo>
                </a:path>
                <a:path w="513079" h="40639">
                  <a:moveTo>
                    <a:pt x="171450" y="40385"/>
                  </a:moveTo>
                  <a:lnTo>
                    <a:pt x="171450" y="40385"/>
                  </a:lnTo>
                  <a:lnTo>
                    <a:pt x="282448" y="40385"/>
                  </a:lnTo>
                  <a:lnTo>
                    <a:pt x="297592" y="40056"/>
                  </a:lnTo>
                  <a:lnTo>
                    <a:pt x="312737" y="39084"/>
                  </a:lnTo>
                  <a:lnTo>
                    <a:pt x="327882" y="37492"/>
                  </a:lnTo>
                  <a:lnTo>
                    <a:pt x="343026" y="35305"/>
                  </a:lnTo>
                  <a:lnTo>
                    <a:pt x="358098" y="32754"/>
                  </a:lnTo>
                  <a:lnTo>
                    <a:pt x="373205" y="30225"/>
                  </a:lnTo>
                  <a:lnTo>
                    <a:pt x="388336" y="27697"/>
                  </a:lnTo>
                  <a:lnTo>
                    <a:pt x="403479" y="25145"/>
                  </a:lnTo>
                  <a:lnTo>
                    <a:pt x="417673" y="22979"/>
                  </a:lnTo>
                  <a:lnTo>
                    <a:pt x="429974" y="21431"/>
                  </a:lnTo>
                  <a:lnTo>
                    <a:pt x="440394" y="20502"/>
                  </a:lnTo>
                  <a:lnTo>
                    <a:pt x="448945" y="20192"/>
                  </a:lnTo>
                  <a:lnTo>
                    <a:pt x="453638" y="20192"/>
                  </a:lnTo>
                  <a:lnTo>
                    <a:pt x="452675" y="20192"/>
                  </a:lnTo>
                  <a:lnTo>
                    <a:pt x="446069" y="20192"/>
                  </a:lnTo>
                  <a:lnTo>
                    <a:pt x="433832" y="20192"/>
                  </a:lnTo>
                </a:path>
                <a:path w="513079" h="40639">
                  <a:moveTo>
                    <a:pt x="90805" y="20192"/>
                  </a:moveTo>
                  <a:lnTo>
                    <a:pt x="90805" y="20192"/>
                  </a:lnTo>
                  <a:lnTo>
                    <a:pt x="462407" y="20192"/>
                  </a:lnTo>
                  <a:lnTo>
                    <a:pt x="457326" y="20192"/>
                  </a:lnTo>
                  <a:lnTo>
                    <a:pt x="443865" y="20192"/>
                  </a:lnTo>
                </a:path>
                <a:path w="513079" h="40639">
                  <a:moveTo>
                    <a:pt x="121031" y="30225"/>
                  </a:moveTo>
                  <a:lnTo>
                    <a:pt x="121031" y="30225"/>
                  </a:lnTo>
                  <a:lnTo>
                    <a:pt x="512825" y="30225"/>
                  </a:lnTo>
                  <a:lnTo>
                    <a:pt x="512825" y="30225"/>
                  </a:lnTo>
                  <a:lnTo>
                    <a:pt x="423672" y="30225"/>
                  </a:lnTo>
                </a:path>
                <a:path w="513079" h="40639">
                  <a:moveTo>
                    <a:pt x="60451" y="20192"/>
                  </a:moveTo>
                  <a:lnTo>
                    <a:pt x="60451" y="20192"/>
                  </a:lnTo>
                  <a:lnTo>
                    <a:pt x="424045" y="20192"/>
                  </a:lnTo>
                  <a:lnTo>
                    <a:pt x="433832" y="20192"/>
                  </a:lnTo>
                </a:path>
                <a:path w="513079" h="40639">
                  <a:moveTo>
                    <a:pt x="80645" y="20192"/>
                  </a:moveTo>
                  <a:lnTo>
                    <a:pt x="80645" y="20192"/>
                  </a:lnTo>
                  <a:lnTo>
                    <a:pt x="282448" y="20192"/>
                  </a:lnTo>
                  <a:lnTo>
                    <a:pt x="296640" y="19881"/>
                  </a:lnTo>
                  <a:lnTo>
                    <a:pt x="308927" y="18938"/>
                  </a:lnTo>
                  <a:lnTo>
                    <a:pt x="319309" y="17353"/>
                  </a:lnTo>
                  <a:lnTo>
                    <a:pt x="327787" y="15112"/>
                  </a:lnTo>
                  <a:lnTo>
                    <a:pt x="335075" y="12926"/>
                  </a:lnTo>
                  <a:lnTo>
                    <a:pt x="341709" y="11334"/>
                  </a:lnTo>
                  <a:lnTo>
                    <a:pt x="347700" y="10362"/>
                  </a:lnTo>
                  <a:lnTo>
                    <a:pt x="353060" y="10032"/>
                  </a:lnTo>
                  <a:lnTo>
                    <a:pt x="359791" y="10032"/>
                  </a:lnTo>
                  <a:lnTo>
                    <a:pt x="363093" y="8381"/>
                  </a:lnTo>
                  <a:lnTo>
                    <a:pt x="363093" y="5079"/>
                  </a:lnTo>
                  <a:lnTo>
                    <a:pt x="363093" y="1650"/>
                  </a:lnTo>
                  <a:lnTo>
                    <a:pt x="359791" y="0"/>
                  </a:lnTo>
                  <a:lnTo>
                    <a:pt x="302265" y="0"/>
                  </a:lnTo>
                  <a:lnTo>
                    <a:pt x="292481" y="0"/>
                  </a:lnTo>
                </a:path>
                <a:path w="513079" h="40639">
                  <a:moveTo>
                    <a:pt x="30225" y="0"/>
                  </a:moveTo>
                  <a:lnTo>
                    <a:pt x="30225" y="0"/>
                  </a:lnTo>
                  <a:lnTo>
                    <a:pt x="422021" y="0"/>
                  </a:lnTo>
                  <a:lnTo>
                    <a:pt x="422021" y="0"/>
                  </a:lnTo>
                  <a:lnTo>
                    <a:pt x="353060" y="0"/>
                  </a:lnTo>
                </a:path>
                <a:path w="513079" h="40639">
                  <a:moveTo>
                    <a:pt x="0" y="10032"/>
                  </a:moveTo>
                  <a:lnTo>
                    <a:pt x="0" y="10032"/>
                  </a:lnTo>
                  <a:lnTo>
                    <a:pt x="317754" y="10032"/>
                  </a:lnTo>
                  <a:lnTo>
                    <a:pt x="329707" y="9723"/>
                  </a:lnTo>
                  <a:lnTo>
                    <a:pt x="340423" y="8794"/>
                  </a:lnTo>
                  <a:lnTo>
                    <a:pt x="349900" y="7246"/>
                  </a:lnTo>
                  <a:lnTo>
                    <a:pt x="358140" y="5079"/>
                  </a:lnTo>
                  <a:lnTo>
                    <a:pt x="365355" y="2839"/>
                  </a:lnTo>
                  <a:lnTo>
                    <a:pt x="371951" y="1254"/>
                  </a:lnTo>
                  <a:lnTo>
                    <a:pt x="377928" y="311"/>
                  </a:lnTo>
                  <a:lnTo>
                    <a:pt x="383286" y="0"/>
                  </a:lnTo>
                </a:path>
                <a:path w="513079" h="40639">
                  <a:moveTo>
                    <a:pt x="70612" y="0"/>
                  </a:moveTo>
                  <a:lnTo>
                    <a:pt x="85427" y="0"/>
                  </a:lnTo>
                  <a:lnTo>
                    <a:pt x="99599" y="0"/>
                  </a:lnTo>
                  <a:lnTo>
                    <a:pt x="113153" y="0"/>
                  </a:lnTo>
                  <a:lnTo>
                    <a:pt x="126111" y="0"/>
                  </a:lnTo>
                  <a:lnTo>
                    <a:pt x="139324" y="311"/>
                  </a:lnTo>
                  <a:lnTo>
                    <a:pt x="153812" y="1254"/>
                  </a:lnTo>
                  <a:lnTo>
                    <a:pt x="169562" y="2839"/>
                  </a:lnTo>
                  <a:lnTo>
                    <a:pt x="186563" y="5079"/>
                  </a:lnTo>
                  <a:lnTo>
                    <a:pt x="204569" y="7246"/>
                  </a:lnTo>
                  <a:lnTo>
                    <a:pt x="223170" y="8794"/>
                  </a:lnTo>
                  <a:lnTo>
                    <a:pt x="242391" y="9723"/>
                  </a:lnTo>
                  <a:lnTo>
                    <a:pt x="262255" y="10032"/>
                  </a:lnTo>
                  <a:lnTo>
                    <a:pt x="281807" y="10032"/>
                  </a:lnTo>
                  <a:lnTo>
                    <a:pt x="300085" y="10032"/>
                  </a:lnTo>
                  <a:lnTo>
                    <a:pt x="413639" y="10032"/>
                  </a:lnTo>
                  <a:lnTo>
                    <a:pt x="418996" y="9723"/>
                  </a:lnTo>
                  <a:lnTo>
                    <a:pt x="424973" y="8794"/>
                  </a:lnTo>
                  <a:lnTo>
                    <a:pt x="431569" y="7246"/>
                  </a:lnTo>
                  <a:lnTo>
                    <a:pt x="438785" y="5079"/>
                  </a:lnTo>
                  <a:lnTo>
                    <a:pt x="446073" y="2839"/>
                  </a:lnTo>
                  <a:lnTo>
                    <a:pt x="452707" y="1254"/>
                  </a:lnTo>
                  <a:lnTo>
                    <a:pt x="458698" y="311"/>
                  </a:lnTo>
                  <a:lnTo>
                    <a:pt x="464058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473568" y="3944746"/>
            <a:ext cx="325755" cy="265430"/>
            <a:chOff x="7473568" y="3944746"/>
            <a:chExt cx="325755" cy="265430"/>
          </a:xfrm>
        </p:grpSpPr>
        <p:sp>
          <p:nvSpPr>
            <p:cNvPr id="13" name="object 13"/>
            <p:cNvSpPr/>
            <p:nvPr/>
          </p:nvSpPr>
          <p:spPr>
            <a:xfrm>
              <a:off x="7479918" y="3951096"/>
              <a:ext cx="313055" cy="252729"/>
            </a:xfrm>
            <a:custGeom>
              <a:avLst/>
              <a:gdLst/>
              <a:ahLst/>
              <a:cxnLst/>
              <a:rect l="l" t="t" r="r" b="b"/>
              <a:pathLst>
                <a:path w="313054" h="252729">
                  <a:moveTo>
                    <a:pt x="30352" y="0"/>
                  </a:moveTo>
                  <a:lnTo>
                    <a:pt x="30352" y="9767"/>
                  </a:lnTo>
                  <a:lnTo>
                    <a:pt x="30352" y="18891"/>
                  </a:lnTo>
                  <a:lnTo>
                    <a:pt x="30352" y="27396"/>
                  </a:lnTo>
                  <a:lnTo>
                    <a:pt x="30352" y="35305"/>
                  </a:lnTo>
                  <a:lnTo>
                    <a:pt x="30041" y="43162"/>
                  </a:lnTo>
                  <a:lnTo>
                    <a:pt x="29098" y="51673"/>
                  </a:lnTo>
                  <a:lnTo>
                    <a:pt x="27513" y="60827"/>
                  </a:lnTo>
                  <a:lnTo>
                    <a:pt x="25273" y="70612"/>
                  </a:lnTo>
                  <a:lnTo>
                    <a:pt x="23086" y="80067"/>
                  </a:lnTo>
                  <a:lnTo>
                    <a:pt x="21494" y="88249"/>
                  </a:lnTo>
                  <a:lnTo>
                    <a:pt x="20522" y="95168"/>
                  </a:lnTo>
                  <a:lnTo>
                    <a:pt x="20192" y="100837"/>
                  </a:lnTo>
                  <a:lnTo>
                    <a:pt x="19883" y="106197"/>
                  </a:lnTo>
                  <a:lnTo>
                    <a:pt x="18954" y="112188"/>
                  </a:lnTo>
                  <a:lnTo>
                    <a:pt x="17406" y="118822"/>
                  </a:lnTo>
                  <a:lnTo>
                    <a:pt x="15239" y="126111"/>
                  </a:lnTo>
                  <a:lnTo>
                    <a:pt x="12999" y="133655"/>
                  </a:lnTo>
                  <a:lnTo>
                    <a:pt x="11414" y="141224"/>
                  </a:lnTo>
                  <a:lnTo>
                    <a:pt x="10471" y="148792"/>
                  </a:lnTo>
                  <a:lnTo>
                    <a:pt x="10159" y="156337"/>
                  </a:lnTo>
                  <a:lnTo>
                    <a:pt x="10159" y="163881"/>
                  </a:lnTo>
                  <a:lnTo>
                    <a:pt x="10159" y="171450"/>
                  </a:lnTo>
                  <a:lnTo>
                    <a:pt x="10159" y="250443"/>
                  </a:lnTo>
                  <a:lnTo>
                    <a:pt x="6730" y="252222"/>
                  </a:lnTo>
                  <a:lnTo>
                    <a:pt x="0" y="252222"/>
                  </a:lnTo>
                  <a:lnTo>
                    <a:pt x="306070" y="252222"/>
                  </a:lnTo>
                  <a:lnTo>
                    <a:pt x="312800" y="252222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05724" y="3974972"/>
              <a:ext cx="93345" cy="19431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500111" y="4001515"/>
              <a:ext cx="242570" cy="161925"/>
            </a:xfrm>
            <a:custGeom>
              <a:avLst/>
              <a:gdLst/>
              <a:ahLst/>
              <a:cxnLst/>
              <a:rect l="l" t="t" r="r" b="b"/>
              <a:pathLst>
                <a:path w="242570" h="161925">
                  <a:moveTo>
                    <a:pt x="161417" y="0"/>
                  </a:moveTo>
                  <a:lnTo>
                    <a:pt x="154686" y="6731"/>
                  </a:lnTo>
                  <a:lnTo>
                    <a:pt x="147955" y="10033"/>
                  </a:lnTo>
                  <a:lnTo>
                    <a:pt x="141224" y="10033"/>
                  </a:lnTo>
                  <a:lnTo>
                    <a:pt x="134620" y="10033"/>
                  </a:lnTo>
                  <a:lnTo>
                    <a:pt x="129540" y="10033"/>
                  </a:lnTo>
                  <a:lnTo>
                    <a:pt x="126111" y="10033"/>
                  </a:lnTo>
                  <a:lnTo>
                    <a:pt x="122809" y="10033"/>
                  </a:lnTo>
                  <a:lnTo>
                    <a:pt x="119380" y="11811"/>
                  </a:lnTo>
                  <a:lnTo>
                    <a:pt x="116078" y="15112"/>
                  </a:lnTo>
                  <a:lnTo>
                    <a:pt x="112649" y="18542"/>
                  </a:lnTo>
                  <a:lnTo>
                    <a:pt x="109347" y="20193"/>
                  </a:lnTo>
                  <a:lnTo>
                    <a:pt x="105918" y="20193"/>
                  </a:lnTo>
                  <a:lnTo>
                    <a:pt x="102616" y="20193"/>
                  </a:lnTo>
                  <a:lnTo>
                    <a:pt x="6731" y="20193"/>
                  </a:lnTo>
                  <a:lnTo>
                    <a:pt x="0" y="20193"/>
                  </a:lnTo>
                </a:path>
                <a:path w="242570" h="161925">
                  <a:moveTo>
                    <a:pt x="0" y="40386"/>
                  </a:moveTo>
                  <a:lnTo>
                    <a:pt x="0" y="40386"/>
                  </a:lnTo>
                  <a:lnTo>
                    <a:pt x="0" y="159766"/>
                  </a:lnTo>
                  <a:lnTo>
                    <a:pt x="1778" y="161417"/>
                  </a:lnTo>
                  <a:lnTo>
                    <a:pt x="28575" y="161417"/>
                  </a:lnTo>
                  <a:lnTo>
                    <a:pt x="33655" y="157987"/>
                  </a:lnTo>
                  <a:lnTo>
                    <a:pt x="40386" y="151384"/>
                  </a:lnTo>
                  <a:lnTo>
                    <a:pt x="47117" y="151384"/>
                  </a:lnTo>
                  <a:lnTo>
                    <a:pt x="52197" y="151384"/>
                  </a:lnTo>
                  <a:lnTo>
                    <a:pt x="242189" y="151384"/>
                  </a:lnTo>
                  <a:lnTo>
                    <a:pt x="242189" y="137922"/>
                  </a:lnTo>
                  <a:lnTo>
                    <a:pt x="242189" y="82423"/>
                  </a:lnTo>
                  <a:lnTo>
                    <a:pt x="240538" y="80645"/>
                  </a:lnTo>
                  <a:lnTo>
                    <a:pt x="26924" y="80645"/>
                  </a:lnTo>
                  <a:lnTo>
                    <a:pt x="20193" y="8064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360" dirty="0"/>
              <a:t> </a:t>
            </a:r>
            <a:r>
              <a:rPr dirty="0"/>
              <a:t>진보주의</a:t>
            </a:r>
            <a:r>
              <a:rPr spc="360" dirty="0"/>
              <a:t> </a:t>
            </a:r>
            <a:r>
              <a:rPr dirty="0"/>
              <a:t>이론</a:t>
            </a:r>
            <a:r>
              <a:rPr spc="360" dirty="0"/>
              <a:t> </a:t>
            </a:r>
            <a:r>
              <a:rPr spc="135" dirty="0"/>
              <a:t>:</a:t>
            </a:r>
            <a:r>
              <a:rPr spc="365" dirty="0"/>
              <a:t> </a:t>
            </a:r>
            <a:r>
              <a:rPr dirty="0"/>
              <a:t>Liberal</a:t>
            </a:r>
            <a:r>
              <a:rPr spc="360" dirty="0"/>
              <a:t> </a:t>
            </a:r>
            <a:r>
              <a:rPr spc="50" dirty="0"/>
              <a:t>Theories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6350" indent="-274320" algn="just">
              <a:lnSpc>
                <a:spcPct val="133400"/>
              </a:lnSpc>
              <a:spcBef>
                <a:spcPts val="100"/>
              </a:spcBef>
              <a:buFont typeface="MS PGothic"/>
              <a:buChar char="○"/>
              <a:tabLst>
                <a:tab pos="286385" algn="l"/>
              </a:tabLst>
            </a:pPr>
            <a:r>
              <a:rPr dirty="0">
                <a:solidFill>
                  <a:srgbClr val="000000"/>
                </a:solidFill>
              </a:rPr>
              <a:t>진보주의</a:t>
            </a:r>
            <a:r>
              <a:rPr spc="-70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이론(liberal</a:t>
            </a:r>
            <a:r>
              <a:rPr spc="-70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theories)은</a:t>
            </a:r>
            <a:r>
              <a:rPr spc="-80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FF"/>
                </a:solidFill>
              </a:rPr>
              <a:t>새자유주의(New</a:t>
            </a:r>
            <a:r>
              <a:rPr spc="-75" dirty="0">
                <a:solidFill>
                  <a:srgbClr val="0000FF"/>
                </a:solidFill>
              </a:rPr>
              <a:t>  </a:t>
            </a:r>
            <a:r>
              <a:rPr dirty="0">
                <a:solidFill>
                  <a:srgbClr val="0000FF"/>
                </a:solidFill>
              </a:rPr>
              <a:t>Liberalism)</a:t>
            </a:r>
            <a:r>
              <a:rPr dirty="0">
                <a:solidFill>
                  <a:srgbClr val="000000"/>
                </a:solidFill>
              </a:rPr>
              <a:t>의</a:t>
            </a:r>
            <a:r>
              <a:rPr spc="-80" dirty="0">
                <a:solidFill>
                  <a:srgbClr val="000000"/>
                </a:solidFill>
              </a:rPr>
              <a:t>  </a:t>
            </a:r>
            <a:r>
              <a:rPr spc="-50" dirty="0">
                <a:solidFill>
                  <a:srgbClr val="000000"/>
                </a:solidFill>
              </a:rPr>
              <a:t>계 </a:t>
            </a:r>
            <a:r>
              <a:rPr dirty="0">
                <a:solidFill>
                  <a:srgbClr val="000000"/>
                </a:solidFill>
              </a:rPr>
              <a:t>승자로서</a:t>
            </a:r>
            <a:r>
              <a:rPr spc="3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공리주의와</a:t>
            </a:r>
            <a:r>
              <a:rPr spc="3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Rawls의</a:t>
            </a:r>
            <a:r>
              <a:rPr spc="3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철학적</a:t>
            </a:r>
            <a:r>
              <a:rPr spc="3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이념을</a:t>
            </a:r>
            <a:r>
              <a:rPr spc="31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배경</a:t>
            </a:r>
          </a:p>
          <a:p>
            <a:pPr marL="423545" lvl="1" indent="-285115" algn="just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Beveridge,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spc="65" dirty="0">
                <a:latin typeface="Malgun Gothic"/>
                <a:cs typeface="Malgun Gothic"/>
              </a:rPr>
              <a:t>Keynes,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Galbraith,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Harold</a:t>
            </a:r>
            <a:r>
              <a:rPr sz="2000" b="1" spc="2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Macmillan,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John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Kennedy</a:t>
            </a:r>
            <a:endParaRPr sz="2000">
              <a:latin typeface="Malgun Gothic"/>
              <a:cs typeface="Malgun Gothic"/>
            </a:endParaRPr>
          </a:p>
          <a:p>
            <a:pPr marL="452120" marR="5080" lvl="1" indent="-313690" algn="just">
              <a:lnSpc>
                <a:spcPct val="133400"/>
              </a:lnSpc>
              <a:buChar char="-"/>
              <a:tabLst>
                <a:tab pos="454025" algn="l"/>
              </a:tabLst>
            </a:pPr>
            <a:r>
              <a:rPr sz="2000" b="1" dirty="0">
                <a:latin typeface="Malgun Gothic"/>
                <a:cs typeface="Malgun Gothic"/>
              </a:rPr>
              <a:t>새자유주의는</a:t>
            </a:r>
            <a:r>
              <a:rPr sz="2000" b="1" spc="-8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1906</a:t>
            </a:r>
            <a:r>
              <a:rPr sz="2000" dirty="0">
                <a:latin typeface="MS PGothic"/>
                <a:cs typeface="MS PGothic"/>
              </a:rPr>
              <a:t>〜</a:t>
            </a:r>
            <a:r>
              <a:rPr sz="2000" b="1" dirty="0">
                <a:latin typeface="Malgun Gothic"/>
                <a:cs typeface="Malgun Gothic"/>
              </a:rPr>
              <a:t>1914년에</a:t>
            </a:r>
            <a:r>
              <a:rPr sz="2000" b="1" spc="-8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이루어진</a:t>
            </a:r>
            <a:r>
              <a:rPr sz="2000" b="1" spc="-8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영국</a:t>
            </a:r>
            <a:r>
              <a:rPr sz="2000" b="1" spc="-8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자유당의</a:t>
            </a:r>
            <a:r>
              <a:rPr sz="2000" b="1" spc="-85" dirty="0">
                <a:latin typeface="Malgun Gothic"/>
                <a:cs typeface="Malgun Gothic"/>
              </a:rPr>
              <a:t>  </a:t>
            </a:r>
            <a:r>
              <a:rPr sz="2000" b="1" spc="-10" dirty="0">
                <a:latin typeface="Malgun Gothic"/>
                <a:cs typeface="Malgun Gothic"/>
              </a:rPr>
              <a:t>사회개혁을 	</a:t>
            </a:r>
            <a:r>
              <a:rPr sz="2000" b="1" dirty="0">
                <a:latin typeface="Malgun Gothic"/>
                <a:cs typeface="Malgun Gothic"/>
              </a:rPr>
              <a:t>주된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배경으로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marL="454025" marR="5080" lvl="1" indent="-315595" algn="just">
              <a:lnSpc>
                <a:spcPts val="3200"/>
              </a:lnSpc>
              <a:spcBef>
                <a:spcPts val="229"/>
              </a:spcBef>
              <a:buClr>
                <a:srgbClr val="000000"/>
              </a:buClr>
              <a:buChar char="-"/>
              <a:tabLst>
                <a:tab pos="455295" algn="l"/>
              </a:tabLst>
            </a:pP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적극적</a:t>
            </a:r>
            <a:r>
              <a:rPr sz="2000" b="1" spc="47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자유(positive</a:t>
            </a:r>
            <a:r>
              <a:rPr sz="2000" b="1" spc="47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freedom)</a:t>
            </a:r>
            <a:r>
              <a:rPr sz="2000" b="1" dirty="0">
                <a:latin typeface="Malgun Gothic"/>
                <a:cs typeface="Malgun Gothic"/>
              </a:rPr>
              <a:t>는</a:t>
            </a:r>
            <a:r>
              <a:rPr sz="2000" b="1" spc="4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경제적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자유(economic</a:t>
            </a:r>
            <a:r>
              <a:rPr sz="2000" b="1" spc="47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freedom) 	</a:t>
            </a:r>
            <a:r>
              <a:rPr sz="2000" b="1" dirty="0">
                <a:latin typeface="Malgun Gothic"/>
                <a:cs typeface="Malgun Gothic"/>
              </a:rPr>
              <a:t>뿐만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아니라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경제적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보장(economic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security)의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수단도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포함해야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한 	</a:t>
            </a:r>
            <a:r>
              <a:rPr sz="2000" b="1" dirty="0">
                <a:latin typeface="Malgun Gothic"/>
                <a:cs typeface="Malgun Gothic"/>
              </a:rPr>
              <a:t>다(Hobson,</a:t>
            </a:r>
            <a:r>
              <a:rPr sz="2000" b="1" spc="13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1909).</a:t>
            </a:r>
            <a:endParaRPr sz="2000">
              <a:latin typeface="Malgun Gothic"/>
              <a:cs typeface="Malgun Gothic"/>
            </a:endParaRPr>
          </a:p>
          <a:p>
            <a:pPr marL="450850" lvl="1" indent="-312420" algn="just">
              <a:lnSpc>
                <a:spcPct val="100000"/>
              </a:lnSpc>
              <a:spcBef>
                <a:spcPts val="555"/>
              </a:spcBef>
              <a:buChar char="-"/>
              <a:tabLst>
                <a:tab pos="450850" algn="l"/>
              </a:tabLst>
            </a:pPr>
            <a:r>
              <a:rPr sz="2000" b="1" dirty="0">
                <a:latin typeface="Malgun Gothic"/>
                <a:cs typeface="Malgun Gothic"/>
              </a:rPr>
              <a:t>개인의</a:t>
            </a:r>
            <a:r>
              <a:rPr sz="2000" b="1" spc="48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자유증진을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목표로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하는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국가는</a:t>
            </a:r>
            <a:r>
              <a:rPr sz="2000" b="1" spc="4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사회개혁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등의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방법으로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적</a:t>
            </a:r>
            <a:endParaRPr sz="2000">
              <a:latin typeface="Malgun Gothic"/>
              <a:cs typeface="Malgun Gothic"/>
            </a:endParaRPr>
          </a:p>
          <a:p>
            <a:pPr marL="452120" marR="5080" algn="just">
              <a:lnSpc>
                <a:spcPct val="133400"/>
              </a:lnSpc>
            </a:pPr>
            <a:r>
              <a:rPr dirty="0">
                <a:solidFill>
                  <a:srgbClr val="000000"/>
                </a:solidFill>
              </a:rPr>
              <a:t>극적인</a:t>
            </a:r>
            <a:r>
              <a:rPr spc="-10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역할을</a:t>
            </a:r>
            <a:r>
              <a:rPr spc="-10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수행해야</a:t>
            </a:r>
            <a:r>
              <a:rPr spc="-10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한다는  새자유주의적</a:t>
            </a:r>
            <a:r>
              <a:rPr spc="-10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사상</a:t>
            </a:r>
            <a:r>
              <a:rPr spc="-10" dirty="0">
                <a:solidFill>
                  <a:srgbClr val="000000"/>
                </a:solidFill>
              </a:rPr>
              <a:t>  탄생(Freeden, 1978)</a:t>
            </a:r>
          </a:p>
        </p:txBody>
      </p:sp>
      <p:sp>
        <p:nvSpPr>
          <p:cNvPr id="4" name="object 4"/>
          <p:cNvSpPr/>
          <p:nvPr/>
        </p:nvSpPr>
        <p:spPr>
          <a:xfrm>
            <a:off x="1431036" y="1450721"/>
            <a:ext cx="3881120" cy="172085"/>
          </a:xfrm>
          <a:custGeom>
            <a:avLst/>
            <a:gdLst/>
            <a:ahLst/>
            <a:cxnLst/>
            <a:rect l="l" t="t" r="r" b="b"/>
            <a:pathLst>
              <a:path w="3881120" h="172084">
                <a:moveTo>
                  <a:pt x="0" y="162432"/>
                </a:moveTo>
                <a:lnTo>
                  <a:pt x="0" y="162432"/>
                </a:lnTo>
                <a:lnTo>
                  <a:pt x="219837" y="162432"/>
                </a:lnTo>
                <a:lnTo>
                  <a:pt x="238674" y="162740"/>
                </a:lnTo>
                <a:lnTo>
                  <a:pt x="256905" y="163655"/>
                </a:lnTo>
                <a:lnTo>
                  <a:pt x="274540" y="165165"/>
                </a:lnTo>
                <a:lnTo>
                  <a:pt x="291591" y="167258"/>
                </a:lnTo>
                <a:lnTo>
                  <a:pt x="308336" y="169352"/>
                </a:lnTo>
                <a:lnTo>
                  <a:pt x="325056" y="170862"/>
                </a:lnTo>
                <a:lnTo>
                  <a:pt x="341776" y="171777"/>
                </a:lnTo>
                <a:lnTo>
                  <a:pt x="358520" y="172084"/>
                </a:lnTo>
                <a:lnTo>
                  <a:pt x="376709" y="172084"/>
                </a:lnTo>
                <a:lnTo>
                  <a:pt x="397922" y="172084"/>
                </a:lnTo>
                <a:lnTo>
                  <a:pt x="1022857" y="172084"/>
                </a:lnTo>
                <a:lnTo>
                  <a:pt x="1059862" y="171777"/>
                </a:lnTo>
                <a:lnTo>
                  <a:pt x="1094485" y="170862"/>
                </a:lnTo>
                <a:lnTo>
                  <a:pt x="1126728" y="169352"/>
                </a:lnTo>
                <a:lnTo>
                  <a:pt x="1156589" y="167258"/>
                </a:lnTo>
                <a:lnTo>
                  <a:pt x="1185566" y="164877"/>
                </a:lnTo>
                <a:lnTo>
                  <a:pt x="1215151" y="162496"/>
                </a:lnTo>
                <a:lnTo>
                  <a:pt x="1245332" y="160115"/>
                </a:lnTo>
                <a:lnTo>
                  <a:pt x="1276095" y="157733"/>
                </a:lnTo>
                <a:lnTo>
                  <a:pt x="1306552" y="155332"/>
                </a:lnTo>
                <a:lnTo>
                  <a:pt x="1335817" y="152907"/>
                </a:lnTo>
                <a:lnTo>
                  <a:pt x="1363892" y="150483"/>
                </a:lnTo>
                <a:lnTo>
                  <a:pt x="1390777" y="148081"/>
                </a:lnTo>
                <a:lnTo>
                  <a:pt x="1416470" y="146008"/>
                </a:lnTo>
                <a:lnTo>
                  <a:pt x="1440973" y="144541"/>
                </a:lnTo>
                <a:lnTo>
                  <a:pt x="1464286" y="143670"/>
                </a:lnTo>
                <a:lnTo>
                  <a:pt x="1486408" y="143382"/>
                </a:lnTo>
                <a:lnTo>
                  <a:pt x="1507337" y="143075"/>
                </a:lnTo>
                <a:lnTo>
                  <a:pt x="1527063" y="142160"/>
                </a:lnTo>
                <a:lnTo>
                  <a:pt x="1545576" y="140650"/>
                </a:lnTo>
                <a:lnTo>
                  <a:pt x="1562862" y="138556"/>
                </a:lnTo>
                <a:lnTo>
                  <a:pt x="1580509" y="136463"/>
                </a:lnTo>
                <a:lnTo>
                  <a:pt x="1599930" y="134953"/>
                </a:lnTo>
                <a:lnTo>
                  <a:pt x="1621137" y="134038"/>
                </a:lnTo>
                <a:lnTo>
                  <a:pt x="1644141" y="133730"/>
                </a:lnTo>
                <a:lnTo>
                  <a:pt x="1667742" y="133443"/>
                </a:lnTo>
                <a:lnTo>
                  <a:pt x="1690735" y="132572"/>
                </a:lnTo>
                <a:lnTo>
                  <a:pt x="1713132" y="131105"/>
                </a:lnTo>
                <a:lnTo>
                  <a:pt x="1734946" y="129031"/>
                </a:lnTo>
                <a:lnTo>
                  <a:pt x="1755263" y="126938"/>
                </a:lnTo>
                <a:lnTo>
                  <a:pt x="1773174" y="125428"/>
                </a:lnTo>
                <a:lnTo>
                  <a:pt x="1788703" y="124513"/>
                </a:lnTo>
                <a:lnTo>
                  <a:pt x="1801876" y="124205"/>
                </a:lnTo>
                <a:lnTo>
                  <a:pt x="1816492" y="124205"/>
                </a:lnTo>
                <a:lnTo>
                  <a:pt x="1836515" y="124205"/>
                </a:lnTo>
                <a:lnTo>
                  <a:pt x="1861919" y="124205"/>
                </a:lnTo>
                <a:lnTo>
                  <a:pt x="1892680" y="124205"/>
                </a:lnTo>
                <a:lnTo>
                  <a:pt x="1925230" y="123918"/>
                </a:lnTo>
                <a:lnTo>
                  <a:pt x="1956006" y="123047"/>
                </a:lnTo>
                <a:lnTo>
                  <a:pt x="1984996" y="121580"/>
                </a:lnTo>
                <a:lnTo>
                  <a:pt x="2012188" y="119506"/>
                </a:lnTo>
                <a:lnTo>
                  <a:pt x="2039360" y="117105"/>
                </a:lnTo>
                <a:lnTo>
                  <a:pt x="2068306" y="114680"/>
                </a:lnTo>
                <a:lnTo>
                  <a:pt x="2131567" y="109854"/>
                </a:lnTo>
                <a:lnTo>
                  <a:pt x="2192559" y="106314"/>
                </a:lnTo>
                <a:lnTo>
                  <a:pt x="2241550" y="105155"/>
                </a:lnTo>
                <a:lnTo>
                  <a:pt x="2262479" y="104848"/>
                </a:lnTo>
                <a:lnTo>
                  <a:pt x="2282205" y="103933"/>
                </a:lnTo>
                <a:lnTo>
                  <a:pt x="2300718" y="102423"/>
                </a:lnTo>
                <a:lnTo>
                  <a:pt x="2318004" y="100329"/>
                </a:lnTo>
                <a:lnTo>
                  <a:pt x="2335343" y="97948"/>
                </a:lnTo>
                <a:lnTo>
                  <a:pt x="2353849" y="95567"/>
                </a:lnTo>
                <a:lnTo>
                  <a:pt x="2373546" y="93186"/>
                </a:lnTo>
                <a:lnTo>
                  <a:pt x="2394458" y="90804"/>
                </a:lnTo>
                <a:lnTo>
                  <a:pt x="2419270" y="87826"/>
                </a:lnTo>
                <a:lnTo>
                  <a:pt x="2450655" y="83645"/>
                </a:lnTo>
                <a:lnTo>
                  <a:pt x="2488612" y="78249"/>
                </a:lnTo>
                <a:lnTo>
                  <a:pt x="2533141" y="71627"/>
                </a:lnTo>
                <a:lnTo>
                  <a:pt x="2578788" y="65367"/>
                </a:lnTo>
                <a:lnTo>
                  <a:pt x="2620279" y="60880"/>
                </a:lnTo>
                <a:lnTo>
                  <a:pt x="2657603" y="58179"/>
                </a:lnTo>
                <a:lnTo>
                  <a:pt x="2690749" y="57276"/>
                </a:lnTo>
                <a:lnTo>
                  <a:pt x="2721566" y="56989"/>
                </a:lnTo>
                <a:lnTo>
                  <a:pt x="2751740" y="56118"/>
                </a:lnTo>
                <a:lnTo>
                  <a:pt x="2781296" y="54651"/>
                </a:lnTo>
                <a:lnTo>
                  <a:pt x="2810255" y="52577"/>
                </a:lnTo>
                <a:lnTo>
                  <a:pt x="2839523" y="50484"/>
                </a:lnTo>
                <a:lnTo>
                  <a:pt x="2869993" y="48974"/>
                </a:lnTo>
                <a:lnTo>
                  <a:pt x="2901678" y="48059"/>
                </a:lnTo>
                <a:lnTo>
                  <a:pt x="2934589" y="47751"/>
                </a:lnTo>
                <a:lnTo>
                  <a:pt x="2966235" y="47462"/>
                </a:lnTo>
                <a:lnTo>
                  <a:pt x="2994310" y="46577"/>
                </a:lnTo>
                <a:lnTo>
                  <a:pt x="3018813" y="45073"/>
                </a:lnTo>
                <a:lnTo>
                  <a:pt x="3039744" y="42925"/>
                </a:lnTo>
                <a:lnTo>
                  <a:pt x="3059412" y="40852"/>
                </a:lnTo>
                <a:lnTo>
                  <a:pt x="3080305" y="39385"/>
                </a:lnTo>
                <a:lnTo>
                  <a:pt x="3102413" y="38514"/>
                </a:lnTo>
                <a:lnTo>
                  <a:pt x="3125724" y="38226"/>
                </a:lnTo>
                <a:lnTo>
                  <a:pt x="3148728" y="37919"/>
                </a:lnTo>
                <a:lnTo>
                  <a:pt x="3169935" y="37004"/>
                </a:lnTo>
                <a:lnTo>
                  <a:pt x="3189356" y="35494"/>
                </a:lnTo>
                <a:lnTo>
                  <a:pt x="3207004" y="33400"/>
                </a:lnTo>
                <a:lnTo>
                  <a:pt x="3225192" y="31327"/>
                </a:lnTo>
                <a:lnTo>
                  <a:pt x="3246405" y="29860"/>
                </a:lnTo>
                <a:lnTo>
                  <a:pt x="3270619" y="28989"/>
                </a:lnTo>
                <a:lnTo>
                  <a:pt x="3297809" y="28701"/>
                </a:lnTo>
                <a:lnTo>
                  <a:pt x="3324691" y="28394"/>
                </a:lnTo>
                <a:lnTo>
                  <a:pt x="3347989" y="27479"/>
                </a:lnTo>
                <a:lnTo>
                  <a:pt x="3367692" y="25969"/>
                </a:lnTo>
                <a:lnTo>
                  <a:pt x="3383788" y="23875"/>
                </a:lnTo>
                <a:lnTo>
                  <a:pt x="3399341" y="21782"/>
                </a:lnTo>
                <a:lnTo>
                  <a:pt x="3417252" y="20272"/>
                </a:lnTo>
                <a:lnTo>
                  <a:pt x="3437544" y="19357"/>
                </a:lnTo>
                <a:lnTo>
                  <a:pt x="3460241" y="19050"/>
                </a:lnTo>
                <a:lnTo>
                  <a:pt x="3483554" y="19050"/>
                </a:lnTo>
                <a:lnTo>
                  <a:pt x="3505676" y="19050"/>
                </a:lnTo>
                <a:lnTo>
                  <a:pt x="3526607" y="19050"/>
                </a:lnTo>
                <a:lnTo>
                  <a:pt x="3546348" y="19050"/>
                </a:lnTo>
                <a:lnTo>
                  <a:pt x="3564516" y="18762"/>
                </a:lnTo>
                <a:lnTo>
                  <a:pt x="3580923" y="17891"/>
                </a:lnTo>
                <a:lnTo>
                  <a:pt x="3595568" y="16424"/>
                </a:lnTo>
                <a:lnTo>
                  <a:pt x="3608451" y="14350"/>
                </a:lnTo>
                <a:lnTo>
                  <a:pt x="3620377" y="12257"/>
                </a:lnTo>
                <a:lnTo>
                  <a:pt x="3632327" y="10747"/>
                </a:lnTo>
                <a:lnTo>
                  <a:pt x="3644276" y="9832"/>
                </a:lnTo>
                <a:lnTo>
                  <a:pt x="3656203" y="9525"/>
                </a:lnTo>
                <a:lnTo>
                  <a:pt x="3667587" y="9525"/>
                </a:lnTo>
                <a:lnTo>
                  <a:pt x="3677745" y="9525"/>
                </a:lnTo>
                <a:lnTo>
                  <a:pt x="3751834" y="9525"/>
                </a:lnTo>
                <a:lnTo>
                  <a:pt x="3759285" y="9235"/>
                </a:lnTo>
                <a:lnTo>
                  <a:pt x="3767343" y="8350"/>
                </a:lnTo>
                <a:lnTo>
                  <a:pt x="3775997" y="6846"/>
                </a:lnTo>
                <a:lnTo>
                  <a:pt x="3785235" y="4699"/>
                </a:lnTo>
                <a:lnTo>
                  <a:pt x="3794527" y="2625"/>
                </a:lnTo>
                <a:lnTo>
                  <a:pt x="3803189" y="1158"/>
                </a:lnTo>
                <a:lnTo>
                  <a:pt x="3811256" y="287"/>
                </a:lnTo>
                <a:lnTo>
                  <a:pt x="3818763" y="0"/>
                </a:lnTo>
                <a:lnTo>
                  <a:pt x="3828288" y="0"/>
                </a:lnTo>
                <a:lnTo>
                  <a:pt x="3836289" y="0"/>
                </a:lnTo>
                <a:lnTo>
                  <a:pt x="3874516" y="0"/>
                </a:lnTo>
                <a:lnTo>
                  <a:pt x="388086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79490" y="2320544"/>
            <a:ext cx="3383915" cy="76835"/>
          </a:xfrm>
          <a:custGeom>
            <a:avLst/>
            <a:gdLst/>
            <a:ahLst/>
            <a:cxnLst/>
            <a:rect l="l" t="t" r="r" b="b"/>
            <a:pathLst>
              <a:path w="3383915" h="76835">
                <a:moveTo>
                  <a:pt x="0" y="76453"/>
                </a:moveTo>
                <a:lnTo>
                  <a:pt x="0" y="70103"/>
                </a:lnTo>
                <a:lnTo>
                  <a:pt x="1650" y="66928"/>
                </a:lnTo>
                <a:lnTo>
                  <a:pt x="4825" y="66928"/>
                </a:lnTo>
                <a:lnTo>
                  <a:pt x="8000" y="66928"/>
                </a:lnTo>
                <a:lnTo>
                  <a:pt x="105156" y="66928"/>
                </a:lnTo>
                <a:lnTo>
                  <a:pt x="115657" y="66621"/>
                </a:lnTo>
                <a:lnTo>
                  <a:pt x="127920" y="65706"/>
                </a:lnTo>
                <a:lnTo>
                  <a:pt x="141946" y="64196"/>
                </a:lnTo>
                <a:lnTo>
                  <a:pt x="157734" y="62102"/>
                </a:lnTo>
                <a:lnTo>
                  <a:pt x="175091" y="60009"/>
                </a:lnTo>
                <a:lnTo>
                  <a:pt x="193627" y="58499"/>
                </a:lnTo>
                <a:lnTo>
                  <a:pt x="213330" y="57584"/>
                </a:lnTo>
                <a:lnTo>
                  <a:pt x="234187" y="57276"/>
                </a:lnTo>
                <a:lnTo>
                  <a:pt x="255406" y="57276"/>
                </a:lnTo>
                <a:lnTo>
                  <a:pt x="276018" y="57276"/>
                </a:lnTo>
                <a:lnTo>
                  <a:pt x="473201" y="57276"/>
                </a:lnTo>
                <a:lnTo>
                  <a:pt x="491136" y="56989"/>
                </a:lnTo>
                <a:lnTo>
                  <a:pt x="511429" y="56118"/>
                </a:lnTo>
                <a:lnTo>
                  <a:pt x="534102" y="54651"/>
                </a:lnTo>
                <a:lnTo>
                  <a:pt x="559181" y="52577"/>
                </a:lnTo>
                <a:lnTo>
                  <a:pt x="584874" y="50484"/>
                </a:lnTo>
                <a:lnTo>
                  <a:pt x="609377" y="48974"/>
                </a:lnTo>
                <a:lnTo>
                  <a:pt x="632690" y="48059"/>
                </a:lnTo>
                <a:lnTo>
                  <a:pt x="654812" y="47751"/>
                </a:lnTo>
                <a:lnTo>
                  <a:pt x="677221" y="47751"/>
                </a:lnTo>
                <a:lnTo>
                  <a:pt x="701405" y="47751"/>
                </a:lnTo>
                <a:lnTo>
                  <a:pt x="1089787" y="47751"/>
                </a:lnTo>
                <a:lnTo>
                  <a:pt x="1118149" y="47464"/>
                </a:lnTo>
                <a:lnTo>
                  <a:pt x="1145905" y="46593"/>
                </a:lnTo>
                <a:lnTo>
                  <a:pt x="1173065" y="45126"/>
                </a:lnTo>
                <a:lnTo>
                  <a:pt x="1199641" y="43052"/>
                </a:lnTo>
                <a:lnTo>
                  <a:pt x="1225641" y="40959"/>
                </a:lnTo>
                <a:lnTo>
                  <a:pt x="1251045" y="39449"/>
                </a:lnTo>
                <a:lnTo>
                  <a:pt x="1275830" y="38534"/>
                </a:lnTo>
                <a:lnTo>
                  <a:pt x="1299972" y="38226"/>
                </a:lnTo>
                <a:lnTo>
                  <a:pt x="1323879" y="38226"/>
                </a:lnTo>
                <a:lnTo>
                  <a:pt x="1347787" y="38226"/>
                </a:lnTo>
                <a:lnTo>
                  <a:pt x="1371695" y="38226"/>
                </a:lnTo>
                <a:lnTo>
                  <a:pt x="1395603" y="38226"/>
                </a:lnTo>
                <a:lnTo>
                  <a:pt x="1419798" y="37631"/>
                </a:lnTo>
                <a:lnTo>
                  <a:pt x="1444577" y="35845"/>
                </a:lnTo>
                <a:lnTo>
                  <a:pt x="1469951" y="32869"/>
                </a:lnTo>
                <a:lnTo>
                  <a:pt x="1495933" y="28701"/>
                </a:lnTo>
                <a:lnTo>
                  <a:pt x="1522222" y="24514"/>
                </a:lnTo>
                <a:lnTo>
                  <a:pt x="1548511" y="21494"/>
                </a:lnTo>
                <a:lnTo>
                  <a:pt x="1574799" y="19665"/>
                </a:lnTo>
                <a:lnTo>
                  <a:pt x="1601089" y="19050"/>
                </a:lnTo>
                <a:lnTo>
                  <a:pt x="1627973" y="18762"/>
                </a:lnTo>
                <a:lnTo>
                  <a:pt x="1656048" y="17891"/>
                </a:lnTo>
                <a:lnTo>
                  <a:pt x="1685313" y="16424"/>
                </a:lnTo>
                <a:lnTo>
                  <a:pt x="1715769" y="14350"/>
                </a:lnTo>
                <a:lnTo>
                  <a:pt x="1744493" y="12257"/>
                </a:lnTo>
                <a:lnTo>
                  <a:pt x="1768395" y="10747"/>
                </a:lnTo>
                <a:lnTo>
                  <a:pt x="1787511" y="9832"/>
                </a:lnTo>
                <a:lnTo>
                  <a:pt x="1801876" y="9525"/>
                </a:lnTo>
                <a:lnTo>
                  <a:pt x="1813802" y="9525"/>
                </a:lnTo>
                <a:lnTo>
                  <a:pt x="1825752" y="9525"/>
                </a:lnTo>
                <a:lnTo>
                  <a:pt x="3264281" y="9525"/>
                </a:lnTo>
                <a:lnTo>
                  <a:pt x="3280140" y="9237"/>
                </a:lnTo>
                <a:lnTo>
                  <a:pt x="3294189" y="8366"/>
                </a:lnTo>
                <a:lnTo>
                  <a:pt x="3306429" y="6899"/>
                </a:lnTo>
                <a:lnTo>
                  <a:pt x="3316859" y="4825"/>
                </a:lnTo>
                <a:lnTo>
                  <a:pt x="3326457" y="2678"/>
                </a:lnTo>
                <a:lnTo>
                  <a:pt x="3336020" y="1174"/>
                </a:lnTo>
                <a:lnTo>
                  <a:pt x="3345559" y="289"/>
                </a:lnTo>
                <a:lnTo>
                  <a:pt x="3355086" y="0"/>
                </a:lnTo>
                <a:lnTo>
                  <a:pt x="3364089" y="0"/>
                </a:lnTo>
                <a:lnTo>
                  <a:pt x="3371865" y="0"/>
                </a:lnTo>
                <a:lnTo>
                  <a:pt x="3378428" y="0"/>
                </a:lnTo>
                <a:lnTo>
                  <a:pt x="338378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835530" y="2266442"/>
            <a:ext cx="4098925" cy="567055"/>
            <a:chOff x="1835530" y="2266442"/>
            <a:chExt cx="4098925" cy="567055"/>
          </a:xfrm>
        </p:grpSpPr>
        <p:sp>
          <p:nvSpPr>
            <p:cNvPr id="7" name="object 7"/>
            <p:cNvSpPr/>
            <p:nvPr/>
          </p:nvSpPr>
          <p:spPr>
            <a:xfrm>
              <a:off x="2377439" y="2272792"/>
              <a:ext cx="2218055" cy="554355"/>
            </a:xfrm>
            <a:custGeom>
              <a:avLst/>
              <a:gdLst/>
              <a:ahLst/>
              <a:cxnLst/>
              <a:rect l="l" t="t" r="r" b="b"/>
              <a:pathLst>
                <a:path w="2218054" h="554355">
                  <a:moveTo>
                    <a:pt x="2217547" y="468375"/>
                  </a:moveTo>
                  <a:lnTo>
                    <a:pt x="2175430" y="484747"/>
                  </a:lnTo>
                  <a:lnTo>
                    <a:pt x="2131568" y="487425"/>
                  </a:lnTo>
                  <a:lnTo>
                    <a:pt x="2113325" y="487425"/>
                  </a:lnTo>
                  <a:lnTo>
                    <a:pt x="2096881" y="487425"/>
                  </a:lnTo>
                  <a:lnTo>
                    <a:pt x="1725295" y="487425"/>
                  </a:lnTo>
                  <a:lnTo>
                    <a:pt x="1700504" y="487136"/>
                  </a:lnTo>
                  <a:lnTo>
                    <a:pt x="1678701" y="486251"/>
                  </a:lnTo>
                  <a:lnTo>
                    <a:pt x="1659876" y="484747"/>
                  </a:lnTo>
                  <a:lnTo>
                    <a:pt x="1644014" y="482600"/>
                  </a:lnTo>
                  <a:lnTo>
                    <a:pt x="1629707" y="480218"/>
                  </a:lnTo>
                  <a:lnTo>
                    <a:pt x="1615376" y="477837"/>
                  </a:lnTo>
                  <a:lnTo>
                    <a:pt x="1572970" y="470693"/>
                  </a:lnTo>
                  <a:lnTo>
                    <a:pt x="1528718" y="460265"/>
                  </a:lnTo>
                  <a:lnTo>
                    <a:pt x="1491107" y="439674"/>
                  </a:lnTo>
                  <a:lnTo>
                    <a:pt x="1462405" y="415798"/>
                  </a:lnTo>
                  <a:lnTo>
                    <a:pt x="1462405" y="412623"/>
                  </a:lnTo>
                  <a:lnTo>
                    <a:pt x="1462405" y="407797"/>
                  </a:lnTo>
                  <a:lnTo>
                    <a:pt x="1462405" y="367919"/>
                  </a:lnTo>
                  <a:lnTo>
                    <a:pt x="1464056" y="360045"/>
                  </a:lnTo>
                  <a:lnTo>
                    <a:pt x="1495933" y="324993"/>
                  </a:lnTo>
                  <a:lnTo>
                    <a:pt x="1526347" y="301650"/>
                  </a:lnTo>
                  <a:lnTo>
                    <a:pt x="1569092" y="276538"/>
                  </a:lnTo>
                  <a:lnTo>
                    <a:pt x="1604617" y="258947"/>
                  </a:lnTo>
                  <a:lnTo>
                    <a:pt x="1644014" y="243712"/>
                  </a:lnTo>
                  <a:lnTo>
                    <a:pt x="1655111" y="240734"/>
                  </a:lnTo>
                  <a:lnTo>
                    <a:pt x="1669161" y="236553"/>
                  </a:lnTo>
                  <a:lnTo>
                    <a:pt x="1706118" y="224536"/>
                  </a:lnTo>
                  <a:lnTo>
                    <a:pt x="1744392" y="211407"/>
                  </a:lnTo>
                  <a:lnTo>
                    <a:pt x="1773047" y="200660"/>
                  </a:lnTo>
                  <a:lnTo>
                    <a:pt x="1785929" y="196492"/>
                  </a:lnTo>
                  <a:lnTo>
                    <a:pt x="1800574" y="193516"/>
                  </a:lnTo>
                  <a:lnTo>
                    <a:pt x="1816981" y="191730"/>
                  </a:lnTo>
                  <a:lnTo>
                    <a:pt x="1835150" y="191135"/>
                  </a:lnTo>
                  <a:lnTo>
                    <a:pt x="1853987" y="190539"/>
                  </a:lnTo>
                  <a:lnTo>
                    <a:pt x="1872218" y="188753"/>
                  </a:lnTo>
                  <a:lnTo>
                    <a:pt x="1889853" y="185777"/>
                  </a:lnTo>
                  <a:lnTo>
                    <a:pt x="1906905" y="181610"/>
                  </a:lnTo>
                  <a:lnTo>
                    <a:pt x="1922764" y="177369"/>
                  </a:lnTo>
                  <a:lnTo>
                    <a:pt x="1936813" y="174355"/>
                  </a:lnTo>
                  <a:lnTo>
                    <a:pt x="1949053" y="172555"/>
                  </a:lnTo>
                  <a:lnTo>
                    <a:pt x="1959483" y="171958"/>
                  </a:lnTo>
                  <a:lnTo>
                    <a:pt x="1969027" y="171958"/>
                  </a:lnTo>
                  <a:lnTo>
                    <a:pt x="1978596" y="171958"/>
                  </a:lnTo>
                  <a:lnTo>
                    <a:pt x="1988165" y="171958"/>
                  </a:lnTo>
                  <a:lnTo>
                    <a:pt x="1997710" y="171958"/>
                  </a:lnTo>
                  <a:lnTo>
                    <a:pt x="2010410" y="171958"/>
                  </a:lnTo>
                  <a:lnTo>
                    <a:pt x="2018411" y="173609"/>
                  </a:lnTo>
                  <a:lnTo>
                    <a:pt x="2042287" y="197485"/>
                  </a:lnTo>
                  <a:lnTo>
                    <a:pt x="2047113" y="203835"/>
                  </a:lnTo>
                  <a:lnTo>
                    <a:pt x="2069338" y="234187"/>
                  </a:lnTo>
                  <a:lnTo>
                    <a:pt x="2076249" y="241639"/>
                  </a:lnTo>
                  <a:lnTo>
                    <a:pt x="2097797" y="276538"/>
                  </a:lnTo>
                  <a:lnTo>
                    <a:pt x="2101659" y="284321"/>
                  </a:lnTo>
                  <a:lnTo>
                    <a:pt x="2104949" y="290913"/>
                  </a:lnTo>
                  <a:lnTo>
                    <a:pt x="2107692" y="296291"/>
                  </a:lnTo>
                  <a:lnTo>
                    <a:pt x="2110867" y="302641"/>
                  </a:lnTo>
                  <a:lnTo>
                    <a:pt x="2115566" y="308991"/>
                  </a:lnTo>
                  <a:lnTo>
                    <a:pt x="2136267" y="344043"/>
                  </a:lnTo>
                  <a:lnTo>
                    <a:pt x="2141093" y="377571"/>
                  </a:lnTo>
                  <a:lnTo>
                    <a:pt x="2141093" y="387096"/>
                  </a:lnTo>
                  <a:lnTo>
                    <a:pt x="2141093" y="393446"/>
                  </a:lnTo>
                  <a:lnTo>
                    <a:pt x="2141093" y="433324"/>
                  </a:lnTo>
                  <a:lnTo>
                    <a:pt x="2141093" y="439674"/>
                  </a:lnTo>
                </a:path>
                <a:path w="2218054" h="554355">
                  <a:moveTo>
                    <a:pt x="1022731" y="487425"/>
                  </a:moveTo>
                  <a:lnTo>
                    <a:pt x="1010031" y="487425"/>
                  </a:lnTo>
                  <a:lnTo>
                    <a:pt x="1002030" y="489077"/>
                  </a:lnTo>
                  <a:lnTo>
                    <a:pt x="998855" y="492252"/>
                  </a:lnTo>
                  <a:lnTo>
                    <a:pt x="995263" y="494922"/>
                  </a:lnTo>
                  <a:lnTo>
                    <a:pt x="958226" y="511365"/>
                  </a:lnTo>
                  <a:lnTo>
                    <a:pt x="946276" y="516128"/>
                  </a:lnTo>
                  <a:lnTo>
                    <a:pt x="934327" y="520890"/>
                  </a:lnTo>
                  <a:lnTo>
                    <a:pt x="897255" y="534019"/>
                  </a:lnTo>
                  <a:lnTo>
                    <a:pt x="854864" y="542385"/>
                  </a:lnTo>
                  <a:lnTo>
                    <a:pt x="802894" y="549529"/>
                  </a:lnTo>
                  <a:lnTo>
                    <a:pt x="763444" y="553132"/>
                  </a:lnTo>
                  <a:lnTo>
                    <a:pt x="721614" y="554355"/>
                  </a:lnTo>
                  <a:lnTo>
                    <a:pt x="698301" y="554355"/>
                  </a:lnTo>
                  <a:lnTo>
                    <a:pt x="671417" y="554355"/>
                  </a:lnTo>
                  <a:lnTo>
                    <a:pt x="358394" y="554355"/>
                  </a:lnTo>
                  <a:lnTo>
                    <a:pt x="327342" y="553759"/>
                  </a:lnTo>
                  <a:lnTo>
                    <a:pt x="265239" y="548997"/>
                  </a:lnTo>
                  <a:lnTo>
                    <a:pt x="203658" y="540047"/>
                  </a:lnTo>
                  <a:lnTo>
                    <a:pt x="146266" y="530435"/>
                  </a:lnTo>
                  <a:lnTo>
                    <a:pt x="94591" y="520582"/>
                  </a:lnTo>
                  <a:lnTo>
                    <a:pt x="54014" y="508633"/>
                  </a:lnTo>
                  <a:lnTo>
                    <a:pt x="16684" y="489854"/>
                  </a:lnTo>
                  <a:lnTo>
                    <a:pt x="9525" y="482600"/>
                  </a:lnTo>
                  <a:lnTo>
                    <a:pt x="9525" y="479425"/>
                  </a:lnTo>
                  <a:lnTo>
                    <a:pt x="7874" y="474725"/>
                  </a:lnTo>
                  <a:lnTo>
                    <a:pt x="0" y="425323"/>
                  </a:lnTo>
                  <a:lnTo>
                    <a:pt x="883" y="408578"/>
                  </a:lnTo>
                  <a:lnTo>
                    <a:pt x="14224" y="358394"/>
                  </a:lnTo>
                  <a:lnTo>
                    <a:pt x="32226" y="323723"/>
                  </a:lnTo>
                  <a:lnTo>
                    <a:pt x="57277" y="286766"/>
                  </a:lnTo>
                  <a:lnTo>
                    <a:pt x="90741" y="248475"/>
                  </a:lnTo>
                  <a:lnTo>
                    <a:pt x="133731" y="210185"/>
                  </a:lnTo>
                  <a:lnTo>
                    <a:pt x="179165" y="174402"/>
                  </a:lnTo>
                  <a:lnTo>
                    <a:pt x="219837" y="143383"/>
                  </a:lnTo>
                  <a:lnTo>
                    <a:pt x="264001" y="114633"/>
                  </a:lnTo>
                  <a:lnTo>
                    <a:pt x="320167" y="85979"/>
                  </a:lnTo>
                  <a:lnTo>
                    <a:pt x="385873" y="59674"/>
                  </a:lnTo>
                  <a:lnTo>
                    <a:pt x="458724" y="38227"/>
                  </a:lnTo>
                  <a:lnTo>
                    <a:pt x="496109" y="29223"/>
                  </a:lnTo>
                  <a:lnTo>
                    <a:pt x="565451" y="14884"/>
                  </a:lnTo>
                  <a:lnTo>
                    <a:pt x="627268" y="5357"/>
                  </a:lnTo>
                  <a:lnTo>
                    <a:pt x="679846" y="595"/>
                  </a:lnTo>
                  <a:lnTo>
                    <a:pt x="702564" y="0"/>
                  </a:lnTo>
                  <a:lnTo>
                    <a:pt x="724017" y="1480"/>
                  </a:lnTo>
                  <a:lnTo>
                    <a:pt x="767018" y="13394"/>
                  </a:lnTo>
                  <a:lnTo>
                    <a:pt x="811260" y="36994"/>
                  </a:lnTo>
                  <a:lnTo>
                    <a:pt x="863838" y="70471"/>
                  </a:lnTo>
                  <a:lnTo>
                    <a:pt x="923252" y="111662"/>
                  </a:lnTo>
                  <a:lnTo>
                    <a:pt x="973405" y="149901"/>
                  </a:lnTo>
                  <a:lnTo>
                    <a:pt x="994029" y="167259"/>
                  </a:lnTo>
                  <a:lnTo>
                    <a:pt x="1013172" y="183046"/>
                  </a:lnTo>
                  <a:lnTo>
                    <a:pt x="1032303" y="197072"/>
                  </a:lnTo>
                  <a:lnTo>
                    <a:pt x="1051411" y="209335"/>
                  </a:lnTo>
                  <a:lnTo>
                    <a:pt x="1070483" y="219837"/>
                  </a:lnTo>
                  <a:lnTo>
                    <a:pt x="1089626" y="229669"/>
                  </a:lnTo>
                  <a:lnTo>
                    <a:pt x="1108757" y="240109"/>
                  </a:lnTo>
                  <a:lnTo>
                    <a:pt x="1127865" y="251144"/>
                  </a:lnTo>
                  <a:lnTo>
                    <a:pt x="1146937" y="262763"/>
                  </a:lnTo>
                  <a:lnTo>
                    <a:pt x="1165774" y="274454"/>
                  </a:lnTo>
                  <a:lnTo>
                    <a:pt x="1184005" y="285527"/>
                  </a:lnTo>
                  <a:lnTo>
                    <a:pt x="1201640" y="295981"/>
                  </a:lnTo>
                  <a:lnTo>
                    <a:pt x="1218692" y="305816"/>
                  </a:lnTo>
                  <a:lnTo>
                    <a:pt x="1234785" y="315360"/>
                  </a:lnTo>
                  <a:lnTo>
                    <a:pt x="1275969" y="344043"/>
                  </a:lnTo>
                  <a:lnTo>
                    <a:pt x="1309187" y="372725"/>
                  </a:lnTo>
                  <a:lnTo>
                    <a:pt x="1337006" y="402879"/>
                  </a:lnTo>
                  <a:lnTo>
                    <a:pt x="1338199" y="406146"/>
                  </a:lnTo>
                  <a:lnTo>
                    <a:pt x="1338199" y="409321"/>
                  </a:lnTo>
                  <a:lnTo>
                    <a:pt x="1338199" y="412623"/>
                  </a:lnTo>
                  <a:lnTo>
                    <a:pt x="1338199" y="428498"/>
                  </a:lnTo>
                  <a:lnTo>
                    <a:pt x="1335024" y="430149"/>
                  </a:lnTo>
                  <a:lnTo>
                    <a:pt x="1328547" y="430149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1880" y="2568956"/>
              <a:ext cx="4086225" cy="181610"/>
            </a:xfrm>
            <a:custGeom>
              <a:avLst/>
              <a:gdLst/>
              <a:ahLst/>
              <a:cxnLst/>
              <a:rect l="l" t="t" r="r" b="b"/>
              <a:pathLst>
                <a:path w="4086225" h="181610">
                  <a:moveTo>
                    <a:pt x="0" y="181483"/>
                  </a:moveTo>
                  <a:lnTo>
                    <a:pt x="5689" y="181483"/>
                  </a:lnTo>
                  <a:lnTo>
                    <a:pt x="12652" y="181483"/>
                  </a:lnTo>
                  <a:lnTo>
                    <a:pt x="20877" y="181483"/>
                  </a:lnTo>
                  <a:lnTo>
                    <a:pt x="30352" y="181483"/>
                  </a:lnTo>
                  <a:lnTo>
                    <a:pt x="41070" y="181173"/>
                  </a:lnTo>
                  <a:lnTo>
                    <a:pt x="53038" y="180244"/>
                  </a:lnTo>
                  <a:lnTo>
                    <a:pt x="66268" y="178696"/>
                  </a:lnTo>
                  <a:lnTo>
                    <a:pt x="80771" y="176530"/>
                  </a:lnTo>
                  <a:lnTo>
                    <a:pt x="96226" y="173978"/>
                  </a:lnTo>
                  <a:lnTo>
                    <a:pt x="112299" y="171450"/>
                  </a:lnTo>
                  <a:lnTo>
                    <a:pt x="163998" y="164203"/>
                  </a:lnTo>
                  <a:lnTo>
                    <a:pt x="216916" y="161417"/>
                  </a:lnTo>
                  <a:lnTo>
                    <a:pt x="234922" y="161417"/>
                  </a:lnTo>
                  <a:lnTo>
                    <a:pt x="253523" y="161417"/>
                  </a:lnTo>
                  <a:lnTo>
                    <a:pt x="978662" y="161417"/>
                  </a:lnTo>
                  <a:lnTo>
                    <a:pt x="1036697" y="161087"/>
                  </a:lnTo>
                  <a:lnTo>
                    <a:pt x="1089659" y="160115"/>
                  </a:lnTo>
                  <a:lnTo>
                    <a:pt x="1137574" y="158523"/>
                  </a:lnTo>
                  <a:lnTo>
                    <a:pt x="1180464" y="156337"/>
                  </a:lnTo>
                  <a:lnTo>
                    <a:pt x="1218307" y="154096"/>
                  </a:lnTo>
                  <a:lnTo>
                    <a:pt x="1251077" y="152511"/>
                  </a:lnTo>
                  <a:lnTo>
                    <a:pt x="1278798" y="151568"/>
                  </a:lnTo>
                  <a:lnTo>
                    <a:pt x="1301495" y="151257"/>
                  </a:lnTo>
                  <a:lnTo>
                    <a:pt x="1327046" y="150306"/>
                  </a:lnTo>
                  <a:lnTo>
                    <a:pt x="1363313" y="147462"/>
                  </a:lnTo>
                  <a:lnTo>
                    <a:pt x="1410295" y="142738"/>
                  </a:lnTo>
                  <a:lnTo>
                    <a:pt x="1467993" y="136144"/>
                  </a:lnTo>
                  <a:lnTo>
                    <a:pt x="1529474" y="129549"/>
                  </a:lnTo>
                  <a:lnTo>
                    <a:pt x="1587801" y="124825"/>
                  </a:lnTo>
                  <a:lnTo>
                    <a:pt x="1642961" y="121981"/>
                  </a:lnTo>
                  <a:lnTo>
                    <a:pt x="1694942" y="121031"/>
                  </a:lnTo>
                  <a:lnTo>
                    <a:pt x="1745093" y="120080"/>
                  </a:lnTo>
                  <a:lnTo>
                    <a:pt x="1794589" y="117236"/>
                  </a:lnTo>
                  <a:lnTo>
                    <a:pt x="1843442" y="112512"/>
                  </a:lnTo>
                  <a:lnTo>
                    <a:pt x="1891665" y="105918"/>
                  </a:lnTo>
                  <a:lnTo>
                    <a:pt x="1939595" y="98940"/>
                  </a:lnTo>
                  <a:lnTo>
                    <a:pt x="1987550" y="93249"/>
                  </a:lnTo>
                  <a:lnTo>
                    <a:pt x="2035504" y="88844"/>
                  </a:lnTo>
                  <a:lnTo>
                    <a:pt x="2083434" y="85725"/>
                  </a:lnTo>
                  <a:lnTo>
                    <a:pt x="2131034" y="83484"/>
                  </a:lnTo>
                  <a:lnTo>
                    <a:pt x="2178002" y="81899"/>
                  </a:lnTo>
                  <a:lnTo>
                    <a:pt x="2224327" y="80956"/>
                  </a:lnTo>
                  <a:lnTo>
                    <a:pt x="2269997" y="80645"/>
                  </a:lnTo>
                  <a:lnTo>
                    <a:pt x="2316362" y="80645"/>
                  </a:lnTo>
                  <a:lnTo>
                    <a:pt x="2364597" y="80645"/>
                  </a:lnTo>
                  <a:lnTo>
                    <a:pt x="2414712" y="80645"/>
                  </a:lnTo>
                  <a:lnTo>
                    <a:pt x="2466721" y="80645"/>
                  </a:lnTo>
                  <a:lnTo>
                    <a:pt x="2517487" y="80023"/>
                  </a:lnTo>
                  <a:lnTo>
                    <a:pt x="2563860" y="78152"/>
                  </a:lnTo>
                  <a:lnTo>
                    <a:pt x="2605827" y="75019"/>
                  </a:lnTo>
                  <a:lnTo>
                    <a:pt x="2643378" y="70612"/>
                  </a:lnTo>
                  <a:lnTo>
                    <a:pt x="2678001" y="66184"/>
                  </a:lnTo>
                  <a:lnTo>
                    <a:pt x="2711386" y="63007"/>
                  </a:lnTo>
                  <a:lnTo>
                    <a:pt x="2743533" y="61092"/>
                  </a:lnTo>
                  <a:lnTo>
                    <a:pt x="2774442" y="60452"/>
                  </a:lnTo>
                  <a:lnTo>
                    <a:pt x="2804731" y="60140"/>
                  </a:lnTo>
                  <a:lnTo>
                    <a:pt x="2835021" y="59197"/>
                  </a:lnTo>
                  <a:lnTo>
                    <a:pt x="2895599" y="55372"/>
                  </a:lnTo>
                  <a:lnTo>
                    <a:pt x="2961116" y="49101"/>
                  </a:lnTo>
                  <a:lnTo>
                    <a:pt x="3036823" y="40259"/>
                  </a:lnTo>
                  <a:lnTo>
                    <a:pt x="3074612" y="35210"/>
                  </a:lnTo>
                  <a:lnTo>
                    <a:pt x="3135139" y="25114"/>
                  </a:lnTo>
                  <a:lnTo>
                    <a:pt x="3178046" y="15347"/>
                  </a:lnTo>
                  <a:lnTo>
                    <a:pt x="3198225" y="11271"/>
                  </a:lnTo>
                  <a:lnTo>
                    <a:pt x="3238499" y="4953"/>
                  </a:lnTo>
                  <a:lnTo>
                    <a:pt x="3278886" y="1238"/>
                  </a:lnTo>
                  <a:lnTo>
                    <a:pt x="3319272" y="0"/>
                  </a:lnTo>
                  <a:lnTo>
                    <a:pt x="3338824" y="0"/>
                  </a:lnTo>
                  <a:lnTo>
                    <a:pt x="3357102" y="0"/>
                  </a:lnTo>
                  <a:lnTo>
                    <a:pt x="4054094" y="0"/>
                  </a:lnTo>
                  <a:lnTo>
                    <a:pt x="4057396" y="1651"/>
                  </a:lnTo>
                  <a:lnTo>
                    <a:pt x="4060825" y="4953"/>
                  </a:lnTo>
                  <a:lnTo>
                    <a:pt x="4064127" y="8382"/>
                  </a:lnTo>
                  <a:lnTo>
                    <a:pt x="4067555" y="10033"/>
                  </a:lnTo>
                  <a:lnTo>
                    <a:pt x="4070857" y="10033"/>
                  </a:lnTo>
                  <a:lnTo>
                    <a:pt x="4074286" y="10033"/>
                  </a:lnTo>
                  <a:lnTo>
                    <a:pt x="4079240" y="10033"/>
                  </a:lnTo>
                  <a:lnTo>
                    <a:pt x="4085971" y="10033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422" y="4342638"/>
            <a:ext cx="3556254" cy="553085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948045" y="4062095"/>
            <a:ext cx="1130300" cy="363220"/>
          </a:xfrm>
          <a:custGeom>
            <a:avLst/>
            <a:gdLst/>
            <a:ahLst/>
            <a:cxnLst/>
            <a:rect l="l" t="t" r="r" b="b"/>
            <a:pathLst>
              <a:path w="1130300" h="363220">
                <a:moveTo>
                  <a:pt x="554862" y="343026"/>
                </a:moveTo>
                <a:lnTo>
                  <a:pt x="523073" y="347692"/>
                </a:lnTo>
                <a:lnTo>
                  <a:pt x="498189" y="351774"/>
                </a:lnTo>
                <a:lnTo>
                  <a:pt x="480210" y="355260"/>
                </a:lnTo>
                <a:lnTo>
                  <a:pt x="469138" y="358139"/>
                </a:lnTo>
                <a:lnTo>
                  <a:pt x="460019" y="360306"/>
                </a:lnTo>
                <a:lnTo>
                  <a:pt x="447722" y="361854"/>
                </a:lnTo>
                <a:lnTo>
                  <a:pt x="432258" y="362783"/>
                </a:lnTo>
                <a:lnTo>
                  <a:pt x="413638" y="363092"/>
                </a:lnTo>
                <a:lnTo>
                  <a:pt x="393775" y="363092"/>
                </a:lnTo>
                <a:lnTo>
                  <a:pt x="374554" y="363092"/>
                </a:lnTo>
                <a:lnTo>
                  <a:pt x="267334" y="363092"/>
                </a:lnTo>
                <a:lnTo>
                  <a:pt x="250973" y="362471"/>
                </a:lnTo>
                <a:lnTo>
                  <a:pt x="237124" y="360600"/>
                </a:lnTo>
                <a:lnTo>
                  <a:pt x="225776" y="357467"/>
                </a:lnTo>
                <a:lnTo>
                  <a:pt x="216915" y="353059"/>
                </a:lnTo>
                <a:lnTo>
                  <a:pt x="209700" y="348323"/>
                </a:lnTo>
                <a:lnTo>
                  <a:pt x="203104" y="344217"/>
                </a:lnTo>
                <a:lnTo>
                  <a:pt x="197127" y="340754"/>
                </a:lnTo>
                <a:lnTo>
                  <a:pt x="191769" y="337946"/>
                </a:lnTo>
                <a:lnTo>
                  <a:pt x="185038" y="334517"/>
                </a:lnTo>
                <a:lnTo>
                  <a:pt x="178307" y="331215"/>
                </a:lnTo>
                <a:lnTo>
                  <a:pt x="171576" y="327786"/>
                </a:lnTo>
                <a:lnTo>
                  <a:pt x="166528" y="324667"/>
                </a:lnTo>
                <a:lnTo>
                  <a:pt x="161480" y="320262"/>
                </a:lnTo>
                <a:lnTo>
                  <a:pt x="156432" y="314571"/>
                </a:lnTo>
                <a:lnTo>
                  <a:pt x="151383" y="307593"/>
                </a:lnTo>
                <a:lnTo>
                  <a:pt x="146024" y="300690"/>
                </a:lnTo>
                <a:lnTo>
                  <a:pt x="140033" y="295036"/>
                </a:lnTo>
                <a:lnTo>
                  <a:pt x="133399" y="290645"/>
                </a:lnTo>
                <a:lnTo>
                  <a:pt x="126110" y="287527"/>
                </a:lnTo>
                <a:lnTo>
                  <a:pt x="118895" y="284646"/>
                </a:lnTo>
                <a:lnTo>
                  <a:pt x="112299" y="281146"/>
                </a:lnTo>
                <a:lnTo>
                  <a:pt x="106322" y="277026"/>
                </a:lnTo>
                <a:lnTo>
                  <a:pt x="100964" y="272287"/>
                </a:lnTo>
                <a:lnTo>
                  <a:pt x="95275" y="266618"/>
                </a:lnTo>
                <a:lnTo>
                  <a:pt x="88312" y="259699"/>
                </a:lnTo>
                <a:lnTo>
                  <a:pt x="80087" y="251517"/>
                </a:lnTo>
                <a:lnTo>
                  <a:pt x="70612" y="242062"/>
                </a:lnTo>
                <a:lnTo>
                  <a:pt x="60844" y="232294"/>
                </a:lnTo>
                <a:lnTo>
                  <a:pt x="51720" y="223170"/>
                </a:lnTo>
                <a:lnTo>
                  <a:pt x="43215" y="214665"/>
                </a:lnTo>
                <a:lnTo>
                  <a:pt x="35305" y="206755"/>
                </a:lnTo>
                <a:lnTo>
                  <a:pt x="28711" y="199520"/>
                </a:lnTo>
                <a:lnTo>
                  <a:pt x="23987" y="192881"/>
                </a:lnTo>
                <a:lnTo>
                  <a:pt x="21143" y="186860"/>
                </a:lnTo>
                <a:lnTo>
                  <a:pt x="20192" y="181482"/>
                </a:lnTo>
                <a:lnTo>
                  <a:pt x="20192" y="174878"/>
                </a:lnTo>
                <a:lnTo>
                  <a:pt x="18541" y="169799"/>
                </a:lnTo>
                <a:lnTo>
                  <a:pt x="15112" y="166369"/>
                </a:lnTo>
                <a:lnTo>
                  <a:pt x="11810" y="163067"/>
                </a:lnTo>
                <a:lnTo>
                  <a:pt x="8381" y="161416"/>
                </a:lnTo>
                <a:lnTo>
                  <a:pt x="5079" y="161416"/>
                </a:lnTo>
                <a:lnTo>
                  <a:pt x="1650" y="161416"/>
                </a:lnTo>
                <a:lnTo>
                  <a:pt x="0" y="157987"/>
                </a:lnTo>
                <a:lnTo>
                  <a:pt x="0" y="151256"/>
                </a:lnTo>
                <a:lnTo>
                  <a:pt x="0" y="144525"/>
                </a:lnTo>
                <a:lnTo>
                  <a:pt x="0" y="137794"/>
                </a:lnTo>
                <a:lnTo>
                  <a:pt x="0" y="131063"/>
                </a:lnTo>
                <a:lnTo>
                  <a:pt x="311" y="125706"/>
                </a:lnTo>
                <a:lnTo>
                  <a:pt x="18295" y="83165"/>
                </a:lnTo>
                <a:lnTo>
                  <a:pt x="32488" y="68349"/>
                </a:lnTo>
                <a:lnTo>
                  <a:pt x="39084" y="61753"/>
                </a:lnTo>
                <a:lnTo>
                  <a:pt x="45061" y="55776"/>
                </a:lnTo>
                <a:lnTo>
                  <a:pt x="50418" y="50418"/>
                </a:lnTo>
                <a:lnTo>
                  <a:pt x="57370" y="45682"/>
                </a:lnTo>
                <a:lnTo>
                  <a:pt x="68119" y="41576"/>
                </a:lnTo>
                <a:lnTo>
                  <a:pt x="82655" y="38113"/>
                </a:lnTo>
                <a:lnTo>
                  <a:pt x="100964" y="35305"/>
                </a:lnTo>
                <a:lnTo>
                  <a:pt x="120151" y="32754"/>
                </a:lnTo>
                <a:lnTo>
                  <a:pt x="137493" y="30225"/>
                </a:lnTo>
                <a:lnTo>
                  <a:pt x="179712" y="22338"/>
                </a:lnTo>
                <a:lnTo>
                  <a:pt x="227075" y="10032"/>
                </a:lnTo>
                <a:lnTo>
                  <a:pt x="245649" y="5625"/>
                </a:lnTo>
                <a:lnTo>
                  <a:pt x="266128" y="2492"/>
                </a:lnTo>
                <a:lnTo>
                  <a:pt x="288512" y="621"/>
                </a:lnTo>
                <a:lnTo>
                  <a:pt x="312800" y="0"/>
                </a:lnTo>
                <a:lnTo>
                  <a:pt x="339613" y="0"/>
                </a:lnTo>
                <a:lnTo>
                  <a:pt x="369569" y="0"/>
                </a:lnTo>
                <a:lnTo>
                  <a:pt x="998854" y="0"/>
                </a:lnTo>
                <a:lnTo>
                  <a:pt x="1013358" y="932"/>
                </a:lnTo>
                <a:lnTo>
                  <a:pt x="1026588" y="3746"/>
                </a:lnTo>
                <a:lnTo>
                  <a:pt x="1038556" y="8465"/>
                </a:lnTo>
                <a:lnTo>
                  <a:pt x="1049274" y="15112"/>
                </a:lnTo>
                <a:lnTo>
                  <a:pt x="1059058" y="22328"/>
                </a:lnTo>
                <a:lnTo>
                  <a:pt x="1068212" y="28924"/>
                </a:lnTo>
                <a:lnTo>
                  <a:pt x="1076723" y="34901"/>
                </a:lnTo>
                <a:lnTo>
                  <a:pt x="1084579" y="40258"/>
                </a:lnTo>
                <a:lnTo>
                  <a:pt x="1091485" y="45307"/>
                </a:lnTo>
                <a:lnTo>
                  <a:pt x="1097152" y="50355"/>
                </a:lnTo>
                <a:lnTo>
                  <a:pt x="1101582" y="55403"/>
                </a:lnTo>
                <a:lnTo>
                  <a:pt x="1104773" y="60451"/>
                </a:lnTo>
                <a:lnTo>
                  <a:pt x="1108075" y="67182"/>
                </a:lnTo>
                <a:lnTo>
                  <a:pt x="1111503" y="73913"/>
                </a:lnTo>
                <a:lnTo>
                  <a:pt x="1114805" y="80644"/>
                </a:lnTo>
                <a:lnTo>
                  <a:pt x="1118234" y="87375"/>
                </a:lnTo>
                <a:lnTo>
                  <a:pt x="1121536" y="92455"/>
                </a:lnTo>
                <a:lnTo>
                  <a:pt x="1124965" y="95757"/>
                </a:lnTo>
                <a:lnTo>
                  <a:pt x="1128268" y="99187"/>
                </a:lnTo>
                <a:lnTo>
                  <a:pt x="1129919" y="104139"/>
                </a:lnTo>
                <a:lnTo>
                  <a:pt x="1129919" y="110870"/>
                </a:lnTo>
                <a:lnTo>
                  <a:pt x="1129919" y="117601"/>
                </a:lnTo>
                <a:lnTo>
                  <a:pt x="1129919" y="126110"/>
                </a:lnTo>
                <a:lnTo>
                  <a:pt x="1129919" y="136143"/>
                </a:lnTo>
                <a:lnTo>
                  <a:pt x="1129297" y="144000"/>
                </a:lnTo>
                <a:lnTo>
                  <a:pt x="1114216" y="181546"/>
                </a:lnTo>
                <a:lnTo>
                  <a:pt x="1089659" y="211835"/>
                </a:lnTo>
                <a:lnTo>
                  <a:pt x="1053637" y="242125"/>
                </a:lnTo>
                <a:lnTo>
                  <a:pt x="1006379" y="271065"/>
                </a:lnTo>
                <a:lnTo>
                  <a:pt x="968501" y="287527"/>
                </a:lnTo>
                <a:lnTo>
                  <a:pt x="930719" y="300085"/>
                </a:lnTo>
                <a:lnTo>
                  <a:pt x="883074" y="310145"/>
                </a:lnTo>
                <a:lnTo>
                  <a:pt x="868902" y="312673"/>
                </a:lnTo>
                <a:lnTo>
                  <a:pt x="855348" y="315202"/>
                </a:lnTo>
                <a:lnTo>
                  <a:pt x="842390" y="317753"/>
                </a:lnTo>
                <a:lnTo>
                  <a:pt x="829177" y="319940"/>
                </a:lnTo>
                <a:lnTo>
                  <a:pt x="814689" y="321532"/>
                </a:lnTo>
                <a:lnTo>
                  <a:pt x="798939" y="322504"/>
                </a:lnTo>
                <a:lnTo>
                  <a:pt x="781938" y="322833"/>
                </a:lnTo>
                <a:lnTo>
                  <a:pt x="766127" y="322504"/>
                </a:lnTo>
                <a:lnTo>
                  <a:pt x="736473" y="309371"/>
                </a:lnTo>
                <a:lnTo>
                  <a:pt x="736473" y="30264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636" y="1208885"/>
            <a:ext cx="7923530" cy="3580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10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새자유주의의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주요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특징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Clr>
                <a:srgbClr val="001AFF"/>
              </a:buClr>
              <a:buFont typeface="MS PGothic"/>
              <a:buChar char="○"/>
            </a:pP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buClr>
                <a:srgbClr val="000000"/>
              </a:buClr>
              <a:buChar char="-"/>
              <a:tabLst>
                <a:tab pos="423545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개인적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관점</a:t>
            </a:r>
            <a:r>
              <a:rPr sz="2000" b="1" dirty="0">
                <a:latin typeface="Malgun Gothic"/>
                <a:cs typeface="Malgun Gothic"/>
              </a:rPr>
              <a:t>에서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사회이론을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분석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사적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재산권은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진보적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사회이론의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본질적이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아니라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부수적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문제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sz="2000" spc="325" dirty="0">
                <a:latin typeface="MS PGothic"/>
                <a:cs typeface="MS PGothic"/>
              </a:rPr>
              <a:t>▸</a:t>
            </a:r>
            <a:r>
              <a:rPr sz="2000" b="1" spc="325" dirty="0">
                <a:latin typeface="Malgun Gothic"/>
                <a:cs typeface="Malgun Gothic"/>
              </a:rPr>
              <a:t>사적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재산권은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정책목표를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달성하기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수단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평등주의의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차원에서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적절한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수준의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분배정책을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지지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sz="2000" spc="1000" dirty="0">
                <a:latin typeface="MS PGothic"/>
                <a:cs typeface="MS PGothic"/>
              </a:rPr>
              <a:t>▸</a:t>
            </a:r>
            <a:r>
              <a:rPr sz="2000" spc="365" dirty="0">
                <a:latin typeface="MS PGothic"/>
                <a:cs typeface="MS P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특정한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상황에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분배정책은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정당한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역할로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간주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00910" y="2750439"/>
            <a:ext cx="978535" cy="484505"/>
          </a:xfrm>
          <a:custGeom>
            <a:avLst/>
            <a:gdLst/>
            <a:ahLst/>
            <a:cxnLst/>
            <a:rect l="l" t="t" r="r" b="b"/>
            <a:pathLst>
              <a:path w="978535" h="484505">
                <a:moveTo>
                  <a:pt x="877696" y="353187"/>
                </a:moveTo>
                <a:lnTo>
                  <a:pt x="849963" y="387223"/>
                </a:lnTo>
                <a:lnTo>
                  <a:pt x="817181" y="415901"/>
                </a:lnTo>
                <a:lnTo>
                  <a:pt x="776174" y="438880"/>
                </a:lnTo>
                <a:lnTo>
                  <a:pt x="736472" y="454025"/>
                </a:lnTo>
                <a:lnTo>
                  <a:pt x="691038" y="466330"/>
                </a:lnTo>
                <a:lnTo>
                  <a:pt x="661078" y="471689"/>
                </a:lnTo>
                <a:lnTo>
                  <a:pt x="646906" y="474218"/>
                </a:lnTo>
                <a:lnTo>
                  <a:pt x="633352" y="476746"/>
                </a:lnTo>
                <a:lnTo>
                  <a:pt x="620394" y="479298"/>
                </a:lnTo>
                <a:lnTo>
                  <a:pt x="607802" y="481484"/>
                </a:lnTo>
                <a:lnTo>
                  <a:pt x="595185" y="483076"/>
                </a:lnTo>
                <a:lnTo>
                  <a:pt x="582568" y="484048"/>
                </a:lnTo>
                <a:lnTo>
                  <a:pt x="569976" y="484377"/>
                </a:lnTo>
                <a:lnTo>
                  <a:pt x="557071" y="484377"/>
                </a:lnTo>
                <a:lnTo>
                  <a:pt x="543512" y="484377"/>
                </a:lnTo>
                <a:lnTo>
                  <a:pt x="529310" y="484377"/>
                </a:lnTo>
                <a:lnTo>
                  <a:pt x="514476" y="484377"/>
                </a:lnTo>
                <a:lnTo>
                  <a:pt x="499334" y="483737"/>
                </a:lnTo>
                <a:lnTo>
                  <a:pt x="454025" y="474218"/>
                </a:lnTo>
                <a:lnTo>
                  <a:pt x="402857" y="453447"/>
                </a:lnTo>
                <a:lnTo>
                  <a:pt x="383286" y="443991"/>
                </a:lnTo>
                <a:lnTo>
                  <a:pt x="363477" y="434516"/>
                </a:lnTo>
                <a:lnTo>
                  <a:pt x="325671" y="419328"/>
                </a:lnTo>
                <a:lnTo>
                  <a:pt x="272367" y="406146"/>
                </a:lnTo>
                <a:lnTo>
                  <a:pt x="219723" y="402984"/>
                </a:lnTo>
                <a:lnTo>
                  <a:pt x="202993" y="401113"/>
                </a:lnTo>
                <a:lnTo>
                  <a:pt x="186906" y="397980"/>
                </a:lnTo>
                <a:lnTo>
                  <a:pt x="171450" y="393573"/>
                </a:lnTo>
                <a:lnTo>
                  <a:pt x="156946" y="388834"/>
                </a:lnTo>
                <a:lnTo>
                  <a:pt x="143716" y="384714"/>
                </a:lnTo>
                <a:lnTo>
                  <a:pt x="103393" y="374618"/>
                </a:lnTo>
                <a:lnTo>
                  <a:pt x="90805" y="373380"/>
                </a:lnTo>
                <a:lnTo>
                  <a:pt x="85115" y="372429"/>
                </a:lnTo>
                <a:lnTo>
                  <a:pt x="51307" y="350978"/>
                </a:lnTo>
                <a:lnTo>
                  <a:pt x="31876" y="326263"/>
                </a:lnTo>
                <a:lnTo>
                  <a:pt x="28575" y="322961"/>
                </a:lnTo>
                <a:lnTo>
                  <a:pt x="25145" y="322961"/>
                </a:lnTo>
                <a:lnTo>
                  <a:pt x="21843" y="322961"/>
                </a:lnTo>
                <a:lnTo>
                  <a:pt x="16763" y="317881"/>
                </a:lnTo>
                <a:lnTo>
                  <a:pt x="0" y="282575"/>
                </a:lnTo>
                <a:lnTo>
                  <a:pt x="0" y="275844"/>
                </a:lnTo>
                <a:lnTo>
                  <a:pt x="0" y="269113"/>
                </a:lnTo>
                <a:lnTo>
                  <a:pt x="0" y="262382"/>
                </a:lnTo>
                <a:lnTo>
                  <a:pt x="0" y="255650"/>
                </a:lnTo>
                <a:lnTo>
                  <a:pt x="0" y="247269"/>
                </a:lnTo>
                <a:lnTo>
                  <a:pt x="0" y="237109"/>
                </a:lnTo>
                <a:lnTo>
                  <a:pt x="621" y="229252"/>
                </a:lnTo>
                <a:lnTo>
                  <a:pt x="15722" y="191708"/>
                </a:lnTo>
                <a:lnTo>
                  <a:pt x="40386" y="161544"/>
                </a:lnTo>
                <a:lnTo>
                  <a:pt x="76283" y="128361"/>
                </a:lnTo>
                <a:lnTo>
                  <a:pt x="106570" y="104124"/>
                </a:lnTo>
                <a:lnTo>
                  <a:pt x="141864" y="83931"/>
                </a:lnTo>
                <a:lnTo>
                  <a:pt x="181919" y="67835"/>
                </a:lnTo>
                <a:lnTo>
                  <a:pt x="203041" y="59324"/>
                </a:lnTo>
                <a:lnTo>
                  <a:pt x="224782" y="50170"/>
                </a:lnTo>
                <a:lnTo>
                  <a:pt x="247141" y="40386"/>
                </a:lnTo>
                <a:lnTo>
                  <a:pt x="270452" y="30930"/>
                </a:lnTo>
                <a:lnTo>
                  <a:pt x="320883" y="15829"/>
                </a:lnTo>
                <a:lnTo>
                  <a:pt x="376082" y="5732"/>
                </a:lnTo>
                <a:lnTo>
                  <a:pt x="434097" y="640"/>
                </a:lnTo>
                <a:lnTo>
                  <a:pt x="464057" y="0"/>
                </a:lnTo>
                <a:lnTo>
                  <a:pt x="494018" y="0"/>
                </a:lnTo>
                <a:lnTo>
                  <a:pt x="523335" y="0"/>
                </a:lnTo>
                <a:lnTo>
                  <a:pt x="736472" y="0"/>
                </a:lnTo>
                <a:lnTo>
                  <a:pt x="747190" y="952"/>
                </a:lnTo>
                <a:lnTo>
                  <a:pt x="786891" y="15239"/>
                </a:lnTo>
                <a:lnTo>
                  <a:pt x="826593" y="35028"/>
                </a:lnTo>
                <a:lnTo>
                  <a:pt x="870440" y="58370"/>
                </a:lnTo>
                <a:lnTo>
                  <a:pt x="905430" y="82026"/>
                </a:lnTo>
                <a:lnTo>
                  <a:pt x="930636" y="111061"/>
                </a:lnTo>
                <a:lnTo>
                  <a:pt x="938212" y="121158"/>
                </a:lnTo>
                <a:lnTo>
                  <a:pt x="945788" y="131254"/>
                </a:lnTo>
                <a:lnTo>
                  <a:pt x="973582" y="161544"/>
                </a:lnTo>
                <a:lnTo>
                  <a:pt x="976883" y="161544"/>
                </a:lnTo>
                <a:lnTo>
                  <a:pt x="978534" y="164846"/>
                </a:lnTo>
                <a:lnTo>
                  <a:pt x="978534" y="218694"/>
                </a:lnTo>
                <a:lnTo>
                  <a:pt x="975232" y="225425"/>
                </a:lnTo>
                <a:lnTo>
                  <a:pt x="938276" y="252222"/>
                </a:lnTo>
                <a:lnTo>
                  <a:pt x="902969" y="267462"/>
                </a:lnTo>
                <a:lnTo>
                  <a:pt x="894730" y="270269"/>
                </a:lnTo>
                <a:lnTo>
                  <a:pt x="885253" y="273732"/>
                </a:lnTo>
                <a:lnTo>
                  <a:pt x="874537" y="277838"/>
                </a:lnTo>
                <a:lnTo>
                  <a:pt x="862583" y="282575"/>
                </a:lnTo>
                <a:lnTo>
                  <a:pt x="849626" y="287293"/>
                </a:lnTo>
                <a:lnTo>
                  <a:pt x="836072" y="291369"/>
                </a:lnTo>
                <a:lnTo>
                  <a:pt x="821900" y="294826"/>
                </a:lnTo>
                <a:lnTo>
                  <a:pt x="807084" y="297688"/>
                </a:lnTo>
                <a:lnTo>
                  <a:pt x="793202" y="300495"/>
                </a:lnTo>
                <a:lnTo>
                  <a:pt x="781843" y="303958"/>
                </a:lnTo>
                <a:lnTo>
                  <a:pt x="773009" y="308064"/>
                </a:lnTo>
                <a:lnTo>
                  <a:pt x="766699" y="31280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46886" y="1560067"/>
            <a:ext cx="2633345" cy="60960"/>
          </a:xfrm>
          <a:custGeom>
            <a:avLst/>
            <a:gdLst/>
            <a:ahLst/>
            <a:cxnLst/>
            <a:rect l="l" t="t" r="r" b="b"/>
            <a:pathLst>
              <a:path w="2633345" h="60959">
                <a:moveTo>
                  <a:pt x="0" y="20193"/>
                </a:moveTo>
                <a:lnTo>
                  <a:pt x="5669" y="20193"/>
                </a:lnTo>
                <a:lnTo>
                  <a:pt x="12588" y="20193"/>
                </a:lnTo>
                <a:lnTo>
                  <a:pt x="20770" y="20193"/>
                </a:lnTo>
                <a:lnTo>
                  <a:pt x="30225" y="20193"/>
                </a:lnTo>
                <a:lnTo>
                  <a:pt x="40322" y="20502"/>
                </a:lnTo>
                <a:lnTo>
                  <a:pt x="79757" y="27697"/>
                </a:lnTo>
                <a:lnTo>
                  <a:pt x="95884" y="35306"/>
                </a:lnTo>
                <a:lnTo>
                  <a:pt x="100264" y="37802"/>
                </a:lnTo>
                <a:lnTo>
                  <a:pt x="154479" y="47579"/>
                </a:lnTo>
                <a:lnTo>
                  <a:pt x="194865" y="50107"/>
                </a:lnTo>
                <a:lnTo>
                  <a:pt x="239605" y="50730"/>
                </a:lnTo>
                <a:lnTo>
                  <a:pt x="262318" y="51673"/>
                </a:lnTo>
                <a:lnTo>
                  <a:pt x="285031" y="53258"/>
                </a:lnTo>
                <a:lnTo>
                  <a:pt x="307720" y="55499"/>
                </a:lnTo>
                <a:lnTo>
                  <a:pt x="330721" y="57665"/>
                </a:lnTo>
                <a:lnTo>
                  <a:pt x="354377" y="59213"/>
                </a:lnTo>
                <a:lnTo>
                  <a:pt x="378676" y="60142"/>
                </a:lnTo>
                <a:lnTo>
                  <a:pt x="403606" y="60452"/>
                </a:lnTo>
                <a:lnTo>
                  <a:pt x="428462" y="60452"/>
                </a:lnTo>
                <a:lnTo>
                  <a:pt x="452723" y="60452"/>
                </a:lnTo>
                <a:lnTo>
                  <a:pt x="1528445" y="60452"/>
                </a:lnTo>
                <a:lnTo>
                  <a:pt x="1563425" y="59189"/>
                </a:lnTo>
                <a:lnTo>
                  <a:pt x="1602835" y="55403"/>
                </a:lnTo>
                <a:lnTo>
                  <a:pt x="1646674" y="49093"/>
                </a:lnTo>
                <a:lnTo>
                  <a:pt x="1694941" y="40259"/>
                </a:lnTo>
                <a:lnTo>
                  <a:pt x="1743138" y="31444"/>
                </a:lnTo>
                <a:lnTo>
                  <a:pt x="1786953" y="25177"/>
                </a:lnTo>
                <a:lnTo>
                  <a:pt x="1826387" y="21435"/>
                </a:lnTo>
                <a:lnTo>
                  <a:pt x="1861439" y="20193"/>
                </a:lnTo>
                <a:lnTo>
                  <a:pt x="1891680" y="20193"/>
                </a:lnTo>
                <a:lnTo>
                  <a:pt x="1916874" y="20193"/>
                </a:lnTo>
                <a:lnTo>
                  <a:pt x="2491866" y="20193"/>
                </a:lnTo>
                <a:lnTo>
                  <a:pt x="2501963" y="19863"/>
                </a:lnTo>
                <a:lnTo>
                  <a:pt x="2512060" y="18891"/>
                </a:lnTo>
                <a:lnTo>
                  <a:pt x="2522156" y="17299"/>
                </a:lnTo>
                <a:lnTo>
                  <a:pt x="2532253" y="15112"/>
                </a:lnTo>
                <a:lnTo>
                  <a:pt x="2542349" y="12872"/>
                </a:lnTo>
                <a:lnTo>
                  <a:pt x="2552446" y="11287"/>
                </a:lnTo>
                <a:lnTo>
                  <a:pt x="2562542" y="10344"/>
                </a:lnTo>
                <a:lnTo>
                  <a:pt x="2572639" y="10033"/>
                </a:lnTo>
                <a:lnTo>
                  <a:pt x="2586101" y="10033"/>
                </a:lnTo>
                <a:lnTo>
                  <a:pt x="2592831" y="8382"/>
                </a:lnTo>
                <a:lnTo>
                  <a:pt x="2592831" y="4953"/>
                </a:lnTo>
                <a:lnTo>
                  <a:pt x="2592831" y="1651"/>
                </a:lnTo>
                <a:lnTo>
                  <a:pt x="2594483" y="0"/>
                </a:lnTo>
                <a:lnTo>
                  <a:pt x="2626487" y="0"/>
                </a:lnTo>
                <a:lnTo>
                  <a:pt x="263321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87496" y="3083432"/>
            <a:ext cx="4843145" cy="151765"/>
          </a:xfrm>
          <a:custGeom>
            <a:avLst/>
            <a:gdLst/>
            <a:ahLst/>
            <a:cxnLst/>
            <a:rect l="l" t="t" r="r" b="b"/>
            <a:pathLst>
              <a:path w="4843145" h="151764">
                <a:moveTo>
                  <a:pt x="10032" y="0"/>
                </a:moveTo>
                <a:lnTo>
                  <a:pt x="53627" y="2839"/>
                </a:lnTo>
                <a:lnTo>
                  <a:pt x="65883" y="7246"/>
                </a:lnTo>
                <a:lnTo>
                  <a:pt x="71866" y="8794"/>
                </a:lnTo>
                <a:lnTo>
                  <a:pt x="78491" y="9723"/>
                </a:lnTo>
                <a:lnTo>
                  <a:pt x="85725" y="10032"/>
                </a:lnTo>
                <a:lnTo>
                  <a:pt x="93323" y="10032"/>
                </a:lnTo>
                <a:lnTo>
                  <a:pt x="100885" y="10032"/>
                </a:lnTo>
                <a:lnTo>
                  <a:pt x="670940" y="10032"/>
                </a:lnTo>
                <a:lnTo>
                  <a:pt x="688564" y="10362"/>
                </a:lnTo>
                <a:lnTo>
                  <a:pt x="706199" y="11334"/>
                </a:lnTo>
                <a:lnTo>
                  <a:pt x="723858" y="12926"/>
                </a:lnTo>
                <a:lnTo>
                  <a:pt x="741552" y="15112"/>
                </a:lnTo>
                <a:lnTo>
                  <a:pt x="758864" y="17353"/>
                </a:lnTo>
                <a:lnTo>
                  <a:pt x="775557" y="18938"/>
                </a:lnTo>
                <a:lnTo>
                  <a:pt x="791630" y="19881"/>
                </a:lnTo>
                <a:lnTo>
                  <a:pt x="807084" y="20192"/>
                </a:lnTo>
                <a:lnTo>
                  <a:pt x="822539" y="20504"/>
                </a:lnTo>
                <a:lnTo>
                  <a:pt x="838612" y="21447"/>
                </a:lnTo>
                <a:lnTo>
                  <a:pt x="855305" y="23032"/>
                </a:lnTo>
                <a:lnTo>
                  <a:pt x="872616" y="25272"/>
                </a:lnTo>
                <a:lnTo>
                  <a:pt x="890311" y="27439"/>
                </a:lnTo>
                <a:lnTo>
                  <a:pt x="907970" y="28987"/>
                </a:lnTo>
                <a:lnTo>
                  <a:pt x="925605" y="29916"/>
                </a:lnTo>
                <a:lnTo>
                  <a:pt x="943228" y="30225"/>
                </a:lnTo>
                <a:lnTo>
                  <a:pt x="960302" y="30225"/>
                </a:lnTo>
                <a:lnTo>
                  <a:pt x="976090" y="30225"/>
                </a:lnTo>
                <a:lnTo>
                  <a:pt x="1099692" y="30225"/>
                </a:lnTo>
                <a:lnTo>
                  <a:pt x="1110722" y="30555"/>
                </a:lnTo>
                <a:lnTo>
                  <a:pt x="1123632" y="31527"/>
                </a:lnTo>
                <a:lnTo>
                  <a:pt x="1138447" y="33119"/>
                </a:lnTo>
                <a:lnTo>
                  <a:pt x="1155191" y="35305"/>
                </a:lnTo>
                <a:lnTo>
                  <a:pt x="1172192" y="37492"/>
                </a:lnTo>
                <a:lnTo>
                  <a:pt x="1187942" y="39084"/>
                </a:lnTo>
                <a:lnTo>
                  <a:pt x="1202430" y="40056"/>
                </a:lnTo>
                <a:lnTo>
                  <a:pt x="1215643" y="40386"/>
                </a:lnTo>
                <a:lnTo>
                  <a:pt x="1228931" y="41007"/>
                </a:lnTo>
                <a:lnTo>
                  <a:pt x="1243456" y="42878"/>
                </a:lnTo>
                <a:lnTo>
                  <a:pt x="1259220" y="46011"/>
                </a:lnTo>
                <a:lnTo>
                  <a:pt x="1276223" y="50418"/>
                </a:lnTo>
                <a:lnTo>
                  <a:pt x="1293864" y="55155"/>
                </a:lnTo>
                <a:lnTo>
                  <a:pt x="1311528" y="59261"/>
                </a:lnTo>
                <a:lnTo>
                  <a:pt x="1365408" y="67772"/>
                </a:lnTo>
                <a:lnTo>
                  <a:pt x="1408271" y="70300"/>
                </a:lnTo>
                <a:lnTo>
                  <a:pt x="1456850" y="70923"/>
                </a:lnTo>
                <a:lnTo>
                  <a:pt x="1479248" y="71866"/>
                </a:lnTo>
                <a:lnTo>
                  <a:pt x="1499764" y="73451"/>
                </a:lnTo>
                <a:lnTo>
                  <a:pt x="1518412" y="75691"/>
                </a:lnTo>
                <a:lnTo>
                  <a:pt x="1536035" y="77858"/>
                </a:lnTo>
                <a:lnTo>
                  <a:pt x="1553670" y="79406"/>
                </a:lnTo>
                <a:lnTo>
                  <a:pt x="1571329" y="80335"/>
                </a:lnTo>
                <a:lnTo>
                  <a:pt x="1589024" y="80644"/>
                </a:lnTo>
                <a:lnTo>
                  <a:pt x="1606647" y="80974"/>
                </a:lnTo>
                <a:lnTo>
                  <a:pt x="1624282" y="81946"/>
                </a:lnTo>
                <a:lnTo>
                  <a:pt x="1641941" y="83538"/>
                </a:lnTo>
                <a:lnTo>
                  <a:pt x="1659636" y="85725"/>
                </a:lnTo>
                <a:lnTo>
                  <a:pt x="1677259" y="87965"/>
                </a:lnTo>
                <a:lnTo>
                  <a:pt x="1694894" y="89550"/>
                </a:lnTo>
                <a:lnTo>
                  <a:pt x="1712553" y="90493"/>
                </a:lnTo>
                <a:lnTo>
                  <a:pt x="1730248" y="90804"/>
                </a:lnTo>
                <a:lnTo>
                  <a:pt x="1747559" y="90804"/>
                </a:lnTo>
                <a:lnTo>
                  <a:pt x="1764252" y="90804"/>
                </a:lnTo>
                <a:lnTo>
                  <a:pt x="1780325" y="90804"/>
                </a:lnTo>
                <a:lnTo>
                  <a:pt x="1795779" y="90804"/>
                </a:lnTo>
                <a:lnTo>
                  <a:pt x="1810283" y="91116"/>
                </a:lnTo>
                <a:lnTo>
                  <a:pt x="1823513" y="92059"/>
                </a:lnTo>
                <a:lnTo>
                  <a:pt x="1835481" y="93644"/>
                </a:lnTo>
                <a:lnTo>
                  <a:pt x="1846199" y="95884"/>
                </a:lnTo>
                <a:lnTo>
                  <a:pt x="1856934" y="98381"/>
                </a:lnTo>
                <a:lnTo>
                  <a:pt x="1868931" y="100901"/>
                </a:lnTo>
                <a:lnTo>
                  <a:pt x="1911762" y="108158"/>
                </a:lnTo>
                <a:lnTo>
                  <a:pt x="1957196" y="110997"/>
                </a:lnTo>
                <a:lnTo>
                  <a:pt x="1972341" y="110997"/>
                </a:lnTo>
                <a:lnTo>
                  <a:pt x="1987486" y="110997"/>
                </a:lnTo>
                <a:lnTo>
                  <a:pt x="2113533" y="110997"/>
                </a:lnTo>
                <a:lnTo>
                  <a:pt x="2131228" y="111309"/>
                </a:lnTo>
                <a:lnTo>
                  <a:pt x="2184145" y="116077"/>
                </a:lnTo>
                <a:lnTo>
                  <a:pt x="2237188" y="123561"/>
                </a:lnTo>
                <a:lnTo>
                  <a:pt x="2254884" y="126111"/>
                </a:lnTo>
                <a:lnTo>
                  <a:pt x="2271573" y="128297"/>
                </a:lnTo>
                <a:lnTo>
                  <a:pt x="2286380" y="129889"/>
                </a:lnTo>
                <a:lnTo>
                  <a:pt x="2299283" y="130861"/>
                </a:lnTo>
                <a:lnTo>
                  <a:pt x="2310256" y="131190"/>
                </a:lnTo>
                <a:lnTo>
                  <a:pt x="2321304" y="131500"/>
                </a:lnTo>
                <a:lnTo>
                  <a:pt x="2334244" y="132429"/>
                </a:lnTo>
                <a:lnTo>
                  <a:pt x="2349065" y="133977"/>
                </a:lnTo>
                <a:lnTo>
                  <a:pt x="2365755" y="136143"/>
                </a:lnTo>
                <a:lnTo>
                  <a:pt x="2384091" y="138695"/>
                </a:lnTo>
                <a:lnTo>
                  <a:pt x="2403665" y="141224"/>
                </a:lnTo>
                <a:lnTo>
                  <a:pt x="2446528" y="146303"/>
                </a:lnTo>
                <a:lnTo>
                  <a:pt x="2485580" y="150082"/>
                </a:lnTo>
                <a:lnTo>
                  <a:pt x="2512059" y="151383"/>
                </a:lnTo>
                <a:lnTo>
                  <a:pt x="2522468" y="151383"/>
                </a:lnTo>
                <a:lnTo>
                  <a:pt x="2533507" y="151383"/>
                </a:lnTo>
                <a:lnTo>
                  <a:pt x="2950972" y="151383"/>
                </a:lnTo>
                <a:lnTo>
                  <a:pt x="2972069" y="151054"/>
                </a:lnTo>
                <a:lnTo>
                  <a:pt x="2990024" y="150082"/>
                </a:lnTo>
                <a:lnTo>
                  <a:pt x="3004835" y="148490"/>
                </a:lnTo>
                <a:lnTo>
                  <a:pt x="3016504" y="146303"/>
                </a:lnTo>
                <a:lnTo>
                  <a:pt x="3026600" y="144063"/>
                </a:lnTo>
                <a:lnTo>
                  <a:pt x="3036696" y="142478"/>
                </a:lnTo>
                <a:lnTo>
                  <a:pt x="3046793" y="141535"/>
                </a:lnTo>
                <a:lnTo>
                  <a:pt x="3056889" y="141224"/>
                </a:lnTo>
                <a:lnTo>
                  <a:pt x="3067937" y="140912"/>
                </a:lnTo>
                <a:lnTo>
                  <a:pt x="3080877" y="139969"/>
                </a:lnTo>
                <a:lnTo>
                  <a:pt x="3095698" y="138384"/>
                </a:lnTo>
                <a:lnTo>
                  <a:pt x="3112388" y="136143"/>
                </a:lnTo>
                <a:lnTo>
                  <a:pt x="3130962" y="133647"/>
                </a:lnTo>
                <a:lnTo>
                  <a:pt x="3151441" y="131127"/>
                </a:lnTo>
                <a:lnTo>
                  <a:pt x="3198113" y="126111"/>
                </a:lnTo>
                <a:lnTo>
                  <a:pt x="3249834" y="121046"/>
                </a:lnTo>
                <a:lnTo>
                  <a:pt x="3304031" y="116077"/>
                </a:lnTo>
                <a:lnTo>
                  <a:pt x="3364626" y="112252"/>
                </a:lnTo>
                <a:lnTo>
                  <a:pt x="3435223" y="110997"/>
                </a:lnTo>
                <a:lnTo>
                  <a:pt x="3469582" y="110686"/>
                </a:lnTo>
                <a:lnTo>
                  <a:pt x="3497024" y="109743"/>
                </a:lnTo>
                <a:lnTo>
                  <a:pt x="3517536" y="108158"/>
                </a:lnTo>
                <a:lnTo>
                  <a:pt x="3531107" y="105917"/>
                </a:lnTo>
                <a:lnTo>
                  <a:pt x="3541184" y="103731"/>
                </a:lnTo>
                <a:lnTo>
                  <a:pt x="3551237" y="102139"/>
                </a:lnTo>
                <a:lnTo>
                  <a:pt x="3561290" y="101167"/>
                </a:lnTo>
                <a:lnTo>
                  <a:pt x="3571367" y="100837"/>
                </a:lnTo>
                <a:lnTo>
                  <a:pt x="3581775" y="100837"/>
                </a:lnTo>
                <a:lnTo>
                  <a:pt x="3592814" y="100837"/>
                </a:lnTo>
                <a:lnTo>
                  <a:pt x="3783329" y="100837"/>
                </a:lnTo>
                <a:lnTo>
                  <a:pt x="3794668" y="100528"/>
                </a:lnTo>
                <a:lnTo>
                  <a:pt x="3808507" y="99599"/>
                </a:lnTo>
                <a:lnTo>
                  <a:pt x="3824870" y="98051"/>
                </a:lnTo>
                <a:lnTo>
                  <a:pt x="3843781" y="95884"/>
                </a:lnTo>
                <a:lnTo>
                  <a:pt x="3863975" y="93644"/>
                </a:lnTo>
                <a:lnTo>
                  <a:pt x="3884168" y="92059"/>
                </a:lnTo>
                <a:lnTo>
                  <a:pt x="3904361" y="91116"/>
                </a:lnTo>
                <a:lnTo>
                  <a:pt x="3924554" y="90804"/>
                </a:lnTo>
                <a:lnTo>
                  <a:pt x="3945056" y="90804"/>
                </a:lnTo>
                <a:lnTo>
                  <a:pt x="3966178" y="90804"/>
                </a:lnTo>
                <a:lnTo>
                  <a:pt x="4398645" y="90804"/>
                </a:lnTo>
                <a:lnTo>
                  <a:pt x="4420411" y="90493"/>
                </a:lnTo>
                <a:lnTo>
                  <a:pt x="4445333" y="89550"/>
                </a:lnTo>
                <a:lnTo>
                  <a:pt x="4473422" y="87965"/>
                </a:lnTo>
                <a:lnTo>
                  <a:pt x="4504689" y="85725"/>
                </a:lnTo>
                <a:lnTo>
                  <a:pt x="4534931" y="83538"/>
                </a:lnTo>
                <a:lnTo>
                  <a:pt x="4560125" y="81946"/>
                </a:lnTo>
                <a:lnTo>
                  <a:pt x="4580270" y="80974"/>
                </a:lnTo>
                <a:lnTo>
                  <a:pt x="4595368" y="80644"/>
                </a:lnTo>
                <a:lnTo>
                  <a:pt x="4608016" y="80335"/>
                </a:lnTo>
                <a:lnTo>
                  <a:pt x="4620641" y="79406"/>
                </a:lnTo>
                <a:lnTo>
                  <a:pt x="4633265" y="77858"/>
                </a:lnTo>
                <a:lnTo>
                  <a:pt x="4645913" y="75691"/>
                </a:lnTo>
                <a:lnTo>
                  <a:pt x="4659127" y="73451"/>
                </a:lnTo>
                <a:lnTo>
                  <a:pt x="4673615" y="71866"/>
                </a:lnTo>
                <a:lnTo>
                  <a:pt x="4689365" y="70923"/>
                </a:lnTo>
                <a:lnTo>
                  <a:pt x="4706365" y="70612"/>
                </a:lnTo>
                <a:lnTo>
                  <a:pt x="4723439" y="70612"/>
                </a:lnTo>
                <a:lnTo>
                  <a:pt x="4739227" y="70612"/>
                </a:lnTo>
                <a:lnTo>
                  <a:pt x="4829175" y="70612"/>
                </a:lnTo>
                <a:lnTo>
                  <a:pt x="4842636" y="70612"/>
                </a:lnTo>
              </a:path>
              <a:path w="4843145" h="151764">
                <a:moveTo>
                  <a:pt x="1826005" y="110997"/>
                </a:moveTo>
                <a:lnTo>
                  <a:pt x="1826005" y="117728"/>
                </a:lnTo>
                <a:lnTo>
                  <a:pt x="1821052" y="121030"/>
                </a:lnTo>
                <a:lnTo>
                  <a:pt x="1810892" y="121030"/>
                </a:lnTo>
                <a:lnTo>
                  <a:pt x="1800859" y="121030"/>
                </a:lnTo>
                <a:lnTo>
                  <a:pt x="1792477" y="121030"/>
                </a:lnTo>
                <a:lnTo>
                  <a:pt x="1785746" y="121030"/>
                </a:lnTo>
                <a:lnTo>
                  <a:pt x="1780057" y="121342"/>
                </a:lnTo>
                <a:lnTo>
                  <a:pt x="1773094" y="122285"/>
                </a:lnTo>
                <a:lnTo>
                  <a:pt x="1764869" y="123870"/>
                </a:lnTo>
                <a:lnTo>
                  <a:pt x="1755393" y="126111"/>
                </a:lnTo>
                <a:lnTo>
                  <a:pt x="1745626" y="128297"/>
                </a:lnTo>
                <a:lnTo>
                  <a:pt x="1736502" y="129889"/>
                </a:lnTo>
                <a:lnTo>
                  <a:pt x="1727997" y="130861"/>
                </a:lnTo>
                <a:lnTo>
                  <a:pt x="1720088" y="131190"/>
                </a:lnTo>
                <a:lnTo>
                  <a:pt x="1712543" y="131190"/>
                </a:lnTo>
                <a:lnTo>
                  <a:pt x="1704975" y="131190"/>
                </a:lnTo>
                <a:lnTo>
                  <a:pt x="1482978" y="131190"/>
                </a:lnTo>
                <a:lnTo>
                  <a:pt x="1472955" y="130861"/>
                </a:lnTo>
                <a:lnTo>
                  <a:pt x="1462897" y="129889"/>
                </a:lnTo>
                <a:lnTo>
                  <a:pt x="1452814" y="128297"/>
                </a:lnTo>
                <a:lnTo>
                  <a:pt x="1442719" y="126111"/>
                </a:lnTo>
                <a:lnTo>
                  <a:pt x="1433574" y="123870"/>
                </a:lnTo>
                <a:lnTo>
                  <a:pt x="1426321" y="122285"/>
                </a:lnTo>
                <a:lnTo>
                  <a:pt x="1420949" y="121342"/>
                </a:lnTo>
                <a:lnTo>
                  <a:pt x="1417446" y="121030"/>
                </a:lnTo>
                <a:lnTo>
                  <a:pt x="1414144" y="121030"/>
                </a:lnTo>
                <a:lnTo>
                  <a:pt x="1407414" y="121030"/>
                </a:lnTo>
                <a:lnTo>
                  <a:pt x="1345183" y="121030"/>
                </a:lnTo>
                <a:lnTo>
                  <a:pt x="1338452" y="119379"/>
                </a:lnTo>
                <a:lnTo>
                  <a:pt x="1331721" y="116077"/>
                </a:lnTo>
                <a:lnTo>
                  <a:pt x="1324990" y="112649"/>
                </a:lnTo>
                <a:lnTo>
                  <a:pt x="1318259" y="109346"/>
                </a:lnTo>
                <a:lnTo>
                  <a:pt x="1311528" y="105917"/>
                </a:lnTo>
                <a:lnTo>
                  <a:pt x="1304798" y="102615"/>
                </a:lnTo>
                <a:lnTo>
                  <a:pt x="1299717" y="100837"/>
                </a:lnTo>
                <a:lnTo>
                  <a:pt x="1296415" y="100837"/>
                </a:lnTo>
                <a:lnTo>
                  <a:pt x="1292987" y="100837"/>
                </a:lnTo>
                <a:lnTo>
                  <a:pt x="1252727" y="100837"/>
                </a:lnTo>
                <a:lnTo>
                  <a:pt x="1247648" y="99187"/>
                </a:lnTo>
                <a:lnTo>
                  <a:pt x="1240916" y="95884"/>
                </a:lnTo>
                <a:lnTo>
                  <a:pt x="1234186" y="92455"/>
                </a:lnTo>
                <a:lnTo>
                  <a:pt x="1229105" y="90804"/>
                </a:lnTo>
                <a:lnTo>
                  <a:pt x="736473" y="90804"/>
                </a:lnTo>
                <a:lnTo>
                  <a:pt x="727017" y="91116"/>
                </a:lnTo>
                <a:lnTo>
                  <a:pt x="718835" y="92059"/>
                </a:lnTo>
                <a:lnTo>
                  <a:pt x="711916" y="93644"/>
                </a:lnTo>
                <a:lnTo>
                  <a:pt x="706246" y="95884"/>
                </a:lnTo>
                <a:lnTo>
                  <a:pt x="700869" y="98051"/>
                </a:lnTo>
                <a:lnTo>
                  <a:pt x="694848" y="99599"/>
                </a:lnTo>
                <a:lnTo>
                  <a:pt x="688209" y="100528"/>
                </a:lnTo>
                <a:lnTo>
                  <a:pt x="680974" y="100837"/>
                </a:lnTo>
                <a:lnTo>
                  <a:pt x="673738" y="101167"/>
                </a:lnTo>
                <a:lnTo>
                  <a:pt x="667099" y="102139"/>
                </a:lnTo>
                <a:lnTo>
                  <a:pt x="661078" y="103731"/>
                </a:lnTo>
                <a:lnTo>
                  <a:pt x="655701" y="105917"/>
                </a:lnTo>
                <a:lnTo>
                  <a:pt x="648969" y="109346"/>
                </a:lnTo>
                <a:lnTo>
                  <a:pt x="642365" y="112649"/>
                </a:lnTo>
                <a:lnTo>
                  <a:pt x="605281" y="121030"/>
                </a:lnTo>
                <a:lnTo>
                  <a:pt x="594875" y="121030"/>
                </a:lnTo>
                <a:lnTo>
                  <a:pt x="583850" y="121030"/>
                </a:lnTo>
                <a:lnTo>
                  <a:pt x="572206" y="121030"/>
                </a:lnTo>
                <a:lnTo>
                  <a:pt x="559942" y="121030"/>
                </a:lnTo>
                <a:lnTo>
                  <a:pt x="546985" y="121342"/>
                </a:lnTo>
                <a:lnTo>
                  <a:pt x="533431" y="122285"/>
                </a:lnTo>
                <a:lnTo>
                  <a:pt x="519259" y="123870"/>
                </a:lnTo>
                <a:lnTo>
                  <a:pt x="504443" y="126111"/>
                </a:lnTo>
                <a:lnTo>
                  <a:pt x="489940" y="128297"/>
                </a:lnTo>
                <a:lnTo>
                  <a:pt x="476710" y="129889"/>
                </a:lnTo>
                <a:lnTo>
                  <a:pt x="464742" y="130861"/>
                </a:lnTo>
                <a:lnTo>
                  <a:pt x="454025" y="131190"/>
                </a:lnTo>
                <a:lnTo>
                  <a:pt x="442977" y="131190"/>
                </a:lnTo>
                <a:lnTo>
                  <a:pt x="430037" y="131190"/>
                </a:lnTo>
                <a:lnTo>
                  <a:pt x="6730" y="131190"/>
                </a:lnTo>
                <a:lnTo>
                  <a:pt x="0" y="13119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08302" y="3900678"/>
            <a:ext cx="1140460" cy="605790"/>
          </a:xfrm>
          <a:custGeom>
            <a:avLst/>
            <a:gdLst/>
            <a:ahLst/>
            <a:cxnLst/>
            <a:rect l="l" t="t" r="r" b="b"/>
            <a:pathLst>
              <a:path w="1140460" h="605789">
                <a:moveTo>
                  <a:pt x="807085" y="484251"/>
                </a:moveTo>
                <a:lnTo>
                  <a:pt x="776797" y="509418"/>
                </a:lnTo>
                <a:lnTo>
                  <a:pt x="766714" y="514429"/>
                </a:lnTo>
                <a:lnTo>
                  <a:pt x="756656" y="519463"/>
                </a:lnTo>
                <a:lnTo>
                  <a:pt x="746633" y="524510"/>
                </a:lnTo>
                <a:lnTo>
                  <a:pt x="735585" y="529558"/>
                </a:lnTo>
                <a:lnTo>
                  <a:pt x="722645" y="534606"/>
                </a:lnTo>
                <a:lnTo>
                  <a:pt x="707824" y="539654"/>
                </a:lnTo>
                <a:lnTo>
                  <a:pt x="691134" y="544703"/>
                </a:lnTo>
                <a:lnTo>
                  <a:pt x="673748" y="549751"/>
                </a:lnTo>
                <a:lnTo>
                  <a:pt x="657018" y="554799"/>
                </a:lnTo>
                <a:lnTo>
                  <a:pt x="640931" y="559847"/>
                </a:lnTo>
                <a:lnTo>
                  <a:pt x="625474" y="564896"/>
                </a:lnTo>
                <a:lnTo>
                  <a:pt x="608758" y="569944"/>
                </a:lnTo>
                <a:lnTo>
                  <a:pt x="565896" y="580040"/>
                </a:lnTo>
                <a:lnTo>
                  <a:pt x="512962" y="589825"/>
                </a:lnTo>
                <a:lnTo>
                  <a:pt x="465008" y="597394"/>
                </a:lnTo>
                <a:lnTo>
                  <a:pt x="424056" y="602442"/>
                </a:lnTo>
                <a:lnTo>
                  <a:pt x="368299" y="605282"/>
                </a:lnTo>
                <a:lnTo>
                  <a:pt x="351555" y="605282"/>
                </a:lnTo>
                <a:lnTo>
                  <a:pt x="336740" y="605282"/>
                </a:lnTo>
                <a:lnTo>
                  <a:pt x="211835" y="605282"/>
                </a:lnTo>
                <a:lnTo>
                  <a:pt x="197332" y="604641"/>
                </a:lnTo>
                <a:lnTo>
                  <a:pt x="184102" y="602726"/>
                </a:lnTo>
                <a:lnTo>
                  <a:pt x="172134" y="599549"/>
                </a:lnTo>
                <a:lnTo>
                  <a:pt x="161416" y="595122"/>
                </a:lnTo>
                <a:lnTo>
                  <a:pt x="149748" y="589506"/>
                </a:lnTo>
                <a:lnTo>
                  <a:pt x="134937" y="582580"/>
                </a:lnTo>
                <a:lnTo>
                  <a:pt x="116982" y="574369"/>
                </a:lnTo>
                <a:lnTo>
                  <a:pt x="95884" y="564896"/>
                </a:lnTo>
                <a:lnTo>
                  <a:pt x="74713" y="555440"/>
                </a:lnTo>
                <a:lnTo>
                  <a:pt x="56721" y="547258"/>
                </a:lnTo>
                <a:lnTo>
                  <a:pt x="21081" y="528982"/>
                </a:lnTo>
                <a:lnTo>
                  <a:pt x="2839" y="494968"/>
                </a:lnTo>
                <a:lnTo>
                  <a:pt x="0" y="474091"/>
                </a:lnTo>
                <a:lnTo>
                  <a:pt x="0" y="468110"/>
                </a:lnTo>
                <a:lnTo>
                  <a:pt x="0" y="460248"/>
                </a:lnTo>
                <a:lnTo>
                  <a:pt x="0" y="450480"/>
                </a:lnTo>
                <a:lnTo>
                  <a:pt x="0" y="438785"/>
                </a:lnTo>
                <a:lnTo>
                  <a:pt x="311" y="426192"/>
                </a:lnTo>
                <a:lnTo>
                  <a:pt x="5080" y="388366"/>
                </a:lnTo>
                <a:lnTo>
                  <a:pt x="29600" y="342020"/>
                </a:lnTo>
                <a:lnTo>
                  <a:pt x="62412" y="303903"/>
                </a:lnTo>
                <a:lnTo>
                  <a:pt x="92702" y="273613"/>
                </a:lnTo>
                <a:lnTo>
                  <a:pt x="119187" y="251537"/>
                </a:lnTo>
                <a:lnTo>
                  <a:pt x="133683" y="239569"/>
                </a:lnTo>
                <a:lnTo>
                  <a:pt x="149441" y="226339"/>
                </a:lnTo>
                <a:lnTo>
                  <a:pt x="166497" y="211836"/>
                </a:lnTo>
                <a:lnTo>
                  <a:pt x="183808" y="197002"/>
                </a:lnTo>
                <a:lnTo>
                  <a:pt x="200501" y="182800"/>
                </a:lnTo>
                <a:lnTo>
                  <a:pt x="232028" y="156337"/>
                </a:lnTo>
                <a:lnTo>
                  <a:pt x="264810" y="132318"/>
                </a:lnTo>
                <a:lnTo>
                  <a:pt x="302641" y="110871"/>
                </a:lnTo>
                <a:lnTo>
                  <a:pt x="348075" y="89439"/>
                </a:lnTo>
                <a:lnTo>
                  <a:pt x="403605" y="65532"/>
                </a:lnTo>
                <a:lnTo>
                  <a:pt x="459025" y="42862"/>
                </a:lnTo>
                <a:lnTo>
                  <a:pt x="504444" y="25146"/>
                </a:lnTo>
                <a:lnTo>
                  <a:pt x="542274" y="12573"/>
                </a:lnTo>
                <a:lnTo>
                  <a:pt x="589889" y="2786"/>
                </a:lnTo>
                <a:lnTo>
                  <a:pt x="630554" y="0"/>
                </a:lnTo>
                <a:lnTo>
                  <a:pt x="642836" y="0"/>
                </a:lnTo>
                <a:lnTo>
                  <a:pt x="654510" y="0"/>
                </a:lnTo>
                <a:lnTo>
                  <a:pt x="665541" y="0"/>
                </a:lnTo>
                <a:lnTo>
                  <a:pt x="675894" y="0"/>
                </a:lnTo>
                <a:lnTo>
                  <a:pt x="687252" y="621"/>
                </a:lnTo>
                <a:lnTo>
                  <a:pt x="736472" y="10033"/>
                </a:lnTo>
                <a:lnTo>
                  <a:pt x="785693" y="25177"/>
                </a:lnTo>
                <a:lnTo>
                  <a:pt x="827287" y="48156"/>
                </a:lnTo>
                <a:lnTo>
                  <a:pt x="848669" y="63611"/>
                </a:lnTo>
                <a:lnTo>
                  <a:pt x="862552" y="73088"/>
                </a:lnTo>
                <a:lnTo>
                  <a:pt x="897890" y="95758"/>
                </a:lnTo>
                <a:lnTo>
                  <a:pt x="931973" y="115982"/>
                </a:lnTo>
                <a:lnTo>
                  <a:pt x="953389" y="126111"/>
                </a:lnTo>
                <a:lnTo>
                  <a:pt x="961245" y="129539"/>
                </a:lnTo>
                <a:lnTo>
                  <a:pt x="998479" y="161041"/>
                </a:lnTo>
                <a:lnTo>
                  <a:pt x="1007633" y="170195"/>
                </a:lnTo>
                <a:lnTo>
                  <a:pt x="1016144" y="178706"/>
                </a:lnTo>
                <a:lnTo>
                  <a:pt x="1049273" y="206756"/>
                </a:lnTo>
                <a:lnTo>
                  <a:pt x="1055254" y="210879"/>
                </a:lnTo>
                <a:lnTo>
                  <a:pt x="1063117" y="218122"/>
                </a:lnTo>
                <a:lnTo>
                  <a:pt x="1072884" y="228508"/>
                </a:lnTo>
                <a:lnTo>
                  <a:pt x="1084580" y="242062"/>
                </a:lnTo>
                <a:lnTo>
                  <a:pt x="1096222" y="255633"/>
                </a:lnTo>
                <a:lnTo>
                  <a:pt x="1105995" y="266049"/>
                </a:lnTo>
                <a:lnTo>
                  <a:pt x="1113887" y="273298"/>
                </a:lnTo>
                <a:lnTo>
                  <a:pt x="1119886" y="277368"/>
                </a:lnTo>
                <a:lnTo>
                  <a:pt x="1126617" y="280797"/>
                </a:lnTo>
                <a:lnTo>
                  <a:pt x="1131570" y="287527"/>
                </a:lnTo>
                <a:lnTo>
                  <a:pt x="1134998" y="297561"/>
                </a:lnTo>
                <a:lnTo>
                  <a:pt x="1138301" y="307594"/>
                </a:lnTo>
                <a:lnTo>
                  <a:pt x="1140079" y="314325"/>
                </a:lnTo>
                <a:lnTo>
                  <a:pt x="1140079" y="317754"/>
                </a:lnTo>
                <a:lnTo>
                  <a:pt x="1140079" y="321056"/>
                </a:lnTo>
                <a:lnTo>
                  <a:pt x="1140079" y="388366"/>
                </a:lnTo>
                <a:lnTo>
                  <a:pt x="1139126" y="395601"/>
                </a:lnTo>
                <a:lnTo>
                  <a:pt x="1136269" y="402240"/>
                </a:lnTo>
                <a:lnTo>
                  <a:pt x="1131506" y="408261"/>
                </a:lnTo>
                <a:lnTo>
                  <a:pt x="1124839" y="413639"/>
                </a:lnTo>
                <a:lnTo>
                  <a:pt x="1117623" y="418996"/>
                </a:lnTo>
                <a:lnTo>
                  <a:pt x="1111027" y="424973"/>
                </a:lnTo>
                <a:lnTo>
                  <a:pt x="1105050" y="431569"/>
                </a:lnTo>
                <a:lnTo>
                  <a:pt x="1099692" y="438785"/>
                </a:lnTo>
                <a:lnTo>
                  <a:pt x="1092761" y="446694"/>
                </a:lnTo>
                <a:lnTo>
                  <a:pt x="1082055" y="455199"/>
                </a:lnTo>
                <a:lnTo>
                  <a:pt x="1067563" y="464323"/>
                </a:lnTo>
                <a:lnTo>
                  <a:pt x="1049273" y="474091"/>
                </a:lnTo>
                <a:lnTo>
                  <a:pt x="1029721" y="483875"/>
                </a:lnTo>
                <a:lnTo>
                  <a:pt x="1011443" y="493029"/>
                </a:lnTo>
                <a:lnTo>
                  <a:pt x="963828" y="516374"/>
                </a:lnTo>
                <a:lnTo>
                  <a:pt x="923163" y="529590"/>
                </a:lnTo>
                <a:lnTo>
                  <a:pt x="910516" y="532451"/>
                </a:lnTo>
                <a:lnTo>
                  <a:pt x="897905" y="535908"/>
                </a:lnTo>
                <a:lnTo>
                  <a:pt x="885318" y="539984"/>
                </a:lnTo>
                <a:lnTo>
                  <a:pt x="872744" y="544703"/>
                </a:lnTo>
                <a:lnTo>
                  <a:pt x="860407" y="549439"/>
                </a:lnTo>
                <a:lnTo>
                  <a:pt x="848725" y="553545"/>
                </a:lnTo>
                <a:lnTo>
                  <a:pt x="807085" y="563641"/>
                </a:lnTo>
                <a:lnTo>
                  <a:pt x="786891" y="564896"/>
                </a:lnTo>
                <a:lnTo>
                  <a:pt x="775862" y="564896"/>
                </a:lnTo>
                <a:lnTo>
                  <a:pt x="762952" y="564896"/>
                </a:lnTo>
                <a:lnTo>
                  <a:pt x="748137" y="564896"/>
                </a:lnTo>
                <a:lnTo>
                  <a:pt x="731392" y="564896"/>
                </a:lnTo>
                <a:lnTo>
                  <a:pt x="714702" y="565207"/>
                </a:lnTo>
                <a:lnTo>
                  <a:pt x="699881" y="566150"/>
                </a:lnTo>
                <a:lnTo>
                  <a:pt x="686941" y="567735"/>
                </a:lnTo>
                <a:lnTo>
                  <a:pt x="675894" y="569976"/>
                </a:lnTo>
                <a:lnTo>
                  <a:pt x="665541" y="572162"/>
                </a:lnTo>
                <a:lnTo>
                  <a:pt x="654510" y="573754"/>
                </a:lnTo>
                <a:lnTo>
                  <a:pt x="642836" y="574726"/>
                </a:lnTo>
                <a:lnTo>
                  <a:pt x="630554" y="575056"/>
                </a:lnTo>
                <a:lnTo>
                  <a:pt x="617650" y="575365"/>
                </a:lnTo>
                <a:lnTo>
                  <a:pt x="604091" y="576294"/>
                </a:lnTo>
                <a:lnTo>
                  <a:pt x="589889" y="577842"/>
                </a:lnTo>
                <a:lnTo>
                  <a:pt x="575055" y="580009"/>
                </a:lnTo>
                <a:lnTo>
                  <a:pt x="561173" y="582249"/>
                </a:lnTo>
                <a:lnTo>
                  <a:pt x="549814" y="583834"/>
                </a:lnTo>
                <a:lnTo>
                  <a:pt x="540980" y="584777"/>
                </a:lnTo>
                <a:lnTo>
                  <a:pt x="534670" y="585089"/>
                </a:lnTo>
                <a:lnTo>
                  <a:pt x="527939" y="585089"/>
                </a:lnTo>
                <a:lnTo>
                  <a:pt x="522985" y="585089"/>
                </a:lnTo>
                <a:lnTo>
                  <a:pt x="519557" y="585089"/>
                </a:lnTo>
                <a:lnTo>
                  <a:pt x="516254" y="585089"/>
                </a:lnTo>
                <a:lnTo>
                  <a:pt x="511174" y="585089"/>
                </a:lnTo>
                <a:lnTo>
                  <a:pt x="504444" y="58508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14773" y="4334383"/>
            <a:ext cx="3198495" cy="50800"/>
          </a:xfrm>
          <a:custGeom>
            <a:avLst/>
            <a:gdLst/>
            <a:ahLst/>
            <a:cxnLst/>
            <a:rect l="l" t="t" r="r" b="b"/>
            <a:pathLst>
              <a:path w="3198495" h="50800">
                <a:moveTo>
                  <a:pt x="0" y="40386"/>
                </a:moveTo>
                <a:lnTo>
                  <a:pt x="0" y="40386"/>
                </a:lnTo>
                <a:lnTo>
                  <a:pt x="716279" y="40386"/>
                </a:lnTo>
                <a:lnTo>
                  <a:pt x="736473" y="40697"/>
                </a:lnTo>
                <a:lnTo>
                  <a:pt x="756666" y="41640"/>
                </a:lnTo>
                <a:lnTo>
                  <a:pt x="776859" y="43225"/>
                </a:lnTo>
                <a:lnTo>
                  <a:pt x="797051" y="45466"/>
                </a:lnTo>
                <a:lnTo>
                  <a:pt x="817171" y="47652"/>
                </a:lnTo>
                <a:lnTo>
                  <a:pt x="837326" y="49244"/>
                </a:lnTo>
                <a:lnTo>
                  <a:pt x="857505" y="50216"/>
                </a:lnTo>
                <a:lnTo>
                  <a:pt x="877697" y="50546"/>
                </a:lnTo>
                <a:lnTo>
                  <a:pt x="898511" y="50546"/>
                </a:lnTo>
                <a:lnTo>
                  <a:pt x="920575" y="50546"/>
                </a:lnTo>
                <a:lnTo>
                  <a:pt x="1790700" y="50546"/>
                </a:lnTo>
                <a:lnTo>
                  <a:pt x="1803987" y="50216"/>
                </a:lnTo>
                <a:lnTo>
                  <a:pt x="1818513" y="49244"/>
                </a:lnTo>
                <a:lnTo>
                  <a:pt x="1834276" y="47652"/>
                </a:lnTo>
                <a:lnTo>
                  <a:pt x="1851278" y="45466"/>
                </a:lnTo>
                <a:lnTo>
                  <a:pt x="1867969" y="43225"/>
                </a:lnTo>
                <a:lnTo>
                  <a:pt x="1882790" y="41640"/>
                </a:lnTo>
                <a:lnTo>
                  <a:pt x="1895730" y="40697"/>
                </a:lnTo>
                <a:lnTo>
                  <a:pt x="1906777" y="40386"/>
                </a:lnTo>
                <a:lnTo>
                  <a:pt x="1917807" y="40386"/>
                </a:lnTo>
                <a:lnTo>
                  <a:pt x="1930717" y="40386"/>
                </a:lnTo>
                <a:lnTo>
                  <a:pt x="2184273" y="40386"/>
                </a:lnTo>
                <a:lnTo>
                  <a:pt x="2193389" y="40074"/>
                </a:lnTo>
                <a:lnTo>
                  <a:pt x="2205672" y="39131"/>
                </a:lnTo>
                <a:lnTo>
                  <a:pt x="2221099" y="37546"/>
                </a:lnTo>
                <a:lnTo>
                  <a:pt x="2239645" y="35306"/>
                </a:lnTo>
                <a:lnTo>
                  <a:pt x="2258887" y="33139"/>
                </a:lnTo>
                <a:lnTo>
                  <a:pt x="2276236" y="31591"/>
                </a:lnTo>
                <a:lnTo>
                  <a:pt x="2291705" y="30662"/>
                </a:lnTo>
                <a:lnTo>
                  <a:pt x="2305304" y="30353"/>
                </a:lnTo>
                <a:lnTo>
                  <a:pt x="2318829" y="30353"/>
                </a:lnTo>
                <a:lnTo>
                  <a:pt x="2334260" y="30353"/>
                </a:lnTo>
                <a:lnTo>
                  <a:pt x="2915666" y="30353"/>
                </a:lnTo>
                <a:lnTo>
                  <a:pt x="2941528" y="30041"/>
                </a:lnTo>
                <a:lnTo>
                  <a:pt x="2997015" y="27513"/>
                </a:lnTo>
                <a:lnTo>
                  <a:pt x="3054685" y="22776"/>
                </a:lnTo>
                <a:lnTo>
                  <a:pt x="3097583" y="17736"/>
                </a:lnTo>
                <a:lnTo>
                  <a:pt x="3124652" y="12999"/>
                </a:lnTo>
                <a:lnTo>
                  <a:pt x="3136296" y="11414"/>
                </a:lnTo>
                <a:lnTo>
                  <a:pt x="3147321" y="10471"/>
                </a:lnTo>
                <a:lnTo>
                  <a:pt x="3157728" y="10160"/>
                </a:lnTo>
                <a:lnTo>
                  <a:pt x="3166891" y="9848"/>
                </a:lnTo>
                <a:lnTo>
                  <a:pt x="3174174" y="8905"/>
                </a:lnTo>
                <a:lnTo>
                  <a:pt x="3179552" y="7320"/>
                </a:lnTo>
                <a:lnTo>
                  <a:pt x="3183001" y="5080"/>
                </a:lnTo>
                <a:lnTo>
                  <a:pt x="3186303" y="1778"/>
                </a:lnTo>
                <a:lnTo>
                  <a:pt x="3191382" y="0"/>
                </a:lnTo>
                <a:lnTo>
                  <a:pt x="3198114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4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636" y="1108965"/>
            <a:ext cx="8549005" cy="164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940" marR="5080" indent="-269875">
              <a:lnSpc>
                <a:spcPct val="132900"/>
              </a:lnSpc>
              <a:spcBef>
                <a:spcPts val="100"/>
              </a:spcBef>
              <a:buClr>
                <a:srgbClr val="000000"/>
              </a:buClr>
              <a:buFont typeface="MS PGothic"/>
              <a:buChar char="○"/>
              <a:tabLst>
                <a:tab pos="281940" algn="l"/>
                <a:tab pos="2336800" algn="l"/>
                <a:tab pos="4099560" algn="l"/>
                <a:tab pos="7630159" algn="l"/>
                <a:tab pos="8281670" algn="l"/>
              </a:tabLst>
            </a:pP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새자유주의(New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Liberalism)는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신자유주의(Neoliberalism)</a:t>
            </a:r>
            <a:r>
              <a:rPr sz="2000" b="1" spc="-10" dirty="0">
                <a:latin typeface="Malgun Gothic"/>
                <a:cs typeface="Malgun Gothic"/>
              </a:rPr>
              <a:t>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전혀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다 </a:t>
            </a:r>
            <a:r>
              <a:rPr sz="2000" b="1" spc="-25" dirty="0">
                <a:latin typeface="Malgun Gothic"/>
                <a:cs typeface="Malgun Gothic"/>
              </a:rPr>
              <a:t>르다.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tabLst>
                <a:tab pos="443230" algn="l"/>
                <a:tab pos="2263775" algn="l"/>
                <a:tab pos="2614295" algn="l"/>
                <a:tab pos="2896870" algn="l"/>
                <a:tab pos="4728210" algn="l"/>
                <a:tab pos="5829300" algn="l"/>
                <a:tab pos="7225030" algn="l"/>
              </a:tabLst>
            </a:pPr>
            <a:r>
              <a:rPr sz="2000" b="1" spc="370" dirty="0">
                <a:latin typeface="Malgun Gothic"/>
                <a:cs typeface="Malgun Gothic"/>
              </a:rPr>
              <a:t>-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Neoliberalism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40" dirty="0">
                <a:latin typeface="Malgun Gothic"/>
                <a:cs typeface="Malgun Gothic"/>
              </a:rPr>
              <a:t>is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a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contemporary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political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movement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advocating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7457" y="2731146"/>
            <a:ext cx="3270885" cy="83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  <a:tabLst>
                <a:tab pos="1493520" algn="l"/>
                <a:tab pos="2045970" algn="l"/>
              </a:tabLst>
            </a:pPr>
            <a:r>
              <a:rPr sz="2000" b="1" spc="-10" dirty="0">
                <a:latin typeface="Malgun Gothic"/>
                <a:cs typeface="Malgun Gothic"/>
              </a:rPr>
              <a:t>economic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liberalizations, Neoliberalism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supports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0982" y="2731146"/>
            <a:ext cx="4673600" cy="83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33400"/>
              </a:lnSpc>
              <a:spcBef>
                <a:spcPts val="100"/>
              </a:spcBef>
              <a:tabLst>
                <a:tab pos="755015" algn="l"/>
                <a:tab pos="971550" algn="l"/>
                <a:tab pos="1934845" algn="l"/>
                <a:tab pos="2615565" algn="l"/>
                <a:tab pos="2693035" algn="l"/>
                <a:tab pos="3216910" algn="l"/>
                <a:tab pos="3608070" algn="l"/>
              </a:tabLst>
            </a:pPr>
            <a:r>
              <a:rPr sz="2000" b="1" spc="-20" dirty="0">
                <a:latin typeface="Malgun Gothic"/>
                <a:cs typeface="Malgun Gothic"/>
              </a:rPr>
              <a:t>free</a:t>
            </a:r>
            <a:r>
              <a:rPr sz="2000" b="1" dirty="0">
                <a:latin typeface="Malgun Gothic"/>
                <a:cs typeface="Malgun Gothic"/>
              </a:rPr>
              <a:t>		</a:t>
            </a:r>
            <a:r>
              <a:rPr sz="2000" b="1" spc="-20" dirty="0">
                <a:latin typeface="Malgun Gothic"/>
                <a:cs typeface="Malgun Gothic"/>
              </a:rPr>
              <a:t>trade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and</a:t>
            </a:r>
            <a:r>
              <a:rPr sz="2000" b="1" dirty="0">
                <a:latin typeface="Malgun Gothic"/>
                <a:cs typeface="Malgun Gothic"/>
              </a:rPr>
              <a:t>		</a:t>
            </a:r>
            <a:r>
              <a:rPr sz="2000" b="1" spc="-20" dirty="0">
                <a:latin typeface="Malgun Gothic"/>
                <a:cs typeface="Malgun Gothic"/>
              </a:rPr>
              <a:t>open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markets. </a:t>
            </a:r>
            <a:r>
              <a:rPr sz="2000" b="1" spc="-25" dirty="0">
                <a:latin typeface="Malgun Gothic"/>
                <a:cs typeface="Malgun Gothic"/>
              </a:rPr>
              <a:t>the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privatization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of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nationalized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7457" y="3546044"/>
            <a:ext cx="8118475" cy="1242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3200"/>
              </a:lnSpc>
              <a:spcBef>
                <a:spcPts val="90"/>
              </a:spcBef>
            </a:pPr>
            <a:r>
              <a:rPr sz="2000" b="1" dirty="0">
                <a:latin typeface="Malgun Gothic"/>
                <a:cs typeface="Malgun Gothic"/>
              </a:rPr>
              <a:t>industries,</a:t>
            </a:r>
            <a:r>
              <a:rPr sz="2000" b="1" spc="43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deregulation,</a:t>
            </a:r>
            <a:r>
              <a:rPr sz="2000" b="1" spc="43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and</a:t>
            </a:r>
            <a:r>
              <a:rPr sz="2000" b="1" spc="4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enhancing</a:t>
            </a:r>
            <a:r>
              <a:rPr sz="2000" b="1" spc="4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the</a:t>
            </a:r>
            <a:r>
              <a:rPr sz="2000" b="1" spc="4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role</a:t>
            </a:r>
            <a:r>
              <a:rPr sz="2000" b="1" spc="43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of</a:t>
            </a:r>
            <a:r>
              <a:rPr sz="2000" b="1" spc="4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the</a:t>
            </a:r>
            <a:r>
              <a:rPr sz="2000" b="1" spc="41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private </a:t>
            </a:r>
            <a:r>
              <a:rPr sz="2000" b="1" dirty="0">
                <a:latin typeface="Malgun Gothic"/>
                <a:cs typeface="Malgun Gothic"/>
              </a:rPr>
              <a:t>sector</a:t>
            </a:r>
            <a:r>
              <a:rPr sz="2000" b="1" spc="37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in</a:t>
            </a:r>
            <a:r>
              <a:rPr sz="2000" b="1" spc="37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modern</a:t>
            </a:r>
            <a:r>
              <a:rPr sz="2000" b="1" spc="37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society.</a:t>
            </a:r>
            <a:r>
              <a:rPr sz="2000" b="1" spc="38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It</a:t>
            </a:r>
            <a:r>
              <a:rPr sz="2000" b="1" spc="370" dirty="0">
                <a:latin typeface="Malgun Gothic"/>
                <a:cs typeface="Malgun Gothic"/>
              </a:rPr>
              <a:t>  </a:t>
            </a:r>
            <a:r>
              <a:rPr sz="2000" b="1" spc="65" dirty="0">
                <a:latin typeface="Malgun Gothic"/>
                <a:cs typeface="Malgun Gothic"/>
              </a:rPr>
              <a:t>is</a:t>
            </a:r>
            <a:r>
              <a:rPr sz="2000" b="1" spc="37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commonly</a:t>
            </a:r>
            <a:r>
              <a:rPr sz="2000" b="1" spc="37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informed</a:t>
            </a:r>
            <a:r>
              <a:rPr sz="2000" b="1" spc="375" dirty="0">
                <a:latin typeface="Malgun Gothic"/>
                <a:cs typeface="Malgun Gothic"/>
              </a:rPr>
              <a:t>  </a:t>
            </a:r>
            <a:r>
              <a:rPr sz="2000" b="1" spc="-25" dirty="0">
                <a:latin typeface="Malgun Gothic"/>
                <a:cs typeface="Malgun Gothic"/>
              </a:rPr>
              <a:t>by </a:t>
            </a:r>
            <a:r>
              <a:rPr sz="2000" b="1" dirty="0">
                <a:latin typeface="Malgun Gothic"/>
                <a:cs typeface="Malgun Gothic"/>
              </a:rPr>
              <a:t>neoclassical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or</a:t>
            </a:r>
            <a:r>
              <a:rPr sz="2000" b="1" spc="4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Austrian</a:t>
            </a:r>
            <a:r>
              <a:rPr sz="2000" b="1" spc="4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economics.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(Wikipedia)</a:t>
            </a:r>
            <a:endParaRPr sz="2000">
              <a:latin typeface="Malgun Gothic"/>
              <a:cs typeface="Malgun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986" y="1109725"/>
            <a:ext cx="7375779" cy="51714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519174" y="2720213"/>
            <a:ext cx="1644650" cy="30480"/>
          </a:xfrm>
          <a:custGeom>
            <a:avLst/>
            <a:gdLst/>
            <a:ahLst/>
            <a:cxnLst/>
            <a:rect l="l" t="t" r="r" b="b"/>
            <a:pathLst>
              <a:path w="1644650" h="30480">
                <a:moveTo>
                  <a:pt x="0" y="30225"/>
                </a:moveTo>
                <a:lnTo>
                  <a:pt x="0" y="30225"/>
                </a:lnTo>
                <a:lnTo>
                  <a:pt x="90804" y="30225"/>
                </a:lnTo>
                <a:lnTo>
                  <a:pt x="105949" y="29916"/>
                </a:lnTo>
                <a:lnTo>
                  <a:pt x="121094" y="28987"/>
                </a:lnTo>
                <a:lnTo>
                  <a:pt x="136239" y="27439"/>
                </a:lnTo>
                <a:lnTo>
                  <a:pt x="151383" y="25273"/>
                </a:lnTo>
                <a:lnTo>
                  <a:pt x="166838" y="22721"/>
                </a:lnTo>
                <a:lnTo>
                  <a:pt x="182911" y="20192"/>
                </a:lnTo>
                <a:lnTo>
                  <a:pt x="233606" y="12946"/>
                </a:lnTo>
                <a:lnTo>
                  <a:pt x="272414" y="10160"/>
                </a:lnTo>
                <a:lnTo>
                  <a:pt x="282511" y="9830"/>
                </a:lnTo>
                <a:lnTo>
                  <a:pt x="292608" y="8858"/>
                </a:lnTo>
                <a:lnTo>
                  <a:pt x="302704" y="7266"/>
                </a:lnTo>
                <a:lnTo>
                  <a:pt x="312800" y="5079"/>
                </a:lnTo>
                <a:lnTo>
                  <a:pt x="322897" y="2839"/>
                </a:lnTo>
                <a:lnTo>
                  <a:pt x="332994" y="1254"/>
                </a:lnTo>
                <a:lnTo>
                  <a:pt x="343090" y="311"/>
                </a:lnTo>
                <a:lnTo>
                  <a:pt x="353187" y="0"/>
                </a:lnTo>
                <a:lnTo>
                  <a:pt x="363210" y="0"/>
                </a:lnTo>
                <a:lnTo>
                  <a:pt x="373268" y="0"/>
                </a:lnTo>
                <a:lnTo>
                  <a:pt x="1637792" y="0"/>
                </a:lnTo>
                <a:lnTo>
                  <a:pt x="1644523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49360" y="2730373"/>
            <a:ext cx="1180465" cy="30480"/>
          </a:xfrm>
          <a:custGeom>
            <a:avLst/>
            <a:gdLst/>
            <a:ahLst/>
            <a:cxnLst/>
            <a:rect l="l" t="t" r="r" b="b"/>
            <a:pathLst>
              <a:path w="1180465" h="30480">
                <a:moveTo>
                  <a:pt x="0" y="30225"/>
                </a:moveTo>
                <a:lnTo>
                  <a:pt x="6619" y="30225"/>
                </a:lnTo>
                <a:lnTo>
                  <a:pt x="16382" y="30225"/>
                </a:lnTo>
                <a:lnTo>
                  <a:pt x="29289" y="30225"/>
                </a:lnTo>
                <a:lnTo>
                  <a:pt x="45339" y="30225"/>
                </a:lnTo>
                <a:lnTo>
                  <a:pt x="63291" y="29914"/>
                </a:lnTo>
                <a:lnTo>
                  <a:pt x="81899" y="28971"/>
                </a:lnTo>
                <a:lnTo>
                  <a:pt x="101149" y="27386"/>
                </a:lnTo>
                <a:lnTo>
                  <a:pt x="121031" y="25146"/>
                </a:lnTo>
                <a:lnTo>
                  <a:pt x="141222" y="22959"/>
                </a:lnTo>
                <a:lnTo>
                  <a:pt x="161401" y="21367"/>
                </a:lnTo>
                <a:lnTo>
                  <a:pt x="181556" y="20395"/>
                </a:lnTo>
                <a:lnTo>
                  <a:pt x="201675" y="20065"/>
                </a:lnTo>
                <a:lnTo>
                  <a:pt x="221869" y="20065"/>
                </a:lnTo>
                <a:lnTo>
                  <a:pt x="242062" y="20065"/>
                </a:lnTo>
                <a:lnTo>
                  <a:pt x="1013841" y="20065"/>
                </a:lnTo>
                <a:lnTo>
                  <a:pt x="1022391" y="19756"/>
                </a:lnTo>
                <a:lnTo>
                  <a:pt x="1032811" y="18827"/>
                </a:lnTo>
                <a:lnTo>
                  <a:pt x="1045112" y="17279"/>
                </a:lnTo>
                <a:lnTo>
                  <a:pt x="1059307" y="15112"/>
                </a:lnTo>
                <a:lnTo>
                  <a:pt x="1073810" y="12872"/>
                </a:lnTo>
                <a:lnTo>
                  <a:pt x="1087040" y="11287"/>
                </a:lnTo>
                <a:lnTo>
                  <a:pt x="1099008" y="10344"/>
                </a:lnTo>
                <a:lnTo>
                  <a:pt x="1109726" y="10032"/>
                </a:lnTo>
                <a:lnTo>
                  <a:pt x="1119493" y="10032"/>
                </a:lnTo>
                <a:lnTo>
                  <a:pt x="1128617" y="10032"/>
                </a:lnTo>
                <a:lnTo>
                  <a:pt x="1178687" y="10032"/>
                </a:lnTo>
                <a:lnTo>
                  <a:pt x="1180338" y="6730"/>
                </a:lnTo>
                <a:lnTo>
                  <a:pt x="118033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81555" y="3154045"/>
            <a:ext cx="827405" cy="30480"/>
          </a:xfrm>
          <a:custGeom>
            <a:avLst/>
            <a:gdLst/>
            <a:ahLst/>
            <a:cxnLst/>
            <a:rect l="l" t="t" r="r" b="b"/>
            <a:pathLst>
              <a:path w="827405" h="30480">
                <a:moveTo>
                  <a:pt x="0" y="30225"/>
                </a:moveTo>
                <a:lnTo>
                  <a:pt x="6931" y="29916"/>
                </a:lnTo>
                <a:lnTo>
                  <a:pt x="17637" y="28987"/>
                </a:lnTo>
                <a:lnTo>
                  <a:pt x="32129" y="27439"/>
                </a:lnTo>
                <a:lnTo>
                  <a:pt x="50418" y="25272"/>
                </a:lnTo>
                <a:lnTo>
                  <a:pt x="70921" y="23032"/>
                </a:lnTo>
                <a:lnTo>
                  <a:pt x="92043" y="21447"/>
                </a:lnTo>
                <a:lnTo>
                  <a:pt x="113784" y="20504"/>
                </a:lnTo>
                <a:lnTo>
                  <a:pt x="136144" y="20192"/>
                </a:lnTo>
                <a:lnTo>
                  <a:pt x="157571" y="19881"/>
                </a:lnTo>
                <a:lnTo>
                  <a:pt x="176498" y="18938"/>
                </a:lnTo>
                <a:lnTo>
                  <a:pt x="192901" y="17353"/>
                </a:lnTo>
                <a:lnTo>
                  <a:pt x="206756" y="15112"/>
                </a:lnTo>
                <a:lnTo>
                  <a:pt x="220976" y="12926"/>
                </a:lnTo>
                <a:lnTo>
                  <a:pt x="238315" y="11334"/>
                </a:lnTo>
                <a:lnTo>
                  <a:pt x="258798" y="10362"/>
                </a:lnTo>
                <a:lnTo>
                  <a:pt x="282448" y="10032"/>
                </a:lnTo>
                <a:lnTo>
                  <a:pt x="307359" y="9723"/>
                </a:lnTo>
                <a:lnTo>
                  <a:pt x="331628" y="8794"/>
                </a:lnTo>
                <a:lnTo>
                  <a:pt x="355278" y="7246"/>
                </a:lnTo>
                <a:lnTo>
                  <a:pt x="378332" y="5079"/>
                </a:lnTo>
                <a:lnTo>
                  <a:pt x="399742" y="2839"/>
                </a:lnTo>
                <a:lnTo>
                  <a:pt x="418639" y="1254"/>
                </a:lnTo>
                <a:lnTo>
                  <a:pt x="435036" y="311"/>
                </a:lnTo>
                <a:lnTo>
                  <a:pt x="448944" y="0"/>
                </a:lnTo>
                <a:lnTo>
                  <a:pt x="461519" y="0"/>
                </a:lnTo>
                <a:lnTo>
                  <a:pt x="474106" y="0"/>
                </a:lnTo>
                <a:lnTo>
                  <a:pt x="820546" y="0"/>
                </a:lnTo>
                <a:lnTo>
                  <a:pt x="82727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85565" y="3103626"/>
            <a:ext cx="1059815" cy="40640"/>
          </a:xfrm>
          <a:custGeom>
            <a:avLst/>
            <a:gdLst/>
            <a:ahLst/>
            <a:cxnLst/>
            <a:rect l="l" t="t" r="r" b="b"/>
            <a:pathLst>
              <a:path w="1059814" h="40639">
                <a:moveTo>
                  <a:pt x="0" y="40386"/>
                </a:moveTo>
                <a:lnTo>
                  <a:pt x="0" y="40386"/>
                </a:lnTo>
                <a:lnTo>
                  <a:pt x="393573" y="40386"/>
                </a:lnTo>
                <a:lnTo>
                  <a:pt x="408644" y="40056"/>
                </a:lnTo>
                <a:lnTo>
                  <a:pt x="423751" y="39084"/>
                </a:lnTo>
                <a:lnTo>
                  <a:pt x="438882" y="37492"/>
                </a:lnTo>
                <a:lnTo>
                  <a:pt x="454025" y="35306"/>
                </a:lnTo>
                <a:lnTo>
                  <a:pt x="468528" y="33065"/>
                </a:lnTo>
                <a:lnTo>
                  <a:pt x="481758" y="31480"/>
                </a:lnTo>
                <a:lnTo>
                  <a:pt x="493726" y="30537"/>
                </a:lnTo>
                <a:lnTo>
                  <a:pt x="504444" y="30225"/>
                </a:lnTo>
                <a:lnTo>
                  <a:pt x="514540" y="29914"/>
                </a:lnTo>
                <a:lnTo>
                  <a:pt x="524637" y="28971"/>
                </a:lnTo>
                <a:lnTo>
                  <a:pt x="534733" y="27386"/>
                </a:lnTo>
                <a:lnTo>
                  <a:pt x="544830" y="25146"/>
                </a:lnTo>
                <a:lnTo>
                  <a:pt x="554926" y="22979"/>
                </a:lnTo>
                <a:lnTo>
                  <a:pt x="565023" y="21431"/>
                </a:lnTo>
                <a:lnTo>
                  <a:pt x="575119" y="20502"/>
                </a:lnTo>
                <a:lnTo>
                  <a:pt x="585216" y="20193"/>
                </a:lnTo>
                <a:lnTo>
                  <a:pt x="595312" y="20193"/>
                </a:lnTo>
                <a:lnTo>
                  <a:pt x="605409" y="20193"/>
                </a:lnTo>
                <a:lnTo>
                  <a:pt x="802132" y="20193"/>
                </a:lnTo>
                <a:lnTo>
                  <a:pt x="809988" y="19863"/>
                </a:lnTo>
                <a:lnTo>
                  <a:pt x="818499" y="18891"/>
                </a:lnTo>
                <a:lnTo>
                  <a:pt x="827653" y="17299"/>
                </a:lnTo>
                <a:lnTo>
                  <a:pt x="837438" y="15112"/>
                </a:lnTo>
                <a:lnTo>
                  <a:pt x="848467" y="12616"/>
                </a:lnTo>
                <a:lnTo>
                  <a:pt x="861377" y="10096"/>
                </a:lnTo>
                <a:lnTo>
                  <a:pt x="909627" y="2839"/>
                </a:lnTo>
                <a:lnTo>
                  <a:pt x="948436" y="0"/>
                </a:lnTo>
                <a:lnTo>
                  <a:pt x="958530" y="0"/>
                </a:lnTo>
                <a:lnTo>
                  <a:pt x="968613" y="0"/>
                </a:lnTo>
                <a:lnTo>
                  <a:pt x="1052703" y="0"/>
                </a:lnTo>
                <a:lnTo>
                  <a:pt x="105943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96788" y="3517265"/>
            <a:ext cx="1301750" cy="80645"/>
          </a:xfrm>
          <a:custGeom>
            <a:avLst/>
            <a:gdLst/>
            <a:ahLst/>
            <a:cxnLst/>
            <a:rect l="l" t="t" r="r" b="b"/>
            <a:pathLst>
              <a:path w="1301750" h="80645">
                <a:moveTo>
                  <a:pt x="0" y="80645"/>
                </a:moveTo>
                <a:lnTo>
                  <a:pt x="0" y="80645"/>
                </a:lnTo>
                <a:lnTo>
                  <a:pt x="37084" y="80645"/>
                </a:lnTo>
                <a:lnTo>
                  <a:pt x="43814" y="78994"/>
                </a:lnTo>
                <a:lnTo>
                  <a:pt x="50546" y="75692"/>
                </a:lnTo>
                <a:lnTo>
                  <a:pt x="57276" y="72262"/>
                </a:lnTo>
                <a:lnTo>
                  <a:pt x="64008" y="70612"/>
                </a:lnTo>
                <a:lnTo>
                  <a:pt x="70612" y="70612"/>
                </a:lnTo>
                <a:lnTo>
                  <a:pt x="77342" y="70612"/>
                </a:lnTo>
                <a:lnTo>
                  <a:pt x="84074" y="68961"/>
                </a:lnTo>
                <a:lnTo>
                  <a:pt x="121158" y="55499"/>
                </a:lnTo>
                <a:lnTo>
                  <a:pt x="171576" y="45338"/>
                </a:lnTo>
                <a:lnTo>
                  <a:pt x="214118" y="40695"/>
                </a:lnTo>
                <a:lnTo>
                  <a:pt x="227075" y="40386"/>
                </a:lnTo>
                <a:lnTo>
                  <a:pt x="240930" y="40386"/>
                </a:lnTo>
                <a:lnTo>
                  <a:pt x="257333" y="40386"/>
                </a:lnTo>
                <a:lnTo>
                  <a:pt x="378333" y="40386"/>
                </a:lnTo>
                <a:lnTo>
                  <a:pt x="396339" y="40056"/>
                </a:lnTo>
                <a:lnTo>
                  <a:pt x="414940" y="39084"/>
                </a:lnTo>
                <a:lnTo>
                  <a:pt x="434161" y="37492"/>
                </a:lnTo>
                <a:lnTo>
                  <a:pt x="454025" y="35306"/>
                </a:lnTo>
                <a:lnTo>
                  <a:pt x="474217" y="33065"/>
                </a:lnTo>
                <a:lnTo>
                  <a:pt x="494411" y="31480"/>
                </a:lnTo>
                <a:lnTo>
                  <a:pt x="514604" y="30537"/>
                </a:lnTo>
                <a:lnTo>
                  <a:pt x="534797" y="30225"/>
                </a:lnTo>
                <a:lnTo>
                  <a:pt x="554658" y="30225"/>
                </a:lnTo>
                <a:lnTo>
                  <a:pt x="573865" y="30225"/>
                </a:lnTo>
                <a:lnTo>
                  <a:pt x="592429" y="30225"/>
                </a:lnTo>
                <a:lnTo>
                  <a:pt x="610362" y="30225"/>
                </a:lnTo>
                <a:lnTo>
                  <a:pt x="628058" y="29914"/>
                </a:lnTo>
                <a:lnTo>
                  <a:pt x="645731" y="28971"/>
                </a:lnTo>
                <a:lnTo>
                  <a:pt x="663404" y="27386"/>
                </a:lnTo>
                <a:lnTo>
                  <a:pt x="681101" y="25146"/>
                </a:lnTo>
                <a:lnTo>
                  <a:pt x="698412" y="22979"/>
                </a:lnTo>
                <a:lnTo>
                  <a:pt x="715105" y="21431"/>
                </a:lnTo>
                <a:lnTo>
                  <a:pt x="731178" y="20502"/>
                </a:lnTo>
                <a:lnTo>
                  <a:pt x="746633" y="20193"/>
                </a:lnTo>
                <a:lnTo>
                  <a:pt x="761136" y="20193"/>
                </a:lnTo>
                <a:lnTo>
                  <a:pt x="774366" y="20193"/>
                </a:lnTo>
                <a:lnTo>
                  <a:pt x="847470" y="20193"/>
                </a:lnTo>
                <a:lnTo>
                  <a:pt x="864189" y="19863"/>
                </a:lnTo>
                <a:lnTo>
                  <a:pt x="884062" y="18891"/>
                </a:lnTo>
                <a:lnTo>
                  <a:pt x="907103" y="17299"/>
                </a:lnTo>
                <a:lnTo>
                  <a:pt x="933322" y="15112"/>
                </a:lnTo>
                <a:lnTo>
                  <a:pt x="960419" y="12926"/>
                </a:lnTo>
                <a:lnTo>
                  <a:pt x="986266" y="11334"/>
                </a:lnTo>
                <a:lnTo>
                  <a:pt x="1010850" y="10362"/>
                </a:lnTo>
                <a:lnTo>
                  <a:pt x="1034161" y="10033"/>
                </a:lnTo>
                <a:lnTo>
                  <a:pt x="1056209" y="9723"/>
                </a:lnTo>
                <a:lnTo>
                  <a:pt x="1077007" y="8794"/>
                </a:lnTo>
                <a:lnTo>
                  <a:pt x="1096543" y="7246"/>
                </a:lnTo>
                <a:lnTo>
                  <a:pt x="1114806" y="5080"/>
                </a:lnTo>
                <a:lnTo>
                  <a:pt x="1133453" y="2839"/>
                </a:lnTo>
                <a:lnTo>
                  <a:pt x="1153969" y="1254"/>
                </a:lnTo>
                <a:lnTo>
                  <a:pt x="1176367" y="311"/>
                </a:lnTo>
                <a:lnTo>
                  <a:pt x="1200658" y="0"/>
                </a:lnTo>
                <a:lnTo>
                  <a:pt x="1223301" y="0"/>
                </a:lnTo>
                <a:lnTo>
                  <a:pt x="1240932" y="0"/>
                </a:lnTo>
                <a:lnTo>
                  <a:pt x="1294764" y="0"/>
                </a:lnTo>
                <a:lnTo>
                  <a:pt x="130149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504" y="3981322"/>
            <a:ext cx="1543685" cy="20320"/>
          </a:xfrm>
          <a:custGeom>
            <a:avLst/>
            <a:gdLst/>
            <a:ahLst/>
            <a:cxnLst/>
            <a:rect l="l" t="t" r="r" b="b"/>
            <a:pathLst>
              <a:path w="1543685" h="20320">
                <a:moveTo>
                  <a:pt x="0" y="20192"/>
                </a:moveTo>
                <a:lnTo>
                  <a:pt x="52006" y="7887"/>
                </a:lnTo>
                <a:lnTo>
                  <a:pt x="92043" y="1254"/>
                </a:lnTo>
                <a:lnTo>
                  <a:pt x="121031" y="0"/>
                </a:lnTo>
                <a:lnTo>
                  <a:pt x="136175" y="0"/>
                </a:lnTo>
                <a:lnTo>
                  <a:pt x="151320" y="0"/>
                </a:lnTo>
                <a:lnTo>
                  <a:pt x="1537888" y="0"/>
                </a:lnTo>
                <a:lnTo>
                  <a:pt x="154355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5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375" dirty="0"/>
              <a:t> </a:t>
            </a:r>
            <a:r>
              <a:rPr dirty="0"/>
              <a:t>집단주의</a:t>
            </a:r>
            <a:r>
              <a:rPr spc="375" dirty="0"/>
              <a:t> </a:t>
            </a:r>
            <a:r>
              <a:rPr dirty="0"/>
              <a:t>이론</a:t>
            </a:r>
            <a:r>
              <a:rPr spc="380" dirty="0"/>
              <a:t> </a:t>
            </a:r>
            <a:r>
              <a:rPr spc="135" dirty="0"/>
              <a:t>:</a:t>
            </a:r>
            <a:r>
              <a:rPr spc="380" dirty="0"/>
              <a:t> </a:t>
            </a:r>
            <a:r>
              <a:rPr dirty="0"/>
              <a:t>Collectivist</a:t>
            </a:r>
            <a:r>
              <a:rPr spc="385" dirty="0"/>
              <a:t> </a:t>
            </a:r>
            <a:r>
              <a:rPr spc="45" dirty="0"/>
              <a:t>Theories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7998459" cy="408812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90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마르크스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이론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Marx의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철학에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사상적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35" dirty="0">
                <a:latin typeface="Malgun Gothic"/>
                <a:cs typeface="Malgun Gothic"/>
              </a:rPr>
              <a:t>뿌리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79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Harold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spc="70" dirty="0">
                <a:latin typeface="Malgun Gothic"/>
                <a:cs typeface="Malgun Gothic"/>
              </a:rPr>
              <a:t>Laski,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Lytton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Strachey,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Ralph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Miliband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산업사회가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생산수단의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소유관계에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기초하여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사회계층을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형성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국가의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주요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관심사는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개인의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필요에</a:t>
            </a:r>
            <a:r>
              <a:rPr sz="2000" b="1" spc="28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따라</a:t>
            </a:r>
            <a:r>
              <a:rPr sz="2000" b="1" spc="28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자원을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35" dirty="0">
                <a:solidFill>
                  <a:srgbClr val="0000FF"/>
                </a:solidFill>
                <a:latin typeface="Malgun Gothic"/>
                <a:cs typeface="Malgun Gothic"/>
              </a:rPr>
              <a:t>배분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66700" indent="-266700">
              <a:lnSpc>
                <a:spcPct val="100000"/>
              </a:lnSpc>
              <a:spcBef>
                <a:spcPts val="5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사회민주주의자(Democratic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socialists)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중도적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입장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spc="60" dirty="0">
                <a:latin typeface="Malgun Gothic"/>
                <a:cs typeface="Malgun Gothic"/>
              </a:rPr>
              <a:t>Tawney,</a:t>
            </a:r>
            <a:r>
              <a:rPr sz="2000" b="1" spc="4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Crosland,</a:t>
            </a:r>
            <a:r>
              <a:rPr sz="2000" b="1" spc="4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Titmuss,</a:t>
            </a:r>
            <a:r>
              <a:rPr sz="2000" b="1" spc="43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Attlee,</a:t>
            </a:r>
            <a:r>
              <a:rPr sz="2000" b="1" spc="45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Wilson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평등주의적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목표를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어느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공유하지만,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진보주의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사상에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중점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9752" y="1701292"/>
            <a:ext cx="4166870" cy="40640"/>
          </a:xfrm>
          <a:custGeom>
            <a:avLst/>
            <a:gdLst/>
            <a:ahLst/>
            <a:cxnLst/>
            <a:rect l="l" t="t" r="r" b="b"/>
            <a:pathLst>
              <a:path w="4166870" h="40639">
                <a:moveTo>
                  <a:pt x="0" y="0"/>
                </a:moveTo>
                <a:lnTo>
                  <a:pt x="0" y="0"/>
                </a:lnTo>
                <a:lnTo>
                  <a:pt x="131190" y="0"/>
                </a:lnTo>
                <a:lnTo>
                  <a:pt x="147595" y="621"/>
                </a:lnTo>
                <a:lnTo>
                  <a:pt x="166512" y="2492"/>
                </a:lnTo>
                <a:lnTo>
                  <a:pt x="187930" y="5625"/>
                </a:lnTo>
                <a:lnTo>
                  <a:pt x="211835" y="10033"/>
                </a:lnTo>
                <a:lnTo>
                  <a:pt x="238027" y="14769"/>
                </a:lnTo>
                <a:lnTo>
                  <a:pt x="296078" y="22338"/>
                </a:lnTo>
                <a:lnTo>
                  <a:pt x="362894" y="27697"/>
                </a:lnTo>
                <a:lnTo>
                  <a:pt x="402304" y="30226"/>
                </a:lnTo>
                <a:lnTo>
                  <a:pt x="446143" y="32754"/>
                </a:lnTo>
                <a:lnTo>
                  <a:pt x="494410" y="35306"/>
                </a:lnTo>
                <a:lnTo>
                  <a:pt x="546391" y="37492"/>
                </a:lnTo>
                <a:lnTo>
                  <a:pt x="601551" y="39084"/>
                </a:lnTo>
                <a:lnTo>
                  <a:pt x="659878" y="40056"/>
                </a:lnTo>
                <a:lnTo>
                  <a:pt x="721360" y="40386"/>
                </a:lnTo>
                <a:lnTo>
                  <a:pt x="771804" y="40386"/>
                </a:lnTo>
                <a:lnTo>
                  <a:pt x="822248" y="40386"/>
                </a:lnTo>
                <a:lnTo>
                  <a:pt x="4160012" y="40386"/>
                </a:lnTo>
                <a:lnTo>
                  <a:pt x="4166616" y="4038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08302" y="2286380"/>
            <a:ext cx="1533525" cy="141605"/>
          </a:xfrm>
          <a:custGeom>
            <a:avLst/>
            <a:gdLst/>
            <a:ahLst/>
            <a:cxnLst/>
            <a:rect l="l" t="t" r="r" b="b"/>
            <a:pathLst>
              <a:path w="1533525" h="141605">
                <a:moveTo>
                  <a:pt x="0" y="141224"/>
                </a:moveTo>
                <a:lnTo>
                  <a:pt x="40259" y="136271"/>
                </a:lnTo>
                <a:lnTo>
                  <a:pt x="75565" y="126111"/>
                </a:lnTo>
                <a:lnTo>
                  <a:pt x="83492" y="123944"/>
                </a:lnTo>
                <a:lnTo>
                  <a:pt x="92027" y="122396"/>
                </a:lnTo>
                <a:lnTo>
                  <a:pt x="101157" y="121467"/>
                </a:lnTo>
                <a:lnTo>
                  <a:pt x="110871" y="121158"/>
                </a:lnTo>
                <a:lnTo>
                  <a:pt x="120655" y="121158"/>
                </a:lnTo>
                <a:lnTo>
                  <a:pt x="129809" y="121158"/>
                </a:lnTo>
                <a:lnTo>
                  <a:pt x="138320" y="121158"/>
                </a:lnTo>
                <a:lnTo>
                  <a:pt x="146177" y="121158"/>
                </a:lnTo>
                <a:lnTo>
                  <a:pt x="154727" y="120828"/>
                </a:lnTo>
                <a:lnTo>
                  <a:pt x="165147" y="119856"/>
                </a:lnTo>
                <a:lnTo>
                  <a:pt x="177448" y="118264"/>
                </a:lnTo>
                <a:lnTo>
                  <a:pt x="191643" y="116078"/>
                </a:lnTo>
                <a:lnTo>
                  <a:pt x="206458" y="113837"/>
                </a:lnTo>
                <a:lnTo>
                  <a:pt x="220630" y="112252"/>
                </a:lnTo>
                <a:lnTo>
                  <a:pt x="234184" y="111309"/>
                </a:lnTo>
                <a:lnTo>
                  <a:pt x="247141" y="110998"/>
                </a:lnTo>
                <a:lnTo>
                  <a:pt x="259734" y="110998"/>
                </a:lnTo>
                <a:lnTo>
                  <a:pt x="272351" y="110998"/>
                </a:lnTo>
                <a:lnTo>
                  <a:pt x="1170305" y="110998"/>
                </a:lnTo>
                <a:lnTo>
                  <a:pt x="1205257" y="110686"/>
                </a:lnTo>
                <a:lnTo>
                  <a:pt x="1239615" y="109743"/>
                </a:lnTo>
                <a:lnTo>
                  <a:pt x="1273353" y="108158"/>
                </a:lnTo>
                <a:lnTo>
                  <a:pt x="1306448" y="105918"/>
                </a:lnTo>
                <a:lnTo>
                  <a:pt x="1338905" y="103751"/>
                </a:lnTo>
                <a:lnTo>
                  <a:pt x="1370742" y="102203"/>
                </a:lnTo>
                <a:lnTo>
                  <a:pt x="1401960" y="101274"/>
                </a:lnTo>
                <a:lnTo>
                  <a:pt x="1432560" y="100965"/>
                </a:lnTo>
                <a:lnTo>
                  <a:pt x="1459995" y="100965"/>
                </a:lnTo>
                <a:lnTo>
                  <a:pt x="1481740" y="100965"/>
                </a:lnTo>
                <a:lnTo>
                  <a:pt x="1497818" y="100965"/>
                </a:lnTo>
                <a:lnTo>
                  <a:pt x="1508252" y="100965"/>
                </a:lnTo>
                <a:lnTo>
                  <a:pt x="1518285" y="100965"/>
                </a:lnTo>
                <a:lnTo>
                  <a:pt x="1526667" y="100965"/>
                </a:lnTo>
                <a:lnTo>
                  <a:pt x="1533398" y="100965"/>
                </a:lnTo>
              </a:path>
              <a:path w="1533525" h="141605">
                <a:moveTo>
                  <a:pt x="131063" y="70612"/>
                </a:moveTo>
                <a:lnTo>
                  <a:pt x="131063" y="63881"/>
                </a:lnTo>
                <a:lnTo>
                  <a:pt x="137794" y="60579"/>
                </a:lnTo>
                <a:lnTo>
                  <a:pt x="151256" y="60579"/>
                </a:lnTo>
                <a:lnTo>
                  <a:pt x="161665" y="60579"/>
                </a:lnTo>
                <a:lnTo>
                  <a:pt x="172704" y="60579"/>
                </a:lnTo>
                <a:lnTo>
                  <a:pt x="184386" y="60579"/>
                </a:lnTo>
                <a:lnTo>
                  <a:pt x="196722" y="60579"/>
                </a:lnTo>
                <a:lnTo>
                  <a:pt x="209297" y="60267"/>
                </a:lnTo>
                <a:lnTo>
                  <a:pt x="221884" y="59324"/>
                </a:lnTo>
                <a:lnTo>
                  <a:pt x="234495" y="57739"/>
                </a:lnTo>
                <a:lnTo>
                  <a:pt x="247141" y="55499"/>
                </a:lnTo>
                <a:lnTo>
                  <a:pt x="260357" y="53312"/>
                </a:lnTo>
                <a:lnTo>
                  <a:pt x="274859" y="51720"/>
                </a:lnTo>
                <a:lnTo>
                  <a:pt x="290647" y="50748"/>
                </a:lnTo>
                <a:lnTo>
                  <a:pt x="307721" y="50419"/>
                </a:lnTo>
                <a:lnTo>
                  <a:pt x="325032" y="50109"/>
                </a:lnTo>
                <a:lnTo>
                  <a:pt x="341725" y="49180"/>
                </a:lnTo>
                <a:lnTo>
                  <a:pt x="357798" y="47632"/>
                </a:lnTo>
                <a:lnTo>
                  <a:pt x="373253" y="45466"/>
                </a:lnTo>
                <a:lnTo>
                  <a:pt x="389018" y="42914"/>
                </a:lnTo>
                <a:lnTo>
                  <a:pt x="406034" y="40386"/>
                </a:lnTo>
                <a:lnTo>
                  <a:pt x="424312" y="37857"/>
                </a:lnTo>
                <a:lnTo>
                  <a:pt x="443865" y="35306"/>
                </a:lnTo>
                <a:lnTo>
                  <a:pt x="464056" y="32809"/>
                </a:lnTo>
                <a:lnTo>
                  <a:pt x="484235" y="30289"/>
                </a:lnTo>
                <a:lnTo>
                  <a:pt x="524510" y="25273"/>
                </a:lnTo>
                <a:lnTo>
                  <a:pt x="567435" y="21447"/>
                </a:lnTo>
                <a:lnTo>
                  <a:pt x="615315" y="20193"/>
                </a:lnTo>
                <a:lnTo>
                  <a:pt x="640556" y="20193"/>
                </a:lnTo>
                <a:lnTo>
                  <a:pt x="665797" y="20193"/>
                </a:lnTo>
                <a:lnTo>
                  <a:pt x="691038" y="20193"/>
                </a:lnTo>
                <a:lnTo>
                  <a:pt x="716279" y="20193"/>
                </a:lnTo>
                <a:lnTo>
                  <a:pt x="740880" y="19881"/>
                </a:lnTo>
                <a:lnTo>
                  <a:pt x="764206" y="18938"/>
                </a:lnTo>
                <a:lnTo>
                  <a:pt x="786270" y="17353"/>
                </a:lnTo>
                <a:lnTo>
                  <a:pt x="807085" y="15113"/>
                </a:lnTo>
                <a:lnTo>
                  <a:pt x="826637" y="12946"/>
                </a:lnTo>
                <a:lnTo>
                  <a:pt x="844915" y="11398"/>
                </a:lnTo>
                <a:lnTo>
                  <a:pt x="861931" y="10469"/>
                </a:lnTo>
                <a:lnTo>
                  <a:pt x="877697" y="10160"/>
                </a:lnTo>
                <a:lnTo>
                  <a:pt x="892512" y="10160"/>
                </a:lnTo>
                <a:lnTo>
                  <a:pt x="906684" y="10160"/>
                </a:lnTo>
                <a:lnTo>
                  <a:pt x="1341755" y="10160"/>
                </a:lnTo>
                <a:lnTo>
                  <a:pt x="1347114" y="9830"/>
                </a:lnTo>
                <a:lnTo>
                  <a:pt x="1353105" y="8858"/>
                </a:lnTo>
                <a:lnTo>
                  <a:pt x="1359739" y="7266"/>
                </a:lnTo>
                <a:lnTo>
                  <a:pt x="1367028" y="5080"/>
                </a:lnTo>
                <a:lnTo>
                  <a:pt x="1377061" y="1778"/>
                </a:lnTo>
                <a:lnTo>
                  <a:pt x="1383792" y="0"/>
                </a:lnTo>
                <a:lnTo>
                  <a:pt x="1387221" y="0"/>
                </a:lnTo>
                <a:lnTo>
                  <a:pt x="1390523" y="0"/>
                </a:lnTo>
                <a:lnTo>
                  <a:pt x="1395603" y="0"/>
                </a:lnTo>
                <a:lnTo>
                  <a:pt x="140233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48561" y="3910710"/>
            <a:ext cx="6517640" cy="181610"/>
          </a:xfrm>
          <a:custGeom>
            <a:avLst/>
            <a:gdLst/>
            <a:ahLst/>
            <a:cxnLst/>
            <a:rect l="l" t="t" r="r" b="b"/>
            <a:pathLst>
              <a:path w="6517640" h="181610">
                <a:moveTo>
                  <a:pt x="0" y="90804"/>
                </a:moveTo>
                <a:lnTo>
                  <a:pt x="0" y="90804"/>
                </a:lnTo>
                <a:lnTo>
                  <a:pt x="302640" y="90804"/>
                </a:lnTo>
                <a:lnTo>
                  <a:pt x="318097" y="91755"/>
                </a:lnTo>
                <a:lnTo>
                  <a:pt x="334184" y="94599"/>
                </a:lnTo>
                <a:lnTo>
                  <a:pt x="350914" y="99323"/>
                </a:lnTo>
                <a:lnTo>
                  <a:pt x="368300" y="105917"/>
                </a:lnTo>
                <a:lnTo>
                  <a:pt x="385300" y="112895"/>
                </a:lnTo>
                <a:lnTo>
                  <a:pt x="401050" y="118586"/>
                </a:lnTo>
                <a:lnTo>
                  <a:pt x="441088" y="128297"/>
                </a:lnTo>
                <a:lnTo>
                  <a:pt x="474218" y="131190"/>
                </a:lnTo>
                <a:lnTo>
                  <a:pt x="485576" y="131190"/>
                </a:lnTo>
                <a:lnTo>
                  <a:pt x="499459" y="131190"/>
                </a:lnTo>
                <a:lnTo>
                  <a:pt x="515866" y="131190"/>
                </a:lnTo>
                <a:lnTo>
                  <a:pt x="534796" y="131190"/>
                </a:lnTo>
                <a:lnTo>
                  <a:pt x="555867" y="131500"/>
                </a:lnTo>
                <a:lnTo>
                  <a:pt x="603769" y="133977"/>
                </a:lnTo>
                <a:lnTo>
                  <a:pt x="658969" y="139334"/>
                </a:lnTo>
                <a:lnTo>
                  <a:pt x="719512" y="149431"/>
                </a:lnTo>
                <a:lnTo>
                  <a:pt x="751713" y="156337"/>
                </a:lnTo>
                <a:lnTo>
                  <a:pt x="784167" y="162984"/>
                </a:lnTo>
                <a:lnTo>
                  <a:pt x="815990" y="167703"/>
                </a:lnTo>
                <a:lnTo>
                  <a:pt x="847171" y="170517"/>
                </a:lnTo>
                <a:lnTo>
                  <a:pt x="877696" y="171450"/>
                </a:lnTo>
                <a:lnTo>
                  <a:pt x="911770" y="171450"/>
                </a:lnTo>
                <a:lnTo>
                  <a:pt x="953404" y="171450"/>
                </a:lnTo>
                <a:lnTo>
                  <a:pt x="2234691" y="171450"/>
                </a:lnTo>
                <a:lnTo>
                  <a:pt x="2246334" y="171779"/>
                </a:lnTo>
                <a:lnTo>
                  <a:pt x="2256107" y="172751"/>
                </a:lnTo>
                <a:lnTo>
                  <a:pt x="2263999" y="174343"/>
                </a:lnTo>
                <a:lnTo>
                  <a:pt x="2269998" y="176529"/>
                </a:lnTo>
                <a:lnTo>
                  <a:pt x="2276308" y="178770"/>
                </a:lnTo>
                <a:lnTo>
                  <a:pt x="2285142" y="180355"/>
                </a:lnTo>
                <a:lnTo>
                  <a:pt x="2296501" y="181298"/>
                </a:lnTo>
                <a:lnTo>
                  <a:pt x="2310384" y="181610"/>
                </a:lnTo>
                <a:lnTo>
                  <a:pt x="2324576" y="181610"/>
                </a:lnTo>
                <a:lnTo>
                  <a:pt x="2336863" y="181610"/>
                </a:lnTo>
                <a:lnTo>
                  <a:pt x="2542413" y="181610"/>
                </a:lnTo>
                <a:lnTo>
                  <a:pt x="2558490" y="181298"/>
                </a:lnTo>
                <a:lnTo>
                  <a:pt x="2576449" y="180355"/>
                </a:lnTo>
                <a:lnTo>
                  <a:pt x="2596312" y="178770"/>
                </a:lnTo>
                <a:lnTo>
                  <a:pt x="2618104" y="176529"/>
                </a:lnTo>
                <a:lnTo>
                  <a:pt x="2640464" y="174343"/>
                </a:lnTo>
                <a:lnTo>
                  <a:pt x="2662205" y="172751"/>
                </a:lnTo>
                <a:lnTo>
                  <a:pt x="2683327" y="171779"/>
                </a:lnTo>
                <a:lnTo>
                  <a:pt x="2703829" y="171450"/>
                </a:lnTo>
                <a:lnTo>
                  <a:pt x="2723693" y="171450"/>
                </a:lnTo>
                <a:lnTo>
                  <a:pt x="2742914" y="171450"/>
                </a:lnTo>
                <a:lnTo>
                  <a:pt x="3188080" y="171450"/>
                </a:lnTo>
                <a:lnTo>
                  <a:pt x="3193440" y="171140"/>
                </a:lnTo>
                <a:lnTo>
                  <a:pt x="3199431" y="170211"/>
                </a:lnTo>
                <a:lnTo>
                  <a:pt x="3206065" y="168663"/>
                </a:lnTo>
                <a:lnTo>
                  <a:pt x="3213354" y="166497"/>
                </a:lnTo>
                <a:lnTo>
                  <a:pt x="3221831" y="164256"/>
                </a:lnTo>
                <a:lnTo>
                  <a:pt x="3232213" y="162671"/>
                </a:lnTo>
                <a:lnTo>
                  <a:pt x="3244500" y="161728"/>
                </a:lnTo>
                <a:lnTo>
                  <a:pt x="3258692" y="161416"/>
                </a:lnTo>
                <a:lnTo>
                  <a:pt x="3272887" y="161416"/>
                </a:lnTo>
                <a:lnTo>
                  <a:pt x="3285188" y="161416"/>
                </a:lnTo>
                <a:lnTo>
                  <a:pt x="3295608" y="161416"/>
                </a:lnTo>
                <a:lnTo>
                  <a:pt x="3304159" y="161416"/>
                </a:lnTo>
                <a:lnTo>
                  <a:pt x="3311703" y="161105"/>
                </a:lnTo>
                <a:lnTo>
                  <a:pt x="3319272" y="160162"/>
                </a:lnTo>
                <a:lnTo>
                  <a:pt x="3326840" y="158577"/>
                </a:lnTo>
                <a:lnTo>
                  <a:pt x="3334385" y="156337"/>
                </a:lnTo>
                <a:lnTo>
                  <a:pt x="3342241" y="153840"/>
                </a:lnTo>
                <a:lnTo>
                  <a:pt x="3350752" y="151320"/>
                </a:lnTo>
                <a:lnTo>
                  <a:pt x="3394932" y="141224"/>
                </a:lnTo>
                <a:lnTo>
                  <a:pt x="3449127" y="133977"/>
                </a:lnTo>
                <a:lnTo>
                  <a:pt x="3490722" y="131190"/>
                </a:lnTo>
                <a:lnTo>
                  <a:pt x="3501769" y="131190"/>
                </a:lnTo>
                <a:lnTo>
                  <a:pt x="3514709" y="131190"/>
                </a:lnTo>
                <a:lnTo>
                  <a:pt x="3529530" y="131190"/>
                </a:lnTo>
                <a:lnTo>
                  <a:pt x="3546221" y="131190"/>
                </a:lnTo>
                <a:lnTo>
                  <a:pt x="3563276" y="130861"/>
                </a:lnTo>
                <a:lnTo>
                  <a:pt x="3579034" y="129889"/>
                </a:lnTo>
                <a:lnTo>
                  <a:pt x="3593530" y="128297"/>
                </a:lnTo>
                <a:lnTo>
                  <a:pt x="3606800" y="126111"/>
                </a:lnTo>
                <a:lnTo>
                  <a:pt x="3619392" y="123924"/>
                </a:lnTo>
                <a:lnTo>
                  <a:pt x="3632009" y="122332"/>
                </a:lnTo>
                <a:lnTo>
                  <a:pt x="3644626" y="121360"/>
                </a:lnTo>
                <a:lnTo>
                  <a:pt x="3657218" y="121030"/>
                </a:lnTo>
                <a:lnTo>
                  <a:pt x="3670762" y="120721"/>
                </a:lnTo>
                <a:lnTo>
                  <a:pt x="3686222" y="119792"/>
                </a:lnTo>
                <a:lnTo>
                  <a:pt x="3703564" y="118244"/>
                </a:lnTo>
                <a:lnTo>
                  <a:pt x="3722751" y="116077"/>
                </a:lnTo>
                <a:lnTo>
                  <a:pt x="3742320" y="113837"/>
                </a:lnTo>
                <a:lnTo>
                  <a:pt x="3760628" y="112252"/>
                </a:lnTo>
                <a:lnTo>
                  <a:pt x="3777650" y="111309"/>
                </a:lnTo>
                <a:lnTo>
                  <a:pt x="3793363" y="110998"/>
                </a:lnTo>
                <a:lnTo>
                  <a:pt x="3808507" y="110357"/>
                </a:lnTo>
                <a:lnTo>
                  <a:pt x="3823652" y="108442"/>
                </a:lnTo>
                <a:lnTo>
                  <a:pt x="3838797" y="105265"/>
                </a:lnTo>
                <a:lnTo>
                  <a:pt x="3853941" y="100837"/>
                </a:lnTo>
                <a:lnTo>
                  <a:pt x="3869396" y="96430"/>
                </a:lnTo>
                <a:lnTo>
                  <a:pt x="3885469" y="93297"/>
                </a:lnTo>
                <a:lnTo>
                  <a:pt x="3902162" y="91426"/>
                </a:lnTo>
                <a:lnTo>
                  <a:pt x="3919474" y="90804"/>
                </a:lnTo>
                <a:lnTo>
                  <a:pt x="3937480" y="90493"/>
                </a:lnTo>
                <a:lnTo>
                  <a:pt x="3956081" y="89550"/>
                </a:lnTo>
                <a:lnTo>
                  <a:pt x="3975302" y="87965"/>
                </a:lnTo>
                <a:lnTo>
                  <a:pt x="3995166" y="85725"/>
                </a:lnTo>
                <a:lnTo>
                  <a:pt x="4015359" y="83228"/>
                </a:lnTo>
                <a:lnTo>
                  <a:pt x="4035552" y="80708"/>
                </a:lnTo>
                <a:lnTo>
                  <a:pt x="4055745" y="78188"/>
                </a:lnTo>
                <a:lnTo>
                  <a:pt x="4095801" y="73451"/>
                </a:lnTo>
                <a:lnTo>
                  <a:pt x="4151629" y="70612"/>
                </a:lnTo>
                <a:lnTo>
                  <a:pt x="4169892" y="70300"/>
                </a:lnTo>
                <a:lnTo>
                  <a:pt x="4189428" y="69357"/>
                </a:lnTo>
                <a:lnTo>
                  <a:pt x="4210226" y="67772"/>
                </a:lnTo>
                <a:lnTo>
                  <a:pt x="4232275" y="65531"/>
                </a:lnTo>
                <a:lnTo>
                  <a:pt x="4254013" y="63365"/>
                </a:lnTo>
                <a:lnTo>
                  <a:pt x="4273883" y="61817"/>
                </a:lnTo>
                <a:lnTo>
                  <a:pt x="4291871" y="60888"/>
                </a:lnTo>
                <a:lnTo>
                  <a:pt x="4307967" y="60578"/>
                </a:lnTo>
                <a:lnTo>
                  <a:pt x="4324371" y="60578"/>
                </a:lnTo>
                <a:lnTo>
                  <a:pt x="4343288" y="60578"/>
                </a:lnTo>
                <a:lnTo>
                  <a:pt x="4364706" y="60578"/>
                </a:lnTo>
                <a:lnTo>
                  <a:pt x="4388612" y="60578"/>
                </a:lnTo>
                <a:lnTo>
                  <a:pt x="4412591" y="60249"/>
                </a:lnTo>
                <a:lnTo>
                  <a:pt x="4434046" y="59277"/>
                </a:lnTo>
                <a:lnTo>
                  <a:pt x="4452977" y="57685"/>
                </a:lnTo>
                <a:lnTo>
                  <a:pt x="4469384" y="55499"/>
                </a:lnTo>
                <a:lnTo>
                  <a:pt x="4484528" y="53258"/>
                </a:lnTo>
                <a:lnTo>
                  <a:pt x="4499673" y="51673"/>
                </a:lnTo>
                <a:lnTo>
                  <a:pt x="4514818" y="50730"/>
                </a:lnTo>
                <a:lnTo>
                  <a:pt x="4529963" y="50418"/>
                </a:lnTo>
                <a:lnTo>
                  <a:pt x="4545675" y="50418"/>
                </a:lnTo>
                <a:lnTo>
                  <a:pt x="4562697" y="50418"/>
                </a:lnTo>
                <a:lnTo>
                  <a:pt x="5130165" y="50418"/>
                </a:lnTo>
                <a:lnTo>
                  <a:pt x="5148117" y="49797"/>
                </a:lnTo>
                <a:lnTo>
                  <a:pt x="5166725" y="47926"/>
                </a:lnTo>
                <a:lnTo>
                  <a:pt x="5185975" y="44793"/>
                </a:lnTo>
                <a:lnTo>
                  <a:pt x="5205857" y="40386"/>
                </a:lnTo>
                <a:lnTo>
                  <a:pt x="5225409" y="35958"/>
                </a:lnTo>
                <a:lnTo>
                  <a:pt x="5243687" y="32781"/>
                </a:lnTo>
                <a:lnTo>
                  <a:pt x="5260703" y="30866"/>
                </a:lnTo>
                <a:lnTo>
                  <a:pt x="5276469" y="30225"/>
                </a:lnTo>
                <a:lnTo>
                  <a:pt x="5291613" y="30225"/>
                </a:lnTo>
                <a:lnTo>
                  <a:pt x="5306758" y="30225"/>
                </a:lnTo>
                <a:lnTo>
                  <a:pt x="5745607" y="30225"/>
                </a:lnTo>
                <a:lnTo>
                  <a:pt x="5765131" y="30555"/>
                </a:lnTo>
                <a:lnTo>
                  <a:pt x="5788453" y="31527"/>
                </a:lnTo>
                <a:lnTo>
                  <a:pt x="5815562" y="33119"/>
                </a:lnTo>
                <a:lnTo>
                  <a:pt x="5846445" y="35305"/>
                </a:lnTo>
                <a:lnTo>
                  <a:pt x="5877383" y="37546"/>
                </a:lnTo>
                <a:lnTo>
                  <a:pt x="5904499" y="39131"/>
                </a:lnTo>
                <a:lnTo>
                  <a:pt x="5927830" y="40074"/>
                </a:lnTo>
                <a:lnTo>
                  <a:pt x="5947410" y="40386"/>
                </a:lnTo>
                <a:lnTo>
                  <a:pt x="5965362" y="40386"/>
                </a:lnTo>
                <a:lnTo>
                  <a:pt x="5983970" y="40386"/>
                </a:lnTo>
                <a:lnTo>
                  <a:pt x="6507601" y="40386"/>
                </a:lnTo>
                <a:lnTo>
                  <a:pt x="6517386" y="40386"/>
                </a:lnTo>
              </a:path>
              <a:path w="6517640" h="181610">
                <a:moveTo>
                  <a:pt x="2875279" y="60578"/>
                </a:moveTo>
                <a:lnTo>
                  <a:pt x="2882011" y="60578"/>
                </a:lnTo>
                <a:lnTo>
                  <a:pt x="2888741" y="60578"/>
                </a:lnTo>
                <a:lnTo>
                  <a:pt x="2895473" y="60578"/>
                </a:lnTo>
                <a:lnTo>
                  <a:pt x="2901783" y="60249"/>
                </a:lnTo>
                <a:lnTo>
                  <a:pt x="2910617" y="59277"/>
                </a:lnTo>
                <a:lnTo>
                  <a:pt x="2921976" y="57685"/>
                </a:lnTo>
                <a:lnTo>
                  <a:pt x="2935859" y="55499"/>
                </a:lnTo>
                <a:lnTo>
                  <a:pt x="2952265" y="53258"/>
                </a:lnTo>
                <a:lnTo>
                  <a:pt x="2971196" y="51673"/>
                </a:lnTo>
                <a:lnTo>
                  <a:pt x="2992651" y="50730"/>
                </a:lnTo>
                <a:lnTo>
                  <a:pt x="3016630" y="50418"/>
                </a:lnTo>
                <a:lnTo>
                  <a:pt x="3041177" y="50418"/>
                </a:lnTo>
                <a:lnTo>
                  <a:pt x="3064510" y="50418"/>
                </a:lnTo>
                <a:lnTo>
                  <a:pt x="3823716" y="50418"/>
                </a:lnTo>
                <a:lnTo>
                  <a:pt x="3843579" y="50107"/>
                </a:lnTo>
                <a:lnTo>
                  <a:pt x="3862800" y="49164"/>
                </a:lnTo>
                <a:lnTo>
                  <a:pt x="3881401" y="47579"/>
                </a:lnTo>
                <a:lnTo>
                  <a:pt x="3899408" y="45338"/>
                </a:lnTo>
                <a:lnTo>
                  <a:pt x="3916719" y="43172"/>
                </a:lnTo>
                <a:lnTo>
                  <a:pt x="3933412" y="41624"/>
                </a:lnTo>
                <a:lnTo>
                  <a:pt x="3949485" y="40695"/>
                </a:lnTo>
                <a:lnTo>
                  <a:pt x="3964940" y="40386"/>
                </a:lnTo>
                <a:lnTo>
                  <a:pt x="3979443" y="40386"/>
                </a:lnTo>
                <a:lnTo>
                  <a:pt x="3992673" y="40386"/>
                </a:lnTo>
                <a:lnTo>
                  <a:pt x="4004641" y="40386"/>
                </a:lnTo>
                <a:lnTo>
                  <a:pt x="4015359" y="40386"/>
                </a:lnTo>
                <a:lnTo>
                  <a:pt x="4025455" y="40074"/>
                </a:lnTo>
                <a:lnTo>
                  <a:pt x="4035552" y="39131"/>
                </a:lnTo>
                <a:lnTo>
                  <a:pt x="4045648" y="37546"/>
                </a:lnTo>
                <a:lnTo>
                  <a:pt x="4055745" y="35305"/>
                </a:lnTo>
                <a:lnTo>
                  <a:pt x="4065841" y="33119"/>
                </a:lnTo>
                <a:lnTo>
                  <a:pt x="4075938" y="31527"/>
                </a:lnTo>
                <a:lnTo>
                  <a:pt x="4086034" y="30555"/>
                </a:lnTo>
                <a:lnTo>
                  <a:pt x="4096130" y="30225"/>
                </a:lnTo>
                <a:lnTo>
                  <a:pt x="4106207" y="30225"/>
                </a:lnTo>
                <a:lnTo>
                  <a:pt x="4116260" y="30225"/>
                </a:lnTo>
                <a:lnTo>
                  <a:pt x="4408805" y="30225"/>
                </a:lnTo>
                <a:lnTo>
                  <a:pt x="4423326" y="29916"/>
                </a:lnTo>
                <a:lnTo>
                  <a:pt x="4436586" y="28987"/>
                </a:lnTo>
                <a:lnTo>
                  <a:pt x="4448559" y="27439"/>
                </a:lnTo>
                <a:lnTo>
                  <a:pt x="4459224" y="25273"/>
                </a:lnTo>
                <a:lnTo>
                  <a:pt x="4470894" y="23032"/>
                </a:lnTo>
                <a:lnTo>
                  <a:pt x="4485719" y="21447"/>
                </a:lnTo>
                <a:lnTo>
                  <a:pt x="4503711" y="20504"/>
                </a:lnTo>
                <a:lnTo>
                  <a:pt x="4524883" y="20192"/>
                </a:lnTo>
                <a:lnTo>
                  <a:pt x="4546931" y="20192"/>
                </a:lnTo>
                <a:lnTo>
                  <a:pt x="4567729" y="20192"/>
                </a:lnTo>
                <a:lnTo>
                  <a:pt x="5468112" y="20192"/>
                </a:lnTo>
                <a:lnTo>
                  <a:pt x="5482306" y="19881"/>
                </a:lnTo>
                <a:lnTo>
                  <a:pt x="5494607" y="18938"/>
                </a:lnTo>
                <a:lnTo>
                  <a:pt x="5505027" y="17353"/>
                </a:lnTo>
                <a:lnTo>
                  <a:pt x="5513578" y="15112"/>
                </a:lnTo>
                <a:lnTo>
                  <a:pt x="5522384" y="12926"/>
                </a:lnTo>
                <a:lnTo>
                  <a:pt x="5533739" y="11334"/>
                </a:lnTo>
                <a:lnTo>
                  <a:pt x="5547617" y="10362"/>
                </a:lnTo>
                <a:lnTo>
                  <a:pt x="5563996" y="10033"/>
                </a:lnTo>
                <a:lnTo>
                  <a:pt x="5581326" y="10033"/>
                </a:lnTo>
                <a:lnTo>
                  <a:pt x="5598048" y="10033"/>
                </a:lnTo>
                <a:lnTo>
                  <a:pt x="5826252" y="10033"/>
                </a:lnTo>
                <a:lnTo>
                  <a:pt x="5833540" y="9723"/>
                </a:lnTo>
                <a:lnTo>
                  <a:pt x="5840174" y="8794"/>
                </a:lnTo>
                <a:lnTo>
                  <a:pt x="5846165" y="7246"/>
                </a:lnTo>
                <a:lnTo>
                  <a:pt x="5851524" y="5079"/>
                </a:lnTo>
                <a:lnTo>
                  <a:pt x="5857194" y="2839"/>
                </a:lnTo>
                <a:lnTo>
                  <a:pt x="5864113" y="1254"/>
                </a:lnTo>
                <a:lnTo>
                  <a:pt x="5872295" y="311"/>
                </a:lnTo>
                <a:lnTo>
                  <a:pt x="5881751" y="0"/>
                </a:lnTo>
                <a:lnTo>
                  <a:pt x="5891847" y="0"/>
                </a:lnTo>
                <a:lnTo>
                  <a:pt x="5901944" y="0"/>
                </a:lnTo>
                <a:lnTo>
                  <a:pt x="6426954" y="0"/>
                </a:lnTo>
                <a:lnTo>
                  <a:pt x="643674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9333" y="5222240"/>
            <a:ext cx="1231265" cy="20320"/>
          </a:xfrm>
          <a:custGeom>
            <a:avLst/>
            <a:gdLst/>
            <a:ahLst/>
            <a:cxnLst/>
            <a:rect l="l" t="t" r="r" b="b"/>
            <a:pathLst>
              <a:path w="1231264" h="20320">
                <a:moveTo>
                  <a:pt x="0" y="20193"/>
                </a:moveTo>
                <a:lnTo>
                  <a:pt x="3428" y="20193"/>
                </a:lnTo>
                <a:lnTo>
                  <a:pt x="10159" y="20193"/>
                </a:lnTo>
                <a:lnTo>
                  <a:pt x="17658" y="19881"/>
                </a:lnTo>
                <a:lnTo>
                  <a:pt x="30241" y="18938"/>
                </a:lnTo>
                <a:lnTo>
                  <a:pt x="47896" y="17353"/>
                </a:lnTo>
                <a:lnTo>
                  <a:pt x="70612" y="15112"/>
                </a:lnTo>
                <a:lnTo>
                  <a:pt x="93638" y="12946"/>
                </a:lnTo>
                <a:lnTo>
                  <a:pt x="112236" y="11398"/>
                </a:lnTo>
                <a:lnTo>
                  <a:pt x="126404" y="10469"/>
                </a:lnTo>
                <a:lnTo>
                  <a:pt x="136143" y="10160"/>
                </a:lnTo>
                <a:lnTo>
                  <a:pt x="146268" y="10160"/>
                </a:lnTo>
                <a:lnTo>
                  <a:pt x="161416" y="10160"/>
                </a:lnTo>
                <a:lnTo>
                  <a:pt x="1209040" y="10160"/>
                </a:lnTo>
                <a:lnTo>
                  <a:pt x="1212342" y="8382"/>
                </a:lnTo>
                <a:lnTo>
                  <a:pt x="1215643" y="5080"/>
                </a:lnTo>
                <a:lnTo>
                  <a:pt x="1219073" y="1651"/>
                </a:lnTo>
                <a:lnTo>
                  <a:pt x="1224153" y="0"/>
                </a:lnTo>
                <a:lnTo>
                  <a:pt x="123088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37691" y="4485766"/>
            <a:ext cx="1846580" cy="373380"/>
          </a:xfrm>
          <a:custGeom>
            <a:avLst/>
            <a:gdLst/>
            <a:ahLst/>
            <a:cxnLst/>
            <a:rect l="l" t="t" r="r" b="b"/>
            <a:pathLst>
              <a:path w="1846580" h="373379">
                <a:moveTo>
                  <a:pt x="1018921" y="322833"/>
                </a:moveTo>
                <a:lnTo>
                  <a:pt x="970700" y="325673"/>
                </a:lnTo>
                <a:lnTo>
                  <a:pt x="936644" y="330100"/>
                </a:lnTo>
                <a:lnTo>
                  <a:pt x="921829" y="331692"/>
                </a:lnTo>
                <a:lnTo>
                  <a:pt x="908919" y="332664"/>
                </a:lnTo>
                <a:lnTo>
                  <a:pt x="897890" y="332993"/>
                </a:lnTo>
                <a:lnTo>
                  <a:pt x="887154" y="333615"/>
                </a:lnTo>
                <a:lnTo>
                  <a:pt x="875156" y="335486"/>
                </a:lnTo>
                <a:lnTo>
                  <a:pt x="861921" y="338619"/>
                </a:lnTo>
                <a:lnTo>
                  <a:pt x="847471" y="343026"/>
                </a:lnTo>
                <a:lnTo>
                  <a:pt x="831064" y="347763"/>
                </a:lnTo>
                <a:lnTo>
                  <a:pt x="790678" y="355332"/>
                </a:lnTo>
                <a:lnTo>
                  <a:pt x="742410" y="360380"/>
                </a:lnTo>
                <a:lnTo>
                  <a:pt x="699547" y="362908"/>
                </a:lnTo>
                <a:lnTo>
                  <a:pt x="680973" y="363219"/>
                </a:lnTo>
                <a:lnTo>
                  <a:pt x="662709" y="363219"/>
                </a:lnTo>
                <a:lnTo>
                  <a:pt x="643159" y="363219"/>
                </a:lnTo>
                <a:lnTo>
                  <a:pt x="622323" y="363219"/>
                </a:lnTo>
                <a:lnTo>
                  <a:pt x="600202" y="363219"/>
                </a:lnTo>
                <a:lnTo>
                  <a:pt x="575317" y="362908"/>
                </a:lnTo>
                <a:lnTo>
                  <a:pt x="546004" y="361965"/>
                </a:lnTo>
                <a:lnTo>
                  <a:pt x="512262" y="360380"/>
                </a:lnTo>
                <a:lnTo>
                  <a:pt x="474091" y="358139"/>
                </a:lnTo>
                <a:lnTo>
                  <a:pt x="435663" y="355953"/>
                </a:lnTo>
                <a:lnTo>
                  <a:pt x="400986" y="354361"/>
                </a:lnTo>
                <a:lnTo>
                  <a:pt x="370095" y="353389"/>
                </a:lnTo>
                <a:lnTo>
                  <a:pt x="343027" y="353059"/>
                </a:lnTo>
                <a:lnTo>
                  <a:pt x="319047" y="353059"/>
                </a:lnTo>
                <a:lnTo>
                  <a:pt x="297592" y="353059"/>
                </a:lnTo>
                <a:lnTo>
                  <a:pt x="166370" y="353059"/>
                </a:lnTo>
                <a:lnTo>
                  <a:pt x="159154" y="352750"/>
                </a:lnTo>
                <a:lnTo>
                  <a:pt x="152558" y="351821"/>
                </a:lnTo>
                <a:lnTo>
                  <a:pt x="146581" y="350273"/>
                </a:lnTo>
                <a:lnTo>
                  <a:pt x="141224" y="348106"/>
                </a:lnTo>
                <a:lnTo>
                  <a:pt x="134493" y="344677"/>
                </a:lnTo>
                <a:lnTo>
                  <a:pt x="129412" y="343026"/>
                </a:lnTo>
                <a:lnTo>
                  <a:pt x="126111" y="343026"/>
                </a:lnTo>
                <a:lnTo>
                  <a:pt x="122681" y="343026"/>
                </a:lnTo>
                <a:lnTo>
                  <a:pt x="119380" y="341375"/>
                </a:lnTo>
                <a:lnTo>
                  <a:pt x="115950" y="337946"/>
                </a:lnTo>
                <a:lnTo>
                  <a:pt x="112649" y="334644"/>
                </a:lnTo>
                <a:lnTo>
                  <a:pt x="110997" y="331215"/>
                </a:lnTo>
                <a:lnTo>
                  <a:pt x="110997" y="327913"/>
                </a:lnTo>
                <a:lnTo>
                  <a:pt x="110997" y="324484"/>
                </a:lnTo>
                <a:lnTo>
                  <a:pt x="107568" y="322833"/>
                </a:lnTo>
                <a:lnTo>
                  <a:pt x="100837" y="322833"/>
                </a:lnTo>
                <a:lnTo>
                  <a:pt x="94839" y="322522"/>
                </a:lnTo>
                <a:lnTo>
                  <a:pt x="53578" y="314634"/>
                </a:lnTo>
                <a:lnTo>
                  <a:pt x="15112" y="287527"/>
                </a:lnTo>
                <a:lnTo>
                  <a:pt x="8381" y="282447"/>
                </a:lnTo>
                <a:lnTo>
                  <a:pt x="4953" y="282447"/>
                </a:lnTo>
                <a:lnTo>
                  <a:pt x="1650" y="282447"/>
                </a:lnTo>
                <a:lnTo>
                  <a:pt x="0" y="280796"/>
                </a:lnTo>
                <a:lnTo>
                  <a:pt x="0" y="232028"/>
                </a:lnTo>
                <a:lnTo>
                  <a:pt x="309" y="226671"/>
                </a:lnTo>
                <a:lnTo>
                  <a:pt x="12561" y="186969"/>
                </a:lnTo>
                <a:lnTo>
                  <a:pt x="18415" y="174878"/>
                </a:lnTo>
                <a:lnTo>
                  <a:pt x="20193" y="169798"/>
                </a:lnTo>
                <a:lnTo>
                  <a:pt x="20193" y="166496"/>
                </a:lnTo>
                <a:lnTo>
                  <a:pt x="20193" y="163067"/>
                </a:lnTo>
                <a:lnTo>
                  <a:pt x="21843" y="159765"/>
                </a:lnTo>
                <a:lnTo>
                  <a:pt x="25146" y="156336"/>
                </a:lnTo>
                <a:lnTo>
                  <a:pt x="28575" y="153034"/>
                </a:lnTo>
                <a:lnTo>
                  <a:pt x="31877" y="147954"/>
                </a:lnTo>
                <a:lnTo>
                  <a:pt x="35306" y="141223"/>
                </a:lnTo>
                <a:lnTo>
                  <a:pt x="38608" y="134492"/>
                </a:lnTo>
                <a:lnTo>
                  <a:pt x="43687" y="129412"/>
                </a:lnTo>
                <a:lnTo>
                  <a:pt x="70612" y="105917"/>
                </a:lnTo>
                <a:lnTo>
                  <a:pt x="76281" y="99012"/>
                </a:lnTo>
                <a:lnTo>
                  <a:pt x="83200" y="93344"/>
                </a:lnTo>
                <a:lnTo>
                  <a:pt x="91382" y="88915"/>
                </a:lnTo>
                <a:lnTo>
                  <a:pt x="100837" y="85724"/>
                </a:lnTo>
                <a:lnTo>
                  <a:pt x="112196" y="81966"/>
                </a:lnTo>
                <a:lnTo>
                  <a:pt x="126079" y="75660"/>
                </a:lnTo>
                <a:lnTo>
                  <a:pt x="142486" y="66829"/>
                </a:lnTo>
                <a:lnTo>
                  <a:pt x="161417" y="55498"/>
                </a:lnTo>
                <a:lnTo>
                  <a:pt x="180657" y="44168"/>
                </a:lnTo>
                <a:lnTo>
                  <a:pt x="226949" y="25272"/>
                </a:lnTo>
                <a:lnTo>
                  <a:pt x="267334" y="20192"/>
                </a:lnTo>
                <a:lnTo>
                  <a:pt x="274879" y="20192"/>
                </a:lnTo>
                <a:lnTo>
                  <a:pt x="282448" y="20192"/>
                </a:lnTo>
                <a:lnTo>
                  <a:pt x="332866" y="20192"/>
                </a:lnTo>
                <a:lnTo>
                  <a:pt x="342651" y="19881"/>
                </a:lnTo>
                <a:lnTo>
                  <a:pt x="351805" y="18938"/>
                </a:lnTo>
                <a:lnTo>
                  <a:pt x="360316" y="17353"/>
                </a:lnTo>
                <a:lnTo>
                  <a:pt x="368172" y="15112"/>
                </a:lnTo>
                <a:lnTo>
                  <a:pt x="375773" y="12926"/>
                </a:lnTo>
                <a:lnTo>
                  <a:pt x="383349" y="11334"/>
                </a:lnTo>
                <a:lnTo>
                  <a:pt x="390925" y="10362"/>
                </a:lnTo>
                <a:lnTo>
                  <a:pt x="398526" y="10032"/>
                </a:lnTo>
                <a:lnTo>
                  <a:pt x="406691" y="10032"/>
                </a:lnTo>
                <a:lnTo>
                  <a:pt x="416131" y="10032"/>
                </a:lnTo>
                <a:lnTo>
                  <a:pt x="907922" y="10032"/>
                </a:lnTo>
                <a:lnTo>
                  <a:pt x="913282" y="10362"/>
                </a:lnTo>
                <a:lnTo>
                  <a:pt x="919273" y="11334"/>
                </a:lnTo>
                <a:lnTo>
                  <a:pt x="925907" y="12926"/>
                </a:lnTo>
                <a:lnTo>
                  <a:pt x="933196" y="15112"/>
                </a:lnTo>
                <a:lnTo>
                  <a:pt x="941052" y="17353"/>
                </a:lnTo>
                <a:lnTo>
                  <a:pt x="949563" y="18938"/>
                </a:lnTo>
                <a:lnTo>
                  <a:pt x="958717" y="19881"/>
                </a:lnTo>
                <a:lnTo>
                  <a:pt x="968502" y="20192"/>
                </a:lnTo>
                <a:lnTo>
                  <a:pt x="981964" y="20192"/>
                </a:lnTo>
                <a:lnTo>
                  <a:pt x="990346" y="20192"/>
                </a:lnTo>
                <a:lnTo>
                  <a:pt x="1417447" y="20192"/>
                </a:lnTo>
                <a:lnTo>
                  <a:pt x="1425614" y="19881"/>
                </a:lnTo>
                <a:lnTo>
                  <a:pt x="1435068" y="18938"/>
                </a:lnTo>
                <a:lnTo>
                  <a:pt x="1445807" y="17353"/>
                </a:lnTo>
                <a:lnTo>
                  <a:pt x="1457833" y="15112"/>
                </a:lnTo>
                <a:lnTo>
                  <a:pt x="1469784" y="12926"/>
                </a:lnTo>
                <a:lnTo>
                  <a:pt x="1480486" y="11334"/>
                </a:lnTo>
                <a:lnTo>
                  <a:pt x="1489926" y="10362"/>
                </a:lnTo>
                <a:lnTo>
                  <a:pt x="1498092" y="10032"/>
                </a:lnTo>
                <a:lnTo>
                  <a:pt x="1505692" y="10032"/>
                </a:lnTo>
                <a:lnTo>
                  <a:pt x="1513268" y="10032"/>
                </a:lnTo>
                <a:lnTo>
                  <a:pt x="1669669" y="10032"/>
                </a:lnTo>
                <a:lnTo>
                  <a:pt x="1677525" y="9723"/>
                </a:lnTo>
                <a:lnTo>
                  <a:pt x="1686036" y="8794"/>
                </a:lnTo>
                <a:lnTo>
                  <a:pt x="1695190" y="7246"/>
                </a:lnTo>
                <a:lnTo>
                  <a:pt x="1704975" y="5079"/>
                </a:lnTo>
                <a:lnTo>
                  <a:pt x="1714430" y="2839"/>
                </a:lnTo>
                <a:lnTo>
                  <a:pt x="1722612" y="1254"/>
                </a:lnTo>
                <a:lnTo>
                  <a:pt x="1729531" y="311"/>
                </a:lnTo>
                <a:lnTo>
                  <a:pt x="1735201" y="0"/>
                </a:lnTo>
                <a:lnTo>
                  <a:pt x="1741932" y="0"/>
                </a:lnTo>
                <a:lnTo>
                  <a:pt x="1748663" y="0"/>
                </a:lnTo>
                <a:lnTo>
                  <a:pt x="1834388" y="0"/>
                </a:lnTo>
                <a:lnTo>
                  <a:pt x="1836165" y="1650"/>
                </a:lnTo>
                <a:lnTo>
                  <a:pt x="1836165" y="5079"/>
                </a:lnTo>
                <a:lnTo>
                  <a:pt x="1836165" y="8381"/>
                </a:lnTo>
                <a:lnTo>
                  <a:pt x="1837816" y="11810"/>
                </a:lnTo>
                <a:lnTo>
                  <a:pt x="1841119" y="15112"/>
                </a:lnTo>
                <a:lnTo>
                  <a:pt x="1844548" y="18541"/>
                </a:lnTo>
                <a:lnTo>
                  <a:pt x="1846199" y="21843"/>
                </a:lnTo>
                <a:lnTo>
                  <a:pt x="1846199" y="25272"/>
                </a:lnTo>
                <a:lnTo>
                  <a:pt x="1846199" y="28574"/>
                </a:lnTo>
                <a:lnTo>
                  <a:pt x="1846199" y="60578"/>
                </a:lnTo>
                <a:lnTo>
                  <a:pt x="1845577" y="70673"/>
                </a:lnTo>
                <a:lnTo>
                  <a:pt x="1830476" y="112196"/>
                </a:lnTo>
                <a:lnTo>
                  <a:pt x="1823513" y="126079"/>
                </a:lnTo>
                <a:lnTo>
                  <a:pt x="1815288" y="142486"/>
                </a:lnTo>
                <a:lnTo>
                  <a:pt x="1796045" y="180347"/>
                </a:lnTo>
                <a:lnTo>
                  <a:pt x="1770507" y="221995"/>
                </a:lnTo>
                <a:lnTo>
                  <a:pt x="1740281" y="262254"/>
                </a:lnTo>
                <a:lnTo>
                  <a:pt x="1733375" y="271730"/>
                </a:lnTo>
                <a:lnTo>
                  <a:pt x="1727708" y="279955"/>
                </a:lnTo>
                <a:lnTo>
                  <a:pt x="1723278" y="286918"/>
                </a:lnTo>
                <a:lnTo>
                  <a:pt x="1720088" y="292607"/>
                </a:lnTo>
                <a:lnTo>
                  <a:pt x="1716786" y="299338"/>
                </a:lnTo>
                <a:lnTo>
                  <a:pt x="1710054" y="304291"/>
                </a:lnTo>
                <a:lnTo>
                  <a:pt x="1699895" y="307720"/>
                </a:lnTo>
                <a:lnTo>
                  <a:pt x="1689862" y="311022"/>
                </a:lnTo>
                <a:lnTo>
                  <a:pt x="1683131" y="314451"/>
                </a:lnTo>
                <a:lnTo>
                  <a:pt x="1679702" y="317753"/>
                </a:lnTo>
                <a:lnTo>
                  <a:pt x="1676400" y="321182"/>
                </a:lnTo>
                <a:lnTo>
                  <a:pt x="1669669" y="322833"/>
                </a:lnTo>
                <a:lnTo>
                  <a:pt x="1659509" y="322833"/>
                </a:lnTo>
                <a:lnTo>
                  <a:pt x="1652293" y="323145"/>
                </a:lnTo>
                <a:lnTo>
                  <a:pt x="1645697" y="324088"/>
                </a:lnTo>
                <a:lnTo>
                  <a:pt x="1639720" y="325673"/>
                </a:lnTo>
                <a:lnTo>
                  <a:pt x="1634363" y="327913"/>
                </a:lnTo>
                <a:lnTo>
                  <a:pt x="1628675" y="330410"/>
                </a:lnTo>
                <a:lnTo>
                  <a:pt x="1621726" y="332930"/>
                </a:lnTo>
                <a:lnTo>
                  <a:pt x="1576687" y="342715"/>
                </a:lnTo>
                <a:lnTo>
                  <a:pt x="1560901" y="343338"/>
                </a:lnTo>
                <a:lnTo>
                  <a:pt x="1552352" y="344281"/>
                </a:lnTo>
                <a:lnTo>
                  <a:pt x="1543184" y="345866"/>
                </a:lnTo>
                <a:lnTo>
                  <a:pt x="1533398" y="348106"/>
                </a:lnTo>
                <a:lnTo>
                  <a:pt x="1523045" y="350273"/>
                </a:lnTo>
                <a:lnTo>
                  <a:pt x="1512014" y="351821"/>
                </a:lnTo>
                <a:lnTo>
                  <a:pt x="1500340" y="352750"/>
                </a:lnTo>
                <a:lnTo>
                  <a:pt x="1488059" y="353059"/>
                </a:lnTo>
                <a:lnTo>
                  <a:pt x="1475154" y="353389"/>
                </a:lnTo>
                <a:lnTo>
                  <a:pt x="1461595" y="354361"/>
                </a:lnTo>
                <a:lnTo>
                  <a:pt x="1447393" y="355953"/>
                </a:lnTo>
                <a:lnTo>
                  <a:pt x="1432560" y="358139"/>
                </a:lnTo>
                <a:lnTo>
                  <a:pt x="1417415" y="360380"/>
                </a:lnTo>
                <a:lnTo>
                  <a:pt x="1402270" y="361965"/>
                </a:lnTo>
                <a:lnTo>
                  <a:pt x="1387125" y="362908"/>
                </a:lnTo>
                <a:lnTo>
                  <a:pt x="1371981" y="363219"/>
                </a:lnTo>
                <a:lnTo>
                  <a:pt x="1356580" y="363219"/>
                </a:lnTo>
                <a:lnTo>
                  <a:pt x="1340500" y="363219"/>
                </a:lnTo>
                <a:lnTo>
                  <a:pt x="803656" y="363219"/>
                </a:lnTo>
                <a:lnTo>
                  <a:pt x="796925" y="366521"/>
                </a:lnTo>
                <a:lnTo>
                  <a:pt x="796925" y="37325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6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제2절</a:t>
            </a:r>
            <a:r>
              <a:rPr spc="280" dirty="0"/>
              <a:t> </a:t>
            </a:r>
            <a:r>
              <a:rPr dirty="0"/>
              <a:t>자유주의자의</a:t>
            </a:r>
            <a:r>
              <a:rPr spc="280" dirty="0"/>
              <a:t> </a:t>
            </a:r>
            <a:r>
              <a:rPr spc="-25" dirty="0"/>
              <a:t>견해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25342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1.</a:t>
            </a:r>
            <a:r>
              <a:rPr sz="2000" b="1" spc="31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자연권적</a:t>
            </a:r>
            <a:r>
              <a:rPr sz="2000" b="1" spc="32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0" dirty="0">
                <a:solidFill>
                  <a:srgbClr val="001AFF"/>
                </a:solidFill>
                <a:latin typeface="Malgun Gothic"/>
                <a:cs typeface="Malgun Gothic"/>
              </a:rPr>
              <a:t>자유주의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6813" y="3239277"/>
            <a:ext cx="14490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권리를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갖고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636" y="2731146"/>
            <a:ext cx="6972300" cy="12458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90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Nozick(1974)의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보유의</a:t>
            </a:r>
            <a:r>
              <a:rPr sz="2000" b="1" spc="36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정의(justice</a:t>
            </a:r>
            <a:r>
              <a:rPr sz="2000" b="1" spc="35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in</a:t>
            </a:r>
            <a:r>
              <a:rPr sz="2000" b="1" spc="35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holding)</a:t>
            </a:r>
            <a:endParaRPr sz="2000">
              <a:latin typeface="Malgun Gothic"/>
              <a:cs typeface="Malgun Gothic"/>
            </a:endParaRPr>
          </a:p>
          <a:p>
            <a:pPr marL="452120" marR="5080" indent="-313690">
              <a:lnSpc>
                <a:spcPct val="133400"/>
              </a:lnSpc>
              <a:tabLst>
                <a:tab pos="452120" algn="l"/>
                <a:tab pos="1113155" algn="l"/>
                <a:tab pos="2029460" algn="l"/>
                <a:tab pos="2944495" algn="l"/>
                <a:tab pos="3859529" algn="l"/>
                <a:tab pos="5028565" algn="l"/>
                <a:tab pos="5943600" algn="l"/>
              </a:tabLst>
            </a:pPr>
            <a:r>
              <a:rPr sz="2000" b="1" spc="370" dirty="0">
                <a:latin typeface="Malgun Gothic"/>
                <a:cs typeface="Malgun Gothic"/>
              </a:rPr>
              <a:t>-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모든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사람은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자신의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노동에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상응하는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대가를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분배받을 </a:t>
            </a:r>
            <a:r>
              <a:rPr sz="2000" b="1" spc="-25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2990" y="3949686"/>
            <a:ext cx="8421370" cy="246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33400"/>
              </a:lnSpc>
              <a:spcBef>
                <a:spcPts val="100"/>
              </a:spcBef>
              <a:buChar char="-"/>
              <a:tabLst>
                <a:tab pos="325755" algn="l"/>
                <a:tab pos="4976495" algn="l"/>
              </a:tabLst>
            </a:pPr>
            <a:r>
              <a:rPr sz="2000" b="1" dirty="0">
                <a:latin typeface="Malgun Gothic"/>
                <a:cs typeface="Malgun Gothic"/>
              </a:rPr>
              <a:t>획득의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정의(justice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in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acquisition)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spc="-50" dirty="0">
                <a:latin typeface="MS PGothic"/>
                <a:cs typeface="MS PGothic"/>
              </a:rPr>
              <a:t>⟹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b="1" dirty="0">
                <a:latin typeface="Malgun Gothic"/>
                <a:cs typeface="Malgun Gothic"/>
              </a:rPr>
              <a:t>소득활동을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통하여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보유가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이 	</a:t>
            </a:r>
            <a:r>
              <a:rPr sz="2000" b="1" dirty="0">
                <a:latin typeface="Malgun Gothic"/>
                <a:cs typeface="Malgun Gothic"/>
              </a:rPr>
              <a:t>루어져야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 marL="321310" marR="5080" indent="-309245">
              <a:lnSpc>
                <a:spcPct val="132900"/>
              </a:lnSpc>
              <a:spcBef>
                <a:spcPts val="10"/>
              </a:spcBef>
              <a:buChar char="-"/>
              <a:tabLst>
                <a:tab pos="325755" algn="l"/>
                <a:tab pos="1231900" algn="l"/>
                <a:tab pos="2783205" algn="l"/>
                <a:tab pos="3149600" algn="l"/>
                <a:tab pos="4363085" algn="l"/>
                <a:tab pos="4765040" algn="l"/>
                <a:tab pos="5676900" algn="l"/>
                <a:tab pos="6332855" algn="l"/>
                <a:tab pos="7243445" algn="l"/>
                <a:tab pos="7901305" algn="l"/>
              </a:tabLst>
            </a:pPr>
            <a:r>
              <a:rPr sz="2000" b="1" spc="-25" dirty="0">
                <a:latin typeface="Malgun Gothic"/>
                <a:cs typeface="Malgun Gothic"/>
              </a:rPr>
              <a:t>이전의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정의(justice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in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transfer)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spc="-50" dirty="0">
                <a:latin typeface="MS PGothic"/>
                <a:cs typeface="MS PGothic"/>
              </a:rPr>
              <a:t>⟹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정당한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부의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상속을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통한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보유 	</a:t>
            </a:r>
            <a:r>
              <a:rPr sz="2000" b="1" dirty="0">
                <a:latin typeface="Malgun Gothic"/>
                <a:cs typeface="Malgun Gothic"/>
              </a:rPr>
              <a:t>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허용되어야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 marL="325755" marR="5080" indent="-313690">
              <a:lnSpc>
                <a:spcPct val="133400"/>
              </a:lnSpc>
              <a:buChar char="-"/>
              <a:tabLst>
                <a:tab pos="325755" algn="l"/>
                <a:tab pos="1240790" algn="l"/>
                <a:tab pos="3051175" algn="l"/>
                <a:tab pos="3445510" algn="l"/>
                <a:tab pos="5154930" algn="l"/>
                <a:tab pos="5562600" algn="l"/>
                <a:tab pos="6477635" algn="l"/>
                <a:tab pos="739267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교</a:t>
            </a:r>
            <a:r>
              <a:rPr sz="2000" b="1" u="sng" spc="-25" dirty="0"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정의</a:t>
            </a:r>
            <a:r>
              <a:rPr sz="2000" b="1" u="sng" dirty="0"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	</a:t>
            </a:r>
            <a:r>
              <a:rPr sz="2000" b="1" u="sng" spc="-10" dirty="0"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원리</a:t>
            </a:r>
            <a:r>
              <a:rPr sz="2000" b="1" spc="-10" dirty="0">
                <a:latin typeface="Malgun Gothic"/>
                <a:cs typeface="Malgun Gothic"/>
              </a:rPr>
              <a:t>(principle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of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rectification)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spc="-50" dirty="0">
                <a:latin typeface="MS PGothic"/>
                <a:cs typeface="MS PGothic"/>
              </a:rPr>
              <a:t>⟹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정부는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부당한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방법으로 </a:t>
            </a:r>
            <a:r>
              <a:rPr sz="2000" b="1" dirty="0">
                <a:latin typeface="Malgun Gothic"/>
                <a:cs typeface="Malgun Gothic"/>
              </a:rPr>
              <a:t>획득한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보유를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재분배의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재원으로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활용할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28369" y="2851404"/>
            <a:ext cx="696595" cy="373380"/>
          </a:xfrm>
          <a:custGeom>
            <a:avLst/>
            <a:gdLst/>
            <a:ahLst/>
            <a:cxnLst/>
            <a:rect l="l" t="t" r="r" b="b"/>
            <a:pathLst>
              <a:path w="696594" h="373380">
                <a:moveTo>
                  <a:pt x="696213" y="343026"/>
                </a:moveTo>
                <a:lnTo>
                  <a:pt x="651736" y="350914"/>
                </a:lnTo>
                <a:lnTo>
                  <a:pt x="639444" y="354377"/>
                </a:lnTo>
                <a:lnTo>
                  <a:pt x="585527" y="367627"/>
                </a:lnTo>
                <a:lnTo>
                  <a:pt x="547669" y="372631"/>
                </a:lnTo>
                <a:lnTo>
                  <a:pt x="529717" y="373253"/>
                </a:lnTo>
                <a:lnTo>
                  <a:pt x="512075" y="373253"/>
                </a:lnTo>
                <a:lnTo>
                  <a:pt x="494411" y="373253"/>
                </a:lnTo>
                <a:lnTo>
                  <a:pt x="302768" y="373253"/>
                </a:lnTo>
                <a:lnTo>
                  <a:pt x="282575" y="372941"/>
                </a:lnTo>
                <a:lnTo>
                  <a:pt x="242188" y="370413"/>
                </a:lnTo>
                <a:lnTo>
                  <a:pt x="202755" y="365365"/>
                </a:lnTo>
                <a:lnTo>
                  <a:pt x="156464" y="353060"/>
                </a:lnTo>
                <a:lnTo>
                  <a:pt x="143506" y="348011"/>
                </a:lnTo>
                <a:lnTo>
                  <a:pt x="129952" y="342963"/>
                </a:lnTo>
                <a:lnTo>
                  <a:pt x="115780" y="337915"/>
                </a:lnTo>
                <a:lnTo>
                  <a:pt x="100965" y="332867"/>
                </a:lnTo>
                <a:lnTo>
                  <a:pt x="87393" y="327818"/>
                </a:lnTo>
                <a:lnTo>
                  <a:pt x="76977" y="322770"/>
                </a:lnTo>
                <a:lnTo>
                  <a:pt x="69728" y="317722"/>
                </a:lnTo>
                <a:lnTo>
                  <a:pt x="65659" y="312674"/>
                </a:lnTo>
                <a:lnTo>
                  <a:pt x="61845" y="307058"/>
                </a:lnTo>
                <a:lnTo>
                  <a:pt x="55530" y="300132"/>
                </a:lnTo>
                <a:lnTo>
                  <a:pt x="46692" y="291921"/>
                </a:lnTo>
                <a:lnTo>
                  <a:pt x="35306" y="282448"/>
                </a:lnTo>
                <a:lnTo>
                  <a:pt x="23993" y="272992"/>
                </a:lnTo>
                <a:lnTo>
                  <a:pt x="0" y="238760"/>
                </a:lnTo>
                <a:lnTo>
                  <a:pt x="0" y="232029"/>
                </a:lnTo>
                <a:lnTo>
                  <a:pt x="0" y="226359"/>
                </a:lnTo>
                <a:lnTo>
                  <a:pt x="0" y="144525"/>
                </a:lnTo>
                <a:lnTo>
                  <a:pt x="3428" y="137922"/>
                </a:lnTo>
                <a:lnTo>
                  <a:pt x="10159" y="131191"/>
                </a:lnTo>
                <a:lnTo>
                  <a:pt x="15208" y="126142"/>
                </a:lnTo>
                <a:lnTo>
                  <a:pt x="20256" y="121094"/>
                </a:lnTo>
                <a:lnTo>
                  <a:pt x="25304" y="116046"/>
                </a:lnTo>
                <a:lnTo>
                  <a:pt x="30353" y="110998"/>
                </a:lnTo>
                <a:lnTo>
                  <a:pt x="35401" y="105949"/>
                </a:lnTo>
                <a:lnTo>
                  <a:pt x="40449" y="100901"/>
                </a:lnTo>
                <a:lnTo>
                  <a:pt x="45497" y="95853"/>
                </a:lnTo>
                <a:lnTo>
                  <a:pt x="50546" y="90805"/>
                </a:lnTo>
                <a:lnTo>
                  <a:pt x="92130" y="65252"/>
                </a:lnTo>
                <a:lnTo>
                  <a:pt x="141350" y="45338"/>
                </a:lnTo>
                <a:lnTo>
                  <a:pt x="179133" y="32765"/>
                </a:lnTo>
                <a:lnTo>
                  <a:pt x="227087" y="22667"/>
                </a:lnTo>
                <a:lnTo>
                  <a:pt x="242188" y="20177"/>
                </a:lnTo>
                <a:lnTo>
                  <a:pt x="257290" y="17662"/>
                </a:lnTo>
                <a:lnTo>
                  <a:pt x="272414" y="15112"/>
                </a:lnTo>
                <a:lnTo>
                  <a:pt x="288198" y="12616"/>
                </a:lnTo>
                <a:lnTo>
                  <a:pt x="343026" y="5080"/>
                </a:lnTo>
                <a:lnTo>
                  <a:pt x="395087" y="311"/>
                </a:lnTo>
                <a:lnTo>
                  <a:pt x="408686" y="0"/>
                </a:lnTo>
                <a:lnTo>
                  <a:pt x="420328" y="0"/>
                </a:lnTo>
                <a:lnTo>
                  <a:pt x="430101" y="0"/>
                </a:lnTo>
                <a:lnTo>
                  <a:pt x="437993" y="0"/>
                </a:lnTo>
                <a:lnTo>
                  <a:pt x="443992" y="0"/>
                </a:lnTo>
                <a:lnTo>
                  <a:pt x="449349" y="311"/>
                </a:lnTo>
                <a:lnTo>
                  <a:pt x="488108" y="11350"/>
                </a:lnTo>
                <a:lnTo>
                  <a:pt x="500409" y="15456"/>
                </a:lnTo>
                <a:lnTo>
                  <a:pt x="514604" y="20193"/>
                </a:lnTo>
                <a:lnTo>
                  <a:pt x="554989" y="35306"/>
                </a:lnTo>
                <a:lnTo>
                  <a:pt x="586454" y="63007"/>
                </a:lnTo>
                <a:lnTo>
                  <a:pt x="612949" y="98345"/>
                </a:lnTo>
                <a:lnTo>
                  <a:pt x="625601" y="141224"/>
                </a:lnTo>
                <a:lnTo>
                  <a:pt x="625911" y="151630"/>
                </a:lnTo>
                <a:lnTo>
                  <a:pt x="626840" y="162655"/>
                </a:lnTo>
                <a:lnTo>
                  <a:pt x="628388" y="174299"/>
                </a:lnTo>
                <a:lnTo>
                  <a:pt x="630555" y="186562"/>
                </a:lnTo>
                <a:lnTo>
                  <a:pt x="632795" y="198899"/>
                </a:lnTo>
                <a:lnTo>
                  <a:pt x="634380" y="210581"/>
                </a:lnTo>
                <a:lnTo>
                  <a:pt x="635323" y="221620"/>
                </a:lnTo>
                <a:lnTo>
                  <a:pt x="635635" y="232029"/>
                </a:lnTo>
                <a:lnTo>
                  <a:pt x="635635" y="245491"/>
                </a:lnTo>
                <a:lnTo>
                  <a:pt x="635635" y="253873"/>
                </a:lnTo>
                <a:lnTo>
                  <a:pt x="635635" y="257301"/>
                </a:lnTo>
                <a:lnTo>
                  <a:pt x="635635" y="260604"/>
                </a:lnTo>
                <a:lnTo>
                  <a:pt x="635635" y="265684"/>
                </a:lnTo>
                <a:lnTo>
                  <a:pt x="635635" y="272415"/>
                </a:lnTo>
                <a:lnTo>
                  <a:pt x="635013" y="278084"/>
                </a:lnTo>
                <a:lnTo>
                  <a:pt x="633142" y="285003"/>
                </a:lnTo>
                <a:lnTo>
                  <a:pt x="630009" y="293185"/>
                </a:lnTo>
                <a:lnTo>
                  <a:pt x="625601" y="30264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45307" y="3133851"/>
            <a:ext cx="3430270" cy="30480"/>
          </a:xfrm>
          <a:custGeom>
            <a:avLst/>
            <a:gdLst/>
            <a:ahLst/>
            <a:cxnLst/>
            <a:rect l="l" t="t" r="r" b="b"/>
            <a:pathLst>
              <a:path w="3430270" h="30480">
                <a:moveTo>
                  <a:pt x="0" y="20193"/>
                </a:moveTo>
                <a:lnTo>
                  <a:pt x="1650" y="20193"/>
                </a:lnTo>
                <a:lnTo>
                  <a:pt x="100837" y="20193"/>
                </a:lnTo>
                <a:lnTo>
                  <a:pt x="112508" y="19881"/>
                </a:lnTo>
                <a:lnTo>
                  <a:pt x="127333" y="18938"/>
                </a:lnTo>
                <a:lnTo>
                  <a:pt x="145325" y="17353"/>
                </a:lnTo>
                <a:lnTo>
                  <a:pt x="166496" y="15112"/>
                </a:lnTo>
                <a:lnTo>
                  <a:pt x="188233" y="12946"/>
                </a:lnTo>
                <a:lnTo>
                  <a:pt x="208089" y="11398"/>
                </a:lnTo>
                <a:lnTo>
                  <a:pt x="226040" y="10469"/>
                </a:lnTo>
                <a:lnTo>
                  <a:pt x="242062" y="10160"/>
                </a:lnTo>
                <a:lnTo>
                  <a:pt x="257847" y="10160"/>
                </a:lnTo>
                <a:lnTo>
                  <a:pt x="274907" y="10160"/>
                </a:lnTo>
                <a:lnTo>
                  <a:pt x="1079500" y="10160"/>
                </a:lnTo>
                <a:lnTo>
                  <a:pt x="1094954" y="9830"/>
                </a:lnTo>
                <a:lnTo>
                  <a:pt x="1111027" y="8858"/>
                </a:lnTo>
                <a:lnTo>
                  <a:pt x="1127720" y="7266"/>
                </a:lnTo>
                <a:lnTo>
                  <a:pt x="1145031" y="5080"/>
                </a:lnTo>
                <a:lnTo>
                  <a:pt x="1162726" y="2839"/>
                </a:lnTo>
                <a:lnTo>
                  <a:pt x="1180385" y="1254"/>
                </a:lnTo>
                <a:lnTo>
                  <a:pt x="1198020" y="311"/>
                </a:lnTo>
                <a:lnTo>
                  <a:pt x="1215643" y="0"/>
                </a:lnTo>
                <a:lnTo>
                  <a:pt x="1233029" y="0"/>
                </a:lnTo>
                <a:lnTo>
                  <a:pt x="1249759" y="0"/>
                </a:lnTo>
                <a:lnTo>
                  <a:pt x="1553717" y="0"/>
                </a:lnTo>
                <a:lnTo>
                  <a:pt x="1569118" y="311"/>
                </a:lnTo>
                <a:lnTo>
                  <a:pt x="1619250" y="5080"/>
                </a:lnTo>
                <a:lnTo>
                  <a:pt x="1669327" y="12616"/>
                </a:lnTo>
                <a:lnTo>
                  <a:pt x="1684781" y="15112"/>
                </a:lnTo>
                <a:lnTo>
                  <a:pt x="1699926" y="17353"/>
                </a:lnTo>
                <a:lnTo>
                  <a:pt x="1715071" y="18938"/>
                </a:lnTo>
                <a:lnTo>
                  <a:pt x="1730216" y="19881"/>
                </a:lnTo>
                <a:lnTo>
                  <a:pt x="1745360" y="20193"/>
                </a:lnTo>
                <a:lnTo>
                  <a:pt x="1761126" y="20504"/>
                </a:lnTo>
                <a:lnTo>
                  <a:pt x="1778142" y="21447"/>
                </a:lnTo>
                <a:lnTo>
                  <a:pt x="1796420" y="23032"/>
                </a:lnTo>
                <a:lnTo>
                  <a:pt x="1815972" y="25273"/>
                </a:lnTo>
                <a:lnTo>
                  <a:pt x="1834903" y="27439"/>
                </a:lnTo>
                <a:lnTo>
                  <a:pt x="1851310" y="28987"/>
                </a:lnTo>
                <a:lnTo>
                  <a:pt x="1865193" y="29916"/>
                </a:lnTo>
                <a:lnTo>
                  <a:pt x="1876552" y="30225"/>
                </a:lnTo>
                <a:lnTo>
                  <a:pt x="1886958" y="30225"/>
                </a:lnTo>
                <a:lnTo>
                  <a:pt x="1897983" y="30225"/>
                </a:lnTo>
                <a:lnTo>
                  <a:pt x="3304032" y="30225"/>
                </a:lnTo>
                <a:lnTo>
                  <a:pt x="3325512" y="29916"/>
                </a:lnTo>
                <a:lnTo>
                  <a:pt x="3344433" y="28987"/>
                </a:lnTo>
                <a:lnTo>
                  <a:pt x="3360806" y="27439"/>
                </a:lnTo>
                <a:lnTo>
                  <a:pt x="3374643" y="25273"/>
                </a:lnTo>
                <a:lnTo>
                  <a:pt x="3387601" y="23032"/>
                </a:lnTo>
                <a:lnTo>
                  <a:pt x="3401155" y="21447"/>
                </a:lnTo>
                <a:lnTo>
                  <a:pt x="3415327" y="20504"/>
                </a:lnTo>
                <a:lnTo>
                  <a:pt x="3430142" y="2019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20976" y="3487039"/>
            <a:ext cx="7108190" cy="141605"/>
          </a:xfrm>
          <a:custGeom>
            <a:avLst/>
            <a:gdLst/>
            <a:ahLst/>
            <a:cxnLst/>
            <a:rect l="l" t="t" r="r" b="b"/>
            <a:pathLst>
              <a:path w="7108190" h="141604">
                <a:moveTo>
                  <a:pt x="0" y="80645"/>
                </a:moveTo>
                <a:lnTo>
                  <a:pt x="0" y="80645"/>
                </a:lnTo>
                <a:lnTo>
                  <a:pt x="70612" y="80645"/>
                </a:lnTo>
                <a:lnTo>
                  <a:pt x="85133" y="80956"/>
                </a:lnTo>
                <a:lnTo>
                  <a:pt x="98393" y="81899"/>
                </a:lnTo>
                <a:lnTo>
                  <a:pt x="110366" y="83484"/>
                </a:lnTo>
                <a:lnTo>
                  <a:pt x="121031" y="85725"/>
                </a:lnTo>
                <a:lnTo>
                  <a:pt x="133963" y="88532"/>
                </a:lnTo>
                <a:lnTo>
                  <a:pt x="152574" y="91995"/>
                </a:lnTo>
                <a:lnTo>
                  <a:pt x="206883" y="100837"/>
                </a:lnTo>
                <a:lnTo>
                  <a:pt x="245318" y="106197"/>
                </a:lnTo>
                <a:lnTo>
                  <a:pt x="295100" y="112188"/>
                </a:lnTo>
                <a:lnTo>
                  <a:pt x="356240" y="118822"/>
                </a:lnTo>
                <a:lnTo>
                  <a:pt x="428752" y="126111"/>
                </a:lnTo>
                <a:lnTo>
                  <a:pt x="489088" y="131535"/>
                </a:lnTo>
                <a:lnTo>
                  <a:pt x="544980" y="135765"/>
                </a:lnTo>
                <a:lnTo>
                  <a:pt x="596434" y="138793"/>
                </a:lnTo>
                <a:lnTo>
                  <a:pt x="643457" y="140615"/>
                </a:lnTo>
                <a:lnTo>
                  <a:pt x="686054" y="141224"/>
                </a:lnTo>
                <a:lnTo>
                  <a:pt x="738088" y="141224"/>
                </a:lnTo>
                <a:lnTo>
                  <a:pt x="793242" y="141224"/>
                </a:lnTo>
                <a:lnTo>
                  <a:pt x="1563751" y="141224"/>
                </a:lnTo>
                <a:lnTo>
                  <a:pt x="1592778" y="140894"/>
                </a:lnTo>
                <a:lnTo>
                  <a:pt x="1643260" y="138330"/>
                </a:lnTo>
                <a:lnTo>
                  <a:pt x="1684268" y="133594"/>
                </a:lnTo>
                <a:lnTo>
                  <a:pt x="1735327" y="126111"/>
                </a:lnTo>
                <a:lnTo>
                  <a:pt x="1752355" y="123870"/>
                </a:lnTo>
                <a:lnTo>
                  <a:pt x="1773158" y="122285"/>
                </a:lnTo>
                <a:lnTo>
                  <a:pt x="1797746" y="121342"/>
                </a:lnTo>
                <a:lnTo>
                  <a:pt x="1826133" y="121031"/>
                </a:lnTo>
                <a:lnTo>
                  <a:pt x="1854465" y="121031"/>
                </a:lnTo>
                <a:lnTo>
                  <a:pt x="1879060" y="121031"/>
                </a:lnTo>
                <a:lnTo>
                  <a:pt x="2113661" y="121031"/>
                </a:lnTo>
                <a:lnTo>
                  <a:pt x="2155902" y="120719"/>
                </a:lnTo>
                <a:lnTo>
                  <a:pt x="2196893" y="119776"/>
                </a:lnTo>
                <a:lnTo>
                  <a:pt x="2236622" y="118191"/>
                </a:lnTo>
                <a:lnTo>
                  <a:pt x="2275078" y="115950"/>
                </a:lnTo>
                <a:lnTo>
                  <a:pt x="2311630" y="113764"/>
                </a:lnTo>
                <a:lnTo>
                  <a:pt x="2345658" y="112172"/>
                </a:lnTo>
                <a:lnTo>
                  <a:pt x="2377162" y="111200"/>
                </a:lnTo>
                <a:lnTo>
                  <a:pt x="2406142" y="110871"/>
                </a:lnTo>
                <a:lnTo>
                  <a:pt x="2434556" y="109938"/>
                </a:lnTo>
                <a:lnTo>
                  <a:pt x="2464196" y="107124"/>
                </a:lnTo>
                <a:lnTo>
                  <a:pt x="2495099" y="102405"/>
                </a:lnTo>
                <a:lnTo>
                  <a:pt x="2527300" y="95758"/>
                </a:lnTo>
                <a:lnTo>
                  <a:pt x="2559115" y="88852"/>
                </a:lnTo>
                <a:lnTo>
                  <a:pt x="2589037" y="83185"/>
                </a:lnTo>
                <a:lnTo>
                  <a:pt x="2643251" y="75564"/>
                </a:lnTo>
                <a:lnTo>
                  <a:pt x="2689939" y="71850"/>
                </a:lnTo>
                <a:lnTo>
                  <a:pt x="2729103" y="70612"/>
                </a:lnTo>
                <a:lnTo>
                  <a:pt x="2746726" y="70282"/>
                </a:lnTo>
                <a:lnTo>
                  <a:pt x="2764361" y="69310"/>
                </a:lnTo>
                <a:lnTo>
                  <a:pt x="2782020" y="67718"/>
                </a:lnTo>
                <a:lnTo>
                  <a:pt x="2799715" y="65532"/>
                </a:lnTo>
                <a:lnTo>
                  <a:pt x="2817665" y="62980"/>
                </a:lnTo>
                <a:lnTo>
                  <a:pt x="2836259" y="60451"/>
                </a:lnTo>
                <a:lnTo>
                  <a:pt x="2875280" y="55372"/>
                </a:lnTo>
                <a:lnTo>
                  <a:pt x="2916920" y="50355"/>
                </a:lnTo>
                <a:lnTo>
                  <a:pt x="2961132" y="45338"/>
                </a:lnTo>
                <a:lnTo>
                  <a:pt x="2982229" y="42842"/>
                </a:lnTo>
                <a:lnTo>
                  <a:pt x="3000184" y="40322"/>
                </a:lnTo>
                <a:lnTo>
                  <a:pt x="3014995" y="37802"/>
                </a:lnTo>
                <a:lnTo>
                  <a:pt x="3026664" y="35306"/>
                </a:lnTo>
                <a:lnTo>
                  <a:pt x="3037381" y="33065"/>
                </a:lnTo>
                <a:lnTo>
                  <a:pt x="3049349" y="31480"/>
                </a:lnTo>
                <a:lnTo>
                  <a:pt x="3062579" y="30537"/>
                </a:lnTo>
                <a:lnTo>
                  <a:pt x="3077083" y="30225"/>
                </a:lnTo>
                <a:lnTo>
                  <a:pt x="3091916" y="29914"/>
                </a:lnTo>
                <a:lnTo>
                  <a:pt x="3106118" y="28971"/>
                </a:lnTo>
                <a:lnTo>
                  <a:pt x="3119677" y="27386"/>
                </a:lnTo>
                <a:lnTo>
                  <a:pt x="3132582" y="25146"/>
                </a:lnTo>
                <a:lnTo>
                  <a:pt x="3145797" y="22649"/>
                </a:lnTo>
                <a:lnTo>
                  <a:pt x="3160299" y="20129"/>
                </a:lnTo>
                <a:lnTo>
                  <a:pt x="3209522" y="12872"/>
                </a:lnTo>
                <a:lnTo>
                  <a:pt x="3243580" y="10033"/>
                </a:lnTo>
                <a:lnTo>
                  <a:pt x="3252386" y="10033"/>
                </a:lnTo>
                <a:lnTo>
                  <a:pt x="3263741" y="10033"/>
                </a:lnTo>
                <a:lnTo>
                  <a:pt x="3349498" y="10033"/>
                </a:lnTo>
                <a:lnTo>
                  <a:pt x="3360215" y="9721"/>
                </a:lnTo>
                <a:lnTo>
                  <a:pt x="3372183" y="8778"/>
                </a:lnTo>
                <a:lnTo>
                  <a:pt x="3385413" y="7193"/>
                </a:lnTo>
                <a:lnTo>
                  <a:pt x="3399917" y="4952"/>
                </a:lnTo>
                <a:lnTo>
                  <a:pt x="3416012" y="2786"/>
                </a:lnTo>
                <a:lnTo>
                  <a:pt x="3434000" y="1238"/>
                </a:lnTo>
                <a:lnTo>
                  <a:pt x="3453870" y="309"/>
                </a:lnTo>
                <a:lnTo>
                  <a:pt x="3475609" y="0"/>
                </a:lnTo>
                <a:lnTo>
                  <a:pt x="3496706" y="0"/>
                </a:lnTo>
                <a:lnTo>
                  <a:pt x="3514661" y="0"/>
                </a:lnTo>
                <a:lnTo>
                  <a:pt x="3939667" y="0"/>
                </a:lnTo>
                <a:lnTo>
                  <a:pt x="3967716" y="309"/>
                </a:lnTo>
                <a:lnTo>
                  <a:pt x="3996420" y="1238"/>
                </a:lnTo>
                <a:lnTo>
                  <a:pt x="4025767" y="2786"/>
                </a:lnTo>
                <a:lnTo>
                  <a:pt x="4055745" y="4952"/>
                </a:lnTo>
                <a:lnTo>
                  <a:pt x="4085393" y="7193"/>
                </a:lnTo>
                <a:lnTo>
                  <a:pt x="4113768" y="8778"/>
                </a:lnTo>
                <a:lnTo>
                  <a:pt x="4140880" y="9721"/>
                </a:lnTo>
                <a:lnTo>
                  <a:pt x="4166743" y="10033"/>
                </a:lnTo>
                <a:lnTo>
                  <a:pt x="4191910" y="10033"/>
                </a:lnTo>
                <a:lnTo>
                  <a:pt x="4217114" y="10033"/>
                </a:lnTo>
                <a:lnTo>
                  <a:pt x="4716526" y="10033"/>
                </a:lnTo>
                <a:lnTo>
                  <a:pt x="4729741" y="10344"/>
                </a:lnTo>
                <a:lnTo>
                  <a:pt x="4744243" y="11287"/>
                </a:lnTo>
                <a:lnTo>
                  <a:pt x="4760031" y="12872"/>
                </a:lnTo>
                <a:lnTo>
                  <a:pt x="4777105" y="15112"/>
                </a:lnTo>
                <a:lnTo>
                  <a:pt x="4794416" y="17279"/>
                </a:lnTo>
                <a:lnTo>
                  <a:pt x="4811109" y="18827"/>
                </a:lnTo>
                <a:lnTo>
                  <a:pt x="4827182" y="19756"/>
                </a:lnTo>
                <a:lnTo>
                  <a:pt x="4842637" y="20065"/>
                </a:lnTo>
                <a:lnTo>
                  <a:pt x="4858402" y="20065"/>
                </a:lnTo>
                <a:lnTo>
                  <a:pt x="4875418" y="20065"/>
                </a:lnTo>
                <a:lnTo>
                  <a:pt x="5004054" y="20065"/>
                </a:lnTo>
                <a:lnTo>
                  <a:pt x="5029604" y="19756"/>
                </a:lnTo>
                <a:lnTo>
                  <a:pt x="5082563" y="17279"/>
                </a:lnTo>
                <a:lnTo>
                  <a:pt x="5136447" y="12561"/>
                </a:lnTo>
                <a:lnTo>
                  <a:pt x="5181873" y="7504"/>
                </a:lnTo>
                <a:lnTo>
                  <a:pt x="5200777" y="4952"/>
                </a:lnTo>
                <a:lnTo>
                  <a:pt x="5219368" y="2786"/>
                </a:lnTo>
                <a:lnTo>
                  <a:pt x="5239877" y="1238"/>
                </a:lnTo>
                <a:lnTo>
                  <a:pt x="5262266" y="309"/>
                </a:lnTo>
                <a:lnTo>
                  <a:pt x="5286502" y="0"/>
                </a:lnTo>
                <a:lnTo>
                  <a:pt x="5311102" y="0"/>
                </a:lnTo>
                <a:lnTo>
                  <a:pt x="5334428" y="0"/>
                </a:lnTo>
                <a:lnTo>
                  <a:pt x="7107555" y="0"/>
                </a:lnTo>
                <a:lnTo>
                  <a:pt x="7107894" y="621"/>
                </a:lnTo>
                <a:lnTo>
                  <a:pt x="7064101" y="15702"/>
                </a:lnTo>
                <a:lnTo>
                  <a:pt x="7008578" y="30803"/>
                </a:lnTo>
                <a:lnTo>
                  <a:pt x="6971411" y="4025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20976" y="4374769"/>
            <a:ext cx="998855" cy="20320"/>
          </a:xfrm>
          <a:custGeom>
            <a:avLst/>
            <a:gdLst/>
            <a:ahLst/>
            <a:cxnLst/>
            <a:rect l="l" t="t" r="r" b="b"/>
            <a:pathLst>
              <a:path w="998855" h="20320">
                <a:moveTo>
                  <a:pt x="0" y="0"/>
                </a:moveTo>
                <a:lnTo>
                  <a:pt x="0" y="0"/>
                </a:lnTo>
                <a:lnTo>
                  <a:pt x="171577" y="0"/>
                </a:lnTo>
                <a:lnTo>
                  <a:pt x="185128" y="640"/>
                </a:lnTo>
                <a:lnTo>
                  <a:pt x="205597" y="2555"/>
                </a:lnTo>
                <a:lnTo>
                  <a:pt x="232995" y="5732"/>
                </a:lnTo>
                <a:lnTo>
                  <a:pt x="267335" y="10159"/>
                </a:lnTo>
                <a:lnTo>
                  <a:pt x="301748" y="14567"/>
                </a:lnTo>
                <a:lnTo>
                  <a:pt x="329184" y="17700"/>
                </a:lnTo>
                <a:lnTo>
                  <a:pt x="349666" y="19571"/>
                </a:lnTo>
                <a:lnTo>
                  <a:pt x="363220" y="20192"/>
                </a:lnTo>
                <a:lnTo>
                  <a:pt x="373626" y="20192"/>
                </a:lnTo>
                <a:lnTo>
                  <a:pt x="384651" y="20192"/>
                </a:lnTo>
                <a:lnTo>
                  <a:pt x="968502" y="20192"/>
                </a:lnTo>
                <a:lnTo>
                  <a:pt x="974191" y="19571"/>
                </a:lnTo>
                <a:lnTo>
                  <a:pt x="981154" y="17700"/>
                </a:lnTo>
                <a:lnTo>
                  <a:pt x="989379" y="14567"/>
                </a:lnTo>
                <a:lnTo>
                  <a:pt x="998855" y="10159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92164" y="4354576"/>
            <a:ext cx="796925" cy="20320"/>
          </a:xfrm>
          <a:custGeom>
            <a:avLst/>
            <a:gdLst/>
            <a:ahLst/>
            <a:cxnLst/>
            <a:rect l="l" t="t" r="r" b="b"/>
            <a:pathLst>
              <a:path w="796925" h="20320">
                <a:moveTo>
                  <a:pt x="0" y="20193"/>
                </a:moveTo>
                <a:lnTo>
                  <a:pt x="9401" y="20193"/>
                </a:lnTo>
                <a:lnTo>
                  <a:pt x="17589" y="20193"/>
                </a:lnTo>
                <a:lnTo>
                  <a:pt x="24538" y="20193"/>
                </a:lnTo>
                <a:lnTo>
                  <a:pt x="30225" y="20193"/>
                </a:lnTo>
                <a:lnTo>
                  <a:pt x="36845" y="19881"/>
                </a:lnTo>
                <a:lnTo>
                  <a:pt x="46609" y="18938"/>
                </a:lnTo>
                <a:lnTo>
                  <a:pt x="59515" y="17353"/>
                </a:lnTo>
                <a:lnTo>
                  <a:pt x="75564" y="15112"/>
                </a:lnTo>
                <a:lnTo>
                  <a:pt x="93571" y="12946"/>
                </a:lnTo>
                <a:lnTo>
                  <a:pt x="112172" y="11398"/>
                </a:lnTo>
                <a:lnTo>
                  <a:pt x="131393" y="10469"/>
                </a:lnTo>
                <a:lnTo>
                  <a:pt x="151257" y="10160"/>
                </a:lnTo>
                <a:lnTo>
                  <a:pt x="171759" y="10160"/>
                </a:lnTo>
                <a:lnTo>
                  <a:pt x="192881" y="10160"/>
                </a:lnTo>
                <a:lnTo>
                  <a:pt x="795274" y="10160"/>
                </a:lnTo>
                <a:lnTo>
                  <a:pt x="796925" y="6731"/>
                </a:lnTo>
                <a:lnTo>
                  <a:pt x="79692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52840" y="4294123"/>
            <a:ext cx="785495" cy="30480"/>
          </a:xfrm>
          <a:custGeom>
            <a:avLst/>
            <a:gdLst/>
            <a:ahLst/>
            <a:cxnLst/>
            <a:rect l="l" t="t" r="r" b="b"/>
            <a:pathLst>
              <a:path w="785495" h="30479">
                <a:moveTo>
                  <a:pt x="0" y="30225"/>
                </a:moveTo>
                <a:lnTo>
                  <a:pt x="5079" y="30225"/>
                </a:lnTo>
                <a:lnTo>
                  <a:pt x="317880" y="30225"/>
                </a:lnTo>
                <a:lnTo>
                  <a:pt x="336143" y="29914"/>
                </a:lnTo>
                <a:lnTo>
                  <a:pt x="355679" y="28971"/>
                </a:lnTo>
                <a:lnTo>
                  <a:pt x="376477" y="27386"/>
                </a:lnTo>
                <a:lnTo>
                  <a:pt x="398525" y="25145"/>
                </a:lnTo>
                <a:lnTo>
                  <a:pt x="420006" y="22979"/>
                </a:lnTo>
                <a:lnTo>
                  <a:pt x="438927" y="21431"/>
                </a:lnTo>
                <a:lnTo>
                  <a:pt x="455300" y="20502"/>
                </a:lnTo>
                <a:lnTo>
                  <a:pt x="469137" y="20193"/>
                </a:lnTo>
                <a:lnTo>
                  <a:pt x="483046" y="19863"/>
                </a:lnTo>
                <a:lnTo>
                  <a:pt x="499443" y="18891"/>
                </a:lnTo>
                <a:lnTo>
                  <a:pt x="518340" y="17299"/>
                </a:lnTo>
                <a:lnTo>
                  <a:pt x="539750" y="15112"/>
                </a:lnTo>
                <a:lnTo>
                  <a:pt x="560921" y="12872"/>
                </a:lnTo>
                <a:lnTo>
                  <a:pt x="578913" y="11287"/>
                </a:lnTo>
                <a:lnTo>
                  <a:pt x="593738" y="10344"/>
                </a:lnTo>
                <a:lnTo>
                  <a:pt x="605408" y="10033"/>
                </a:lnTo>
                <a:lnTo>
                  <a:pt x="615176" y="9721"/>
                </a:lnTo>
                <a:lnTo>
                  <a:pt x="624300" y="8778"/>
                </a:lnTo>
                <a:lnTo>
                  <a:pt x="632805" y="7193"/>
                </a:lnTo>
                <a:lnTo>
                  <a:pt x="640714" y="4952"/>
                </a:lnTo>
                <a:lnTo>
                  <a:pt x="649192" y="2786"/>
                </a:lnTo>
                <a:lnTo>
                  <a:pt x="659574" y="1238"/>
                </a:lnTo>
                <a:lnTo>
                  <a:pt x="671861" y="309"/>
                </a:lnTo>
                <a:lnTo>
                  <a:pt x="686053" y="0"/>
                </a:lnTo>
                <a:lnTo>
                  <a:pt x="699625" y="0"/>
                </a:lnTo>
                <a:lnTo>
                  <a:pt x="710041" y="0"/>
                </a:lnTo>
                <a:lnTo>
                  <a:pt x="785240" y="0"/>
                </a:lnTo>
                <a:lnTo>
                  <a:pt x="783589" y="0"/>
                </a:lnTo>
                <a:lnTo>
                  <a:pt x="776858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11782" y="5202046"/>
            <a:ext cx="1009015" cy="71120"/>
          </a:xfrm>
          <a:custGeom>
            <a:avLst/>
            <a:gdLst/>
            <a:ahLst/>
            <a:cxnLst/>
            <a:rect l="l" t="t" r="r" b="b"/>
            <a:pathLst>
              <a:path w="1009014" h="71120">
                <a:moveTo>
                  <a:pt x="0" y="70611"/>
                </a:moveTo>
                <a:lnTo>
                  <a:pt x="13882" y="61777"/>
                </a:lnTo>
                <a:lnTo>
                  <a:pt x="25241" y="55467"/>
                </a:lnTo>
                <a:lnTo>
                  <a:pt x="34075" y="51681"/>
                </a:lnTo>
                <a:lnTo>
                  <a:pt x="40386" y="50418"/>
                </a:lnTo>
                <a:lnTo>
                  <a:pt x="46384" y="50418"/>
                </a:lnTo>
                <a:lnTo>
                  <a:pt x="54276" y="50418"/>
                </a:lnTo>
                <a:lnTo>
                  <a:pt x="786892" y="50418"/>
                </a:lnTo>
                <a:lnTo>
                  <a:pt x="796676" y="50109"/>
                </a:lnTo>
                <a:lnTo>
                  <a:pt x="805830" y="49180"/>
                </a:lnTo>
                <a:lnTo>
                  <a:pt x="814341" y="47632"/>
                </a:lnTo>
                <a:lnTo>
                  <a:pt x="822198" y="45465"/>
                </a:lnTo>
                <a:lnTo>
                  <a:pt x="829798" y="43225"/>
                </a:lnTo>
                <a:lnTo>
                  <a:pt x="837374" y="41640"/>
                </a:lnTo>
                <a:lnTo>
                  <a:pt x="844950" y="40697"/>
                </a:lnTo>
                <a:lnTo>
                  <a:pt x="852551" y="40385"/>
                </a:lnTo>
                <a:lnTo>
                  <a:pt x="860095" y="40074"/>
                </a:lnTo>
                <a:lnTo>
                  <a:pt x="867663" y="39131"/>
                </a:lnTo>
                <a:lnTo>
                  <a:pt x="875232" y="37546"/>
                </a:lnTo>
                <a:lnTo>
                  <a:pt x="882776" y="35305"/>
                </a:lnTo>
                <a:lnTo>
                  <a:pt x="890375" y="33139"/>
                </a:lnTo>
                <a:lnTo>
                  <a:pt x="897937" y="31591"/>
                </a:lnTo>
                <a:lnTo>
                  <a:pt x="905476" y="30662"/>
                </a:lnTo>
                <a:lnTo>
                  <a:pt x="913003" y="30352"/>
                </a:lnTo>
                <a:lnTo>
                  <a:pt x="923163" y="30352"/>
                </a:lnTo>
                <a:lnTo>
                  <a:pt x="928243" y="28575"/>
                </a:lnTo>
                <a:lnTo>
                  <a:pt x="928243" y="25272"/>
                </a:lnTo>
                <a:lnTo>
                  <a:pt x="928243" y="21843"/>
                </a:lnTo>
                <a:lnTo>
                  <a:pt x="929894" y="20192"/>
                </a:lnTo>
                <a:lnTo>
                  <a:pt x="946657" y="20192"/>
                </a:lnTo>
                <a:lnTo>
                  <a:pt x="948309" y="18541"/>
                </a:lnTo>
                <a:lnTo>
                  <a:pt x="948309" y="15112"/>
                </a:lnTo>
                <a:lnTo>
                  <a:pt x="948309" y="11810"/>
                </a:lnTo>
                <a:lnTo>
                  <a:pt x="951738" y="10159"/>
                </a:lnTo>
                <a:lnTo>
                  <a:pt x="1007237" y="10159"/>
                </a:lnTo>
                <a:lnTo>
                  <a:pt x="1008888" y="6730"/>
                </a:lnTo>
                <a:lnTo>
                  <a:pt x="100888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79363" y="5212207"/>
            <a:ext cx="3147695" cy="10160"/>
          </a:xfrm>
          <a:custGeom>
            <a:avLst/>
            <a:gdLst/>
            <a:ahLst/>
            <a:cxnLst/>
            <a:rect l="l" t="t" r="r" b="b"/>
            <a:pathLst>
              <a:path w="3147695" h="10160">
                <a:moveTo>
                  <a:pt x="0" y="10033"/>
                </a:moveTo>
                <a:lnTo>
                  <a:pt x="0" y="10033"/>
                </a:lnTo>
                <a:lnTo>
                  <a:pt x="3146043" y="10033"/>
                </a:lnTo>
                <a:lnTo>
                  <a:pt x="3147694" y="8382"/>
                </a:lnTo>
                <a:lnTo>
                  <a:pt x="3147694" y="4953"/>
                </a:lnTo>
                <a:lnTo>
                  <a:pt x="3147694" y="1651"/>
                </a:lnTo>
                <a:lnTo>
                  <a:pt x="3142615" y="0"/>
                </a:lnTo>
                <a:lnTo>
                  <a:pt x="3132582" y="0"/>
                </a:lnTo>
                <a:lnTo>
                  <a:pt x="3124031" y="0"/>
                </a:lnTo>
                <a:lnTo>
                  <a:pt x="3113611" y="0"/>
                </a:lnTo>
                <a:lnTo>
                  <a:pt x="3101310" y="0"/>
                </a:lnTo>
                <a:lnTo>
                  <a:pt x="308711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59560" y="5575300"/>
            <a:ext cx="817244" cy="20320"/>
          </a:xfrm>
          <a:custGeom>
            <a:avLst/>
            <a:gdLst/>
            <a:ahLst/>
            <a:cxnLst/>
            <a:rect l="l" t="t" r="r" b="b"/>
            <a:pathLst>
              <a:path w="817244" h="20320">
                <a:moveTo>
                  <a:pt x="0" y="20193"/>
                </a:moveTo>
                <a:lnTo>
                  <a:pt x="0" y="13462"/>
                </a:lnTo>
                <a:lnTo>
                  <a:pt x="1651" y="10160"/>
                </a:lnTo>
                <a:lnTo>
                  <a:pt x="5080" y="10160"/>
                </a:lnTo>
                <a:lnTo>
                  <a:pt x="8526" y="9848"/>
                </a:lnTo>
                <a:lnTo>
                  <a:pt x="13890" y="8905"/>
                </a:lnTo>
                <a:lnTo>
                  <a:pt x="21135" y="7320"/>
                </a:lnTo>
                <a:lnTo>
                  <a:pt x="30226" y="5080"/>
                </a:lnTo>
                <a:lnTo>
                  <a:pt x="40322" y="2893"/>
                </a:lnTo>
                <a:lnTo>
                  <a:pt x="50418" y="1301"/>
                </a:lnTo>
                <a:lnTo>
                  <a:pt x="60515" y="329"/>
                </a:lnTo>
                <a:lnTo>
                  <a:pt x="70612" y="0"/>
                </a:lnTo>
                <a:lnTo>
                  <a:pt x="81659" y="0"/>
                </a:lnTo>
                <a:lnTo>
                  <a:pt x="94599" y="0"/>
                </a:lnTo>
                <a:lnTo>
                  <a:pt x="810514" y="0"/>
                </a:lnTo>
                <a:lnTo>
                  <a:pt x="817245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58025" y="6009132"/>
            <a:ext cx="2205990" cy="40640"/>
          </a:xfrm>
          <a:custGeom>
            <a:avLst/>
            <a:gdLst/>
            <a:ahLst/>
            <a:cxnLst/>
            <a:rect l="l" t="t" r="r" b="b"/>
            <a:pathLst>
              <a:path w="2205990" h="40639">
                <a:moveTo>
                  <a:pt x="0" y="40386"/>
                </a:moveTo>
                <a:lnTo>
                  <a:pt x="3301" y="38735"/>
                </a:lnTo>
                <a:lnTo>
                  <a:pt x="10032" y="35306"/>
                </a:lnTo>
                <a:lnTo>
                  <a:pt x="16764" y="32004"/>
                </a:lnTo>
                <a:lnTo>
                  <a:pt x="21844" y="30353"/>
                </a:lnTo>
                <a:lnTo>
                  <a:pt x="25146" y="30353"/>
                </a:lnTo>
                <a:lnTo>
                  <a:pt x="28575" y="30353"/>
                </a:lnTo>
                <a:lnTo>
                  <a:pt x="35305" y="28575"/>
                </a:lnTo>
                <a:lnTo>
                  <a:pt x="45339" y="25273"/>
                </a:lnTo>
                <a:lnTo>
                  <a:pt x="52574" y="23032"/>
                </a:lnTo>
                <a:lnTo>
                  <a:pt x="59213" y="21447"/>
                </a:lnTo>
                <a:lnTo>
                  <a:pt x="65234" y="20504"/>
                </a:lnTo>
                <a:lnTo>
                  <a:pt x="70611" y="20193"/>
                </a:lnTo>
                <a:lnTo>
                  <a:pt x="77543" y="20193"/>
                </a:lnTo>
                <a:lnTo>
                  <a:pt x="88249" y="20193"/>
                </a:lnTo>
                <a:lnTo>
                  <a:pt x="378332" y="20193"/>
                </a:lnTo>
                <a:lnTo>
                  <a:pt x="410477" y="19883"/>
                </a:lnTo>
                <a:lnTo>
                  <a:pt x="441372" y="18954"/>
                </a:lnTo>
                <a:lnTo>
                  <a:pt x="471005" y="17406"/>
                </a:lnTo>
                <a:lnTo>
                  <a:pt x="499364" y="15240"/>
                </a:lnTo>
                <a:lnTo>
                  <a:pt x="528345" y="12999"/>
                </a:lnTo>
                <a:lnTo>
                  <a:pt x="559863" y="11414"/>
                </a:lnTo>
                <a:lnTo>
                  <a:pt x="593929" y="10471"/>
                </a:lnTo>
                <a:lnTo>
                  <a:pt x="630554" y="10160"/>
                </a:lnTo>
                <a:lnTo>
                  <a:pt x="670581" y="9848"/>
                </a:lnTo>
                <a:lnTo>
                  <a:pt x="715025" y="8905"/>
                </a:lnTo>
                <a:lnTo>
                  <a:pt x="763875" y="7320"/>
                </a:lnTo>
                <a:lnTo>
                  <a:pt x="817118" y="5080"/>
                </a:lnTo>
                <a:lnTo>
                  <a:pt x="870743" y="2893"/>
                </a:lnTo>
                <a:lnTo>
                  <a:pt x="920559" y="1301"/>
                </a:lnTo>
                <a:lnTo>
                  <a:pt x="966565" y="329"/>
                </a:lnTo>
                <a:lnTo>
                  <a:pt x="1008760" y="0"/>
                </a:lnTo>
                <a:lnTo>
                  <a:pt x="1049146" y="0"/>
                </a:lnTo>
                <a:lnTo>
                  <a:pt x="1089532" y="0"/>
                </a:lnTo>
                <a:lnTo>
                  <a:pt x="2205990" y="0"/>
                </a:lnTo>
                <a:lnTo>
                  <a:pt x="219925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61363" y="6372352"/>
            <a:ext cx="3117850" cy="50800"/>
          </a:xfrm>
          <a:custGeom>
            <a:avLst/>
            <a:gdLst/>
            <a:ahLst/>
            <a:cxnLst/>
            <a:rect l="l" t="t" r="r" b="b"/>
            <a:pathLst>
              <a:path w="3117850" h="50800">
                <a:moveTo>
                  <a:pt x="0" y="10160"/>
                </a:moveTo>
                <a:lnTo>
                  <a:pt x="0" y="10160"/>
                </a:lnTo>
                <a:lnTo>
                  <a:pt x="595249" y="10160"/>
                </a:lnTo>
                <a:lnTo>
                  <a:pt x="645658" y="9830"/>
                </a:lnTo>
                <a:lnTo>
                  <a:pt x="696102" y="8858"/>
                </a:lnTo>
                <a:lnTo>
                  <a:pt x="746571" y="7266"/>
                </a:lnTo>
                <a:lnTo>
                  <a:pt x="797051" y="5080"/>
                </a:lnTo>
                <a:lnTo>
                  <a:pt x="846199" y="2839"/>
                </a:lnTo>
                <a:lnTo>
                  <a:pt x="892857" y="1254"/>
                </a:lnTo>
                <a:lnTo>
                  <a:pt x="937015" y="311"/>
                </a:lnTo>
                <a:lnTo>
                  <a:pt x="978662" y="0"/>
                </a:lnTo>
                <a:lnTo>
                  <a:pt x="1018974" y="0"/>
                </a:lnTo>
                <a:lnTo>
                  <a:pt x="1059322" y="0"/>
                </a:lnTo>
                <a:lnTo>
                  <a:pt x="1523364" y="0"/>
                </a:lnTo>
                <a:lnTo>
                  <a:pt x="1539771" y="311"/>
                </a:lnTo>
                <a:lnTo>
                  <a:pt x="1558702" y="1254"/>
                </a:lnTo>
                <a:lnTo>
                  <a:pt x="1580157" y="2839"/>
                </a:lnTo>
                <a:lnTo>
                  <a:pt x="1604137" y="5080"/>
                </a:lnTo>
                <a:lnTo>
                  <a:pt x="1629687" y="7266"/>
                </a:lnTo>
                <a:lnTo>
                  <a:pt x="1655857" y="8858"/>
                </a:lnTo>
                <a:lnTo>
                  <a:pt x="1682646" y="9830"/>
                </a:lnTo>
                <a:lnTo>
                  <a:pt x="1710054" y="10160"/>
                </a:lnTo>
                <a:lnTo>
                  <a:pt x="1737463" y="10469"/>
                </a:lnTo>
                <a:lnTo>
                  <a:pt x="1764252" y="11398"/>
                </a:lnTo>
                <a:lnTo>
                  <a:pt x="1815973" y="15113"/>
                </a:lnTo>
                <a:lnTo>
                  <a:pt x="1871487" y="21478"/>
                </a:lnTo>
                <a:lnTo>
                  <a:pt x="1937003" y="30226"/>
                </a:lnTo>
                <a:lnTo>
                  <a:pt x="1972339" y="34964"/>
                </a:lnTo>
                <a:lnTo>
                  <a:pt x="2042963" y="42584"/>
                </a:lnTo>
                <a:lnTo>
                  <a:pt x="2113565" y="47632"/>
                </a:lnTo>
                <a:lnTo>
                  <a:pt x="2184241" y="50109"/>
                </a:lnTo>
                <a:lnTo>
                  <a:pt x="2219579" y="50419"/>
                </a:lnTo>
                <a:lnTo>
                  <a:pt x="2254531" y="50419"/>
                </a:lnTo>
                <a:lnTo>
                  <a:pt x="2288889" y="50419"/>
                </a:lnTo>
                <a:lnTo>
                  <a:pt x="3110738" y="50419"/>
                </a:lnTo>
                <a:lnTo>
                  <a:pt x="3117469" y="5041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7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636" y="1108965"/>
            <a:ext cx="7690484" cy="44913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89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자연권적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자유주의는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국가를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야경국가</a:t>
            </a:r>
            <a:r>
              <a:rPr sz="2000" b="1" dirty="0">
                <a:latin typeface="Malgun Gothic"/>
                <a:cs typeface="Malgun Gothic"/>
              </a:rPr>
              <a:t>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규정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국가는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기본적인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공공재만을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제공하고,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분배적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역할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제한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조세를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시민의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화폐소득을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착취하는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도둑질로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간주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시민들은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조세부담에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상응하는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만큼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노예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362585" indent="-349885">
              <a:lnSpc>
                <a:spcPct val="100000"/>
              </a:lnSpc>
              <a:buAutoNum type="arabicPeriod" startAt="2"/>
              <a:tabLst>
                <a:tab pos="362585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경험적</a:t>
            </a:r>
            <a:r>
              <a:rPr sz="2000" b="1" spc="32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자유주의</a:t>
            </a:r>
            <a:r>
              <a:rPr sz="2000" b="1" spc="33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135" dirty="0">
                <a:solidFill>
                  <a:srgbClr val="001AFF"/>
                </a:solidFill>
                <a:latin typeface="Malgun Gothic"/>
                <a:cs typeface="Malgun Gothic"/>
              </a:rPr>
              <a:t>:</a:t>
            </a:r>
            <a:r>
              <a:rPr sz="2000" b="1" spc="33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Hayek,</a:t>
            </a:r>
            <a:r>
              <a:rPr sz="2000" b="1" spc="33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Friedman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Clr>
                <a:srgbClr val="001AFF"/>
              </a:buClr>
              <a:buFont typeface="Malgun Gothic"/>
              <a:buAutoNum type="arabicPeriod" startAt="2"/>
            </a:pPr>
            <a:endParaRPr sz="2000">
              <a:latin typeface="Malgun Gothic"/>
              <a:cs typeface="Malgun Gothic"/>
            </a:endParaRPr>
          </a:p>
          <a:p>
            <a:pPr marL="266700" lvl="1" indent="-266700">
              <a:lnSpc>
                <a:spcPct val="100000"/>
              </a:lnSpc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개인의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가장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중시</a:t>
            </a:r>
            <a:endParaRPr sz="2000">
              <a:latin typeface="Malgun Gothic"/>
              <a:cs typeface="Malgun Gothic"/>
            </a:endParaRPr>
          </a:p>
          <a:p>
            <a:pPr marL="423545" lvl="2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협의의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차원에서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압제,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강제,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속박이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없는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상태로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간주</a:t>
            </a:r>
            <a:endParaRPr sz="2000">
              <a:latin typeface="Malgun Gothic"/>
              <a:cs typeface="Malgun Gothic"/>
            </a:endParaRPr>
          </a:p>
          <a:p>
            <a:pPr marL="423545" lvl="2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정치적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자유,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표현의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자유,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경제활동의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포함</a:t>
            </a:r>
            <a:endParaRPr sz="2000">
              <a:latin typeface="Malgun Gothic"/>
              <a:cs typeface="Malgun Gothic"/>
            </a:endParaRPr>
          </a:p>
          <a:p>
            <a:pPr marL="423545" lvl="2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평등의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추구는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제한하거나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파괴할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56963" y="1196847"/>
            <a:ext cx="1029335" cy="514984"/>
          </a:xfrm>
          <a:custGeom>
            <a:avLst/>
            <a:gdLst/>
            <a:ahLst/>
            <a:cxnLst/>
            <a:rect l="l" t="t" r="r" b="b"/>
            <a:pathLst>
              <a:path w="1029335" h="514985">
                <a:moveTo>
                  <a:pt x="0" y="363219"/>
                </a:moveTo>
                <a:lnTo>
                  <a:pt x="0" y="363219"/>
                </a:lnTo>
                <a:lnTo>
                  <a:pt x="50419" y="363219"/>
                </a:lnTo>
                <a:lnTo>
                  <a:pt x="61777" y="363529"/>
                </a:lnTo>
                <a:lnTo>
                  <a:pt x="75660" y="364458"/>
                </a:lnTo>
                <a:lnTo>
                  <a:pt x="92067" y="366006"/>
                </a:lnTo>
                <a:lnTo>
                  <a:pt x="110998" y="368173"/>
                </a:lnTo>
                <a:lnTo>
                  <a:pt x="130806" y="370413"/>
                </a:lnTo>
                <a:lnTo>
                  <a:pt x="150018" y="371998"/>
                </a:lnTo>
                <a:lnTo>
                  <a:pt x="168612" y="372941"/>
                </a:lnTo>
                <a:lnTo>
                  <a:pt x="186562" y="373252"/>
                </a:lnTo>
                <a:lnTo>
                  <a:pt x="204257" y="373252"/>
                </a:lnTo>
                <a:lnTo>
                  <a:pt x="221916" y="373252"/>
                </a:lnTo>
                <a:lnTo>
                  <a:pt x="906272" y="373252"/>
                </a:lnTo>
                <a:lnTo>
                  <a:pt x="909701" y="371601"/>
                </a:lnTo>
                <a:lnTo>
                  <a:pt x="913002" y="368173"/>
                </a:lnTo>
                <a:lnTo>
                  <a:pt x="916432" y="364871"/>
                </a:lnTo>
                <a:lnTo>
                  <a:pt x="919734" y="363219"/>
                </a:lnTo>
                <a:lnTo>
                  <a:pt x="923036" y="363219"/>
                </a:lnTo>
                <a:lnTo>
                  <a:pt x="923393" y="363841"/>
                </a:lnTo>
                <a:lnTo>
                  <a:pt x="919321" y="365712"/>
                </a:lnTo>
                <a:lnTo>
                  <a:pt x="910820" y="368845"/>
                </a:lnTo>
                <a:lnTo>
                  <a:pt x="897889" y="373252"/>
                </a:lnTo>
                <a:lnTo>
                  <a:pt x="882124" y="378612"/>
                </a:lnTo>
                <a:lnTo>
                  <a:pt x="865108" y="384603"/>
                </a:lnTo>
                <a:lnTo>
                  <a:pt x="846830" y="391237"/>
                </a:lnTo>
                <a:lnTo>
                  <a:pt x="827277" y="398525"/>
                </a:lnTo>
                <a:lnTo>
                  <a:pt x="807396" y="405120"/>
                </a:lnTo>
                <a:lnTo>
                  <a:pt x="788146" y="409844"/>
                </a:lnTo>
                <a:lnTo>
                  <a:pt x="769538" y="412688"/>
                </a:lnTo>
                <a:lnTo>
                  <a:pt x="751586" y="413638"/>
                </a:lnTo>
                <a:lnTo>
                  <a:pt x="733321" y="413638"/>
                </a:lnTo>
                <a:lnTo>
                  <a:pt x="713771" y="413638"/>
                </a:lnTo>
                <a:lnTo>
                  <a:pt x="692935" y="413638"/>
                </a:lnTo>
                <a:lnTo>
                  <a:pt x="670813" y="413638"/>
                </a:lnTo>
                <a:lnTo>
                  <a:pt x="648454" y="413327"/>
                </a:lnTo>
                <a:lnTo>
                  <a:pt x="605591" y="410799"/>
                </a:lnTo>
                <a:lnTo>
                  <a:pt x="564586" y="405751"/>
                </a:lnTo>
                <a:lnTo>
                  <a:pt x="521723" y="398182"/>
                </a:lnTo>
                <a:lnTo>
                  <a:pt x="476053" y="387447"/>
                </a:lnTo>
                <a:lnTo>
                  <a:pt x="425622" y="369782"/>
                </a:lnTo>
                <a:lnTo>
                  <a:pt x="372947" y="346186"/>
                </a:lnTo>
                <a:lnTo>
                  <a:pt x="335125" y="325993"/>
                </a:lnTo>
                <a:lnTo>
                  <a:pt x="301386" y="301386"/>
                </a:lnTo>
                <a:lnTo>
                  <a:pt x="265416" y="272680"/>
                </a:lnTo>
                <a:lnTo>
                  <a:pt x="237109" y="247141"/>
                </a:lnTo>
                <a:lnTo>
                  <a:pt x="214364" y="209627"/>
                </a:lnTo>
                <a:lnTo>
                  <a:pt x="211836" y="202993"/>
                </a:lnTo>
                <a:lnTo>
                  <a:pt x="209307" y="197002"/>
                </a:lnTo>
                <a:lnTo>
                  <a:pt x="206756" y="191642"/>
                </a:lnTo>
                <a:lnTo>
                  <a:pt x="203453" y="184912"/>
                </a:lnTo>
                <a:lnTo>
                  <a:pt x="200025" y="178180"/>
                </a:lnTo>
                <a:lnTo>
                  <a:pt x="196723" y="171450"/>
                </a:lnTo>
                <a:lnTo>
                  <a:pt x="182848" y="132381"/>
                </a:lnTo>
                <a:lnTo>
                  <a:pt x="181610" y="121030"/>
                </a:lnTo>
                <a:lnTo>
                  <a:pt x="181610" y="114300"/>
                </a:lnTo>
                <a:lnTo>
                  <a:pt x="181610" y="107568"/>
                </a:lnTo>
                <a:lnTo>
                  <a:pt x="181610" y="100837"/>
                </a:lnTo>
                <a:lnTo>
                  <a:pt x="181610" y="94106"/>
                </a:lnTo>
                <a:lnTo>
                  <a:pt x="186562" y="87375"/>
                </a:lnTo>
                <a:lnTo>
                  <a:pt x="225083" y="62714"/>
                </a:lnTo>
                <a:lnTo>
                  <a:pt x="271113" y="40322"/>
                </a:lnTo>
                <a:lnTo>
                  <a:pt x="322834" y="25146"/>
                </a:lnTo>
                <a:lnTo>
                  <a:pt x="350579" y="18242"/>
                </a:lnTo>
                <a:lnTo>
                  <a:pt x="373252" y="12588"/>
                </a:lnTo>
                <a:lnTo>
                  <a:pt x="417361" y="2839"/>
                </a:lnTo>
                <a:lnTo>
                  <a:pt x="467844" y="311"/>
                </a:lnTo>
                <a:lnTo>
                  <a:pt x="504444" y="0"/>
                </a:lnTo>
                <a:lnTo>
                  <a:pt x="543494" y="0"/>
                </a:lnTo>
                <a:lnTo>
                  <a:pt x="580056" y="0"/>
                </a:lnTo>
                <a:lnTo>
                  <a:pt x="731392" y="0"/>
                </a:lnTo>
                <a:lnTo>
                  <a:pt x="744662" y="621"/>
                </a:lnTo>
                <a:lnTo>
                  <a:pt x="791972" y="10032"/>
                </a:lnTo>
                <a:lnTo>
                  <a:pt x="828532" y="21383"/>
                </a:lnTo>
                <a:lnTo>
                  <a:pt x="867663" y="35305"/>
                </a:lnTo>
                <a:lnTo>
                  <a:pt x="916759" y="55147"/>
                </a:lnTo>
                <a:lnTo>
                  <a:pt x="958405" y="81329"/>
                </a:lnTo>
                <a:lnTo>
                  <a:pt x="987440" y="110998"/>
                </a:lnTo>
                <a:lnTo>
                  <a:pt x="1016381" y="150034"/>
                </a:lnTo>
                <a:lnTo>
                  <a:pt x="1028751" y="192018"/>
                </a:lnTo>
                <a:lnTo>
                  <a:pt x="1029081" y="201802"/>
                </a:lnTo>
                <a:lnTo>
                  <a:pt x="1029081" y="211570"/>
                </a:lnTo>
                <a:lnTo>
                  <a:pt x="1029081" y="220694"/>
                </a:lnTo>
                <a:lnTo>
                  <a:pt x="1029081" y="229199"/>
                </a:lnTo>
                <a:lnTo>
                  <a:pt x="1029081" y="237109"/>
                </a:lnTo>
                <a:lnTo>
                  <a:pt x="1028751" y="245586"/>
                </a:lnTo>
                <a:lnTo>
                  <a:pt x="1020498" y="297902"/>
                </a:lnTo>
                <a:lnTo>
                  <a:pt x="998727" y="347979"/>
                </a:lnTo>
                <a:lnTo>
                  <a:pt x="971331" y="392449"/>
                </a:lnTo>
                <a:lnTo>
                  <a:pt x="944562" y="423672"/>
                </a:lnTo>
                <a:lnTo>
                  <a:pt x="902938" y="453961"/>
                </a:lnTo>
                <a:lnTo>
                  <a:pt x="887793" y="464058"/>
                </a:lnTo>
                <a:lnTo>
                  <a:pt x="842688" y="493396"/>
                </a:lnTo>
                <a:lnTo>
                  <a:pt x="802004" y="509524"/>
                </a:lnTo>
                <a:lnTo>
                  <a:pt x="761619" y="514476"/>
                </a:lnTo>
                <a:lnTo>
                  <a:pt x="751586" y="514476"/>
                </a:lnTo>
                <a:lnTo>
                  <a:pt x="744854" y="514476"/>
                </a:lnTo>
                <a:lnTo>
                  <a:pt x="741552" y="514476"/>
                </a:lnTo>
                <a:lnTo>
                  <a:pt x="738124" y="514476"/>
                </a:lnTo>
                <a:lnTo>
                  <a:pt x="733044" y="514476"/>
                </a:lnTo>
                <a:lnTo>
                  <a:pt x="726313" y="51447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19832" y="1933320"/>
            <a:ext cx="1503680" cy="10160"/>
          </a:xfrm>
          <a:custGeom>
            <a:avLst/>
            <a:gdLst/>
            <a:ahLst/>
            <a:cxnLst/>
            <a:rect l="l" t="t" r="r" b="b"/>
            <a:pathLst>
              <a:path w="1503679" h="10160">
                <a:moveTo>
                  <a:pt x="0" y="10032"/>
                </a:moveTo>
                <a:lnTo>
                  <a:pt x="0" y="10032"/>
                </a:lnTo>
                <a:lnTo>
                  <a:pt x="1498219" y="10032"/>
                </a:lnTo>
                <a:lnTo>
                  <a:pt x="1503298" y="6730"/>
                </a:lnTo>
                <a:lnTo>
                  <a:pt x="150329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17191" y="2367152"/>
            <a:ext cx="767080" cy="20320"/>
          </a:xfrm>
          <a:custGeom>
            <a:avLst/>
            <a:gdLst/>
            <a:ahLst/>
            <a:cxnLst/>
            <a:rect l="l" t="t" r="r" b="b"/>
            <a:pathLst>
              <a:path w="767080" h="20319">
                <a:moveTo>
                  <a:pt x="0" y="10033"/>
                </a:moveTo>
                <a:lnTo>
                  <a:pt x="0" y="16763"/>
                </a:lnTo>
                <a:lnTo>
                  <a:pt x="3428" y="20193"/>
                </a:lnTo>
                <a:lnTo>
                  <a:pt x="10159" y="20193"/>
                </a:lnTo>
                <a:lnTo>
                  <a:pt x="16890" y="20193"/>
                </a:lnTo>
                <a:lnTo>
                  <a:pt x="479297" y="20193"/>
                </a:lnTo>
                <a:lnTo>
                  <a:pt x="497248" y="19863"/>
                </a:lnTo>
                <a:lnTo>
                  <a:pt x="554863" y="15112"/>
                </a:lnTo>
                <a:lnTo>
                  <a:pt x="601243" y="7558"/>
                </a:lnTo>
                <a:lnTo>
                  <a:pt x="618271" y="2839"/>
                </a:lnTo>
                <a:lnTo>
                  <a:pt x="626776" y="1254"/>
                </a:lnTo>
                <a:lnTo>
                  <a:pt x="635900" y="311"/>
                </a:lnTo>
                <a:lnTo>
                  <a:pt x="645667" y="0"/>
                </a:lnTo>
              </a:path>
              <a:path w="767080" h="20319">
                <a:moveTo>
                  <a:pt x="605408" y="10033"/>
                </a:moveTo>
                <a:lnTo>
                  <a:pt x="607059" y="10033"/>
                </a:lnTo>
                <a:lnTo>
                  <a:pt x="632206" y="10033"/>
                </a:lnTo>
                <a:lnTo>
                  <a:pt x="637285" y="11684"/>
                </a:lnTo>
                <a:lnTo>
                  <a:pt x="640714" y="15112"/>
                </a:lnTo>
                <a:lnTo>
                  <a:pt x="644016" y="18414"/>
                </a:lnTo>
                <a:lnTo>
                  <a:pt x="649096" y="20193"/>
                </a:lnTo>
                <a:lnTo>
                  <a:pt x="760094" y="20193"/>
                </a:lnTo>
                <a:lnTo>
                  <a:pt x="766826" y="2019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15432" y="2306573"/>
            <a:ext cx="2734310" cy="40640"/>
          </a:xfrm>
          <a:custGeom>
            <a:avLst/>
            <a:gdLst/>
            <a:ahLst/>
            <a:cxnLst/>
            <a:rect l="l" t="t" r="r" b="b"/>
            <a:pathLst>
              <a:path w="2734309" h="40639">
                <a:moveTo>
                  <a:pt x="0" y="10160"/>
                </a:moveTo>
                <a:lnTo>
                  <a:pt x="0" y="10160"/>
                </a:lnTo>
                <a:lnTo>
                  <a:pt x="494283" y="10160"/>
                </a:lnTo>
                <a:lnTo>
                  <a:pt x="518884" y="9830"/>
                </a:lnTo>
                <a:lnTo>
                  <a:pt x="542210" y="8858"/>
                </a:lnTo>
                <a:lnTo>
                  <a:pt x="564274" y="7266"/>
                </a:lnTo>
                <a:lnTo>
                  <a:pt x="585088" y="5079"/>
                </a:lnTo>
                <a:lnTo>
                  <a:pt x="604019" y="2839"/>
                </a:lnTo>
                <a:lnTo>
                  <a:pt x="620426" y="1254"/>
                </a:lnTo>
                <a:lnTo>
                  <a:pt x="634309" y="311"/>
                </a:lnTo>
                <a:lnTo>
                  <a:pt x="645667" y="0"/>
                </a:lnTo>
                <a:lnTo>
                  <a:pt x="656074" y="0"/>
                </a:lnTo>
                <a:lnTo>
                  <a:pt x="667099" y="0"/>
                </a:lnTo>
                <a:lnTo>
                  <a:pt x="1013840" y="0"/>
                </a:lnTo>
                <a:lnTo>
                  <a:pt x="1026177" y="311"/>
                </a:lnTo>
                <a:lnTo>
                  <a:pt x="1037859" y="1254"/>
                </a:lnTo>
                <a:lnTo>
                  <a:pt x="1048898" y="2839"/>
                </a:lnTo>
                <a:lnTo>
                  <a:pt x="1059307" y="5079"/>
                </a:lnTo>
                <a:lnTo>
                  <a:pt x="1069713" y="7266"/>
                </a:lnTo>
                <a:lnTo>
                  <a:pt x="1080738" y="8858"/>
                </a:lnTo>
                <a:lnTo>
                  <a:pt x="1092382" y="9830"/>
                </a:lnTo>
                <a:lnTo>
                  <a:pt x="1104645" y="10160"/>
                </a:lnTo>
                <a:lnTo>
                  <a:pt x="1116982" y="10469"/>
                </a:lnTo>
                <a:lnTo>
                  <a:pt x="1128664" y="11398"/>
                </a:lnTo>
                <a:lnTo>
                  <a:pt x="1139703" y="12946"/>
                </a:lnTo>
                <a:lnTo>
                  <a:pt x="1150112" y="15112"/>
                </a:lnTo>
                <a:lnTo>
                  <a:pt x="1161085" y="17353"/>
                </a:lnTo>
                <a:lnTo>
                  <a:pt x="1173987" y="18938"/>
                </a:lnTo>
                <a:lnTo>
                  <a:pt x="1188795" y="19881"/>
                </a:lnTo>
                <a:lnTo>
                  <a:pt x="1205484" y="20192"/>
                </a:lnTo>
                <a:lnTo>
                  <a:pt x="1223490" y="20504"/>
                </a:lnTo>
                <a:lnTo>
                  <a:pt x="1242091" y="21447"/>
                </a:lnTo>
                <a:lnTo>
                  <a:pt x="1261312" y="23032"/>
                </a:lnTo>
                <a:lnTo>
                  <a:pt x="1281175" y="25273"/>
                </a:lnTo>
                <a:lnTo>
                  <a:pt x="1300106" y="27439"/>
                </a:lnTo>
                <a:lnTo>
                  <a:pt x="1316513" y="28987"/>
                </a:lnTo>
                <a:lnTo>
                  <a:pt x="1330396" y="29916"/>
                </a:lnTo>
                <a:lnTo>
                  <a:pt x="1341754" y="30225"/>
                </a:lnTo>
                <a:lnTo>
                  <a:pt x="1352784" y="30225"/>
                </a:lnTo>
                <a:lnTo>
                  <a:pt x="1365694" y="30225"/>
                </a:lnTo>
                <a:lnTo>
                  <a:pt x="1380509" y="30225"/>
                </a:lnTo>
                <a:lnTo>
                  <a:pt x="1397253" y="30225"/>
                </a:lnTo>
                <a:lnTo>
                  <a:pt x="1414895" y="30555"/>
                </a:lnTo>
                <a:lnTo>
                  <a:pt x="1432560" y="31527"/>
                </a:lnTo>
                <a:lnTo>
                  <a:pt x="1450224" y="33119"/>
                </a:lnTo>
                <a:lnTo>
                  <a:pt x="1467865" y="35305"/>
                </a:lnTo>
                <a:lnTo>
                  <a:pt x="1486128" y="37546"/>
                </a:lnTo>
                <a:lnTo>
                  <a:pt x="1505664" y="39131"/>
                </a:lnTo>
                <a:lnTo>
                  <a:pt x="1526462" y="40074"/>
                </a:lnTo>
                <a:lnTo>
                  <a:pt x="1548511" y="40386"/>
                </a:lnTo>
                <a:lnTo>
                  <a:pt x="1569993" y="40386"/>
                </a:lnTo>
                <a:lnTo>
                  <a:pt x="1588928" y="40386"/>
                </a:lnTo>
                <a:lnTo>
                  <a:pt x="1982342" y="40386"/>
                </a:lnTo>
                <a:lnTo>
                  <a:pt x="1994679" y="40074"/>
                </a:lnTo>
                <a:lnTo>
                  <a:pt x="2006361" y="39131"/>
                </a:lnTo>
                <a:lnTo>
                  <a:pt x="2017400" y="37546"/>
                </a:lnTo>
                <a:lnTo>
                  <a:pt x="2027809" y="35305"/>
                </a:lnTo>
                <a:lnTo>
                  <a:pt x="2037905" y="33119"/>
                </a:lnTo>
                <a:lnTo>
                  <a:pt x="2048001" y="31527"/>
                </a:lnTo>
                <a:lnTo>
                  <a:pt x="2058098" y="30555"/>
                </a:lnTo>
                <a:lnTo>
                  <a:pt x="2068194" y="30225"/>
                </a:lnTo>
                <a:lnTo>
                  <a:pt x="2077596" y="30225"/>
                </a:lnTo>
                <a:lnTo>
                  <a:pt x="2085784" y="30225"/>
                </a:lnTo>
                <a:lnTo>
                  <a:pt x="2204339" y="30225"/>
                </a:lnTo>
                <a:lnTo>
                  <a:pt x="2217864" y="29916"/>
                </a:lnTo>
                <a:lnTo>
                  <a:pt x="2233294" y="28987"/>
                </a:lnTo>
                <a:lnTo>
                  <a:pt x="2250630" y="27439"/>
                </a:lnTo>
                <a:lnTo>
                  <a:pt x="2269870" y="25273"/>
                </a:lnTo>
                <a:lnTo>
                  <a:pt x="2289440" y="23032"/>
                </a:lnTo>
                <a:lnTo>
                  <a:pt x="2307748" y="21447"/>
                </a:lnTo>
                <a:lnTo>
                  <a:pt x="2324770" y="20504"/>
                </a:lnTo>
                <a:lnTo>
                  <a:pt x="2340483" y="20192"/>
                </a:lnTo>
                <a:lnTo>
                  <a:pt x="2356266" y="20192"/>
                </a:lnTo>
                <a:lnTo>
                  <a:pt x="2373312" y="20192"/>
                </a:lnTo>
                <a:lnTo>
                  <a:pt x="2703702" y="20192"/>
                </a:lnTo>
                <a:lnTo>
                  <a:pt x="2716964" y="19881"/>
                </a:lnTo>
                <a:lnTo>
                  <a:pt x="2726451" y="18938"/>
                </a:lnTo>
                <a:lnTo>
                  <a:pt x="2732152" y="17353"/>
                </a:lnTo>
                <a:lnTo>
                  <a:pt x="2734056" y="15112"/>
                </a:lnTo>
                <a:lnTo>
                  <a:pt x="2734056" y="11811"/>
                </a:lnTo>
                <a:lnTo>
                  <a:pt x="2732277" y="10160"/>
                </a:lnTo>
                <a:lnTo>
                  <a:pt x="2728975" y="10160"/>
                </a:lnTo>
                <a:lnTo>
                  <a:pt x="2725546" y="10160"/>
                </a:lnTo>
                <a:lnTo>
                  <a:pt x="2720593" y="10160"/>
                </a:lnTo>
                <a:lnTo>
                  <a:pt x="2713863" y="1016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69719" y="1923160"/>
            <a:ext cx="635635" cy="898525"/>
          </a:xfrm>
          <a:custGeom>
            <a:avLst/>
            <a:gdLst/>
            <a:ahLst/>
            <a:cxnLst/>
            <a:rect l="l" t="t" r="r" b="b"/>
            <a:pathLst>
              <a:path w="635635" h="898525">
                <a:moveTo>
                  <a:pt x="0" y="0"/>
                </a:moveTo>
                <a:lnTo>
                  <a:pt x="38808" y="9519"/>
                </a:lnTo>
                <a:lnTo>
                  <a:pt x="73193" y="10471"/>
                </a:lnTo>
                <a:lnTo>
                  <a:pt x="90852" y="11414"/>
                </a:lnTo>
                <a:lnTo>
                  <a:pt x="144758" y="18357"/>
                </a:lnTo>
                <a:lnTo>
                  <a:pt x="187672" y="28402"/>
                </a:lnTo>
                <a:lnTo>
                  <a:pt x="234606" y="42283"/>
                </a:lnTo>
                <a:lnTo>
                  <a:pt x="272415" y="55499"/>
                </a:lnTo>
                <a:lnTo>
                  <a:pt x="279146" y="58927"/>
                </a:lnTo>
                <a:lnTo>
                  <a:pt x="285877" y="60578"/>
                </a:lnTo>
                <a:lnTo>
                  <a:pt x="329565" y="60578"/>
                </a:lnTo>
                <a:lnTo>
                  <a:pt x="343027" y="60578"/>
                </a:lnTo>
              </a:path>
              <a:path w="635635" h="898525">
                <a:moveTo>
                  <a:pt x="464185" y="454025"/>
                </a:moveTo>
                <a:lnTo>
                  <a:pt x="454709" y="458761"/>
                </a:lnTo>
                <a:lnTo>
                  <a:pt x="446484" y="462867"/>
                </a:lnTo>
                <a:lnTo>
                  <a:pt x="439521" y="466330"/>
                </a:lnTo>
                <a:lnTo>
                  <a:pt x="433831" y="469138"/>
                </a:lnTo>
                <a:lnTo>
                  <a:pt x="427100" y="472566"/>
                </a:lnTo>
                <a:lnTo>
                  <a:pt x="420369" y="475868"/>
                </a:lnTo>
                <a:lnTo>
                  <a:pt x="413638" y="479298"/>
                </a:lnTo>
                <a:lnTo>
                  <a:pt x="407969" y="481484"/>
                </a:lnTo>
                <a:lnTo>
                  <a:pt x="401050" y="483076"/>
                </a:lnTo>
                <a:lnTo>
                  <a:pt x="392868" y="484048"/>
                </a:lnTo>
                <a:lnTo>
                  <a:pt x="383413" y="484377"/>
                </a:lnTo>
                <a:lnTo>
                  <a:pt x="369950" y="484377"/>
                </a:lnTo>
                <a:lnTo>
                  <a:pt x="361569" y="484377"/>
                </a:lnTo>
                <a:lnTo>
                  <a:pt x="358140" y="484377"/>
                </a:lnTo>
                <a:lnTo>
                  <a:pt x="354838" y="484377"/>
                </a:lnTo>
                <a:lnTo>
                  <a:pt x="348106" y="482600"/>
                </a:lnTo>
                <a:lnTo>
                  <a:pt x="301176" y="463170"/>
                </a:lnTo>
                <a:lnTo>
                  <a:pt x="263332" y="443618"/>
                </a:lnTo>
                <a:lnTo>
                  <a:pt x="230514" y="420949"/>
                </a:lnTo>
                <a:lnTo>
                  <a:pt x="204652" y="396349"/>
                </a:lnTo>
                <a:lnTo>
                  <a:pt x="193008" y="384667"/>
                </a:lnTo>
                <a:lnTo>
                  <a:pt x="181983" y="373628"/>
                </a:lnTo>
                <a:lnTo>
                  <a:pt x="171577" y="363219"/>
                </a:lnTo>
                <a:lnTo>
                  <a:pt x="161792" y="351863"/>
                </a:lnTo>
                <a:lnTo>
                  <a:pt x="152638" y="337994"/>
                </a:lnTo>
                <a:lnTo>
                  <a:pt x="144127" y="321625"/>
                </a:lnTo>
                <a:lnTo>
                  <a:pt x="136271" y="302767"/>
                </a:lnTo>
                <a:lnTo>
                  <a:pt x="128982" y="283525"/>
                </a:lnTo>
                <a:lnTo>
                  <a:pt x="122348" y="266176"/>
                </a:lnTo>
                <a:lnTo>
                  <a:pt x="116357" y="250707"/>
                </a:lnTo>
                <a:lnTo>
                  <a:pt x="110998" y="237109"/>
                </a:lnTo>
                <a:lnTo>
                  <a:pt x="106279" y="225157"/>
                </a:lnTo>
                <a:lnTo>
                  <a:pt x="102203" y="214455"/>
                </a:lnTo>
                <a:lnTo>
                  <a:pt x="91134" y="171203"/>
                </a:lnTo>
                <a:lnTo>
                  <a:pt x="90805" y="161416"/>
                </a:lnTo>
                <a:lnTo>
                  <a:pt x="90805" y="152015"/>
                </a:lnTo>
                <a:lnTo>
                  <a:pt x="90805" y="143827"/>
                </a:lnTo>
                <a:lnTo>
                  <a:pt x="90805" y="136878"/>
                </a:lnTo>
                <a:lnTo>
                  <a:pt x="90805" y="131190"/>
                </a:lnTo>
                <a:lnTo>
                  <a:pt x="90805" y="124460"/>
                </a:lnTo>
                <a:lnTo>
                  <a:pt x="95885" y="117728"/>
                </a:lnTo>
                <a:lnTo>
                  <a:pt x="134350" y="90227"/>
                </a:lnTo>
                <a:lnTo>
                  <a:pt x="146304" y="80772"/>
                </a:lnTo>
                <a:lnTo>
                  <a:pt x="158640" y="71626"/>
                </a:lnTo>
                <a:lnTo>
                  <a:pt x="202487" y="53332"/>
                </a:lnTo>
                <a:lnTo>
                  <a:pt x="242188" y="50546"/>
                </a:lnTo>
                <a:lnTo>
                  <a:pt x="257004" y="50546"/>
                </a:lnTo>
                <a:lnTo>
                  <a:pt x="271176" y="50546"/>
                </a:lnTo>
                <a:lnTo>
                  <a:pt x="284730" y="50546"/>
                </a:lnTo>
                <a:lnTo>
                  <a:pt x="297688" y="50546"/>
                </a:lnTo>
                <a:lnTo>
                  <a:pt x="310280" y="50855"/>
                </a:lnTo>
                <a:lnTo>
                  <a:pt x="348106" y="55499"/>
                </a:lnTo>
                <a:lnTo>
                  <a:pt x="391612" y="68786"/>
                </a:lnTo>
                <a:lnTo>
                  <a:pt x="426636" y="83931"/>
                </a:lnTo>
                <a:lnTo>
                  <a:pt x="464442" y="104124"/>
                </a:lnTo>
                <a:lnTo>
                  <a:pt x="502870" y="127720"/>
                </a:lnTo>
                <a:lnTo>
                  <a:pt x="539750" y="151384"/>
                </a:lnTo>
                <a:lnTo>
                  <a:pt x="570103" y="186689"/>
                </a:lnTo>
                <a:lnTo>
                  <a:pt x="577647" y="199282"/>
                </a:lnTo>
                <a:lnTo>
                  <a:pt x="585216" y="211899"/>
                </a:lnTo>
                <a:lnTo>
                  <a:pt x="606923" y="248804"/>
                </a:lnTo>
                <a:lnTo>
                  <a:pt x="615442" y="272414"/>
                </a:lnTo>
                <a:lnTo>
                  <a:pt x="615442" y="279146"/>
                </a:lnTo>
                <a:lnTo>
                  <a:pt x="615442" y="285876"/>
                </a:lnTo>
                <a:lnTo>
                  <a:pt x="615442" y="338074"/>
                </a:lnTo>
                <a:lnTo>
                  <a:pt x="615130" y="345289"/>
                </a:lnTo>
                <a:lnTo>
                  <a:pt x="595249" y="378333"/>
                </a:lnTo>
                <a:lnTo>
                  <a:pt x="588518" y="381762"/>
                </a:lnTo>
                <a:lnTo>
                  <a:pt x="581787" y="383413"/>
                </a:lnTo>
                <a:lnTo>
                  <a:pt x="575056" y="383413"/>
                </a:lnTo>
                <a:lnTo>
                  <a:pt x="568325" y="383413"/>
                </a:lnTo>
                <a:lnTo>
                  <a:pt x="563372" y="385063"/>
                </a:lnTo>
                <a:lnTo>
                  <a:pt x="559943" y="388492"/>
                </a:lnTo>
                <a:lnTo>
                  <a:pt x="556641" y="391794"/>
                </a:lnTo>
                <a:lnTo>
                  <a:pt x="551561" y="393573"/>
                </a:lnTo>
                <a:lnTo>
                  <a:pt x="544830" y="393573"/>
                </a:lnTo>
              </a:path>
              <a:path w="635635" h="898525">
                <a:moveTo>
                  <a:pt x="625602" y="877824"/>
                </a:moveTo>
                <a:lnTo>
                  <a:pt x="625602" y="884554"/>
                </a:lnTo>
                <a:lnTo>
                  <a:pt x="623824" y="887856"/>
                </a:lnTo>
                <a:lnTo>
                  <a:pt x="620522" y="887856"/>
                </a:lnTo>
                <a:lnTo>
                  <a:pt x="617093" y="887856"/>
                </a:lnTo>
                <a:lnTo>
                  <a:pt x="613791" y="889508"/>
                </a:lnTo>
                <a:lnTo>
                  <a:pt x="610362" y="892937"/>
                </a:lnTo>
                <a:lnTo>
                  <a:pt x="607060" y="896238"/>
                </a:lnTo>
                <a:lnTo>
                  <a:pt x="603631" y="898016"/>
                </a:lnTo>
                <a:lnTo>
                  <a:pt x="474218" y="898016"/>
                </a:lnTo>
                <a:lnTo>
                  <a:pt x="467907" y="897687"/>
                </a:lnTo>
                <a:lnTo>
                  <a:pt x="419328" y="890385"/>
                </a:lnTo>
                <a:lnTo>
                  <a:pt x="373628" y="880280"/>
                </a:lnTo>
                <a:lnTo>
                  <a:pt x="335534" y="863869"/>
                </a:lnTo>
                <a:lnTo>
                  <a:pt x="325106" y="836753"/>
                </a:lnTo>
                <a:lnTo>
                  <a:pt x="321643" y="824785"/>
                </a:lnTo>
                <a:lnTo>
                  <a:pt x="317537" y="811555"/>
                </a:lnTo>
                <a:lnTo>
                  <a:pt x="312800" y="797051"/>
                </a:lnTo>
                <a:lnTo>
                  <a:pt x="308064" y="781597"/>
                </a:lnTo>
                <a:lnTo>
                  <a:pt x="297688" y="731519"/>
                </a:lnTo>
                <a:lnTo>
                  <a:pt x="292608" y="696166"/>
                </a:lnTo>
                <a:lnTo>
                  <a:pt x="290079" y="678531"/>
                </a:lnTo>
                <a:lnTo>
                  <a:pt x="283813" y="626792"/>
                </a:lnTo>
                <a:lnTo>
                  <a:pt x="282575" y="595249"/>
                </a:lnTo>
                <a:lnTo>
                  <a:pt x="282884" y="580124"/>
                </a:lnTo>
                <a:lnTo>
                  <a:pt x="287528" y="534797"/>
                </a:lnTo>
                <a:lnTo>
                  <a:pt x="297688" y="489330"/>
                </a:lnTo>
                <a:lnTo>
                  <a:pt x="324612" y="464185"/>
                </a:lnTo>
                <a:lnTo>
                  <a:pt x="327913" y="464185"/>
                </a:lnTo>
                <a:lnTo>
                  <a:pt x="331343" y="464185"/>
                </a:lnTo>
                <a:lnTo>
                  <a:pt x="398525" y="464185"/>
                </a:lnTo>
                <a:lnTo>
                  <a:pt x="415911" y="464494"/>
                </a:lnTo>
                <a:lnTo>
                  <a:pt x="464185" y="469138"/>
                </a:lnTo>
                <a:lnTo>
                  <a:pt x="509524" y="479298"/>
                </a:lnTo>
                <a:lnTo>
                  <a:pt x="559943" y="504443"/>
                </a:lnTo>
                <a:lnTo>
                  <a:pt x="595947" y="529107"/>
                </a:lnTo>
                <a:lnTo>
                  <a:pt x="603136" y="540466"/>
                </a:lnTo>
                <a:lnTo>
                  <a:pt x="606599" y="547385"/>
                </a:lnTo>
                <a:lnTo>
                  <a:pt x="624284" y="585216"/>
                </a:lnTo>
                <a:lnTo>
                  <a:pt x="635323" y="627125"/>
                </a:lnTo>
                <a:lnTo>
                  <a:pt x="635635" y="630554"/>
                </a:lnTo>
                <a:lnTo>
                  <a:pt x="635635" y="633984"/>
                </a:lnTo>
                <a:lnTo>
                  <a:pt x="635635" y="639063"/>
                </a:lnTo>
                <a:lnTo>
                  <a:pt x="635635" y="645794"/>
                </a:lnTo>
                <a:lnTo>
                  <a:pt x="635635" y="652526"/>
                </a:lnTo>
                <a:lnTo>
                  <a:pt x="635635" y="659129"/>
                </a:lnTo>
                <a:lnTo>
                  <a:pt x="635635" y="665861"/>
                </a:lnTo>
                <a:lnTo>
                  <a:pt x="634684" y="671859"/>
                </a:lnTo>
                <a:lnTo>
                  <a:pt x="631840" y="679751"/>
                </a:lnTo>
                <a:lnTo>
                  <a:pt x="627116" y="689524"/>
                </a:lnTo>
                <a:lnTo>
                  <a:pt x="620522" y="701166"/>
                </a:lnTo>
                <a:lnTo>
                  <a:pt x="613544" y="713192"/>
                </a:lnTo>
                <a:lnTo>
                  <a:pt x="607853" y="723931"/>
                </a:lnTo>
                <a:lnTo>
                  <a:pt x="603448" y="733385"/>
                </a:lnTo>
                <a:lnTo>
                  <a:pt x="600329" y="741552"/>
                </a:lnTo>
                <a:lnTo>
                  <a:pt x="597832" y="748841"/>
                </a:lnTo>
                <a:lnTo>
                  <a:pt x="595312" y="755475"/>
                </a:lnTo>
                <a:lnTo>
                  <a:pt x="592792" y="761466"/>
                </a:lnTo>
                <a:lnTo>
                  <a:pt x="590296" y="766826"/>
                </a:lnTo>
                <a:lnTo>
                  <a:pt x="586867" y="773556"/>
                </a:lnTo>
                <a:lnTo>
                  <a:pt x="581787" y="780288"/>
                </a:lnTo>
                <a:lnTo>
                  <a:pt x="575056" y="78701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40025" y="2770632"/>
            <a:ext cx="969010" cy="0"/>
          </a:xfrm>
          <a:custGeom>
            <a:avLst/>
            <a:gdLst/>
            <a:ahLst/>
            <a:cxnLst/>
            <a:rect l="l" t="t" r="r" b="b"/>
            <a:pathLst>
              <a:path w="969010">
                <a:moveTo>
                  <a:pt x="0" y="0"/>
                </a:moveTo>
                <a:lnTo>
                  <a:pt x="0" y="0"/>
                </a:lnTo>
                <a:lnTo>
                  <a:pt x="961898" y="0"/>
                </a:lnTo>
                <a:lnTo>
                  <a:pt x="96850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8298" y="2770632"/>
            <a:ext cx="1029335" cy="50800"/>
          </a:xfrm>
          <a:custGeom>
            <a:avLst/>
            <a:gdLst/>
            <a:ahLst/>
            <a:cxnLst/>
            <a:rect l="l" t="t" r="r" b="b"/>
            <a:pathLst>
              <a:path w="1029334" h="50800">
                <a:moveTo>
                  <a:pt x="0" y="50545"/>
                </a:moveTo>
                <a:lnTo>
                  <a:pt x="6730" y="50545"/>
                </a:lnTo>
                <a:lnTo>
                  <a:pt x="11811" y="48767"/>
                </a:lnTo>
                <a:lnTo>
                  <a:pt x="15112" y="45465"/>
                </a:lnTo>
                <a:lnTo>
                  <a:pt x="18541" y="42037"/>
                </a:lnTo>
                <a:lnTo>
                  <a:pt x="21843" y="40385"/>
                </a:lnTo>
                <a:lnTo>
                  <a:pt x="25273" y="40385"/>
                </a:lnTo>
                <a:lnTo>
                  <a:pt x="28575" y="40385"/>
                </a:lnTo>
                <a:lnTo>
                  <a:pt x="36956" y="40385"/>
                </a:lnTo>
                <a:lnTo>
                  <a:pt x="50418" y="40385"/>
                </a:lnTo>
                <a:lnTo>
                  <a:pt x="61466" y="40074"/>
                </a:lnTo>
                <a:lnTo>
                  <a:pt x="105917" y="35305"/>
                </a:lnTo>
                <a:lnTo>
                  <a:pt x="141224" y="30289"/>
                </a:lnTo>
                <a:lnTo>
                  <a:pt x="158888" y="27769"/>
                </a:lnTo>
                <a:lnTo>
                  <a:pt x="213137" y="21447"/>
                </a:lnTo>
                <a:lnTo>
                  <a:pt x="252222" y="20192"/>
                </a:lnTo>
                <a:lnTo>
                  <a:pt x="272724" y="20192"/>
                </a:lnTo>
                <a:lnTo>
                  <a:pt x="293846" y="20192"/>
                </a:lnTo>
                <a:lnTo>
                  <a:pt x="736473" y="20192"/>
                </a:lnTo>
                <a:lnTo>
                  <a:pt x="751306" y="19883"/>
                </a:lnTo>
                <a:lnTo>
                  <a:pt x="765508" y="18954"/>
                </a:lnTo>
                <a:lnTo>
                  <a:pt x="779067" y="17406"/>
                </a:lnTo>
                <a:lnTo>
                  <a:pt x="791972" y="15239"/>
                </a:lnTo>
                <a:lnTo>
                  <a:pt x="805497" y="12999"/>
                </a:lnTo>
                <a:lnTo>
                  <a:pt x="820927" y="11414"/>
                </a:lnTo>
                <a:lnTo>
                  <a:pt x="838263" y="10471"/>
                </a:lnTo>
                <a:lnTo>
                  <a:pt x="857503" y="10159"/>
                </a:lnTo>
                <a:lnTo>
                  <a:pt x="876434" y="10159"/>
                </a:lnTo>
                <a:lnTo>
                  <a:pt x="892841" y="10159"/>
                </a:lnTo>
                <a:lnTo>
                  <a:pt x="906724" y="10159"/>
                </a:lnTo>
                <a:lnTo>
                  <a:pt x="918082" y="10159"/>
                </a:lnTo>
                <a:lnTo>
                  <a:pt x="927867" y="9848"/>
                </a:lnTo>
                <a:lnTo>
                  <a:pt x="937021" y="8905"/>
                </a:lnTo>
                <a:lnTo>
                  <a:pt x="945532" y="7320"/>
                </a:lnTo>
                <a:lnTo>
                  <a:pt x="953389" y="5079"/>
                </a:lnTo>
                <a:lnTo>
                  <a:pt x="960933" y="2893"/>
                </a:lnTo>
                <a:lnTo>
                  <a:pt x="968501" y="1301"/>
                </a:lnTo>
                <a:lnTo>
                  <a:pt x="976070" y="329"/>
                </a:lnTo>
                <a:lnTo>
                  <a:pt x="983615" y="0"/>
                </a:lnTo>
                <a:lnTo>
                  <a:pt x="992165" y="0"/>
                </a:lnTo>
                <a:lnTo>
                  <a:pt x="1002585" y="0"/>
                </a:lnTo>
                <a:lnTo>
                  <a:pt x="1014886" y="0"/>
                </a:lnTo>
                <a:lnTo>
                  <a:pt x="102908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80858" y="2730373"/>
            <a:ext cx="272415" cy="60960"/>
          </a:xfrm>
          <a:custGeom>
            <a:avLst/>
            <a:gdLst/>
            <a:ahLst/>
            <a:cxnLst/>
            <a:rect l="l" t="t" r="r" b="b"/>
            <a:pathLst>
              <a:path w="272415" h="60960">
                <a:moveTo>
                  <a:pt x="0" y="60451"/>
                </a:moveTo>
                <a:lnTo>
                  <a:pt x="1777" y="60451"/>
                </a:lnTo>
                <a:lnTo>
                  <a:pt x="38735" y="60451"/>
                </a:lnTo>
                <a:lnTo>
                  <a:pt x="43815" y="58800"/>
                </a:lnTo>
                <a:lnTo>
                  <a:pt x="50546" y="55499"/>
                </a:lnTo>
                <a:lnTo>
                  <a:pt x="56215" y="52617"/>
                </a:lnTo>
                <a:lnTo>
                  <a:pt x="63134" y="49117"/>
                </a:lnTo>
                <a:lnTo>
                  <a:pt x="98409" y="32718"/>
                </a:lnTo>
                <a:lnTo>
                  <a:pt x="116687" y="29914"/>
                </a:lnTo>
                <a:lnTo>
                  <a:pt x="123650" y="28971"/>
                </a:lnTo>
                <a:lnTo>
                  <a:pt x="131875" y="27386"/>
                </a:lnTo>
                <a:lnTo>
                  <a:pt x="141350" y="25146"/>
                </a:lnTo>
                <a:lnTo>
                  <a:pt x="150441" y="22959"/>
                </a:lnTo>
                <a:lnTo>
                  <a:pt x="157686" y="21367"/>
                </a:lnTo>
                <a:lnTo>
                  <a:pt x="163050" y="20395"/>
                </a:lnTo>
                <a:lnTo>
                  <a:pt x="166497" y="20065"/>
                </a:lnTo>
                <a:lnTo>
                  <a:pt x="169925" y="20065"/>
                </a:lnTo>
                <a:lnTo>
                  <a:pt x="176657" y="20065"/>
                </a:lnTo>
                <a:lnTo>
                  <a:pt x="186690" y="20065"/>
                </a:lnTo>
                <a:lnTo>
                  <a:pt x="193925" y="19756"/>
                </a:lnTo>
                <a:lnTo>
                  <a:pt x="200564" y="18827"/>
                </a:lnTo>
                <a:lnTo>
                  <a:pt x="206585" y="17279"/>
                </a:lnTo>
                <a:lnTo>
                  <a:pt x="211963" y="15112"/>
                </a:lnTo>
                <a:lnTo>
                  <a:pt x="218694" y="11684"/>
                </a:lnTo>
                <a:lnTo>
                  <a:pt x="225425" y="10032"/>
                </a:lnTo>
                <a:lnTo>
                  <a:pt x="232029" y="10032"/>
                </a:lnTo>
                <a:lnTo>
                  <a:pt x="238760" y="10032"/>
                </a:lnTo>
                <a:lnTo>
                  <a:pt x="245491" y="8381"/>
                </a:lnTo>
                <a:lnTo>
                  <a:pt x="252222" y="4952"/>
                </a:lnTo>
                <a:lnTo>
                  <a:pt x="258952" y="1650"/>
                </a:lnTo>
                <a:lnTo>
                  <a:pt x="265684" y="0"/>
                </a:lnTo>
                <a:lnTo>
                  <a:pt x="27241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71746" y="2750439"/>
            <a:ext cx="333375" cy="60960"/>
          </a:xfrm>
          <a:custGeom>
            <a:avLst/>
            <a:gdLst/>
            <a:ahLst/>
            <a:cxnLst/>
            <a:rect l="l" t="t" r="r" b="b"/>
            <a:pathLst>
              <a:path w="333375" h="60960">
                <a:moveTo>
                  <a:pt x="0" y="0"/>
                </a:moveTo>
                <a:lnTo>
                  <a:pt x="5079" y="3428"/>
                </a:lnTo>
                <a:lnTo>
                  <a:pt x="15112" y="10160"/>
                </a:lnTo>
                <a:lnTo>
                  <a:pt x="50418" y="25273"/>
                </a:lnTo>
                <a:lnTo>
                  <a:pt x="100964" y="35433"/>
                </a:lnTo>
                <a:lnTo>
                  <a:pt x="146303" y="40386"/>
                </a:lnTo>
                <a:lnTo>
                  <a:pt x="153902" y="40386"/>
                </a:lnTo>
                <a:lnTo>
                  <a:pt x="161464" y="40386"/>
                </a:lnTo>
                <a:lnTo>
                  <a:pt x="309372" y="40386"/>
                </a:lnTo>
                <a:lnTo>
                  <a:pt x="314451" y="42037"/>
                </a:lnTo>
                <a:lnTo>
                  <a:pt x="317880" y="45465"/>
                </a:lnTo>
                <a:lnTo>
                  <a:pt x="321182" y="48768"/>
                </a:lnTo>
                <a:lnTo>
                  <a:pt x="322833" y="52197"/>
                </a:lnTo>
                <a:lnTo>
                  <a:pt x="322833" y="55499"/>
                </a:lnTo>
                <a:lnTo>
                  <a:pt x="322833" y="58927"/>
                </a:lnTo>
                <a:lnTo>
                  <a:pt x="326263" y="60578"/>
                </a:lnTo>
                <a:lnTo>
                  <a:pt x="332993" y="60578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38655" y="4384928"/>
            <a:ext cx="2593340" cy="30480"/>
          </a:xfrm>
          <a:custGeom>
            <a:avLst/>
            <a:gdLst/>
            <a:ahLst/>
            <a:cxnLst/>
            <a:rect l="l" t="t" r="r" b="b"/>
            <a:pathLst>
              <a:path w="2593340" h="30479">
                <a:moveTo>
                  <a:pt x="0" y="10033"/>
                </a:moveTo>
                <a:lnTo>
                  <a:pt x="5980" y="14460"/>
                </a:lnTo>
                <a:lnTo>
                  <a:pt x="13843" y="17637"/>
                </a:lnTo>
                <a:lnTo>
                  <a:pt x="23610" y="19552"/>
                </a:lnTo>
                <a:lnTo>
                  <a:pt x="35306" y="20193"/>
                </a:lnTo>
                <a:lnTo>
                  <a:pt x="48210" y="20193"/>
                </a:lnTo>
                <a:lnTo>
                  <a:pt x="61769" y="20193"/>
                </a:lnTo>
                <a:lnTo>
                  <a:pt x="383286" y="20193"/>
                </a:lnTo>
                <a:lnTo>
                  <a:pt x="419244" y="20502"/>
                </a:lnTo>
                <a:lnTo>
                  <a:pt x="456453" y="21431"/>
                </a:lnTo>
                <a:lnTo>
                  <a:pt x="494924" y="22979"/>
                </a:lnTo>
                <a:lnTo>
                  <a:pt x="534669" y="25146"/>
                </a:lnTo>
                <a:lnTo>
                  <a:pt x="575675" y="27386"/>
                </a:lnTo>
                <a:lnTo>
                  <a:pt x="617918" y="28971"/>
                </a:lnTo>
                <a:lnTo>
                  <a:pt x="661400" y="29914"/>
                </a:lnTo>
                <a:lnTo>
                  <a:pt x="706119" y="30226"/>
                </a:lnTo>
                <a:lnTo>
                  <a:pt x="750913" y="30226"/>
                </a:lnTo>
                <a:lnTo>
                  <a:pt x="794432" y="30226"/>
                </a:lnTo>
                <a:lnTo>
                  <a:pt x="2426335" y="30226"/>
                </a:lnTo>
                <a:lnTo>
                  <a:pt x="2434502" y="29914"/>
                </a:lnTo>
                <a:lnTo>
                  <a:pt x="2478984" y="22649"/>
                </a:lnTo>
                <a:lnTo>
                  <a:pt x="2512060" y="15113"/>
                </a:lnTo>
                <a:lnTo>
                  <a:pt x="2521515" y="12872"/>
                </a:lnTo>
                <a:lnTo>
                  <a:pt x="2529697" y="11287"/>
                </a:lnTo>
                <a:lnTo>
                  <a:pt x="2536616" y="10344"/>
                </a:lnTo>
                <a:lnTo>
                  <a:pt x="2542285" y="10033"/>
                </a:lnTo>
                <a:lnTo>
                  <a:pt x="2547663" y="9721"/>
                </a:lnTo>
                <a:lnTo>
                  <a:pt x="2553684" y="8778"/>
                </a:lnTo>
                <a:lnTo>
                  <a:pt x="2560323" y="7193"/>
                </a:lnTo>
                <a:lnTo>
                  <a:pt x="2567559" y="4953"/>
                </a:lnTo>
                <a:lnTo>
                  <a:pt x="2574794" y="2786"/>
                </a:lnTo>
                <a:lnTo>
                  <a:pt x="2581433" y="1238"/>
                </a:lnTo>
                <a:lnTo>
                  <a:pt x="2587454" y="309"/>
                </a:lnTo>
                <a:lnTo>
                  <a:pt x="259283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5822" y="3587877"/>
            <a:ext cx="4449445" cy="50800"/>
          </a:xfrm>
          <a:custGeom>
            <a:avLst/>
            <a:gdLst/>
            <a:ahLst/>
            <a:cxnLst/>
            <a:rect l="l" t="t" r="r" b="b"/>
            <a:pathLst>
              <a:path w="4449445" h="50800">
                <a:moveTo>
                  <a:pt x="0" y="10033"/>
                </a:moveTo>
                <a:lnTo>
                  <a:pt x="0" y="10033"/>
                </a:lnTo>
                <a:lnTo>
                  <a:pt x="1220723" y="10033"/>
                </a:lnTo>
                <a:lnTo>
                  <a:pt x="1255037" y="10362"/>
                </a:lnTo>
                <a:lnTo>
                  <a:pt x="1318093" y="12926"/>
                </a:lnTo>
                <a:lnTo>
                  <a:pt x="1373620" y="17664"/>
                </a:lnTo>
                <a:lnTo>
                  <a:pt x="1421522" y="22721"/>
                </a:lnTo>
                <a:lnTo>
                  <a:pt x="1442592" y="25273"/>
                </a:lnTo>
                <a:lnTo>
                  <a:pt x="1463097" y="27751"/>
                </a:lnTo>
                <a:lnTo>
                  <a:pt x="1506011" y="32756"/>
                </a:lnTo>
                <a:lnTo>
                  <a:pt x="1550493" y="37492"/>
                </a:lnTo>
                <a:lnTo>
                  <a:pt x="1590827" y="40056"/>
                </a:lnTo>
                <a:lnTo>
                  <a:pt x="1609090" y="40386"/>
                </a:lnTo>
                <a:lnTo>
                  <a:pt x="1627096" y="40386"/>
                </a:lnTo>
                <a:lnTo>
                  <a:pt x="1645697" y="40386"/>
                </a:lnTo>
                <a:lnTo>
                  <a:pt x="1664918" y="40386"/>
                </a:lnTo>
                <a:lnTo>
                  <a:pt x="1684782" y="40386"/>
                </a:lnTo>
                <a:lnTo>
                  <a:pt x="1704645" y="40695"/>
                </a:lnTo>
                <a:lnTo>
                  <a:pt x="1723866" y="41624"/>
                </a:lnTo>
                <a:lnTo>
                  <a:pt x="1742467" y="43172"/>
                </a:lnTo>
                <a:lnTo>
                  <a:pt x="1760474" y="45338"/>
                </a:lnTo>
                <a:lnTo>
                  <a:pt x="1779047" y="47579"/>
                </a:lnTo>
                <a:lnTo>
                  <a:pt x="1799526" y="49164"/>
                </a:lnTo>
                <a:lnTo>
                  <a:pt x="1821910" y="50107"/>
                </a:lnTo>
                <a:lnTo>
                  <a:pt x="1846199" y="50419"/>
                </a:lnTo>
                <a:lnTo>
                  <a:pt x="1871110" y="50419"/>
                </a:lnTo>
                <a:lnTo>
                  <a:pt x="1895379" y="50419"/>
                </a:lnTo>
                <a:lnTo>
                  <a:pt x="3692398" y="50419"/>
                </a:lnTo>
                <a:lnTo>
                  <a:pt x="3717948" y="50107"/>
                </a:lnTo>
                <a:lnTo>
                  <a:pt x="3744118" y="49164"/>
                </a:lnTo>
                <a:lnTo>
                  <a:pt x="3770907" y="47579"/>
                </a:lnTo>
                <a:lnTo>
                  <a:pt x="3798316" y="45338"/>
                </a:lnTo>
                <a:lnTo>
                  <a:pt x="3827057" y="43172"/>
                </a:lnTo>
                <a:lnTo>
                  <a:pt x="3857656" y="41624"/>
                </a:lnTo>
                <a:lnTo>
                  <a:pt x="3890113" y="40695"/>
                </a:lnTo>
                <a:lnTo>
                  <a:pt x="3924427" y="40386"/>
                </a:lnTo>
                <a:lnTo>
                  <a:pt x="3957861" y="40056"/>
                </a:lnTo>
                <a:lnTo>
                  <a:pt x="3987498" y="39084"/>
                </a:lnTo>
                <a:lnTo>
                  <a:pt x="4013348" y="37492"/>
                </a:lnTo>
                <a:lnTo>
                  <a:pt x="4035425" y="35306"/>
                </a:lnTo>
                <a:lnTo>
                  <a:pt x="4055929" y="33065"/>
                </a:lnTo>
                <a:lnTo>
                  <a:pt x="4077065" y="31480"/>
                </a:lnTo>
                <a:lnTo>
                  <a:pt x="4098843" y="30537"/>
                </a:lnTo>
                <a:lnTo>
                  <a:pt x="4121277" y="30225"/>
                </a:lnTo>
                <a:lnTo>
                  <a:pt x="4143946" y="29916"/>
                </a:lnTo>
                <a:lnTo>
                  <a:pt x="4166615" y="28987"/>
                </a:lnTo>
                <a:lnTo>
                  <a:pt x="4211955" y="25273"/>
                </a:lnTo>
                <a:lnTo>
                  <a:pt x="4254912" y="20193"/>
                </a:lnTo>
                <a:lnTo>
                  <a:pt x="4292727" y="15112"/>
                </a:lnTo>
                <a:lnTo>
                  <a:pt x="4309729" y="12926"/>
                </a:lnTo>
                <a:lnTo>
                  <a:pt x="4325493" y="11334"/>
                </a:lnTo>
                <a:lnTo>
                  <a:pt x="4340018" y="10362"/>
                </a:lnTo>
                <a:lnTo>
                  <a:pt x="4353306" y="10033"/>
                </a:lnTo>
                <a:lnTo>
                  <a:pt x="4365880" y="10033"/>
                </a:lnTo>
                <a:lnTo>
                  <a:pt x="4378467" y="10033"/>
                </a:lnTo>
                <a:lnTo>
                  <a:pt x="4447413" y="10033"/>
                </a:lnTo>
                <a:lnTo>
                  <a:pt x="4449064" y="6731"/>
                </a:lnTo>
                <a:lnTo>
                  <a:pt x="444906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8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636" y="1108965"/>
            <a:ext cx="8549005" cy="53047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89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시장은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전체적으로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유익한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결과를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초래하는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기구</a:t>
            </a:r>
            <a:endParaRPr sz="2000">
              <a:latin typeface="Malgun Gothic"/>
              <a:cs typeface="Malgun Gothic"/>
            </a:endParaRPr>
          </a:p>
          <a:p>
            <a:pPr marL="452120" marR="5080" lvl="1" indent="-313690">
              <a:lnSpc>
                <a:spcPts val="3200"/>
              </a:lnSpc>
              <a:spcBef>
                <a:spcPts val="229"/>
              </a:spcBef>
              <a:buChar char="-"/>
              <a:tabLst>
                <a:tab pos="452120" algn="l"/>
                <a:tab pos="1367155" algn="l"/>
                <a:tab pos="2282190" algn="l"/>
                <a:tab pos="3197225" algn="l"/>
                <a:tab pos="4366260" algn="l"/>
                <a:tab pos="5281295" algn="l"/>
                <a:tab pos="6197600" algn="l"/>
                <a:tab pos="7365365" algn="l"/>
                <a:tab pos="828167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시장은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개인의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자유</a:t>
            </a:r>
            <a:r>
              <a:rPr sz="2000" b="1" spc="-25" dirty="0">
                <a:latin typeface="Malgun Gothic"/>
                <a:cs typeface="Malgun Gothic"/>
              </a:rPr>
              <a:t>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보호하고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경제적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편익</a:t>
            </a:r>
            <a:r>
              <a:rPr sz="2000" b="1" spc="-25" dirty="0">
                <a:latin typeface="Malgun Gothic"/>
                <a:cs typeface="Malgun Gothic"/>
              </a:rPr>
              <a:t>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창조하기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때문에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유 </a:t>
            </a:r>
            <a:r>
              <a:rPr sz="2000" b="1" spc="-25" dirty="0">
                <a:latin typeface="Malgun Gothic"/>
                <a:cs typeface="Malgun Gothic"/>
              </a:rPr>
              <a:t>익하다</a:t>
            </a:r>
            <a:endParaRPr sz="2000">
              <a:latin typeface="Malgun Gothic"/>
              <a:cs typeface="Malgun Gothic"/>
            </a:endParaRPr>
          </a:p>
          <a:p>
            <a:pPr marL="452120" marR="5080" lvl="1" indent="-313690">
              <a:lnSpc>
                <a:spcPts val="3190"/>
              </a:lnSpc>
              <a:spcBef>
                <a:spcPts val="10"/>
              </a:spcBef>
              <a:buChar char="-"/>
              <a:tabLst>
                <a:tab pos="452120" algn="l"/>
                <a:tab pos="1873885" algn="l"/>
                <a:tab pos="2790825" algn="l"/>
                <a:tab pos="3705225" algn="l"/>
                <a:tab pos="4620260" algn="l"/>
                <a:tab pos="5789295" algn="l"/>
                <a:tab pos="6704330" algn="l"/>
                <a:tab pos="7619365" algn="l"/>
                <a:tab pos="8027670" algn="l"/>
              </a:tabLst>
            </a:pPr>
            <a:r>
              <a:rPr sz="2000" b="1" spc="-10" dirty="0">
                <a:latin typeface="Malgun Gothic"/>
                <a:cs typeface="Malgun Gothic"/>
              </a:rPr>
              <a:t>시장기구의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이점은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가격과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임금이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개인들의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행동을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유인할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있는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신호기능</a:t>
            </a:r>
            <a:r>
              <a:rPr sz="2000" b="1" dirty="0">
                <a:latin typeface="Malgun Gothic"/>
                <a:cs typeface="Malgun Gothic"/>
              </a:rPr>
              <a:t>으로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작동하는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경우에만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나타난다</a:t>
            </a:r>
            <a:endParaRPr sz="2000">
              <a:latin typeface="Malgun Gothic"/>
              <a:cs typeface="Malgun Gothic"/>
            </a:endParaRPr>
          </a:p>
          <a:p>
            <a:pPr marL="452120" marR="6350" lvl="1" indent="-313690">
              <a:lnSpc>
                <a:spcPts val="3200"/>
              </a:lnSpc>
              <a:spcBef>
                <a:spcPts val="5"/>
              </a:spcBef>
              <a:buChar char="-"/>
              <a:tabLst>
                <a:tab pos="452120" algn="l"/>
                <a:tab pos="508634" algn="l"/>
                <a:tab pos="1479550" algn="l"/>
                <a:tab pos="2451100" algn="l"/>
                <a:tab pos="3169920" algn="l"/>
                <a:tab pos="4140835" algn="l"/>
                <a:tab pos="5112385" algn="l"/>
                <a:tab pos="5576570" algn="l"/>
                <a:tab pos="6802120" algn="l"/>
                <a:tab pos="7773034" algn="l"/>
              </a:tabLst>
            </a:pP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개인의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행위에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대한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경제적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보상</a:t>
            </a:r>
            <a:r>
              <a:rPr sz="2000" b="1" spc="-25" dirty="0">
                <a:latin typeface="Malgun Gothic"/>
                <a:cs typeface="Malgun Gothic"/>
              </a:rPr>
              <a:t>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그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자체로서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개인이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공동선 </a:t>
            </a:r>
            <a:r>
              <a:rPr sz="2000" b="1" spc="-20" dirty="0">
                <a:latin typeface="Malgun Gothic"/>
                <a:cs typeface="Malgun Gothic"/>
              </a:rPr>
              <a:t>(common</a:t>
            </a:r>
            <a:r>
              <a:rPr sz="2000" b="1" spc="1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good)을</a:t>
            </a:r>
            <a:r>
              <a:rPr sz="2000" b="1" spc="2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수행할</a:t>
            </a:r>
            <a:r>
              <a:rPr sz="2000" b="1" spc="1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있도록</a:t>
            </a:r>
            <a:r>
              <a:rPr sz="2000" b="1" spc="1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유인하는</a:t>
            </a:r>
            <a:r>
              <a:rPr sz="2000" b="1" spc="2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기제로</a:t>
            </a:r>
            <a:r>
              <a:rPr sz="2000" b="1" spc="19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작용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2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67335" indent="-266700" algn="just">
              <a:lnSpc>
                <a:spcPct val="100000"/>
              </a:lnSpc>
              <a:spcBef>
                <a:spcPts val="5"/>
              </a:spcBef>
              <a:buFont typeface="MS PGothic"/>
              <a:buChar char="○"/>
              <a:tabLst>
                <a:tab pos="267335" algn="l"/>
              </a:tabLst>
            </a:pPr>
            <a:r>
              <a:rPr sz="2000" b="1" dirty="0">
                <a:latin typeface="Malgun Gothic"/>
                <a:cs typeface="Malgun Gothic"/>
              </a:rPr>
              <a:t>사회정의를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추구하는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것은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무익할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뿐만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아니라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실제로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유해하다</a:t>
            </a:r>
            <a:endParaRPr sz="2000">
              <a:latin typeface="Malgun Gothic"/>
              <a:cs typeface="Malgun Gothic"/>
            </a:endParaRPr>
          </a:p>
          <a:p>
            <a:pPr marL="438784" marR="5080" lvl="1" indent="-300355" algn="just">
              <a:lnSpc>
                <a:spcPct val="133200"/>
              </a:lnSpc>
              <a:spcBef>
                <a:spcPts val="5"/>
              </a:spcBef>
              <a:buChar char="-"/>
              <a:tabLst>
                <a:tab pos="440055" algn="l"/>
              </a:tabLst>
            </a:pPr>
            <a:r>
              <a:rPr sz="2000" b="1" dirty="0">
                <a:latin typeface="Malgun Gothic"/>
                <a:cs typeface="Malgun Gothic"/>
              </a:rPr>
              <a:t>일반적으로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시장은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자연과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같은</a:t>
            </a:r>
            <a:r>
              <a:rPr sz="2000" b="1" spc="3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하나의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비인격적인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힘으로서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승자와 	</a:t>
            </a:r>
            <a:r>
              <a:rPr sz="2000" b="1" dirty="0">
                <a:latin typeface="Malgun Gothic"/>
                <a:cs typeface="Malgun Gothic"/>
              </a:rPr>
              <a:t>패자를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결정짓는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경제적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게임과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유사하며,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결과는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좋거나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나쁜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것 	</a:t>
            </a:r>
            <a:r>
              <a:rPr sz="2000" b="1" dirty="0">
                <a:latin typeface="Malgun Gothic"/>
                <a:cs typeface="Malgun Gothic"/>
              </a:rPr>
              <a:t>이지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공정이나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불공정은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아니다.</a:t>
            </a:r>
            <a:endParaRPr sz="2000">
              <a:latin typeface="Malgun Gothic"/>
              <a:cs typeface="Malgun Gothic"/>
            </a:endParaRPr>
          </a:p>
          <a:p>
            <a:pPr marL="423545" lvl="1" indent="-285115" algn="just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사회정의를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실현하려는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행위는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파괴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38222" y="1872742"/>
            <a:ext cx="1250950" cy="30480"/>
          </a:xfrm>
          <a:custGeom>
            <a:avLst/>
            <a:gdLst/>
            <a:ahLst/>
            <a:cxnLst/>
            <a:rect l="l" t="t" r="r" b="b"/>
            <a:pathLst>
              <a:path w="1250950" h="30480">
                <a:moveTo>
                  <a:pt x="0" y="30353"/>
                </a:moveTo>
                <a:lnTo>
                  <a:pt x="0" y="30353"/>
                </a:lnTo>
                <a:lnTo>
                  <a:pt x="57150" y="30353"/>
                </a:lnTo>
                <a:lnTo>
                  <a:pt x="63880" y="28575"/>
                </a:lnTo>
                <a:lnTo>
                  <a:pt x="95757" y="20193"/>
                </a:lnTo>
                <a:lnTo>
                  <a:pt x="105259" y="20193"/>
                </a:lnTo>
                <a:lnTo>
                  <a:pt x="118522" y="20193"/>
                </a:lnTo>
                <a:lnTo>
                  <a:pt x="691007" y="20193"/>
                </a:lnTo>
                <a:lnTo>
                  <a:pt x="703343" y="19881"/>
                </a:lnTo>
                <a:lnTo>
                  <a:pt x="715025" y="18938"/>
                </a:lnTo>
                <a:lnTo>
                  <a:pt x="726064" y="17353"/>
                </a:lnTo>
                <a:lnTo>
                  <a:pt x="736473" y="15112"/>
                </a:lnTo>
                <a:lnTo>
                  <a:pt x="746879" y="12946"/>
                </a:lnTo>
                <a:lnTo>
                  <a:pt x="757904" y="11398"/>
                </a:lnTo>
                <a:lnTo>
                  <a:pt x="769548" y="10469"/>
                </a:lnTo>
                <a:lnTo>
                  <a:pt x="781812" y="10160"/>
                </a:lnTo>
                <a:lnTo>
                  <a:pt x="795099" y="10160"/>
                </a:lnTo>
                <a:lnTo>
                  <a:pt x="809625" y="10160"/>
                </a:lnTo>
                <a:lnTo>
                  <a:pt x="1034033" y="10160"/>
                </a:lnTo>
                <a:lnTo>
                  <a:pt x="1041322" y="9830"/>
                </a:lnTo>
                <a:lnTo>
                  <a:pt x="1047956" y="8858"/>
                </a:lnTo>
                <a:lnTo>
                  <a:pt x="1053947" y="7266"/>
                </a:lnTo>
                <a:lnTo>
                  <a:pt x="1059306" y="5080"/>
                </a:lnTo>
                <a:lnTo>
                  <a:pt x="1066038" y="1778"/>
                </a:lnTo>
                <a:lnTo>
                  <a:pt x="1072768" y="0"/>
                </a:lnTo>
                <a:lnTo>
                  <a:pt x="1244218" y="0"/>
                </a:lnTo>
                <a:lnTo>
                  <a:pt x="125095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53888" y="1933320"/>
            <a:ext cx="2419985" cy="20320"/>
          </a:xfrm>
          <a:custGeom>
            <a:avLst/>
            <a:gdLst/>
            <a:ahLst/>
            <a:cxnLst/>
            <a:rect l="l" t="t" r="r" b="b"/>
            <a:pathLst>
              <a:path w="2419984" h="20319">
                <a:moveTo>
                  <a:pt x="0" y="20192"/>
                </a:moveTo>
                <a:lnTo>
                  <a:pt x="0" y="20192"/>
                </a:lnTo>
                <a:lnTo>
                  <a:pt x="2417953" y="20192"/>
                </a:lnTo>
                <a:lnTo>
                  <a:pt x="2419604" y="18541"/>
                </a:lnTo>
                <a:lnTo>
                  <a:pt x="2416175" y="15112"/>
                </a:lnTo>
                <a:lnTo>
                  <a:pt x="2412872" y="11811"/>
                </a:lnTo>
                <a:lnTo>
                  <a:pt x="2411221" y="6730"/>
                </a:lnTo>
                <a:lnTo>
                  <a:pt x="241122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89786" y="3154045"/>
            <a:ext cx="868044" cy="40640"/>
          </a:xfrm>
          <a:custGeom>
            <a:avLst/>
            <a:gdLst/>
            <a:ahLst/>
            <a:cxnLst/>
            <a:rect l="l" t="t" r="r" b="b"/>
            <a:pathLst>
              <a:path w="868044" h="40639">
                <a:moveTo>
                  <a:pt x="0" y="0"/>
                </a:moveTo>
                <a:lnTo>
                  <a:pt x="0" y="0"/>
                </a:lnTo>
                <a:lnTo>
                  <a:pt x="40386" y="0"/>
                </a:lnTo>
                <a:lnTo>
                  <a:pt x="46075" y="311"/>
                </a:lnTo>
                <a:lnTo>
                  <a:pt x="53038" y="1254"/>
                </a:lnTo>
                <a:lnTo>
                  <a:pt x="61263" y="2839"/>
                </a:lnTo>
                <a:lnTo>
                  <a:pt x="70738" y="5079"/>
                </a:lnTo>
                <a:lnTo>
                  <a:pt x="81403" y="7246"/>
                </a:lnTo>
                <a:lnTo>
                  <a:pt x="93376" y="8794"/>
                </a:lnTo>
                <a:lnTo>
                  <a:pt x="106636" y="9723"/>
                </a:lnTo>
                <a:lnTo>
                  <a:pt x="121157" y="10032"/>
                </a:lnTo>
                <a:lnTo>
                  <a:pt x="136612" y="10362"/>
                </a:lnTo>
                <a:lnTo>
                  <a:pt x="152685" y="11334"/>
                </a:lnTo>
                <a:lnTo>
                  <a:pt x="169378" y="12926"/>
                </a:lnTo>
                <a:lnTo>
                  <a:pt x="186689" y="15112"/>
                </a:lnTo>
                <a:lnTo>
                  <a:pt x="204642" y="17664"/>
                </a:lnTo>
                <a:lnTo>
                  <a:pt x="223250" y="20192"/>
                </a:lnTo>
                <a:lnTo>
                  <a:pt x="262381" y="25272"/>
                </a:lnTo>
                <a:lnTo>
                  <a:pt x="302752" y="28987"/>
                </a:lnTo>
                <a:lnTo>
                  <a:pt x="343026" y="30225"/>
                </a:lnTo>
                <a:lnTo>
                  <a:pt x="362908" y="30555"/>
                </a:lnTo>
                <a:lnTo>
                  <a:pt x="382158" y="31527"/>
                </a:lnTo>
                <a:lnTo>
                  <a:pt x="400766" y="33119"/>
                </a:lnTo>
                <a:lnTo>
                  <a:pt x="418719" y="35305"/>
                </a:lnTo>
                <a:lnTo>
                  <a:pt x="437364" y="37546"/>
                </a:lnTo>
                <a:lnTo>
                  <a:pt x="457866" y="39131"/>
                </a:lnTo>
                <a:lnTo>
                  <a:pt x="480226" y="40074"/>
                </a:lnTo>
                <a:lnTo>
                  <a:pt x="504444" y="40385"/>
                </a:lnTo>
                <a:lnTo>
                  <a:pt x="528423" y="40385"/>
                </a:lnTo>
                <a:lnTo>
                  <a:pt x="549878" y="40385"/>
                </a:lnTo>
                <a:lnTo>
                  <a:pt x="858208" y="40385"/>
                </a:lnTo>
                <a:lnTo>
                  <a:pt x="867663" y="40385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84421" y="3567684"/>
            <a:ext cx="1251585" cy="20320"/>
          </a:xfrm>
          <a:custGeom>
            <a:avLst/>
            <a:gdLst/>
            <a:ahLst/>
            <a:cxnLst/>
            <a:rect l="l" t="t" r="r" b="b"/>
            <a:pathLst>
              <a:path w="1251585" h="20320">
                <a:moveTo>
                  <a:pt x="0" y="0"/>
                </a:moveTo>
                <a:lnTo>
                  <a:pt x="0" y="0"/>
                </a:lnTo>
                <a:lnTo>
                  <a:pt x="902969" y="0"/>
                </a:lnTo>
                <a:lnTo>
                  <a:pt x="910205" y="311"/>
                </a:lnTo>
                <a:lnTo>
                  <a:pt x="916844" y="1254"/>
                </a:lnTo>
                <a:lnTo>
                  <a:pt x="922865" y="2839"/>
                </a:lnTo>
                <a:lnTo>
                  <a:pt x="928242" y="5079"/>
                </a:lnTo>
                <a:lnTo>
                  <a:pt x="933547" y="7246"/>
                </a:lnTo>
                <a:lnTo>
                  <a:pt x="939530" y="8794"/>
                </a:lnTo>
                <a:lnTo>
                  <a:pt x="946155" y="9723"/>
                </a:lnTo>
                <a:lnTo>
                  <a:pt x="953388" y="10032"/>
                </a:lnTo>
                <a:lnTo>
                  <a:pt x="961939" y="10032"/>
                </a:lnTo>
                <a:lnTo>
                  <a:pt x="972359" y="10032"/>
                </a:lnTo>
                <a:lnTo>
                  <a:pt x="1099692" y="10032"/>
                </a:lnTo>
                <a:lnTo>
                  <a:pt x="1109477" y="10362"/>
                </a:lnTo>
                <a:lnTo>
                  <a:pt x="1118631" y="11334"/>
                </a:lnTo>
                <a:lnTo>
                  <a:pt x="1127142" y="12926"/>
                </a:lnTo>
                <a:lnTo>
                  <a:pt x="1134999" y="15112"/>
                </a:lnTo>
                <a:lnTo>
                  <a:pt x="1142234" y="17353"/>
                </a:lnTo>
                <a:lnTo>
                  <a:pt x="1148873" y="18938"/>
                </a:lnTo>
                <a:lnTo>
                  <a:pt x="1154894" y="19881"/>
                </a:lnTo>
                <a:lnTo>
                  <a:pt x="1160271" y="20192"/>
                </a:lnTo>
                <a:lnTo>
                  <a:pt x="1167002" y="20192"/>
                </a:lnTo>
                <a:lnTo>
                  <a:pt x="1175384" y="20192"/>
                </a:lnTo>
                <a:lnTo>
                  <a:pt x="1244345" y="20192"/>
                </a:lnTo>
                <a:lnTo>
                  <a:pt x="1251077" y="2019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66785" y="3487039"/>
            <a:ext cx="1564005" cy="181610"/>
          </a:xfrm>
          <a:custGeom>
            <a:avLst/>
            <a:gdLst/>
            <a:ahLst/>
            <a:cxnLst/>
            <a:rect l="l" t="t" r="r" b="b"/>
            <a:pathLst>
              <a:path w="1564004" h="181610">
                <a:moveTo>
                  <a:pt x="0" y="181483"/>
                </a:moveTo>
                <a:lnTo>
                  <a:pt x="45466" y="176530"/>
                </a:lnTo>
                <a:lnTo>
                  <a:pt x="89917" y="166135"/>
                </a:lnTo>
                <a:lnTo>
                  <a:pt x="100965" y="161416"/>
                </a:lnTo>
                <a:lnTo>
                  <a:pt x="112321" y="156989"/>
                </a:lnTo>
                <a:lnTo>
                  <a:pt x="126190" y="153812"/>
                </a:lnTo>
                <a:lnTo>
                  <a:pt x="142559" y="151897"/>
                </a:lnTo>
                <a:lnTo>
                  <a:pt x="161417" y="151257"/>
                </a:lnTo>
                <a:lnTo>
                  <a:pt x="181610" y="150945"/>
                </a:lnTo>
                <a:lnTo>
                  <a:pt x="201803" y="150002"/>
                </a:lnTo>
                <a:lnTo>
                  <a:pt x="221996" y="148417"/>
                </a:lnTo>
                <a:lnTo>
                  <a:pt x="242189" y="146176"/>
                </a:lnTo>
                <a:lnTo>
                  <a:pt x="262691" y="143680"/>
                </a:lnTo>
                <a:lnTo>
                  <a:pt x="283813" y="141160"/>
                </a:lnTo>
                <a:lnTo>
                  <a:pt x="327914" y="136144"/>
                </a:lnTo>
                <a:lnTo>
                  <a:pt x="374618" y="131079"/>
                </a:lnTo>
                <a:lnTo>
                  <a:pt x="423799" y="126111"/>
                </a:lnTo>
                <a:lnTo>
                  <a:pt x="448087" y="123559"/>
                </a:lnTo>
                <a:lnTo>
                  <a:pt x="470471" y="121031"/>
                </a:lnTo>
                <a:lnTo>
                  <a:pt x="490950" y="118502"/>
                </a:lnTo>
                <a:lnTo>
                  <a:pt x="509524" y="115950"/>
                </a:lnTo>
                <a:lnTo>
                  <a:pt x="527165" y="113764"/>
                </a:lnTo>
                <a:lnTo>
                  <a:pt x="544830" y="112172"/>
                </a:lnTo>
                <a:lnTo>
                  <a:pt x="562494" y="111200"/>
                </a:lnTo>
                <a:lnTo>
                  <a:pt x="580136" y="110871"/>
                </a:lnTo>
                <a:lnTo>
                  <a:pt x="597830" y="110871"/>
                </a:lnTo>
                <a:lnTo>
                  <a:pt x="615489" y="110871"/>
                </a:lnTo>
                <a:lnTo>
                  <a:pt x="633124" y="110871"/>
                </a:lnTo>
                <a:lnTo>
                  <a:pt x="650748" y="110871"/>
                </a:lnTo>
                <a:lnTo>
                  <a:pt x="668133" y="110561"/>
                </a:lnTo>
                <a:lnTo>
                  <a:pt x="684863" y="109632"/>
                </a:lnTo>
                <a:lnTo>
                  <a:pt x="700950" y="108084"/>
                </a:lnTo>
                <a:lnTo>
                  <a:pt x="716407" y="105918"/>
                </a:lnTo>
                <a:lnTo>
                  <a:pt x="731531" y="103366"/>
                </a:lnTo>
                <a:lnTo>
                  <a:pt x="746632" y="100837"/>
                </a:lnTo>
                <a:lnTo>
                  <a:pt x="791380" y="93261"/>
                </a:lnTo>
                <a:lnTo>
                  <a:pt x="838015" y="83173"/>
                </a:lnTo>
                <a:lnTo>
                  <a:pt x="850026" y="80645"/>
                </a:lnTo>
                <a:lnTo>
                  <a:pt x="893589" y="73068"/>
                </a:lnTo>
                <a:lnTo>
                  <a:pt x="948436" y="65532"/>
                </a:lnTo>
                <a:lnTo>
                  <a:pt x="1000442" y="60763"/>
                </a:lnTo>
                <a:lnTo>
                  <a:pt x="1013968" y="60451"/>
                </a:lnTo>
                <a:lnTo>
                  <a:pt x="1026560" y="60140"/>
                </a:lnTo>
                <a:lnTo>
                  <a:pt x="1064387" y="55372"/>
                </a:lnTo>
                <a:lnTo>
                  <a:pt x="1102231" y="47835"/>
                </a:lnTo>
                <a:lnTo>
                  <a:pt x="1114806" y="45338"/>
                </a:lnTo>
                <a:lnTo>
                  <a:pt x="1155543" y="40588"/>
                </a:lnTo>
                <a:lnTo>
                  <a:pt x="1184828" y="39949"/>
                </a:lnTo>
                <a:lnTo>
                  <a:pt x="1198102" y="39020"/>
                </a:lnTo>
                <a:lnTo>
                  <a:pt x="1210113" y="37472"/>
                </a:lnTo>
                <a:lnTo>
                  <a:pt x="1220851" y="35306"/>
                </a:lnTo>
                <a:lnTo>
                  <a:pt x="1230927" y="33065"/>
                </a:lnTo>
                <a:lnTo>
                  <a:pt x="1240980" y="31480"/>
                </a:lnTo>
                <a:lnTo>
                  <a:pt x="1251033" y="30537"/>
                </a:lnTo>
                <a:lnTo>
                  <a:pt x="1261110" y="30225"/>
                </a:lnTo>
                <a:lnTo>
                  <a:pt x="1270894" y="30225"/>
                </a:lnTo>
                <a:lnTo>
                  <a:pt x="1280048" y="30225"/>
                </a:lnTo>
                <a:lnTo>
                  <a:pt x="1388999" y="30225"/>
                </a:lnTo>
                <a:lnTo>
                  <a:pt x="1395730" y="28575"/>
                </a:lnTo>
                <a:lnTo>
                  <a:pt x="1402461" y="25146"/>
                </a:lnTo>
                <a:lnTo>
                  <a:pt x="1409065" y="21844"/>
                </a:lnTo>
                <a:lnTo>
                  <a:pt x="1415796" y="20065"/>
                </a:lnTo>
                <a:lnTo>
                  <a:pt x="1422527" y="20065"/>
                </a:lnTo>
                <a:lnTo>
                  <a:pt x="1428216" y="19756"/>
                </a:lnTo>
                <a:lnTo>
                  <a:pt x="1435179" y="18827"/>
                </a:lnTo>
                <a:lnTo>
                  <a:pt x="1443404" y="17279"/>
                </a:lnTo>
                <a:lnTo>
                  <a:pt x="1452880" y="15112"/>
                </a:lnTo>
                <a:lnTo>
                  <a:pt x="1462335" y="12872"/>
                </a:lnTo>
                <a:lnTo>
                  <a:pt x="1470517" y="11287"/>
                </a:lnTo>
                <a:lnTo>
                  <a:pt x="1477436" y="10344"/>
                </a:lnTo>
                <a:lnTo>
                  <a:pt x="1483106" y="10033"/>
                </a:lnTo>
                <a:lnTo>
                  <a:pt x="1489837" y="10033"/>
                </a:lnTo>
                <a:lnTo>
                  <a:pt x="1498219" y="10033"/>
                </a:lnTo>
                <a:lnTo>
                  <a:pt x="1508379" y="10033"/>
                </a:lnTo>
                <a:lnTo>
                  <a:pt x="1515594" y="9721"/>
                </a:lnTo>
                <a:lnTo>
                  <a:pt x="1522190" y="8778"/>
                </a:lnTo>
                <a:lnTo>
                  <a:pt x="1528167" y="7193"/>
                </a:lnTo>
                <a:lnTo>
                  <a:pt x="1533525" y="4952"/>
                </a:lnTo>
                <a:lnTo>
                  <a:pt x="1539214" y="2786"/>
                </a:lnTo>
                <a:lnTo>
                  <a:pt x="1546177" y="1238"/>
                </a:lnTo>
                <a:lnTo>
                  <a:pt x="1554402" y="309"/>
                </a:lnTo>
                <a:lnTo>
                  <a:pt x="156387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38528" y="4748021"/>
            <a:ext cx="2562860" cy="30480"/>
          </a:xfrm>
          <a:custGeom>
            <a:avLst/>
            <a:gdLst/>
            <a:ahLst/>
            <a:cxnLst/>
            <a:rect l="l" t="t" r="r" b="b"/>
            <a:pathLst>
              <a:path w="2562860" h="30479">
                <a:moveTo>
                  <a:pt x="0" y="30352"/>
                </a:moveTo>
                <a:lnTo>
                  <a:pt x="0" y="30352"/>
                </a:lnTo>
                <a:lnTo>
                  <a:pt x="75692" y="30352"/>
                </a:lnTo>
                <a:lnTo>
                  <a:pt x="79121" y="30041"/>
                </a:lnTo>
                <a:lnTo>
                  <a:pt x="84455" y="29098"/>
                </a:lnTo>
                <a:lnTo>
                  <a:pt x="91693" y="27513"/>
                </a:lnTo>
                <a:lnTo>
                  <a:pt x="100837" y="25272"/>
                </a:lnTo>
                <a:lnTo>
                  <a:pt x="111885" y="23086"/>
                </a:lnTo>
                <a:lnTo>
                  <a:pt x="124825" y="21494"/>
                </a:lnTo>
                <a:lnTo>
                  <a:pt x="139646" y="20522"/>
                </a:lnTo>
                <a:lnTo>
                  <a:pt x="156337" y="20192"/>
                </a:lnTo>
                <a:lnTo>
                  <a:pt x="173722" y="20192"/>
                </a:lnTo>
                <a:lnTo>
                  <a:pt x="190452" y="20192"/>
                </a:lnTo>
                <a:lnTo>
                  <a:pt x="499364" y="20192"/>
                </a:lnTo>
                <a:lnTo>
                  <a:pt x="517316" y="19883"/>
                </a:lnTo>
                <a:lnTo>
                  <a:pt x="535924" y="18954"/>
                </a:lnTo>
                <a:lnTo>
                  <a:pt x="555174" y="17406"/>
                </a:lnTo>
                <a:lnTo>
                  <a:pt x="575056" y="15239"/>
                </a:lnTo>
                <a:lnTo>
                  <a:pt x="595247" y="12999"/>
                </a:lnTo>
                <a:lnTo>
                  <a:pt x="615426" y="11414"/>
                </a:lnTo>
                <a:lnTo>
                  <a:pt x="635581" y="10471"/>
                </a:lnTo>
                <a:lnTo>
                  <a:pt x="655701" y="10159"/>
                </a:lnTo>
                <a:lnTo>
                  <a:pt x="676205" y="10159"/>
                </a:lnTo>
                <a:lnTo>
                  <a:pt x="697341" y="10159"/>
                </a:lnTo>
                <a:lnTo>
                  <a:pt x="2550795" y="10159"/>
                </a:lnTo>
                <a:lnTo>
                  <a:pt x="2552446" y="8508"/>
                </a:lnTo>
                <a:lnTo>
                  <a:pt x="2552446" y="5079"/>
                </a:lnTo>
                <a:lnTo>
                  <a:pt x="2552446" y="1777"/>
                </a:lnTo>
                <a:lnTo>
                  <a:pt x="2555748" y="0"/>
                </a:lnTo>
                <a:lnTo>
                  <a:pt x="256247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85303" y="4677409"/>
            <a:ext cx="524510" cy="50800"/>
          </a:xfrm>
          <a:custGeom>
            <a:avLst/>
            <a:gdLst/>
            <a:ahLst/>
            <a:cxnLst/>
            <a:rect l="l" t="t" r="r" b="b"/>
            <a:pathLst>
              <a:path w="524509" h="50800">
                <a:moveTo>
                  <a:pt x="0" y="50545"/>
                </a:moveTo>
                <a:lnTo>
                  <a:pt x="43688" y="37083"/>
                </a:lnTo>
                <a:lnTo>
                  <a:pt x="50419" y="30352"/>
                </a:lnTo>
                <a:lnTo>
                  <a:pt x="56088" y="25616"/>
                </a:lnTo>
                <a:lnTo>
                  <a:pt x="100837" y="11414"/>
                </a:lnTo>
                <a:lnTo>
                  <a:pt x="131437" y="9848"/>
                </a:lnTo>
                <a:lnTo>
                  <a:pt x="142462" y="8905"/>
                </a:lnTo>
                <a:lnTo>
                  <a:pt x="154106" y="7320"/>
                </a:lnTo>
                <a:lnTo>
                  <a:pt x="166370" y="5079"/>
                </a:lnTo>
                <a:lnTo>
                  <a:pt x="178065" y="2893"/>
                </a:lnTo>
                <a:lnTo>
                  <a:pt x="187833" y="1301"/>
                </a:lnTo>
                <a:lnTo>
                  <a:pt x="195695" y="329"/>
                </a:lnTo>
                <a:lnTo>
                  <a:pt x="201675" y="0"/>
                </a:lnTo>
                <a:lnTo>
                  <a:pt x="207365" y="0"/>
                </a:lnTo>
                <a:lnTo>
                  <a:pt x="214328" y="0"/>
                </a:lnTo>
                <a:lnTo>
                  <a:pt x="517778" y="0"/>
                </a:lnTo>
                <a:lnTo>
                  <a:pt x="52451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6223" y="4808601"/>
            <a:ext cx="403860" cy="0"/>
          </a:xfrm>
          <a:custGeom>
            <a:avLst/>
            <a:gdLst/>
            <a:ahLst/>
            <a:cxnLst/>
            <a:rect l="l" t="t" r="r" b="b"/>
            <a:pathLst>
              <a:path w="403860">
                <a:moveTo>
                  <a:pt x="0" y="0"/>
                </a:moveTo>
                <a:lnTo>
                  <a:pt x="0" y="0"/>
                </a:lnTo>
                <a:lnTo>
                  <a:pt x="396875" y="0"/>
                </a:lnTo>
                <a:lnTo>
                  <a:pt x="40347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9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636" y="1108965"/>
            <a:ext cx="8549005" cy="36798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89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Hayek와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Friedman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국가의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역할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특정한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공공재의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생산과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빈곤의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구제에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제한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이를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벗어나는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분배적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역할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35" dirty="0">
                <a:latin typeface="Malgun Gothic"/>
                <a:cs typeface="Malgun Gothic"/>
              </a:rPr>
              <a:t>배제</a:t>
            </a:r>
            <a:endParaRPr sz="2000">
              <a:latin typeface="Malgun Gothic"/>
              <a:cs typeface="Malgun Gothic"/>
            </a:endParaRPr>
          </a:p>
          <a:p>
            <a:pPr marL="306070" marR="5080" indent="-294005">
              <a:lnSpc>
                <a:spcPct val="133400"/>
              </a:lnSpc>
              <a:spcBef>
                <a:spcPts val="3190"/>
              </a:spcBef>
              <a:buFont typeface="MS PGothic"/>
              <a:buChar char="○"/>
              <a:tabLst>
                <a:tab pos="306070" algn="l"/>
                <a:tab pos="1994535" algn="l"/>
                <a:tab pos="2921635" algn="l"/>
                <a:tab pos="4453255" algn="l"/>
                <a:tab pos="5731510" algn="l"/>
                <a:tab pos="7302500" algn="l"/>
              </a:tabLst>
            </a:pPr>
            <a:r>
              <a:rPr sz="2000" b="1" spc="-10" dirty="0">
                <a:latin typeface="Malgun Gothic"/>
                <a:cs typeface="Malgun Gothic"/>
              </a:rPr>
              <a:t>자유주의자의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사상이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1970년대와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1980년대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solidFill>
                  <a:srgbClr val="0000FF"/>
                </a:solidFill>
                <a:latin typeface="Malgun Gothic"/>
                <a:cs typeface="Malgun Gothic"/>
              </a:rPr>
              <a:t>신우익(New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Right)</a:t>
            </a:r>
            <a:r>
              <a:rPr sz="2000" b="1" spc="-25" dirty="0">
                <a:latin typeface="Malgun Gothic"/>
                <a:cs typeface="Malgun Gothic"/>
              </a:rPr>
              <a:t>이라 </a:t>
            </a:r>
            <a:r>
              <a:rPr sz="2000" b="1" dirty="0">
                <a:latin typeface="Malgun Gothic"/>
                <a:cs typeface="Malgun Gothic"/>
              </a:rPr>
              <a:t>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사상으로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다시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출현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시장의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역할을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강조하고,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역할은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엄격히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제한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spc="55" dirty="0">
                <a:latin typeface="Malgun Gothic"/>
                <a:cs typeface="Malgun Gothic"/>
              </a:rPr>
              <a:t>Keynes와</a:t>
            </a:r>
            <a:r>
              <a:rPr sz="2000" b="1" spc="4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Beveridge를</a:t>
            </a:r>
            <a:r>
              <a:rPr sz="2000" b="1" spc="409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비판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Murray(1984)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사회급여는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빈곤의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악순환을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초래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S PGothic"/>
                <a:cs typeface="MS PGothic"/>
              </a:rPr>
              <a:t>⟹</a:t>
            </a:r>
            <a:r>
              <a:rPr sz="2000" spc="400" dirty="0">
                <a:latin typeface="MS PGothic"/>
                <a:cs typeface="MS P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폐지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08302" y="1570100"/>
            <a:ext cx="2179320" cy="81280"/>
          </a:xfrm>
          <a:custGeom>
            <a:avLst/>
            <a:gdLst/>
            <a:ahLst/>
            <a:cxnLst/>
            <a:rect l="l" t="t" r="r" b="b"/>
            <a:pathLst>
              <a:path w="2179320" h="81280">
                <a:moveTo>
                  <a:pt x="0" y="0"/>
                </a:moveTo>
                <a:lnTo>
                  <a:pt x="0" y="0"/>
                </a:lnTo>
                <a:lnTo>
                  <a:pt x="499364" y="0"/>
                </a:lnTo>
                <a:lnTo>
                  <a:pt x="542738" y="410"/>
                </a:lnTo>
                <a:lnTo>
                  <a:pt x="588129" y="1637"/>
                </a:lnTo>
                <a:lnTo>
                  <a:pt x="635545" y="3675"/>
                </a:lnTo>
                <a:lnTo>
                  <a:pt x="684991" y="6518"/>
                </a:lnTo>
                <a:lnTo>
                  <a:pt x="736472" y="10160"/>
                </a:lnTo>
                <a:lnTo>
                  <a:pt x="787694" y="14136"/>
                </a:lnTo>
                <a:lnTo>
                  <a:pt x="836508" y="18137"/>
                </a:lnTo>
                <a:lnTo>
                  <a:pt x="882914" y="22156"/>
                </a:lnTo>
                <a:lnTo>
                  <a:pt x="926912" y="26188"/>
                </a:lnTo>
                <a:lnTo>
                  <a:pt x="968502" y="30225"/>
                </a:lnTo>
                <a:lnTo>
                  <a:pt x="1019532" y="35274"/>
                </a:lnTo>
                <a:lnTo>
                  <a:pt x="1071848" y="40322"/>
                </a:lnTo>
                <a:lnTo>
                  <a:pt x="1125450" y="45370"/>
                </a:lnTo>
                <a:lnTo>
                  <a:pt x="1180338" y="50419"/>
                </a:lnTo>
                <a:lnTo>
                  <a:pt x="1235225" y="55467"/>
                </a:lnTo>
                <a:lnTo>
                  <a:pt x="1288827" y="60515"/>
                </a:lnTo>
                <a:lnTo>
                  <a:pt x="1341143" y="65563"/>
                </a:lnTo>
                <a:lnTo>
                  <a:pt x="1392173" y="70612"/>
                </a:lnTo>
                <a:lnTo>
                  <a:pt x="1442636" y="75039"/>
                </a:lnTo>
                <a:lnTo>
                  <a:pt x="1493075" y="78216"/>
                </a:lnTo>
                <a:lnTo>
                  <a:pt x="1543514" y="80131"/>
                </a:lnTo>
                <a:lnTo>
                  <a:pt x="1593977" y="80772"/>
                </a:lnTo>
                <a:lnTo>
                  <a:pt x="1643177" y="80772"/>
                </a:lnTo>
                <a:lnTo>
                  <a:pt x="1689830" y="80772"/>
                </a:lnTo>
                <a:lnTo>
                  <a:pt x="1911731" y="80772"/>
                </a:lnTo>
                <a:lnTo>
                  <a:pt x="1938571" y="80442"/>
                </a:lnTo>
                <a:lnTo>
                  <a:pt x="1963483" y="79470"/>
                </a:lnTo>
                <a:lnTo>
                  <a:pt x="1986490" y="77878"/>
                </a:lnTo>
                <a:lnTo>
                  <a:pt x="2007616" y="75691"/>
                </a:lnTo>
                <a:lnTo>
                  <a:pt x="2026856" y="73451"/>
                </a:lnTo>
                <a:lnTo>
                  <a:pt x="2044192" y="71866"/>
                </a:lnTo>
                <a:lnTo>
                  <a:pt x="2059622" y="70923"/>
                </a:lnTo>
                <a:lnTo>
                  <a:pt x="2073148" y="70612"/>
                </a:lnTo>
                <a:lnTo>
                  <a:pt x="2085484" y="70612"/>
                </a:lnTo>
                <a:lnTo>
                  <a:pt x="2097166" y="70612"/>
                </a:lnTo>
                <a:lnTo>
                  <a:pt x="2108205" y="70612"/>
                </a:lnTo>
                <a:lnTo>
                  <a:pt x="2118614" y="70612"/>
                </a:lnTo>
                <a:lnTo>
                  <a:pt x="2128069" y="70300"/>
                </a:lnTo>
                <a:lnTo>
                  <a:pt x="2136251" y="69357"/>
                </a:lnTo>
                <a:lnTo>
                  <a:pt x="2143170" y="67772"/>
                </a:lnTo>
                <a:lnTo>
                  <a:pt x="2148840" y="65532"/>
                </a:lnTo>
                <a:lnTo>
                  <a:pt x="2155571" y="62229"/>
                </a:lnTo>
                <a:lnTo>
                  <a:pt x="2160651" y="60578"/>
                </a:lnTo>
                <a:lnTo>
                  <a:pt x="2163953" y="60578"/>
                </a:lnTo>
                <a:lnTo>
                  <a:pt x="2167382" y="60578"/>
                </a:lnTo>
                <a:lnTo>
                  <a:pt x="2172462" y="60578"/>
                </a:lnTo>
                <a:lnTo>
                  <a:pt x="2179066" y="6057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37915" y="4778375"/>
            <a:ext cx="4368800" cy="40640"/>
          </a:xfrm>
          <a:custGeom>
            <a:avLst/>
            <a:gdLst/>
            <a:ahLst/>
            <a:cxnLst/>
            <a:rect l="l" t="t" r="r" b="b"/>
            <a:pathLst>
              <a:path w="4368800" h="40639">
                <a:moveTo>
                  <a:pt x="0" y="30225"/>
                </a:moveTo>
                <a:lnTo>
                  <a:pt x="10406" y="30225"/>
                </a:lnTo>
                <a:lnTo>
                  <a:pt x="21431" y="30225"/>
                </a:lnTo>
                <a:lnTo>
                  <a:pt x="33075" y="30225"/>
                </a:lnTo>
                <a:lnTo>
                  <a:pt x="45338" y="30225"/>
                </a:lnTo>
                <a:lnTo>
                  <a:pt x="59247" y="30537"/>
                </a:lnTo>
                <a:lnTo>
                  <a:pt x="75644" y="31480"/>
                </a:lnTo>
                <a:lnTo>
                  <a:pt x="94541" y="33065"/>
                </a:lnTo>
                <a:lnTo>
                  <a:pt x="115950" y="35306"/>
                </a:lnTo>
                <a:lnTo>
                  <a:pt x="138054" y="37492"/>
                </a:lnTo>
                <a:lnTo>
                  <a:pt x="158861" y="39084"/>
                </a:lnTo>
                <a:lnTo>
                  <a:pt x="178405" y="40056"/>
                </a:lnTo>
                <a:lnTo>
                  <a:pt x="196723" y="40386"/>
                </a:lnTo>
                <a:lnTo>
                  <a:pt x="214675" y="40386"/>
                </a:lnTo>
                <a:lnTo>
                  <a:pt x="233283" y="40386"/>
                </a:lnTo>
                <a:lnTo>
                  <a:pt x="438785" y="40386"/>
                </a:lnTo>
                <a:lnTo>
                  <a:pt x="460888" y="40056"/>
                </a:lnTo>
                <a:lnTo>
                  <a:pt x="481695" y="39084"/>
                </a:lnTo>
                <a:lnTo>
                  <a:pt x="501239" y="37492"/>
                </a:lnTo>
                <a:lnTo>
                  <a:pt x="519557" y="35306"/>
                </a:lnTo>
                <a:lnTo>
                  <a:pt x="537509" y="32754"/>
                </a:lnTo>
                <a:lnTo>
                  <a:pt x="556117" y="30225"/>
                </a:lnTo>
                <a:lnTo>
                  <a:pt x="575367" y="27697"/>
                </a:lnTo>
                <a:lnTo>
                  <a:pt x="595249" y="25145"/>
                </a:lnTo>
                <a:lnTo>
                  <a:pt x="614106" y="22649"/>
                </a:lnTo>
                <a:lnTo>
                  <a:pt x="630475" y="20129"/>
                </a:lnTo>
                <a:lnTo>
                  <a:pt x="644344" y="17609"/>
                </a:lnTo>
                <a:lnTo>
                  <a:pt x="655701" y="15112"/>
                </a:lnTo>
                <a:lnTo>
                  <a:pt x="666436" y="12872"/>
                </a:lnTo>
                <a:lnTo>
                  <a:pt x="678434" y="11287"/>
                </a:lnTo>
                <a:lnTo>
                  <a:pt x="691669" y="10344"/>
                </a:lnTo>
                <a:lnTo>
                  <a:pt x="706120" y="10032"/>
                </a:lnTo>
                <a:lnTo>
                  <a:pt x="722215" y="10032"/>
                </a:lnTo>
                <a:lnTo>
                  <a:pt x="740203" y="10032"/>
                </a:lnTo>
                <a:lnTo>
                  <a:pt x="852424" y="10032"/>
                </a:lnTo>
                <a:lnTo>
                  <a:pt x="864760" y="9721"/>
                </a:lnTo>
                <a:lnTo>
                  <a:pt x="876442" y="8778"/>
                </a:lnTo>
                <a:lnTo>
                  <a:pt x="887481" y="7193"/>
                </a:lnTo>
                <a:lnTo>
                  <a:pt x="897889" y="4952"/>
                </a:lnTo>
                <a:lnTo>
                  <a:pt x="907986" y="2786"/>
                </a:lnTo>
                <a:lnTo>
                  <a:pt x="918083" y="1238"/>
                </a:lnTo>
                <a:lnTo>
                  <a:pt x="928179" y="309"/>
                </a:lnTo>
                <a:lnTo>
                  <a:pt x="938276" y="0"/>
                </a:lnTo>
                <a:lnTo>
                  <a:pt x="948940" y="0"/>
                </a:lnTo>
                <a:lnTo>
                  <a:pt x="960913" y="0"/>
                </a:lnTo>
                <a:lnTo>
                  <a:pt x="1785620" y="0"/>
                </a:lnTo>
                <a:lnTo>
                  <a:pt x="1795716" y="309"/>
                </a:lnTo>
                <a:lnTo>
                  <a:pt x="1805813" y="1238"/>
                </a:lnTo>
                <a:lnTo>
                  <a:pt x="1815909" y="2786"/>
                </a:lnTo>
                <a:lnTo>
                  <a:pt x="1826006" y="4952"/>
                </a:lnTo>
                <a:lnTo>
                  <a:pt x="1836102" y="7193"/>
                </a:lnTo>
                <a:lnTo>
                  <a:pt x="1846199" y="8778"/>
                </a:lnTo>
                <a:lnTo>
                  <a:pt x="1856295" y="9721"/>
                </a:lnTo>
                <a:lnTo>
                  <a:pt x="1866392" y="10032"/>
                </a:lnTo>
                <a:lnTo>
                  <a:pt x="1876488" y="10032"/>
                </a:lnTo>
                <a:lnTo>
                  <a:pt x="1886585" y="10032"/>
                </a:lnTo>
                <a:lnTo>
                  <a:pt x="1947037" y="10032"/>
                </a:lnTo>
                <a:lnTo>
                  <a:pt x="1957133" y="10344"/>
                </a:lnTo>
                <a:lnTo>
                  <a:pt x="1967230" y="11287"/>
                </a:lnTo>
                <a:lnTo>
                  <a:pt x="1977326" y="12872"/>
                </a:lnTo>
                <a:lnTo>
                  <a:pt x="1987423" y="15112"/>
                </a:lnTo>
                <a:lnTo>
                  <a:pt x="1997519" y="17299"/>
                </a:lnTo>
                <a:lnTo>
                  <a:pt x="2007616" y="18891"/>
                </a:lnTo>
                <a:lnTo>
                  <a:pt x="2017712" y="19863"/>
                </a:lnTo>
                <a:lnTo>
                  <a:pt x="2027809" y="20193"/>
                </a:lnTo>
                <a:lnTo>
                  <a:pt x="2037905" y="20193"/>
                </a:lnTo>
                <a:lnTo>
                  <a:pt x="2048002" y="20193"/>
                </a:lnTo>
                <a:lnTo>
                  <a:pt x="2350643" y="20193"/>
                </a:lnTo>
                <a:lnTo>
                  <a:pt x="2360427" y="20502"/>
                </a:lnTo>
                <a:lnTo>
                  <a:pt x="2369581" y="21431"/>
                </a:lnTo>
                <a:lnTo>
                  <a:pt x="2378092" y="22979"/>
                </a:lnTo>
                <a:lnTo>
                  <a:pt x="2385949" y="25145"/>
                </a:lnTo>
                <a:lnTo>
                  <a:pt x="2394499" y="27386"/>
                </a:lnTo>
                <a:lnTo>
                  <a:pt x="2404919" y="28971"/>
                </a:lnTo>
                <a:lnTo>
                  <a:pt x="2417220" y="29914"/>
                </a:lnTo>
                <a:lnTo>
                  <a:pt x="2431415" y="30225"/>
                </a:lnTo>
                <a:lnTo>
                  <a:pt x="2445553" y="30225"/>
                </a:lnTo>
                <a:lnTo>
                  <a:pt x="2457846" y="30225"/>
                </a:lnTo>
                <a:lnTo>
                  <a:pt x="3551174" y="30225"/>
                </a:lnTo>
                <a:lnTo>
                  <a:pt x="3561582" y="29914"/>
                </a:lnTo>
                <a:lnTo>
                  <a:pt x="3572621" y="28971"/>
                </a:lnTo>
                <a:lnTo>
                  <a:pt x="3584303" y="27386"/>
                </a:lnTo>
                <a:lnTo>
                  <a:pt x="3596640" y="25145"/>
                </a:lnTo>
                <a:lnTo>
                  <a:pt x="3608903" y="22979"/>
                </a:lnTo>
                <a:lnTo>
                  <a:pt x="3620547" y="21431"/>
                </a:lnTo>
                <a:lnTo>
                  <a:pt x="3631572" y="20502"/>
                </a:lnTo>
                <a:lnTo>
                  <a:pt x="3641979" y="20193"/>
                </a:lnTo>
                <a:lnTo>
                  <a:pt x="3652714" y="20193"/>
                </a:lnTo>
                <a:lnTo>
                  <a:pt x="3664712" y="20193"/>
                </a:lnTo>
                <a:lnTo>
                  <a:pt x="3969892" y="20193"/>
                </a:lnTo>
                <a:lnTo>
                  <a:pt x="3983108" y="19863"/>
                </a:lnTo>
                <a:lnTo>
                  <a:pt x="3997610" y="18891"/>
                </a:lnTo>
                <a:lnTo>
                  <a:pt x="4013398" y="17299"/>
                </a:lnTo>
                <a:lnTo>
                  <a:pt x="4030471" y="15112"/>
                </a:lnTo>
                <a:lnTo>
                  <a:pt x="4047162" y="12872"/>
                </a:lnTo>
                <a:lnTo>
                  <a:pt x="4061983" y="11287"/>
                </a:lnTo>
                <a:lnTo>
                  <a:pt x="4074923" y="10344"/>
                </a:lnTo>
                <a:lnTo>
                  <a:pt x="4085970" y="10032"/>
                </a:lnTo>
                <a:lnTo>
                  <a:pt x="4095738" y="10032"/>
                </a:lnTo>
                <a:lnTo>
                  <a:pt x="4104862" y="10032"/>
                </a:lnTo>
                <a:lnTo>
                  <a:pt x="4358963" y="10032"/>
                </a:lnTo>
                <a:lnTo>
                  <a:pt x="4368419" y="1003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7490" y="2633217"/>
            <a:ext cx="2595499" cy="62801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629026" y="1923160"/>
            <a:ext cx="1200785" cy="40640"/>
          </a:xfrm>
          <a:custGeom>
            <a:avLst/>
            <a:gdLst/>
            <a:ahLst/>
            <a:cxnLst/>
            <a:rect l="l" t="t" r="r" b="b"/>
            <a:pathLst>
              <a:path w="1200785" h="40639">
                <a:moveTo>
                  <a:pt x="0" y="40386"/>
                </a:moveTo>
                <a:lnTo>
                  <a:pt x="1883" y="35978"/>
                </a:lnTo>
                <a:lnTo>
                  <a:pt x="7540" y="32845"/>
                </a:lnTo>
                <a:lnTo>
                  <a:pt x="16984" y="30974"/>
                </a:lnTo>
                <a:lnTo>
                  <a:pt x="30225" y="30352"/>
                </a:lnTo>
                <a:lnTo>
                  <a:pt x="45059" y="30352"/>
                </a:lnTo>
                <a:lnTo>
                  <a:pt x="59261" y="30352"/>
                </a:lnTo>
                <a:lnTo>
                  <a:pt x="141224" y="30352"/>
                </a:lnTo>
                <a:lnTo>
                  <a:pt x="156678" y="30041"/>
                </a:lnTo>
                <a:lnTo>
                  <a:pt x="172751" y="29098"/>
                </a:lnTo>
                <a:lnTo>
                  <a:pt x="189444" y="27513"/>
                </a:lnTo>
                <a:lnTo>
                  <a:pt x="206756" y="25273"/>
                </a:lnTo>
                <a:lnTo>
                  <a:pt x="224762" y="23086"/>
                </a:lnTo>
                <a:lnTo>
                  <a:pt x="243363" y="21494"/>
                </a:lnTo>
                <a:lnTo>
                  <a:pt x="262584" y="20522"/>
                </a:lnTo>
                <a:lnTo>
                  <a:pt x="282448" y="20192"/>
                </a:lnTo>
                <a:lnTo>
                  <a:pt x="302641" y="20192"/>
                </a:lnTo>
                <a:lnTo>
                  <a:pt x="322834" y="20192"/>
                </a:lnTo>
                <a:lnTo>
                  <a:pt x="343027" y="20192"/>
                </a:lnTo>
                <a:lnTo>
                  <a:pt x="363220" y="20192"/>
                </a:lnTo>
                <a:lnTo>
                  <a:pt x="383028" y="19883"/>
                </a:lnTo>
                <a:lnTo>
                  <a:pt x="402240" y="18954"/>
                </a:lnTo>
                <a:lnTo>
                  <a:pt x="420834" y="17406"/>
                </a:lnTo>
                <a:lnTo>
                  <a:pt x="438785" y="15239"/>
                </a:lnTo>
                <a:lnTo>
                  <a:pt x="455529" y="12999"/>
                </a:lnTo>
                <a:lnTo>
                  <a:pt x="470344" y="11414"/>
                </a:lnTo>
                <a:lnTo>
                  <a:pt x="483254" y="10471"/>
                </a:lnTo>
                <a:lnTo>
                  <a:pt x="494284" y="10160"/>
                </a:lnTo>
                <a:lnTo>
                  <a:pt x="505019" y="10160"/>
                </a:lnTo>
                <a:lnTo>
                  <a:pt x="517017" y="10160"/>
                </a:lnTo>
                <a:lnTo>
                  <a:pt x="595249" y="10160"/>
                </a:lnTo>
                <a:lnTo>
                  <a:pt x="604704" y="9848"/>
                </a:lnTo>
                <a:lnTo>
                  <a:pt x="612886" y="8905"/>
                </a:lnTo>
                <a:lnTo>
                  <a:pt x="619805" y="7320"/>
                </a:lnTo>
                <a:lnTo>
                  <a:pt x="625475" y="5079"/>
                </a:lnTo>
                <a:lnTo>
                  <a:pt x="631144" y="2893"/>
                </a:lnTo>
                <a:lnTo>
                  <a:pt x="638063" y="1301"/>
                </a:lnTo>
                <a:lnTo>
                  <a:pt x="646245" y="329"/>
                </a:lnTo>
                <a:lnTo>
                  <a:pt x="655701" y="0"/>
                </a:lnTo>
                <a:lnTo>
                  <a:pt x="665797" y="0"/>
                </a:lnTo>
                <a:lnTo>
                  <a:pt x="675894" y="0"/>
                </a:lnTo>
                <a:lnTo>
                  <a:pt x="1198880" y="0"/>
                </a:lnTo>
                <a:lnTo>
                  <a:pt x="1200531" y="3428"/>
                </a:lnTo>
                <a:lnTo>
                  <a:pt x="1200531" y="1016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673" y="1923160"/>
            <a:ext cx="979169" cy="20320"/>
          </a:xfrm>
          <a:custGeom>
            <a:avLst/>
            <a:gdLst/>
            <a:ahLst/>
            <a:cxnLst/>
            <a:rect l="l" t="t" r="r" b="b"/>
            <a:pathLst>
              <a:path w="979170" h="20319">
                <a:moveTo>
                  <a:pt x="0" y="10160"/>
                </a:moveTo>
                <a:lnTo>
                  <a:pt x="19881" y="5732"/>
                </a:lnTo>
                <a:lnTo>
                  <a:pt x="39131" y="2555"/>
                </a:lnTo>
                <a:lnTo>
                  <a:pt x="57739" y="640"/>
                </a:lnTo>
                <a:lnTo>
                  <a:pt x="75691" y="0"/>
                </a:lnTo>
                <a:lnTo>
                  <a:pt x="94337" y="329"/>
                </a:lnTo>
                <a:lnTo>
                  <a:pt x="114839" y="1301"/>
                </a:lnTo>
                <a:lnTo>
                  <a:pt x="137199" y="2893"/>
                </a:lnTo>
                <a:lnTo>
                  <a:pt x="161416" y="5079"/>
                </a:lnTo>
                <a:lnTo>
                  <a:pt x="184775" y="7320"/>
                </a:lnTo>
                <a:lnTo>
                  <a:pt x="204358" y="8905"/>
                </a:lnTo>
                <a:lnTo>
                  <a:pt x="220156" y="9848"/>
                </a:lnTo>
                <a:lnTo>
                  <a:pt x="232155" y="10160"/>
                </a:lnTo>
                <a:lnTo>
                  <a:pt x="244082" y="10471"/>
                </a:lnTo>
                <a:lnTo>
                  <a:pt x="259842" y="11414"/>
                </a:lnTo>
                <a:lnTo>
                  <a:pt x="279411" y="12999"/>
                </a:lnTo>
                <a:lnTo>
                  <a:pt x="302767" y="15239"/>
                </a:lnTo>
                <a:lnTo>
                  <a:pt x="327624" y="17406"/>
                </a:lnTo>
                <a:lnTo>
                  <a:pt x="351885" y="18954"/>
                </a:lnTo>
                <a:lnTo>
                  <a:pt x="375527" y="19883"/>
                </a:lnTo>
                <a:lnTo>
                  <a:pt x="398525" y="20192"/>
                </a:lnTo>
                <a:lnTo>
                  <a:pt x="420318" y="20192"/>
                </a:lnTo>
                <a:lnTo>
                  <a:pt x="440181" y="20192"/>
                </a:lnTo>
                <a:lnTo>
                  <a:pt x="971930" y="20192"/>
                </a:lnTo>
                <a:lnTo>
                  <a:pt x="978662" y="2019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10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제3절</a:t>
            </a:r>
            <a:r>
              <a:rPr spc="280" dirty="0"/>
              <a:t> </a:t>
            </a:r>
            <a:r>
              <a:rPr dirty="0"/>
              <a:t>진보주의자의</a:t>
            </a:r>
            <a:r>
              <a:rPr spc="280" dirty="0"/>
              <a:t> </a:t>
            </a:r>
            <a:r>
              <a:rPr spc="-20" dirty="0"/>
              <a:t>사회이론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7735" cy="29502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90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New</a:t>
            </a:r>
            <a:r>
              <a:rPr sz="2000" b="1" spc="1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Right와</a:t>
            </a:r>
            <a:r>
              <a:rPr sz="2000" b="1" spc="20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차이점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자본주의는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어떤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</a:t>
            </a:r>
            <a:r>
              <a:rPr sz="2000" b="1" u="sng" dirty="0"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회제도보</a:t>
            </a:r>
            <a:r>
              <a:rPr sz="2000" b="1" dirty="0">
                <a:latin typeface="Malgun Gothic"/>
                <a:cs typeface="Malgun Gothic"/>
              </a:rPr>
              <a:t>다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효</a:t>
            </a:r>
            <a:r>
              <a:rPr sz="2000" b="1" u="sng" dirty="0"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율</a:t>
            </a:r>
            <a:r>
              <a:rPr sz="2000" b="1" dirty="0">
                <a:latin typeface="Malgun Gothic"/>
                <a:cs typeface="Malgun Gothic"/>
              </a:rPr>
              <a:t>적인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제도이다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79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자본주의는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빈곤과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불평등이라는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중대한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비용을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초래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정부는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이러한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비용을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개선할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능력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보유</a:t>
            </a:r>
            <a:endParaRPr sz="2000">
              <a:latin typeface="Malgun Gothic"/>
              <a:cs typeface="Malgun Gothic"/>
            </a:endParaRPr>
          </a:p>
          <a:p>
            <a:pPr marL="266700" marR="5080" indent="-266700">
              <a:lnSpc>
                <a:spcPct val="135100"/>
              </a:lnSpc>
              <a:spcBef>
                <a:spcPts val="2930"/>
              </a:spcBef>
              <a:buFont typeface="MS PGothic"/>
              <a:buChar char="○"/>
              <a:tabLst>
                <a:tab pos="269875" algn="l"/>
              </a:tabLst>
            </a:pPr>
            <a:r>
              <a:rPr sz="2000" b="1" dirty="0">
                <a:latin typeface="Malgun Gothic"/>
                <a:cs typeface="Malgun Gothic"/>
              </a:rPr>
              <a:t>진보주의는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400" b="1" spc="-30" dirty="0">
                <a:solidFill>
                  <a:srgbClr val="0000FF"/>
                </a:solidFill>
                <a:latin typeface="Malgun Gothic"/>
                <a:cs typeface="Malgun Gothic"/>
              </a:rPr>
              <a:t>功利主義</a:t>
            </a:r>
            <a:r>
              <a:rPr sz="2000" b="1" dirty="0">
                <a:latin typeface="Malgun Gothic"/>
                <a:cs typeface="Malgun Gothic"/>
              </a:rPr>
              <a:t>와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400" b="1" dirty="0">
                <a:solidFill>
                  <a:srgbClr val="0000FF"/>
                </a:solidFill>
                <a:latin typeface="Malgun Gothic"/>
                <a:cs typeface="Malgun Gothic"/>
              </a:rPr>
              <a:t>John</a:t>
            </a:r>
            <a:r>
              <a:rPr sz="2400" b="1" spc="30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400" b="1" dirty="0">
                <a:solidFill>
                  <a:srgbClr val="0000FF"/>
                </a:solidFill>
                <a:latin typeface="Malgun Gothic"/>
                <a:cs typeface="Malgun Gothic"/>
              </a:rPr>
              <a:t>Rawls의</a:t>
            </a:r>
            <a:r>
              <a:rPr sz="2400" b="1" spc="31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400" b="1" dirty="0">
                <a:solidFill>
                  <a:srgbClr val="0000FF"/>
                </a:solidFill>
                <a:latin typeface="Malgun Gothic"/>
                <a:cs typeface="Malgun Gothic"/>
              </a:rPr>
              <a:t>사상</a:t>
            </a:r>
            <a:r>
              <a:rPr sz="2000" b="1" dirty="0">
                <a:latin typeface="Malgun Gothic"/>
                <a:cs typeface="Malgun Gothic"/>
              </a:rPr>
              <a:t>을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토대로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자본주의가 	</a:t>
            </a:r>
            <a:r>
              <a:rPr sz="2000" b="1" dirty="0">
                <a:latin typeface="Malgun Gothic"/>
                <a:cs typeface="Malgun Gothic"/>
              </a:rPr>
              <a:t>정부의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활동과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결합하여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효율성과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형평성을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극대화할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있다고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주장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7530" y="2336800"/>
            <a:ext cx="1170305" cy="20320"/>
          </a:xfrm>
          <a:custGeom>
            <a:avLst/>
            <a:gdLst/>
            <a:ahLst/>
            <a:cxnLst/>
            <a:rect l="l" t="t" r="r" b="b"/>
            <a:pathLst>
              <a:path w="1170305" h="20319">
                <a:moveTo>
                  <a:pt x="0" y="20192"/>
                </a:moveTo>
                <a:lnTo>
                  <a:pt x="0" y="20192"/>
                </a:lnTo>
                <a:lnTo>
                  <a:pt x="161416" y="20192"/>
                </a:lnTo>
                <a:lnTo>
                  <a:pt x="197375" y="19883"/>
                </a:lnTo>
                <a:lnTo>
                  <a:pt x="234584" y="18954"/>
                </a:lnTo>
                <a:lnTo>
                  <a:pt x="273055" y="17406"/>
                </a:lnTo>
                <a:lnTo>
                  <a:pt x="312800" y="15239"/>
                </a:lnTo>
                <a:lnTo>
                  <a:pt x="352234" y="12999"/>
                </a:lnTo>
                <a:lnTo>
                  <a:pt x="389763" y="11414"/>
                </a:lnTo>
                <a:lnTo>
                  <a:pt x="425386" y="10471"/>
                </a:lnTo>
                <a:lnTo>
                  <a:pt x="459105" y="10160"/>
                </a:lnTo>
                <a:lnTo>
                  <a:pt x="492200" y="10160"/>
                </a:lnTo>
                <a:lnTo>
                  <a:pt x="525938" y="10160"/>
                </a:lnTo>
                <a:lnTo>
                  <a:pt x="731519" y="10160"/>
                </a:lnTo>
                <a:lnTo>
                  <a:pt x="764926" y="9848"/>
                </a:lnTo>
                <a:lnTo>
                  <a:pt x="799607" y="8905"/>
                </a:lnTo>
                <a:lnTo>
                  <a:pt x="835550" y="7320"/>
                </a:lnTo>
                <a:lnTo>
                  <a:pt x="872744" y="5079"/>
                </a:lnTo>
                <a:lnTo>
                  <a:pt x="907101" y="2893"/>
                </a:lnTo>
                <a:lnTo>
                  <a:pt x="934529" y="1301"/>
                </a:lnTo>
                <a:lnTo>
                  <a:pt x="955004" y="329"/>
                </a:lnTo>
                <a:lnTo>
                  <a:pt x="968501" y="0"/>
                </a:lnTo>
                <a:lnTo>
                  <a:pt x="979239" y="0"/>
                </a:lnTo>
                <a:lnTo>
                  <a:pt x="991250" y="0"/>
                </a:lnTo>
                <a:lnTo>
                  <a:pt x="1163574" y="0"/>
                </a:lnTo>
                <a:lnTo>
                  <a:pt x="117030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90751" y="2700020"/>
            <a:ext cx="525145" cy="60960"/>
          </a:xfrm>
          <a:custGeom>
            <a:avLst/>
            <a:gdLst/>
            <a:ahLst/>
            <a:cxnLst/>
            <a:rect l="l" t="t" r="r" b="b"/>
            <a:pathLst>
              <a:path w="525144" h="60960">
                <a:moveTo>
                  <a:pt x="0" y="60578"/>
                </a:moveTo>
                <a:lnTo>
                  <a:pt x="0" y="53847"/>
                </a:lnTo>
                <a:lnTo>
                  <a:pt x="0" y="48767"/>
                </a:lnTo>
                <a:lnTo>
                  <a:pt x="0" y="45465"/>
                </a:lnTo>
                <a:lnTo>
                  <a:pt x="0" y="42037"/>
                </a:lnTo>
                <a:lnTo>
                  <a:pt x="6731" y="38734"/>
                </a:lnTo>
                <a:lnTo>
                  <a:pt x="56108" y="27769"/>
                </a:lnTo>
                <a:lnTo>
                  <a:pt x="87328" y="22411"/>
                </a:lnTo>
                <a:lnTo>
                  <a:pt x="107187" y="18954"/>
                </a:lnTo>
                <a:lnTo>
                  <a:pt x="130190" y="14878"/>
                </a:lnTo>
                <a:lnTo>
                  <a:pt x="156337" y="10159"/>
                </a:lnTo>
                <a:lnTo>
                  <a:pt x="184128" y="5732"/>
                </a:lnTo>
                <a:lnTo>
                  <a:pt x="211883" y="2555"/>
                </a:lnTo>
                <a:lnTo>
                  <a:pt x="239615" y="640"/>
                </a:lnTo>
                <a:lnTo>
                  <a:pt x="267335" y="0"/>
                </a:lnTo>
                <a:lnTo>
                  <a:pt x="294175" y="0"/>
                </a:lnTo>
                <a:lnTo>
                  <a:pt x="319087" y="0"/>
                </a:lnTo>
                <a:lnTo>
                  <a:pt x="342094" y="0"/>
                </a:lnTo>
                <a:lnTo>
                  <a:pt x="363219" y="0"/>
                </a:lnTo>
                <a:lnTo>
                  <a:pt x="383722" y="329"/>
                </a:lnTo>
                <a:lnTo>
                  <a:pt x="404844" y="1301"/>
                </a:lnTo>
                <a:lnTo>
                  <a:pt x="426585" y="2893"/>
                </a:lnTo>
                <a:lnTo>
                  <a:pt x="448944" y="5079"/>
                </a:lnTo>
                <a:lnTo>
                  <a:pt x="470683" y="7266"/>
                </a:lnTo>
                <a:lnTo>
                  <a:pt x="490553" y="8858"/>
                </a:lnTo>
                <a:lnTo>
                  <a:pt x="508541" y="9830"/>
                </a:lnTo>
                <a:lnTo>
                  <a:pt x="524637" y="1015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9913" y="3174238"/>
            <a:ext cx="666115" cy="30480"/>
          </a:xfrm>
          <a:custGeom>
            <a:avLst/>
            <a:gdLst/>
            <a:ahLst/>
            <a:cxnLst/>
            <a:rect l="l" t="t" r="r" b="b"/>
            <a:pathLst>
              <a:path w="666114" h="30480">
                <a:moveTo>
                  <a:pt x="0" y="0"/>
                </a:moveTo>
                <a:lnTo>
                  <a:pt x="10094" y="0"/>
                </a:lnTo>
                <a:lnTo>
                  <a:pt x="20177" y="0"/>
                </a:lnTo>
                <a:lnTo>
                  <a:pt x="30235" y="0"/>
                </a:lnTo>
                <a:lnTo>
                  <a:pt x="40259" y="0"/>
                </a:lnTo>
                <a:lnTo>
                  <a:pt x="50996" y="311"/>
                </a:lnTo>
                <a:lnTo>
                  <a:pt x="90805" y="5079"/>
                </a:lnTo>
                <a:lnTo>
                  <a:pt x="141864" y="15456"/>
                </a:lnTo>
                <a:lnTo>
                  <a:pt x="161417" y="20192"/>
                </a:lnTo>
                <a:lnTo>
                  <a:pt x="182231" y="24600"/>
                </a:lnTo>
                <a:lnTo>
                  <a:pt x="204295" y="27733"/>
                </a:lnTo>
                <a:lnTo>
                  <a:pt x="227621" y="29604"/>
                </a:lnTo>
                <a:lnTo>
                  <a:pt x="252222" y="30225"/>
                </a:lnTo>
                <a:lnTo>
                  <a:pt x="277131" y="30225"/>
                </a:lnTo>
                <a:lnTo>
                  <a:pt x="301386" y="30225"/>
                </a:lnTo>
                <a:lnTo>
                  <a:pt x="651027" y="30225"/>
                </a:lnTo>
                <a:lnTo>
                  <a:pt x="665861" y="30225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65192" y="3981322"/>
            <a:ext cx="1423035" cy="575310"/>
          </a:xfrm>
          <a:custGeom>
            <a:avLst/>
            <a:gdLst/>
            <a:ahLst/>
            <a:cxnLst/>
            <a:rect l="l" t="t" r="r" b="b"/>
            <a:pathLst>
              <a:path w="1423035" h="575310">
                <a:moveTo>
                  <a:pt x="1311529" y="514476"/>
                </a:moveTo>
                <a:lnTo>
                  <a:pt x="1266737" y="523952"/>
                </a:lnTo>
                <a:lnTo>
                  <a:pt x="1223232" y="532177"/>
                </a:lnTo>
                <a:lnTo>
                  <a:pt x="1181012" y="539140"/>
                </a:lnTo>
                <a:lnTo>
                  <a:pt x="1140079" y="544829"/>
                </a:lnTo>
                <a:lnTo>
                  <a:pt x="1097170" y="549878"/>
                </a:lnTo>
                <a:lnTo>
                  <a:pt x="1049226" y="554926"/>
                </a:lnTo>
                <a:lnTo>
                  <a:pt x="996257" y="559974"/>
                </a:lnTo>
                <a:lnTo>
                  <a:pt x="938276" y="565022"/>
                </a:lnTo>
                <a:lnTo>
                  <a:pt x="882124" y="569430"/>
                </a:lnTo>
                <a:lnTo>
                  <a:pt x="834818" y="572563"/>
                </a:lnTo>
                <a:lnTo>
                  <a:pt x="796347" y="574434"/>
                </a:lnTo>
                <a:lnTo>
                  <a:pt x="766699" y="575056"/>
                </a:lnTo>
                <a:lnTo>
                  <a:pt x="736429" y="575056"/>
                </a:lnTo>
                <a:lnTo>
                  <a:pt x="696087" y="575056"/>
                </a:lnTo>
                <a:lnTo>
                  <a:pt x="645648" y="575056"/>
                </a:lnTo>
                <a:lnTo>
                  <a:pt x="585089" y="575056"/>
                </a:lnTo>
                <a:lnTo>
                  <a:pt x="523962" y="574744"/>
                </a:lnTo>
                <a:lnTo>
                  <a:pt x="471646" y="573801"/>
                </a:lnTo>
                <a:lnTo>
                  <a:pt x="428140" y="572216"/>
                </a:lnTo>
                <a:lnTo>
                  <a:pt x="393446" y="569976"/>
                </a:lnTo>
                <a:lnTo>
                  <a:pt x="365059" y="567809"/>
                </a:lnTo>
                <a:lnTo>
                  <a:pt x="340471" y="566261"/>
                </a:lnTo>
                <a:lnTo>
                  <a:pt x="319668" y="565332"/>
                </a:lnTo>
                <a:lnTo>
                  <a:pt x="302641" y="565022"/>
                </a:lnTo>
                <a:lnTo>
                  <a:pt x="287496" y="564072"/>
                </a:lnTo>
                <a:lnTo>
                  <a:pt x="242062" y="549909"/>
                </a:lnTo>
                <a:lnTo>
                  <a:pt x="202378" y="527157"/>
                </a:lnTo>
                <a:lnTo>
                  <a:pt x="181875" y="512341"/>
                </a:lnTo>
                <a:lnTo>
                  <a:pt x="172751" y="505745"/>
                </a:lnTo>
                <a:lnTo>
                  <a:pt x="164246" y="499768"/>
                </a:lnTo>
                <a:lnTo>
                  <a:pt x="156337" y="494410"/>
                </a:lnTo>
                <a:lnTo>
                  <a:pt x="148480" y="488412"/>
                </a:lnTo>
                <a:lnTo>
                  <a:pt x="139969" y="480520"/>
                </a:lnTo>
                <a:lnTo>
                  <a:pt x="130815" y="470747"/>
                </a:lnTo>
                <a:lnTo>
                  <a:pt x="121031" y="459104"/>
                </a:lnTo>
                <a:lnTo>
                  <a:pt x="110934" y="447079"/>
                </a:lnTo>
                <a:lnTo>
                  <a:pt x="100837" y="436340"/>
                </a:lnTo>
                <a:lnTo>
                  <a:pt x="90741" y="426886"/>
                </a:lnTo>
                <a:lnTo>
                  <a:pt x="80645" y="418719"/>
                </a:lnTo>
                <a:lnTo>
                  <a:pt x="70931" y="410809"/>
                </a:lnTo>
                <a:lnTo>
                  <a:pt x="38123" y="373628"/>
                </a:lnTo>
                <a:lnTo>
                  <a:pt x="15456" y="340818"/>
                </a:lnTo>
                <a:lnTo>
                  <a:pt x="311" y="304903"/>
                </a:lnTo>
                <a:lnTo>
                  <a:pt x="0" y="297688"/>
                </a:lnTo>
                <a:lnTo>
                  <a:pt x="0" y="290087"/>
                </a:lnTo>
                <a:lnTo>
                  <a:pt x="0" y="282511"/>
                </a:lnTo>
                <a:lnTo>
                  <a:pt x="0" y="274935"/>
                </a:lnTo>
                <a:lnTo>
                  <a:pt x="0" y="267335"/>
                </a:lnTo>
                <a:lnTo>
                  <a:pt x="311" y="259478"/>
                </a:lnTo>
                <a:lnTo>
                  <a:pt x="8509" y="221932"/>
                </a:lnTo>
                <a:lnTo>
                  <a:pt x="42535" y="181236"/>
                </a:lnTo>
                <a:lnTo>
                  <a:pt x="80392" y="158567"/>
                </a:lnTo>
                <a:lnTo>
                  <a:pt x="131754" y="135282"/>
                </a:lnTo>
                <a:lnTo>
                  <a:pt x="172140" y="122622"/>
                </a:lnTo>
                <a:lnTo>
                  <a:pt x="201477" y="119768"/>
                </a:lnTo>
                <a:lnTo>
                  <a:pt x="220694" y="115982"/>
                </a:lnTo>
                <a:lnTo>
                  <a:pt x="244340" y="109672"/>
                </a:lnTo>
                <a:lnTo>
                  <a:pt x="272415" y="100837"/>
                </a:lnTo>
                <a:lnTo>
                  <a:pt x="303635" y="91124"/>
                </a:lnTo>
                <a:lnTo>
                  <a:pt x="336724" y="81994"/>
                </a:lnTo>
                <a:lnTo>
                  <a:pt x="371695" y="73459"/>
                </a:lnTo>
                <a:lnTo>
                  <a:pt x="408559" y="65531"/>
                </a:lnTo>
                <a:lnTo>
                  <a:pt x="446393" y="58005"/>
                </a:lnTo>
                <a:lnTo>
                  <a:pt x="484250" y="50466"/>
                </a:lnTo>
                <a:lnTo>
                  <a:pt x="522108" y="42904"/>
                </a:lnTo>
                <a:lnTo>
                  <a:pt x="559943" y="35305"/>
                </a:lnTo>
                <a:lnTo>
                  <a:pt x="596806" y="28072"/>
                </a:lnTo>
                <a:lnTo>
                  <a:pt x="664866" y="15464"/>
                </a:lnTo>
                <a:lnTo>
                  <a:pt x="726047" y="5732"/>
                </a:lnTo>
                <a:lnTo>
                  <a:pt x="784062" y="640"/>
                </a:lnTo>
                <a:lnTo>
                  <a:pt x="812165" y="0"/>
                </a:lnTo>
                <a:lnTo>
                  <a:pt x="838950" y="0"/>
                </a:lnTo>
                <a:lnTo>
                  <a:pt x="863854" y="0"/>
                </a:lnTo>
                <a:lnTo>
                  <a:pt x="886852" y="0"/>
                </a:lnTo>
                <a:lnTo>
                  <a:pt x="907923" y="0"/>
                </a:lnTo>
                <a:lnTo>
                  <a:pt x="928427" y="311"/>
                </a:lnTo>
                <a:lnTo>
                  <a:pt x="971341" y="2839"/>
                </a:lnTo>
                <a:lnTo>
                  <a:pt x="1016446" y="8199"/>
                </a:lnTo>
                <a:lnTo>
                  <a:pt x="1061837" y="18295"/>
                </a:lnTo>
                <a:lnTo>
                  <a:pt x="1106316" y="33129"/>
                </a:lnTo>
                <a:lnTo>
                  <a:pt x="1144123" y="50794"/>
                </a:lnTo>
                <a:lnTo>
                  <a:pt x="1187942" y="80756"/>
                </a:lnTo>
                <a:lnTo>
                  <a:pt x="1220458" y="110934"/>
                </a:lnTo>
                <a:lnTo>
                  <a:pt x="1245997" y="141224"/>
                </a:lnTo>
                <a:lnTo>
                  <a:pt x="1253853" y="151008"/>
                </a:lnTo>
                <a:lnTo>
                  <a:pt x="1262364" y="160162"/>
                </a:lnTo>
                <a:lnTo>
                  <a:pt x="1271518" y="168673"/>
                </a:lnTo>
                <a:lnTo>
                  <a:pt x="1281303" y="176529"/>
                </a:lnTo>
                <a:lnTo>
                  <a:pt x="1291397" y="184769"/>
                </a:lnTo>
                <a:lnTo>
                  <a:pt x="1301480" y="194246"/>
                </a:lnTo>
                <a:lnTo>
                  <a:pt x="1311538" y="204962"/>
                </a:lnTo>
                <a:lnTo>
                  <a:pt x="1321562" y="216915"/>
                </a:lnTo>
                <a:lnTo>
                  <a:pt x="1331658" y="229197"/>
                </a:lnTo>
                <a:lnTo>
                  <a:pt x="1341755" y="240871"/>
                </a:lnTo>
                <a:lnTo>
                  <a:pt x="1371423" y="271418"/>
                </a:lnTo>
                <a:lnTo>
                  <a:pt x="1398905" y="290956"/>
                </a:lnTo>
                <a:lnTo>
                  <a:pt x="1403985" y="295910"/>
                </a:lnTo>
                <a:lnTo>
                  <a:pt x="1407414" y="302640"/>
                </a:lnTo>
                <a:lnTo>
                  <a:pt x="1410716" y="309372"/>
                </a:lnTo>
                <a:lnTo>
                  <a:pt x="1414145" y="314451"/>
                </a:lnTo>
                <a:lnTo>
                  <a:pt x="1417447" y="317753"/>
                </a:lnTo>
                <a:lnTo>
                  <a:pt x="1420876" y="321182"/>
                </a:lnTo>
                <a:lnTo>
                  <a:pt x="1422527" y="324484"/>
                </a:lnTo>
                <a:lnTo>
                  <a:pt x="1422527" y="353059"/>
                </a:lnTo>
                <a:lnTo>
                  <a:pt x="1421886" y="358437"/>
                </a:lnTo>
                <a:lnTo>
                  <a:pt x="1398524" y="390905"/>
                </a:lnTo>
                <a:lnTo>
                  <a:pt x="1363223" y="401645"/>
                </a:lnTo>
                <a:lnTo>
                  <a:pt x="1346850" y="406050"/>
                </a:lnTo>
                <a:lnTo>
                  <a:pt x="1327929" y="411741"/>
                </a:lnTo>
                <a:lnTo>
                  <a:pt x="1306449" y="418719"/>
                </a:lnTo>
                <a:lnTo>
                  <a:pt x="1285039" y="425313"/>
                </a:lnTo>
                <a:lnTo>
                  <a:pt x="1266142" y="430037"/>
                </a:lnTo>
                <a:lnTo>
                  <a:pt x="1249745" y="432881"/>
                </a:lnTo>
                <a:lnTo>
                  <a:pt x="1235837" y="433831"/>
                </a:lnTo>
                <a:lnTo>
                  <a:pt x="1222311" y="433831"/>
                </a:lnTo>
                <a:lnTo>
                  <a:pt x="1206881" y="433831"/>
                </a:lnTo>
                <a:lnTo>
                  <a:pt x="1189545" y="433831"/>
                </a:lnTo>
                <a:lnTo>
                  <a:pt x="1170305" y="43383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50057" y="3840098"/>
            <a:ext cx="1442720" cy="706755"/>
          </a:xfrm>
          <a:custGeom>
            <a:avLst/>
            <a:gdLst/>
            <a:ahLst/>
            <a:cxnLst/>
            <a:rect l="l" t="t" r="r" b="b"/>
            <a:pathLst>
              <a:path w="1442720" h="706754">
                <a:moveTo>
                  <a:pt x="1190497" y="686053"/>
                </a:moveTo>
                <a:lnTo>
                  <a:pt x="1181042" y="686365"/>
                </a:lnTo>
                <a:lnTo>
                  <a:pt x="1172860" y="687308"/>
                </a:lnTo>
                <a:lnTo>
                  <a:pt x="1165941" y="688893"/>
                </a:lnTo>
                <a:lnTo>
                  <a:pt x="1160271" y="691133"/>
                </a:lnTo>
                <a:lnTo>
                  <a:pt x="1152388" y="693612"/>
                </a:lnTo>
                <a:lnTo>
                  <a:pt x="1094613" y="701167"/>
                </a:lnTo>
                <a:lnTo>
                  <a:pt x="1040415" y="704945"/>
                </a:lnTo>
                <a:lnTo>
                  <a:pt x="988694" y="706246"/>
                </a:lnTo>
                <a:lnTo>
                  <a:pt x="963473" y="706246"/>
                </a:lnTo>
                <a:lnTo>
                  <a:pt x="938276" y="706246"/>
                </a:lnTo>
                <a:lnTo>
                  <a:pt x="791971" y="706246"/>
                </a:lnTo>
                <a:lnTo>
                  <a:pt x="769300" y="705606"/>
                </a:lnTo>
                <a:lnTo>
                  <a:pt x="723909" y="700514"/>
                </a:lnTo>
                <a:lnTo>
                  <a:pt x="677544" y="690729"/>
                </a:lnTo>
                <a:lnTo>
                  <a:pt x="624586" y="678156"/>
                </a:lnTo>
                <a:lnTo>
                  <a:pt x="563717" y="662701"/>
                </a:lnTo>
                <a:lnTo>
                  <a:pt x="493129" y="642508"/>
                </a:lnTo>
                <a:lnTo>
                  <a:pt x="454025" y="630555"/>
                </a:lnTo>
                <a:lnTo>
                  <a:pt x="414279" y="617597"/>
                </a:lnTo>
                <a:lnTo>
                  <a:pt x="375808" y="604043"/>
                </a:lnTo>
                <a:lnTo>
                  <a:pt x="338599" y="589871"/>
                </a:lnTo>
                <a:lnTo>
                  <a:pt x="302641" y="575056"/>
                </a:lnTo>
                <a:lnTo>
                  <a:pt x="239633" y="544766"/>
                </a:lnTo>
                <a:lnTo>
                  <a:pt x="191769" y="514476"/>
                </a:lnTo>
                <a:lnTo>
                  <a:pt x="155178" y="486743"/>
                </a:lnTo>
                <a:lnTo>
                  <a:pt x="113847" y="453961"/>
                </a:lnTo>
                <a:lnTo>
                  <a:pt x="80772" y="423672"/>
                </a:lnTo>
                <a:lnTo>
                  <a:pt x="50482" y="390596"/>
                </a:lnTo>
                <a:lnTo>
                  <a:pt x="23987" y="355615"/>
                </a:lnTo>
                <a:lnTo>
                  <a:pt x="11811" y="327913"/>
                </a:lnTo>
                <a:lnTo>
                  <a:pt x="8381" y="321183"/>
                </a:lnTo>
                <a:lnTo>
                  <a:pt x="5080" y="317753"/>
                </a:lnTo>
                <a:lnTo>
                  <a:pt x="1650" y="314451"/>
                </a:lnTo>
                <a:lnTo>
                  <a:pt x="0" y="307721"/>
                </a:lnTo>
                <a:lnTo>
                  <a:pt x="0" y="297561"/>
                </a:lnTo>
                <a:lnTo>
                  <a:pt x="950" y="290016"/>
                </a:lnTo>
                <a:lnTo>
                  <a:pt x="34083" y="250967"/>
                </a:lnTo>
                <a:lnTo>
                  <a:pt x="76344" y="222573"/>
                </a:lnTo>
                <a:lnTo>
                  <a:pt x="111638" y="207472"/>
                </a:lnTo>
                <a:lnTo>
                  <a:pt x="153578" y="195492"/>
                </a:lnTo>
                <a:lnTo>
                  <a:pt x="180371" y="186658"/>
                </a:lnTo>
                <a:lnTo>
                  <a:pt x="211593" y="175299"/>
                </a:lnTo>
                <a:lnTo>
                  <a:pt x="247269" y="161416"/>
                </a:lnTo>
                <a:lnTo>
                  <a:pt x="288557" y="146272"/>
                </a:lnTo>
                <a:lnTo>
                  <a:pt x="336788" y="131127"/>
                </a:lnTo>
                <a:lnTo>
                  <a:pt x="391947" y="115982"/>
                </a:lnTo>
                <a:lnTo>
                  <a:pt x="454025" y="100837"/>
                </a:lnTo>
                <a:lnTo>
                  <a:pt x="506054" y="89132"/>
                </a:lnTo>
                <a:lnTo>
                  <a:pt x="557291" y="78244"/>
                </a:lnTo>
                <a:lnTo>
                  <a:pt x="607735" y="68166"/>
                </a:lnTo>
                <a:lnTo>
                  <a:pt x="657387" y="58893"/>
                </a:lnTo>
                <a:lnTo>
                  <a:pt x="706246" y="50418"/>
                </a:lnTo>
                <a:lnTo>
                  <a:pt x="754497" y="42553"/>
                </a:lnTo>
                <a:lnTo>
                  <a:pt x="802328" y="35101"/>
                </a:lnTo>
                <a:lnTo>
                  <a:pt x="849743" y="28052"/>
                </a:lnTo>
                <a:lnTo>
                  <a:pt x="896751" y="21393"/>
                </a:lnTo>
                <a:lnTo>
                  <a:pt x="943356" y="15112"/>
                </a:lnTo>
                <a:lnTo>
                  <a:pt x="999789" y="8518"/>
                </a:lnTo>
                <a:lnTo>
                  <a:pt x="1053068" y="3794"/>
                </a:lnTo>
                <a:lnTo>
                  <a:pt x="1103179" y="950"/>
                </a:lnTo>
                <a:lnTo>
                  <a:pt x="1150112" y="0"/>
                </a:lnTo>
                <a:lnTo>
                  <a:pt x="1193643" y="311"/>
                </a:lnTo>
                <a:lnTo>
                  <a:pt x="1233376" y="1254"/>
                </a:lnTo>
                <a:lnTo>
                  <a:pt x="1301495" y="5079"/>
                </a:lnTo>
                <a:lnTo>
                  <a:pt x="1354470" y="16398"/>
                </a:lnTo>
                <a:lnTo>
                  <a:pt x="1392301" y="40386"/>
                </a:lnTo>
                <a:lnTo>
                  <a:pt x="1426376" y="77247"/>
                </a:lnTo>
                <a:lnTo>
                  <a:pt x="1442098" y="114157"/>
                </a:lnTo>
                <a:lnTo>
                  <a:pt x="1442720" y="126111"/>
                </a:lnTo>
                <a:lnTo>
                  <a:pt x="1442720" y="138064"/>
                </a:lnTo>
                <a:lnTo>
                  <a:pt x="1442720" y="148780"/>
                </a:lnTo>
                <a:lnTo>
                  <a:pt x="1442720" y="158257"/>
                </a:lnTo>
                <a:lnTo>
                  <a:pt x="1442720" y="166497"/>
                </a:lnTo>
                <a:lnTo>
                  <a:pt x="1442408" y="174662"/>
                </a:lnTo>
                <a:lnTo>
                  <a:pt x="1433881" y="219713"/>
                </a:lnTo>
                <a:lnTo>
                  <a:pt x="1407414" y="262254"/>
                </a:lnTo>
                <a:lnTo>
                  <a:pt x="1377156" y="296338"/>
                </a:lnTo>
                <a:lnTo>
                  <a:pt x="1336802" y="337947"/>
                </a:lnTo>
                <a:lnTo>
                  <a:pt x="1292701" y="380809"/>
                </a:lnTo>
                <a:lnTo>
                  <a:pt x="1251077" y="418718"/>
                </a:lnTo>
                <a:lnTo>
                  <a:pt x="1211945" y="450230"/>
                </a:lnTo>
                <a:lnTo>
                  <a:pt x="1175384" y="474218"/>
                </a:lnTo>
                <a:lnTo>
                  <a:pt x="1159005" y="483619"/>
                </a:lnTo>
                <a:lnTo>
                  <a:pt x="1145127" y="491807"/>
                </a:lnTo>
                <a:lnTo>
                  <a:pt x="1133772" y="498756"/>
                </a:lnTo>
                <a:lnTo>
                  <a:pt x="1124966" y="504444"/>
                </a:lnTo>
                <a:lnTo>
                  <a:pt x="1116415" y="509492"/>
                </a:lnTo>
                <a:lnTo>
                  <a:pt x="1105995" y="514540"/>
                </a:lnTo>
                <a:lnTo>
                  <a:pt x="1093694" y="519588"/>
                </a:lnTo>
                <a:lnTo>
                  <a:pt x="1079500" y="52463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11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</a:t>
            </a:r>
            <a:r>
              <a:rPr spc="85" dirty="0"/>
              <a:t>. 功利主義 </a:t>
            </a:r>
            <a:r>
              <a:rPr spc="-10" dirty="0"/>
              <a:t>Utilitarianism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8177530" cy="317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20세기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초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새자유주의(New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Liberalism)로부터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유래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384175" indent="-371475">
              <a:lnSpc>
                <a:spcPct val="100000"/>
              </a:lnSpc>
              <a:buAutoNum type="arabicParenR"/>
              <a:tabLst>
                <a:tab pos="384175" algn="l"/>
              </a:tabLst>
            </a:pPr>
            <a:r>
              <a:rPr sz="2000" b="1" spc="-25" dirty="0">
                <a:latin typeface="Malgun Gothic"/>
                <a:cs typeface="Malgun Gothic"/>
              </a:rPr>
              <a:t>이론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Malgun Gothic"/>
              <a:buAutoNum type="arabicParenR"/>
            </a:pPr>
            <a:endParaRPr sz="2000">
              <a:latin typeface="Malgun Gothic"/>
              <a:cs typeface="Malgun Gothic"/>
            </a:endParaRPr>
          </a:p>
          <a:p>
            <a:pPr marL="266700" lvl="1" indent="-266700">
              <a:lnSpc>
                <a:spcPct val="100000"/>
              </a:lnSpc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공리주의의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목표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사회구성원의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총효용이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극대화</a:t>
            </a:r>
            <a:r>
              <a:rPr sz="2000" b="1" dirty="0">
                <a:latin typeface="Malgun Gothic"/>
                <a:cs typeface="Malgun Gothic"/>
              </a:rPr>
              <a:t>되도록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자원배분</a:t>
            </a:r>
            <a:endParaRPr sz="2000">
              <a:latin typeface="Malgun Gothic"/>
              <a:cs typeface="Malgun Gothic"/>
            </a:endParaRPr>
          </a:p>
          <a:p>
            <a:pPr marL="423545" lvl="2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자원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재화,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용역,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권리,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자유,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정치권력</a:t>
            </a:r>
            <a:endParaRPr sz="2000">
              <a:latin typeface="Malgun Gothic"/>
              <a:cs typeface="Malgun Gothic"/>
            </a:endParaRPr>
          </a:p>
          <a:p>
            <a:pPr marL="423545" lvl="2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재화가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효율적으로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생산되고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배분되어야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</a:t>
            </a:r>
            <a:endParaRPr sz="2000">
              <a:latin typeface="Malgun Gothic"/>
              <a:cs typeface="Malgun Gothic"/>
            </a:endParaRPr>
          </a:p>
          <a:p>
            <a:pPr marL="423545" lvl="2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평등한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분배는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아니더라도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형평성의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기준에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따라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분배되어야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178" y="964819"/>
            <a:ext cx="3157855" cy="696595"/>
          </a:xfrm>
          <a:custGeom>
            <a:avLst/>
            <a:gdLst/>
            <a:ahLst/>
            <a:cxnLst/>
            <a:rect l="l" t="t" r="r" b="b"/>
            <a:pathLst>
              <a:path w="3157854" h="696594">
                <a:moveTo>
                  <a:pt x="1220723" y="696086"/>
                </a:moveTo>
                <a:lnTo>
                  <a:pt x="1209676" y="695775"/>
                </a:lnTo>
                <a:lnTo>
                  <a:pt x="1196736" y="694832"/>
                </a:lnTo>
                <a:lnTo>
                  <a:pt x="1181915" y="693247"/>
                </a:lnTo>
                <a:lnTo>
                  <a:pt x="1165225" y="691006"/>
                </a:lnTo>
                <a:lnTo>
                  <a:pt x="1148222" y="688840"/>
                </a:lnTo>
                <a:lnTo>
                  <a:pt x="1132459" y="687292"/>
                </a:lnTo>
                <a:lnTo>
                  <a:pt x="1117933" y="686363"/>
                </a:lnTo>
                <a:lnTo>
                  <a:pt x="1104646" y="686053"/>
                </a:lnTo>
                <a:lnTo>
                  <a:pt x="1089858" y="685724"/>
                </a:lnTo>
                <a:lnTo>
                  <a:pt x="1070641" y="684752"/>
                </a:lnTo>
                <a:lnTo>
                  <a:pt x="1018921" y="680973"/>
                </a:lnTo>
                <a:lnTo>
                  <a:pt x="950801" y="672099"/>
                </a:lnTo>
                <a:lnTo>
                  <a:pt x="911068" y="664846"/>
                </a:lnTo>
                <a:lnTo>
                  <a:pt x="867537" y="655701"/>
                </a:lnTo>
                <a:lnTo>
                  <a:pt x="823749" y="645933"/>
                </a:lnTo>
                <a:lnTo>
                  <a:pt x="783082" y="636809"/>
                </a:lnTo>
                <a:lnTo>
                  <a:pt x="745557" y="628304"/>
                </a:lnTo>
                <a:lnTo>
                  <a:pt x="677481" y="612538"/>
                </a:lnTo>
                <a:lnTo>
                  <a:pt x="604329" y="594873"/>
                </a:lnTo>
                <a:lnTo>
                  <a:pt x="564896" y="585088"/>
                </a:lnTo>
                <a:lnTo>
                  <a:pt x="525845" y="575321"/>
                </a:lnTo>
                <a:lnTo>
                  <a:pt x="489283" y="566197"/>
                </a:lnTo>
                <a:lnTo>
                  <a:pt x="423672" y="549782"/>
                </a:lnTo>
                <a:lnTo>
                  <a:pt x="361854" y="533415"/>
                </a:lnTo>
                <a:lnTo>
                  <a:pt x="297561" y="514476"/>
                </a:lnTo>
                <a:lnTo>
                  <a:pt x="266366" y="505332"/>
                </a:lnTo>
                <a:lnTo>
                  <a:pt x="238315" y="498093"/>
                </a:lnTo>
                <a:lnTo>
                  <a:pt x="213407" y="492759"/>
                </a:lnTo>
                <a:lnTo>
                  <a:pt x="191643" y="489330"/>
                </a:lnTo>
                <a:lnTo>
                  <a:pt x="172712" y="486779"/>
                </a:lnTo>
                <a:lnTo>
                  <a:pt x="156305" y="484250"/>
                </a:lnTo>
                <a:lnTo>
                  <a:pt x="142422" y="481722"/>
                </a:lnTo>
                <a:lnTo>
                  <a:pt x="131064" y="479170"/>
                </a:lnTo>
                <a:lnTo>
                  <a:pt x="120399" y="476674"/>
                </a:lnTo>
                <a:lnTo>
                  <a:pt x="108426" y="474154"/>
                </a:lnTo>
                <a:lnTo>
                  <a:pt x="95166" y="471634"/>
                </a:lnTo>
                <a:lnTo>
                  <a:pt x="80645" y="469138"/>
                </a:lnTo>
                <a:lnTo>
                  <a:pt x="66762" y="466586"/>
                </a:lnTo>
                <a:lnTo>
                  <a:pt x="26924" y="452246"/>
                </a:lnTo>
                <a:lnTo>
                  <a:pt x="20193" y="448944"/>
                </a:lnTo>
                <a:lnTo>
                  <a:pt x="13462" y="445515"/>
                </a:lnTo>
                <a:lnTo>
                  <a:pt x="8382" y="443864"/>
                </a:lnTo>
                <a:lnTo>
                  <a:pt x="4953" y="443864"/>
                </a:lnTo>
                <a:lnTo>
                  <a:pt x="1651" y="443864"/>
                </a:lnTo>
                <a:lnTo>
                  <a:pt x="0" y="442213"/>
                </a:lnTo>
                <a:lnTo>
                  <a:pt x="0" y="438784"/>
                </a:lnTo>
                <a:lnTo>
                  <a:pt x="0" y="435482"/>
                </a:lnTo>
                <a:lnTo>
                  <a:pt x="0" y="418591"/>
                </a:lnTo>
                <a:lnTo>
                  <a:pt x="932" y="415163"/>
                </a:lnTo>
                <a:lnTo>
                  <a:pt x="23280" y="383661"/>
                </a:lnTo>
                <a:lnTo>
                  <a:pt x="55499" y="358139"/>
                </a:lnTo>
                <a:lnTo>
                  <a:pt x="90431" y="338226"/>
                </a:lnTo>
                <a:lnTo>
                  <a:pt x="136753" y="314936"/>
                </a:lnTo>
                <a:lnTo>
                  <a:pt x="197929" y="286257"/>
                </a:lnTo>
                <a:lnTo>
                  <a:pt x="233553" y="270823"/>
                </a:lnTo>
                <a:lnTo>
                  <a:pt x="277368" y="252221"/>
                </a:lnTo>
                <a:lnTo>
                  <a:pt x="324657" y="232669"/>
                </a:lnTo>
                <a:lnTo>
                  <a:pt x="370697" y="214391"/>
                </a:lnTo>
                <a:lnTo>
                  <a:pt x="415474" y="197375"/>
                </a:lnTo>
                <a:lnTo>
                  <a:pt x="458978" y="181609"/>
                </a:lnTo>
                <a:lnTo>
                  <a:pt x="502169" y="167086"/>
                </a:lnTo>
                <a:lnTo>
                  <a:pt x="546004" y="153812"/>
                </a:lnTo>
                <a:lnTo>
                  <a:pt x="590458" y="141801"/>
                </a:lnTo>
                <a:lnTo>
                  <a:pt x="635508" y="131063"/>
                </a:lnTo>
                <a:lnTo>
                  <a:pt x="679039" y="121350"/>
                </a:lnTo>
                <a:lnTo>
                  <a:pt x="718772" y="112220"/>
                </a:lnTo>
                <a:lnTo>
                  <a:pt x="786891" y="95757"/>
                </a:lnTo>
                <a:lnTo>
                  <a:pt x="852455" y="79390"/>
                </a:lnTo>
                <a:lnTo>
                  <a:pt x="889011" y="70236"/>
                </a:lnTo>
                <a:lnTo>
                  <a:pt x="928116" y="60451"/>
                </a:lnTo>
                <a:lnTo>
                  <a:pt x="967237" y="51307"/>
                </a:lnTo>
                <a:lnTo>
                  <a:pt x="1037861" y="38734"/>
                </a:lnTo>
                <a:lnTo>
                  <a:pt x="1099317" y="33065"/>
                </a:lnTo>
                <a:lnTo>
                  <a:pt x="1157368" y="30537"/>
                </a:lnTo>
                <a:lnTo>
                  <a:pt x="1185418" y="30225"/>
                </a:lnTo>
                <a:lnTo>
                  <a:pt x="1212205" y="29914"/>
                </a:lnTo>
                <a:lnTo>
                  <a:pt x="1237122" y="28971"/>
                </a:lnTo>
                <a:lnTo>
                  <a:pt x="1260159" y="27386"/>
                </a:lnTo>
                <a:lnTo>
                  <a:pt x="1281303" y="25146"/>
                </a:lnTo>
                <a:lnTo>
                  <a:pt x="1300472" y="22979"/>
                </a:lnTo>
                <a:lnTo>
                  <a:pt x="1317783" y="21431"/>
                </a:lnTo>
                <a:lnTo>
                  <a:pt x="1333238" y="20502"/>
                </a:lnTo>
                <a:lnTo>
                  <a:pt x="1346835" y="20192"/>
                </a:lnTo>
                <a:lnTo>
                  <a:pt x="1361622" y="20192"/>
                </a:lnTo>
                <a:lnTo>
                  <a:pt x="1380839" y="20192"/>
                </a:lnTo>
                <a:lnTo>
                  <a:pt x="1404485" y="20192"/>
                </a:lnTo>
                <a:lnTo>
                  <a:pt x="1432560" y="20192"/>
                </a:lnTo>
                <a:lnTo>
                  <a:pt x="1462208" y="19863"/>
                </a:lnTo>
                <a:lnTo>
                  <a:pt x="1490583" y="18891"/>
                </a:lnTo>
                <a:lnTo>
                  <a:pt x="1517695" y="17299"/>
                </a:lnTo>
                <a:lnTo>
                  <a:pt x="1543558" y="15112"/>
                </a:lnTo>
                <a:lnTo>
                  <a:pt x="1568797" y="12872"/>
                </a:lnTo>
                <a:lnTo>
                  <a:pt x="1594024" y="11287"/>
                </a:lnTo>
                <a:lnTo>
                  <a:pt x="1619228" y="10344"/>
                </a:lnTo>
                <a:lnTo>
                  <a:pt x="1644396" y="10032"/>
                </a:lnTo>
                <a:lnTo>
                  <a:pt x="1667734" y="9721"/>
                </a:lnTo>
                <a:lnTo>
                  <a:pt x="1687274" y="8778"/>
                </a:lnTo>
                <a:lnTo>
                  <a:pt x="1703028" y="7193"/>
                </a:lnTo>
                <a:lnTo>
                  <a:pt x="1715008" y="4952"/>
                </a:lnTo>
                <a:lnTo>
                  <a:pt x="1726366" y="2786"/>
                </a:lnTo>
                <a:lnTo>
                  <a:pt x="1740249" y="1238"/>
                </a:lnTo>
                <a:lnTo>
                  <a:pt x="1756656" y="309"/>
                </a:lnTo>
                <a:lnTo>
                  <a:pt x="1775587" y="0"/>
                </a:lnTo>
                <a:lnTo>
                  <a:pt x="1794827" y="0"/>
                </a:lnTo>
                <a:lnTo>
                  <a:pt x="1812163" y="0"/>
                </a:lnTo>
                <a:lnTo>
                  <a:pt x="2058035" y="0"/>
                </a:lnTo>
                <a:lnTo>
                  <a:pt x="2073179" y="309"/>
                </a:lnTo>
                <a:lnTo>
                  <a:pt x="2118614" y="4952"/>
                </a:lnTo>
                <a:lnTo>
                  <a:pt x="2169673" y="15454"/>
                </a:lnTo>
                <a:lnTo>
                  <a:pt x="2189226" y="20192"/>
                </a:lnTo>
                <a:lnTo>
                  <a:pt x="2209728" y="24911"/>
                </a:lnTo>
                <a:lnTo>
                  <a:pt x="2230850" y="28987"/>
                </a:lnTo>
                <a:lnTo>
                  <a:pt x="2252591" y="32444"/>
                </a:lnTo>
                <a:lnTo>
                  <a:pt x="2274951" y="35305"/>
                </a:lnTo>
                <a:lnTo>
                  <a:pt x="2296431" y="38113"/>
                </a:lnTo>
                <a:lnTo>
                  <a:pt x="2315352" y="41576"/>
                </a:lnTo>
                <a:lnTo>
                  <a:pt x="2331725" y="45682"/>
                </a:lnTo>
                <a:lnTo>
                  <a:pt x="2345563" y="50419"/>
                </a:lnTo>
                <a:lnTo>
                  <a:pt x="2359471" y="55778"/>
                </a:lnTo>
                <a:lnTo>
                  <a:pt x="2375868" y="61769"/>
                </a:lnTo>
                <a:lnTo>
                  <a:pt x="2394765" y="68403"/>
                </a:lnTo>
                <a:lnTo>
                  <a:pt x="2416175" y="75691"/>
                </a:lnTo>
                <a:lnTo>
                  <a:pt x="2437346" y="82907"/>
                </a:lnTo>
                <a:lnTo>
                  <a:pt x="2455338" y="89503"/>
                </a:lnTo>
                <a:lnTo>
                  <a:pt x="2470163" y="95480"/>
                </a:lnTo>
                <a:lnTo>
                  <a:pt x="2481834" y="100837"/>
                </a:lnTo>
                <a:lnTo>
                  <a:pt x="2492863" y="105886"/>
                </a:lnTo>
                <a:lnTo>
                  <a:pt x="2505773" y="110934"/>
                </a:lnTo>
                <a:lnTo>
                  <a:pt x="2520588" y="115982"/>
                </a:lnTo>
                <a:lnTo>
                  <a:pt x="2537333" y="121030"/>
                </a:lnTo>
                <a:lnTo>
                  <a:pt x="2554023" y="126079"/>
                </a:lnTo>
                <a:lnTo>
                  <a:pt x="2592832" y="141223"/>
                </a:lnTo>
                <a:lnTo>
                  <a:pt x="2638171" y="166369"/>
                </a:lnTo>
                <a:lnTo>
                  <a:pt x="2650763" y="173658"/>
                </a:lnTo>
                <a:lnTo>
                  <a:pt x="2688590" y="191642"/>
                </a:lnTo>
                <a:lnTo>
                  <a:pt x="2728976" y="206755"/>
                </a:lnTo>
                <a:lnTo>
                  <a:pt x="2760229" y="217150"/>
                </a:lnTo>
                <a:lnTo>
                  <a:pt x="2774442" y="221868"/>
                </a:lnTo>
                <a:lnTo>
                  <a:pt x="2788251" y="226296"/>
                </a:lnTo>
                <a:lnTo>
                  <a:pt x="2799572" y="229473"/>
                </a:lnTo>
                <a:lnTo>
                  <a:pt x="2808392" y="231388"/>
                </a:lnTo>
                <a:lnTo>
                  <a:pt x="2814701" y="232028"/>
                </a:lnTo>
                <a:lnTo>
                  <a:pt x="2821432" y="232028"/>
                </a:lnTo>
                <a:lnTo>
                  <a:pt x="2829814" y="232028"/>
                </a:lnTo>
                <a:lnTo>
                  <a:pt x="2839974" y="232028"/>
                </a:lnTo>
                <a:lnTo>
                  <a:pt x="2850007" y="232028"/>
                </a:lnTo>
                <a:lnTo>
                  <a:pt x="2858516" y="232028"/>
                </a:lnTo>
                <a:lnTo>
                  <a:pt x="2865120" y="232028"/>
                </a:lnTo>
                <a:lnTo>
                  <a:pt x="2871120" y="232340"/>
                </a:lnTo>
                <a:lnTo>
                  <a:pt x="2879026" y="233283"/>
                </a:lnTo>
                <a:lnTo>
                  <a:pt x="2888837" y="234868"/>
                </a:lnTo>
                <a:lnTo>
                  <a:pt x="2900553" y="237108"/>
                </a:lnTo>
                <a:lnTo>
                  <a:pt x="2913455" y="239275"/>
                </a:lnTo>
                <a:lnTo>
                  <a:pt x="2927000" y="240823"/>
                </a:lnTo>
                <a:lnTo>
                  <a:pt x="2941165" y="241752"/>
                </a:lnTo>
                <a:lnTo>
                  <a:pt x="2955925" y="242061"/>
                </a:lnTo>
                <a:lnTo>
                  <a:pt x="2970448" y="242061"/>
                </a:lnTo>
                <a:lnTo>
                  <a:pt x="2983722" y="242061"/>
                </a:lnTo>
                <a:lnTo>
                  <a:pt x="3046730" y="242061"/>
                </a:lnTo>
                <a:lnTo>
                  <a:pt x="3055875" y="242391"/>
                </a:lnTo>
                <a:lnTo>
                  <a:pt x="3063128" y="243363"/>
                </a:lnTo>
                <a:lnTo>
                  <a:pt x="3068500" y="244955"/>
                </a:lnTo>
                <a:lnTo>
                  <a:pt x="3072003" y="247141"/>
                </a:lnTo>
                <a:lnTo>
                  <a:pt x="3075305" y="250443"/>
                </a:lnTo>
                <a:lnTo>
                  <a:pt x="3080385" y="255523"/>
                </a:lnTo>
                <a:lnTo>
                  <a:pt x="3087116" y="262254"/>
                </a:lnTo>
                <a:lnTo>
                  <a:pt x="3093847" y="268985"/>
                </a:lnTo>
                <a:lnTo>
                  <a:pt x="3098927" y="272414"/>
                </a:lnTo>
                <a:lnTo>
                  <a:pt x="3102229" y="272414"/>
                </a:lnTo>
                <a:lnTo>
                  <a:pt x="3105658" y="272414"/>
                </a:lnTo>
                <a:lnTo>
                  <a:pt x="3110611" y="275716"/>
                </a:lnTo>
                <a:lnTo>
                  <a:pt x="3117342" y="282447"/>
                </a:lnTo>
                <a:lnTo>
                  <a:pt x="3122390" y="287496"/>
                </a:lnTo>
                <a:lnTo>
                  <a:pt x="3127438" y="292544"/>
                </a:lnTo>
                <a:lnTo>
                  <a:pt x="3132486" y="297592"/>
                </a:lnTo>
                <a:lnTo>
                  <a:pt x="3137535" y="302640"/>
                </a:lnTo>
                <a:lnTo>
                  <a:pt x="3144266" y="309371"/>
                </a:lnTo>
                <a:lnTo>
                  <a:pt x="3147695" y="316102"/>
                </a:lnTo>
                <a:lnTo>
                  <a:pt x="3147695" y="322833"/>
                </a:lnTo>
                <a:lnTo>
                  <a:pt x="3148004" y="328503"/>
                </a:lnTo>
                <a:lnTo>
                  <a:pt x="3148933" y="335422"/>
                </a:lnTo>
                <a:lnTo>
                  <a:pt x="3150481" y="343604"/>
                </a:lnTo>
                <a:lnTo>
                  <a:pt x="3152648" y="353059"/>
                </a:lnTo>
                <a:lnTo>
                  <a:pt x="3154888" y="363156"/>
                </a:lnTo>
                <a:lnTo>
                  <a:pt x="3156473" y="373252"/>
                </a:lnTo>
                <a:lnTo>
                  <a:pt x="3157416" y="383349"/>
                </a:lnTo>
                <a:lnTo>
                  <a:pt x="3157728" y="393445"/>
                </a:lnTo>
                <a:lnTo>
                  <a:pt x="3157416" y="403213"/>
                </a:lnTo>
                <a:lnTo>
                  <a:pt x="3143885" y="446373"/>
                </a:lnTo>
                <a:lnTo>
                  <a:pt x="3117093" y="481712"/>
                </a:lnTo>
                <a:lnTo>
                  <a:pt x="3082036" y="519556"/>
                </a:lnTo>
                <a:lnTo>
                  <a:pt x="3038584" y="551703"/>
                </a:lnTo>
                <a:lnTo>
                  <a:pt x="3003577" y="567158"/>
                </a:lnTo>
                <a:lnTo>
                  <a:pt x="2965755" y="579731"/>
                </a:lnTo>
                <a:lnTo>
                  <a:pt x="2926651" y="590137"/>
                </a:lnTo>
                <a:lnTo>
                  <a:pt x="2909316" y="595185"/>
                </a:lnTo>
                <a:lnTo>
                  <a:pt x="2893885" y="600233"/>
                </a:lnTo>
                <a:lnTo>
                  <a:pt x="2880360" y="605281"/>
                </a:lnTo>
                <a:lnTo>
                  <a:pt x="2866761" y="610018"/>
                </a:lnTo>
                <a:lnTo>
                  <a:pt x="2814701" y="620394"/>
                </a:lnTo>
                <a:lnTo>
                  <a:pt x="2768028" y="625475"/>
                </a:lnTo>
                <a:lnTo>
                  <a:pt x="2708783" y="630554"/>
                </a:lnTo>
                <a:lnTo>
                  <a:pt x="2675687" y="633674"/>
                </a:lnTo>
                <a:lnTo>
                  <a:pt x="2641949" y="638079"/>
                </a:lnTo>
                <a:lnTo>
                  <a:pt x="2607591" y="643770"/>
                </a:lnTo>
                <a:lnTo>
                  <a:pt x="2572639" y="650747"/>
                </a:lnTo>
                <a:lnTo>
                  <a:pt x="2538563" y="657342"/>
                </a:lnTo>
                <a:lnTo>
                  <a:pt x="2507011" y="662066"/>
                </a:lnTo>
                <a:lnTo>
                  <a:pt x="2477984" y="664910"/>
                </a:lnTo>
                <a:lnTo>
                  <a:pt x="2451481" y="665860"/>
                </a:lnTo>
                <a:lnTo>
                  <a:pt x="2424100" y="666170"/>
                </a:lnTo>
                <a:lnTo>
                  <a:pt x="2392267" y="667099"/>
                </a:lnTo>
                <a:lnTo>
                  <a:pt x="2356004" y="668647"/>
                </a:lnTo>
                <a:lnTo>
                  <a:pt x="2315337" y="670813"/>
                </a:lnTo>
                <a:lnTo>
                  <a:pt x="2268999" y="673054"/>
                </a:lnTo>
                <a:lnTo>
                  <a:pt x="2215721" y="674639"/>
                </a:lnTo>
                <a:lnTo>
                  <a:pt x="2155513" y="675582"/>
                </a:lnTo>
                <a:lnTo>
                  <a:pt x="2088388" y="675893"/>
                </a:lnTo>
                <a:lnTo>
                  <a:pt x="2023713" y="675893"/>
                </a:lnTo>
                <a:lnTo>
                  <a:pt x="1971039" y="675893"/>
                </a:lnTo>
                <a:lnTo>
                  <a:pt x="1535176" y="675893"/>
                </a:lnTo>
                <a:lnTo>
                  <a:pt x="1533398" y="679322"/>
                </a:lnTo>
                <a:lnTo>
                  <a:pt x="1533398" y="686053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67429" y="3920744"/>
            <a:ext cx="3600450" cy="71120"/>
          </a:xfrm>
          <a:custGeom>
            <a:avLst/>
            <a:gdLst/>
            <a:ahLst/>
            <a:cxnLst/>
            <a:rect l="l" t="t" r="r" b="b"/>
            <a:pathLst>
              <a:path w="3600450" h="71120">
                <a:moveTo>
                  <a:pt x="0" y="70738"/>
                </a:moveTo>
                <a:lnTo>
                  <a:pt x="0" y="70738"/>
                </a:lnTo>
                <a:lnTo>
                  <a:pt x="115950" y="70738"/>
                </a:lnTo>
                <a:lnTo>
                  <a:pt x="140906" y="70409"/>
                </a:lnTo>
                <a:lnTo>
                  <a:pt x="180340" y="69437"/>
                </a:lnTo>
                <a:lnTo>
                  <a:pt x="234251" y="67845"/>
                </a:lnTo>
                <a:lnTo>
                  <a:pt x="302641" y="65658"/>
                </a:lnTo>
                <a:lnTo>
                  <a:pt x="361132" y="63813"/>
                </a:lnTo>
                <a:lnTo>
                  <a:pt x="415599" y="62389"/>
                </a:lnTo>
                <a:lnTo>
                  <a:pt x="466044" y="61379"/>
                </a:lnTo>
                <a:lnTo>
                  <a:pt x="512465" y="60778"/>
                </a:lnTo>
                <a:lnTo>
                  <a:pt x="554863" y="60578"/>
                </a:lnTo>
                <a:lnTo>
                  <a:pt x="606897" y="60578"/>
                </a:lnTo>
                <a:lnTo>
                  <a:pt x="662051" y="60578"/>
                </a:lnTo>
                <a:lnTo>
                  <a:pt x="720347" y="60578"/>
                </a:lnTo>
                <a:lnTo>
                  <a:pt x="781812" y="60578"/>
                </a:lnTo>
                <a:lnTo>
                  <a:pt x="840771" y="59957"/>
                </a:lnTo>
                <a:lnTo>
                  <a:pt x="891539" y="58086"/>
                </a:lnTo>
                <a:lnTo>
                  <a:pt x="934116" y="54953"/>
                </a:lnTo>
                <a:lnTo>
                  <a:pt x="968502" y="50545"/>
                </a:lnTo>
                <a:lnTo>
                  <a:pt x="1001625" y="45807"/>
                </a:lnTo>
                <a:lnTo>
                  <a:pt x="1040415" y="41687"/>
                </a:lnTo>
                <a:lnTo>
                  <a:pt x="1084873" y="38187"/>
                </a:lnTo>
                <a:lnTo>
                  <a:pt x="1134999" y="35305"/>
                </a:lnTo>
                <a:lnTo>
                  <a:pt x="1188269" y="33139"/>
                </a:lnTo>
                <a:lnTo>
                  <a:pt x="1242171" y="31591"/>
                </a:lnTo>
                <a:lnTo>
                  <a:pt x="1296715" y="30662"/>
                </a:lnTo>
                <a:lnTo>
                  <a:pt x="1351915" y="30352"/>
                </a:lnTo>
                <a:lnTo>
                  <a:pt x="1397680" y="30352"/>
                </a:lnTo>
                <a:lnTo>
                  <a:pt x="1446281" y="30352"/>
                </a:lnTo>
                <a:lnTo>
                  <a:pt x="2093341" y="30352"/>
                </a:lnTo>
                <a:lnTo>
                  <a:pt x="2126491" y="30041"/>
                </a:lnTo>
                <a:lnTo>
                  <a:pt x="2194603" y="27513"/>
                </a:lnTo>
                <a:lnTo>
                  <a:pt x="2264929" y="22776"/>
                </a:lnTo>
                <a:lnTo>
                  <a:pt x="2300224" y="20256"/>
                </a:lnTo>
                <a:lnTo>
                  <a:pt x="2335518" y="17736"/>
                </a:lnTo>
                <a:lnTo>
                  <a:pt x="2405842" y="12688"/>
                </a:lnTo>
                <a:lnTo>
                  <a:pt x="2473902" y="7631"/>
                </a:lnTo>
                <a:lnTo>
                  <a:pt x="2506980" y="5079"/>
                </a:lnTo>
                <a:lnTo>
                  <a:pt x="2540130" y="2893"/>
                </a:lnTo>
                <a:lnTo>
                  <a:pt x="2573877" y="1301"/>
                </a:lnTo>
                <a:lnTo>
                  <a:pt x="2608242" y="329"/>
                </a:lnTo>
                <a:lnTo>
                  <a:pt x="2643251" y="0"/>
                </a:lnTo>
                <a:lnTo>
                  <a:pt x="2677947" y="0"/>
                </a:lnTo>
                <a:lnTo>
                  <a:pt x="2711370" y="0"/>
                </a:lnTo>
                <a:lnTo>
                  <a:pt x="3599942" y="0"/>
                </a:lnTo>
                <a:lnTo>
                  <a:pt x="3598291" y="0"/>
                </a:lnTo>
                <a:lnTo>
                  <a:pt x="3591560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6082" y="131190"/>
            <a:ext cx="2857627" cy="24037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0150" y="4723257"/>
            <a:ext cx="7528941" cy="57594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12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3006" y="6859863"/>
            <a:ext cx="45656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80" dirty="0">
                <a:latin typeface="Arial MT"/>
                <a:cs typeface="Arial MT"/>
              </a:rPr>
              <a:t>-</a:t>
            </a:r>
            <a:r>
              <a:rPr sz="1000" spc="2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13</a:t>
            </a:r>
            <a:r>
              <a:rPr sz="1000" spc="245" dirty="0">
                <a:latin typeface="Arial MT"/>
                <a:cs typeface="Arial MT"/>
              </a:rPr>
              <a:t> </a:t>
            </a:r>
            <a:r>
              <a:rPr sz="1000" spc="229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3936" y="1108965"/>
            <a:ext cx="8574405" cy="3279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0670" marR="17780" indent="-255904" algn="just">
              <a:lnSpc>
                <a:spcPct val="133200"/>
              </a:lnSpc>
              <a:spcBef>
                <a:spcPts val="90"/>
              </a:spcBef>
              <a:buFont typeface="MS PGothic"/>
              <a:buChar char="○"/>
              <a:tabLst>
                <a:tab pos="280670" algn="l"/>
                <a:tab pos="293370" algn="l"/>
              </a:tabLst>
            </a:pPr>
            <a:r>
              <a:rPr sz="2000" dirty="0">
                <a:latin typeface="Malgun Gothic"/>
                <a:cs typeface="Malgun Gothic"/>
              </a:rPr>
              <a:t>	</a:t>
            </a:r>
            <a:r>
              <a:rPr sz="2000" b="1" dirty="0">
                <a:solidFill>
                  <a:srgbClr val="FF0000"/>
                </a:solidFill>
                <a:latin typeface="Malgun Gothic"/>
                <a:cs typeface="Malgun Gothic"/>
              </a:rPr>
              <a:t>Edgeworth</a:t>
            </a:r>
            <a:r>
              <a:rPr sz="2000" b="1" spc="3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일련의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가정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하에서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모든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사람에게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소득을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완전히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균등 </a:t>
            </a:r>
            <a:r>
              <a:rPr sz="2000" b="1" dirty="0">
                <a:latin typeface="Malgun Gothic"/>
                <a:cs typeface="Malgun Gothic"/>
              </a:rPr>
              <a:t>하게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나누어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주는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것이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총효용을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극대화할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있는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가장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바람직한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분 </a:t>
            </a:r>
            <a:r>
              <a:rPr sz="2000" b="1" dirty="0">
                <a:latin typeface="Malgun Gothic"/>
                <a:cs typeface="Malgun Gothic"/>
              </a:rPr>
              <a:t>배라는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결론에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도달</a:t>
            </a:r>
            <a:endParaRPr sz="2000">
              <a:latin typeface="Malgun Gothic"/>
              <a:cs typeface="Malgun Gothic"/>
            </a:endParaRPr>
          </a:p>
          <a:p>
            <a:pPr marL="436245" lvl="1" indent="-28511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Char char="-"/>
              <a:tabLst>
                <a:tab pos="436245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사회후생은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개인들의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효용의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50" dirty="0">
                <a:solidFill>
                  <a:srgbClr val="001AFF"/>
                </a:solidFill>
                <a:latin typeface="Malgun Gothic"/>
                <a:cs typeface="Malgun Gothic"/>
              </a:rPr>
              <a:t>합</a:t>
            </a:r>
            <a:endParaRPr sz="2000">
              <a:latin typeface="Malgun Gothic"/>
              <a:cs typeface="Malgun Gothic"/>
            </a:endParaRPr>
          </a:p>
          <a:p>
            <a:pPr marL="436245" lvl="1" indent="-28511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Char char="-"/>
              <a:tabLst>
                <a:tab pos="436245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모든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사람은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동일한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효용함수를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가지며,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효용은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소득수준에만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의존</a:t>
            </a:r>
            <a:endParaRPr sz="2000">
              <a:latin typeface="Malgun Gothic"/>
              <a:cs typeface="Malgun Gothic"/>
            </a:endParaRPr>
          </a:p>
          <a:p>
            <a:pPr marL="436245" lvl="1" indent="-285115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Char char="-"/>
              <a:tabLst>
                <a:tab pos="436245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소득에서</a:t>
            </a:r>
            <a:r>
              <a:rPr sz="2000" b="1" spc="27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한계효용체감의</a:t>
            </a:r>
            <a:r>
              <a:rPr sz="2000" b="1" spc="27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법칙이</a:t>
            </a:r>
            <a:r>
              <a:rPr sz="2000" b="1" spc="27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작용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000">
              <a:latin typeface="Malgun Gothic"/>
              <a:cs typeface="Malgun Gothic"/>
            </a:endParaRPr>
          </a:p>
          <a:p>
            <a:pPr marL="151130">
              <a:lnSpc>
                <a:spcPct val="100000"/>
              </a:lnSpc>
              <a:tabLst>
                <a:tab pos="2093595" algn="l"/>
                <a:tab pos="4727575" algn="l"/>
              </a:tabLst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사회후생함수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100" i="1" spc="-1010" dirty="0">
                <a:solidFill>
                  <a:srgbClr val="0000FF"/>
                </a:solidFill>
                <a:latin typeface="Arial"/>
                <a:cs typeface="Arial"/>
              </a:rPr>
              <a:t></a:t>
            </a:r>
            <a:r>
              <a:rPr sz="2100" i="1" spc="-2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000" spc="-719" baseline="2777" dirty="0">
                <a:solidFill>
                  <a:srgbClr val="0000FF"/>
                </a:solidFill>
                <a:latin typeface="Arial MT"/>
                <a:cs typeface="Arial MT"/>
              </a:rPr>
              <a:t></a:t>
            </a:r>
            <a:r>
              <a:rPr sz="3000" spc="-254" baseline="2777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00" i="1" spc="-509" dirty="0">
                <a:solidFill>
                  <a:srgbClr val="0000FF"/>
                </a:solidFill>
                <a:latin typeface="Arial"/>
                <a:cs typeface="Arial"/>
              </a:rPr>
              <a:t></a:t>
            </a:r>
            <a:r>
              <a:rPr sz="2100" i="1" spc="-765" baseline="-19841" dirty="0">
                <a:solidFill>
                  <a:srgbClr val="0000FF"/>
                </a:solidFill>
                <a:latin typeface="Arial"/>
                <a:cs typeface="Arial"/>
              </a:rPr>
              <a:t></a:t>
            </a:r>
            <a:r>
              <a:rPr sz="2100" i="1" spc="-240" baseline="-198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000" spc="-1560" baseline="2777" dirty="0">
                <a:solidFill>
                  <a:srgbClr val="0000FF"/>
                </a:solidFill>
                <a:latin typeface="Arial MT"/>
                <a:cs typeface="Arial MT"/>
              </a:rPr>
              <a:t></a:t>
            </a:r>
            <a:r>
              <a:rPr sz="2100" i="1" spc="-1040" dirty="0">
                <a:solidFill>
                  <a:srgbClr val="0000FF"/>
                </a:solidFill>
                <a:latin typeface="Arial"/>
                <a:cs typeface="Arial"/>
              </a:rPr>
              <a:t></a:t>
            </a:r>
            <a:r>
              <a:rPr sz="2100" i="1" spc="-1560" baseline="-19841" dirty="0">
                <a:solidFill>
                  <a:srgbClr val="0000FF"/>
                </a:solidFill>
                <a:latin typeface="Arial"/>
                <a:cs typeface="Arial"/>
              </a:rPr>
              <a:t></a:t>
            </a:r>
            <a:r>
              <a:rPr sz="2100" i="1" spc="-217" baseline="-198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000" spc="-1102" baseline="2777" dirty="0">
                <a:solidFill>
                  <a:srgbClr val="0000FF"/>
                </a:solidFill>
                <a:latin typeface="Arial MT"/>
                <a:cs typeface="Arial MT"/>
              </a:rPr>
              <a:t></a:t>
            </a:r>
            <a:r>
              <a:rPr sz="3000" spc="-457" baseline="2777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00" i="1" spc="-535" dirty="0">
                <a:solidFill>
                  <a:srgbClr val="0000FF"/>
                </a:solidFill>
                <a:latin typeface="Arial"/>
                <a:cs typeface="Arial"/>
              </a:rPr>
              <a:t></a:t>
            </a:r>
            <a:r>
              <a:rPr sz="2100" i="1" spc="-802" baseline="-19841" dirty="0">
                <a:solidFill>
                  <a:srgbClr val="0000FF"/>
                </a:solidFill>
                <a:latin typeface="Arial"/>
                <a:cs typeface="Arial"/>
              </a:rPr>
              <a:t></a:t>
            </a:r>
            <a:r>
              <a:rPr sz="2100" i="1" spc="-262" baseline="-198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000" spc="-1589" baseline="2777" dirty="0">
                <a:solidFill>
                  <a:srgbClr val="0000FF"/>
                </a:solidFill>
                <a:latin typeface="Arial MT"/>
                <a:cs typeface="Arial MT"/>
              </a:rPr>
              <a:t></a:t>
            </a:r>
            <a:r>
              <a:rPr sz="2100" i="1" spc="-1060" dirty="0">
                <a:solidFill>
                  <a:srgbClr val="0000FF"/>
                </a:solidFill>
                <a:latin typeface="Arial"/>
                <a:cs typeface="Arial"/>
              </a:rPr>
              <a:t></a:t>
            </a:r>
            <a:r>
              <a:rPr sz="2100" i="1" spc="-1589" baseline="-19841" dirty="0">
                <a:solidFill>
                  <a:srgbClr val="0000FF"/>
                </a:solidFill>
                <a:latin typeface="Arial"/>
                <a:cs typeface="Arial"/>
              </a:rPr>
              <a:t></a:t>
            </a:r>
            <a:r>
              <a:rPr sz="2100" i="1" spc="-254" baseline="-198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000" spc="-1935" baseline="2777" dirty="0">
                <a:solidFill>
                  <a:srgbClr val="0000FF"/>
                </a:solidFill>
                <a:latin typeface="Arial MT"/>
                <a:cs typeface="Arial MT"/>
              </a:rPr>
              <a:t></a:t>
            </a:r>
            <a:r>
              <a:rPr sz="3000" baseline="2777" dirty="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sz="2100" i="1" spc="-1010" dirty="0">
                <a:solidFill>
                  <a:srgbClr val="FF0000"/>
                </a:solidFill>
                <a:latin typeface="Arial"/>
                <a:cs typeface="Arial"/>
              </a:rPr>
              <a:t></a:t>
            </a:r>
            <a:r>
              <a:rPr sz="2100" i="1" spc="-20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719" baseline="2777" dirty="0">
                <a:solidFill>
                  <a:srgbClr val="FF0000"/>
                </a:solidFill>
                <a:latin typeface="Arial MT"/>
                <a:cs typeface="Arial MT"/>
              </a:rPr>
              <a:t></a:t>
            </a:r>
            <a:r>
              <a:rPr sz="3000" spc="-254" baseline="2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i="1" spc="-509" dirty="0">
                <a:solidFill>
                  <a:srgbClr val="FF0000"/>
                </a:solidFill>
                <a:latin typeface="Arial"/>
                <a:cs typeface="Arial"/>
              </a:rPr>
              <a:t></a:t>
            </a:r>
            <a:r>
              <a:rPr sz="2100" i="1" spc="-765" baseline="-19841" dirty="0">
                <a:solidFill>
                  <a:srgbClr val="FF0000"/>
                </a:solidFill>
                <a:latin typeface="Arial"/>
                <a:cs typeface="Arial"/>
              </a:rPr>
              <a:t></a:t>
            </a:r>
            <a:r>
              <a:rPr sz="2100" i="1" spc="-240" baseline="-1984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702" baseline="2777" dirty="0">
                <a:solidFill>
                  <a:srgbClr val="FF0000"/>
                </a:solidFill>
                <a:latin typeface="Arial MT"/>
                <a:cs typeface="Arial MT"/>
              </a:rPr>
              <a:t></a:t>
            </a:r>
            <a:r>
              <a:rPr sz="2100" i="1" spc="-1135" dirty="0">
                <a:solidFill>
                  <a:srgbClr val="FF0000"/>
                </a:solidFill>
                <a:latin typeface="Arial"/>
                <a:cs typeface="Arial"/>
              </a:rPr>
              <a:t></a:t>
            </a:r>
            <a:r>
              <a:rPr sz="2100" i="1" spc="-1702" baseline="-19841" dirty="0">
                <a:solidFill>
                  <a:srgbClr val="FF0000"/>
                </a:solidFill>
                <a:latin typeface="Arial"/>
                <a:cs typeface="Arial"/>
              </a:rPr>
              <a:t></a:t>
            </a:r>
            <a:r>
              <a:rPr sz="3000" spc="-1702" baseline="2777" dirty="0">
                <a:solidFill>
                  <a:srgbClr val="FF0000"/>
                </a:solidFill>
                <a:latin typeface="Arial MT"/>
                <a:cs typeface="Arial MT"/>
              </a:rPr>
              <a:t></a:t>
            </a:r>
            <a:r>
              <a:rPr sz="3000" spc="-277" baseline="2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i="1" spc="-944" dirty="0">
                <a:solidFill>
                  <a:srgbClr val="FF0000"/>
                </a:solidFill>
                <a:latin typeface="Arial"/>
                <a:cs typeface="Arial"/>
              </a:rPr>
              <a:t></a:t>
            </a:r>
            <a:r>
              <a:rPr sz="2100" i="1" spc="-1417" baseline="-19841" dirty="0">
                <a:solidFill>
                  <a:srgbClr val="FF0000"/>
                </a:solidFill>
                <a:latin typeface="Arial"/>
                <a:cs typeface="Arial"/>
              </a:rPr>
              <a:t></a:t>
            </a:r>
            <a:r>
              <a:rPr sz="2100" i="1" spc="-262" baseline="-1984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102" baseline="2777" dirty="0">
                <a:solidFill>
                  <a:srgbClr val="FF0000"/>
                </a:solidFill>
                <a:latin typeface="Arial MT"/>
                <a:cs typeface="Arial MT"/>
              </a:rPr>
              <a:t></a:t>
            </a:r>
            <a:r>
              <a:rPr sz="3000" spc="-457" baseline="2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i="1" spc="-535" dirty="0">
                <a:solidFill>
                  <a:srgbClr val="FF0000"/>
                </a:solidFill>
                <a:latin typeface="Arial"/>
                <a:cs typeface="Arial"/>
              </a:rPr>
              <a:t></a:t>
            </a:r>
            <a:r>
              <a:rPr sz="2100" i="1" spc="-802" baseline="-19841" dirty="0">
                <a:solidFill>
                  <a:srgbClr val="FF0000"/>
                </a:solidFill>
                <a:latin typeface="Arial"/>
                <a:cs typeface="Arial"/>
              </a:rPr>
              <a:t></a:t>
            </a:r>
            <a:r>
              <a:rPr sz="2100" i="1" spc="-254" baseline="-1984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732" baseline="2777" dirty="0">
                <a:solidFill>
                  <a:srgbClr val="FF0000"/>
                </a:solidFill>
                <a:latin typeface="Arial MT"/>
                <a:cs typeface="Arial MT"/>
              </a:rPr>
              <a:t></a:t>
            </a:r>
            <a:r>
              <a:rPr sz="2100" i="1" spc="-1155" dirty="0">
                <a:solidFill>
                  <a:srgbClr val="FF0000"/>
                </a:solidFill>
                <a:latin typeface="Arial"/>
                <a:cs typeface="Arial"/>
              </a:rPr>
              <a:t></a:t>
            </a:r>
            <a:r>
              <a:rPr sz="2100" i="1" spc="-1732" baseline="-19841" dirty="0">
                <a:solidFill>
                  <a:srgbClr val="FF0000"/>
                </a:solidFill>
                <a:latin typeface="Arial"/>
                <a:cs typeface="Arial"/>
              </a:rPr>
              <a:t></a:t>
            </a:r>
            <a:r>
              <a:rPr sz="3000" spc="-1732" baseline="2777" dirty="0">
                <a:solidFill>
                  <a:srgbClr val="FF0000"/>
                </a:solidFill>
                <a:latin typeface="Arial MT"/>
                <a:cs typeface="Arial MT"/>
              </a:rPr>
              <a:t></a:t>
            </a:r>
            <a:r>
              <a:rPr sz="3000" spc="-284" baseline="2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i="1" spc="-925" dirty="0">
                <a:solidFill>
                  <a:srgbClr val="FF0000"/>
                </a:solidFill>
                <a:latin typeface="Arial"/>
                <a:cs typeface="Arial"/>
              </a:rPr>
              <a:t></a:t>
            </a:r>
            <a:r>
              <a:rPr sz="2100" i="1" spc="-1387" baseline="-19841" dirty="0">
                <a:solidFill>
                  <a:srgbClr val="FF0000"/>
                </a:solidFill>
                <a:latin typeface="Arial"/>
                <a:cs typeface="Arial"/>
              </a:rPr>
              <a:t></a:t>
            </a:r>
            <a:r>
              <a:rPr sz="2100" i="1" spc="-240" baseline="-1984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935" baseline="2777" dirty="0">
                <a:solidFill>
                  <a:srgbClr val="FF0000"/>
                </a:solidFill>
                <a:latin typeface="Arial MT"/>
                <a:cs typeface="Arial MT"/>
              </a:rPr>
              <a:t></a:t>
            </a:r>
            <a:endParaRPr sz="3000" baseline="277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4768042"/>
            <a:ext cx="5715635" cy="143065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128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Edgeworth이론의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한계</a:t>
            </a:r>
            <a:endParaRPr sz="2000">
              <a:latin typeface="Malgun Gothic"/>
              <a:cs typeface="Malgun Gothic"/>
            </a:endParaRPr>
          </a:p>
          <a:p>
            <a:pPr marL="320675" lvl="1" indent="-213995">
              <a:lnSpc>
                <a:spcPct val="100000"/>
              </a:lnSpc>
              <a:spcBef>
                <a:spcPts val="885"/>
              </a:spcBef>
              <a:buChar char="-"/>
              <a:tabLst>
                <a:tab pos="320675" algn="l"/>
              </a:tabLst>
            </a:pPr>
            <a:r>
              <a:rPr sz="1500" b="1" dirty="0">
                <a:latin typeface="Malgun Gothic"/>
                <a:cs typeface="Malgun Gothic"/>
              </a:rPr>
              <a:t>개인들의</a:t>
            </a:r>
            <a:r>
              <a:rPr sz="1500" b="1" spc="150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효용함수가</a:t>
            </a:r>
            <a:r>
              <a:rPr sz="1500" b="1" spc="150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동일하지</a:t>
            </a:r>
            <a:r>
              <a:rPr sz="1500" b="1" spc="160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않다.</a:t>
            </a:r>
            <a:endParaRPr sz="1500">
              <a:latin typeface="Malgun Gothic"/>
              <a:cs typeface="Malgun Gothic"/>
            </a:endParaRPr>
          </a:p>
          <a:p>
            <a:pPr marL="320675" lvl="1" indent="-213995">
              <a:lnSpc>
                <a:spcPct val="100000"/>
              </a:lnSpc>
              <a:spcBef>
                <a:spcPts val="595"/>
              </a:spcBef>
              <a:buChar char="-"/>
              <a:tabLst>
                <a:tab pos="320675" algn="l"/>
              </a:tabLst>
            </a:pPr>
            <a:r>
              <a:rPr sz="1500" b="1" dirty="0">
                <a:latin typeface="Malgun Gothic"/>
                <a:cs typeface="Malgun Gothic"/>
              </a:rPr>
              <a:t>개인들의</a:t>
            </a:r>
            <a:r>
              <a:rPr sz="1500" b="1" spc="16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효용을</a:t>
            </a:r>
            <a:r>
              <a:rPr sz="1500" b="1" spc="16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기수적으로</a:t>
            </a:r>
            <a:r>
              <a:rPr sz="1500" b="1" spc="180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측정할</a:t>
            </a:r>
            <a:r>
              <a:rPr sz="1500" b="1" spc="16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수</a:t>
            </a:r>
            <a:r>
              <a:rPr sz="1500" b="1" spc="170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없다.</a:t>
            </a:r>
            <a:endParaRPr sz="1500">
              <a:latin typeface="Malgun Gothic"/>
              <a:cs typeface="Malgun Gothic"/>
            </a:endParaRPr>
          </a:p>
          <a:p>
            <a:pPr marL="320675" lvl="1" indent="-213995">
              <a:lnSpc>
                <a:spcPct val="100000"/>
              </a:lnSpc>
              <a:spcBef>
                <a:spcPts val="600"/>
              </a:spcBef>
              <a:buChar char="-"/>
              <a:tabLst>
                <a:tab pos="320675" algn="l"/>
              </a:tabLst>
            </a:pPr>
            <a:r>
              <a:rPr sz="1500" b="1" dirty="0">
                <a:latin typeface="Malgun Gothic"/>
                <a:cs typeface="Malgun Gothic"/>
              </a:rPr>
              <a:t>개인의</a:t>
            </a:r>
            <a:r>
              <a:rPr sz="1500" b="1" spc="170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효용은</a:t>
            </a:r>
            <a:r>
              <a:rPr sz="1500" b="1" spc="17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타인의</a:t>
            </a:r>
            <a:r>
              <a:rPr sz="1500" b="1" spc="18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소득에</a:t>
            </a:r>
            <a:r>
              <a:rPr sz="1500" b="1" spc="17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의해서도</a:t>
            </a:r>
            <a:r>
              <a:rPr sz="1500" b="1" spc="170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영향을</a:t>
            </a:r>
            <a:r>
              <a:rPr sz="1500" b="1" spc="18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받을</a:t>
            </a:r>
            <a:r>
              <a:rPr sz="1500" b="1" spc="17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수</a:t>
            </a:r>
            <a:r>
              <a:rPr sz="1500" b="1" spc="175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있다.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96466" y="1136269"/>
            <a:ext cx="1402715" cy="534670"/>
          </a:xfrm>
          <a:custGeom>
            <a:avLst/>
            <a:gdLst/>
            <a:ahLst/>
            <a:cxnLst/>
            <a:rect l="l" t="t" r="r" b="b"/>
            <a:pathLst>
              <a:path w="1402714" h="534669">
                <a:moveTo>
                  <a:pt x="1372108" y="443991"/>
                </a:moveTo>
                <a:lnTo>
                  <a:pt x="1339935" y="453393"/>
                </a:lnTo>
                <a:lnTo>
                  <a:pt x="1314084" y="461581"/>
                </a:lnTo>
                <a:lnTo>
                  <a:pt x="1294544" y="468530"/>
                </a:lnTo>
                <a:lnTo>
                  <a:pt x="1281303" y="474217"/>
                </a:lnTo>
                <a:lnTo>
                  <a:pt x="1270894" y="478625"/>
                </a:lnTo>
                <a:lnTo>
                  <a:pt x="1259855" y="481758"/>
                </a:lnTo>
                <a:lnTo>
                  <a:pt x="1248173" y="483629"/>
                </a:lnTo>
                <a:lnTo>
                  <a:pt x="1235837" y="484250"/>
                </a:lnTo>
                <a:lnTo>
                  <a:pt x="1221670" y="484250"/>
                </a:lnTo>
                <a:lnTo>
                  <a:pt x="1204325" y="484250"/>
                </a:lnTo>
                <a:lnTo>
                  <a:pt x="1183812" y="484250"/>
                </a:lnTo>
                <a:lnTo>
                  <a:pt x="1160145" y="484250"/>
                </a:lnTo>
                <a:lnTo>
                  <a:pt x="1135288" y="484580"/>
                </a:lnTo>
                <a:lnTo>
                  <a:pt x="1111027" y="485552"/>
                </a:lnTo>
                <a:lnTo>
                  <a:pt x="1087385" y="487144"/>
                </a:lnTo>
                <a:lnTo>
                  <a:pt x="1064387" y="489330"/>
                </a:lnTo>
                <a:lnTo>
                  <a:pt x="1040693" y="491517"/>
                </a:lnTo>
                <a:lnTo>
                  <a:pt x="1015142" y="493109"/>
                </a:lnTo>
                <a:lnTo>
                  <a:pt x="987734" y="494081"/>
                </a:lnTo>
                <a:lnTo>
                  <a:pt x="958469" y="494410"/>
                </a:lnTo>
                <a:lnTo>
                  <a:pt x="927558" y="494410"/>
                </a:lnTo>
                <a:lnTo>
                  <a:pt x="895397" y="494410"/>
                </a:lnTo>
                <a:lnTo>
                  <a:pt x="433832" y="494410"/>
                </a:lnTo>
                <a:lnTo>
                  <a:pt x="403544" y="494081"/>
                </a:lnTo>
                <a:lnTo>
                  <a:pt x="343017" y="491517"/>
                </a:lnTo>
                <a:lnTo>
                  <a:pt x="284396" y="486834"/>
                </a:lnTo>
                <a:lnTo>
                  <a:pt x="238970" y="481794"/>
                </a:lnTo>
                <a:lnTo>
                  <a:pt x="191706" y="471677"/>
                </a:lnTo>
                <a:lnTo>
                  <a:pt x="147222" y="451816"/>
                </a:lnTo>
                <a:lnTo>
                  <a:pt x="108735" y="428783"/>
                </a:lnTo>
                <a:lnTo>
                  <a:pt x="85117" y="407969"/>
                </a:lnTo>
                <a:lnTo>
                  <a:pt x="78168" y="401050"/>
                </a:lnTo>
                <a:lnTo>
                  <a:pt x="69980" y="392868"/>
                </a:lnTo>
                <a:lnTo>
                  <a:pt x="60579" y="383413"/>
                </a:lnTo>
                <a:lnTo>
                  <a:pt x="50794" y="373957"/>
                </a:lnTo>
                <a:lnTo>
                  <a:pt x="41640" y="365775"/>
                </a:lnTo>
                <a:lnTo>
                  <a:pt x="33129" y="358856"/>
                </a:lnTo>
                <a:lnTo>
                  <a:pt x="25273" y="353186"/>
                </a:lnTo>
                <a:lnTo>
                  <a:pt x="15113" y="346455"/>
                </a:lnTo>
                <a:lnTo>
                  <a:pt x="10033" y="339725"/>
                </a:lnTo>
                <a:lnTo>
                  <a:pt x="10033" y="332993"/>
                </a:lnTo>
                <a:lnTo>
                  <a:pt x="10033" y="326263"/>
                </a:lnTo>
                <a:lnTo>
                  <a:pt x="8382" y="321182"/>
                </a:lnTo>
                <a:lnTo>
                  <a:pt x="0" y="287527"/>
                </a:lnTo>
                <a:lnTo>
                  <a:pt x="311" y="275574"/>
                </a:lnTo>
                <a:lnTo>
                  <a:pt x="13843" y="229536"/>
                </a:lnTo>
                <a:lnTo>
                  <a:pt x="40322" y="194857"/>
                </a:lnTo>
                <a:lnTo>
                  <a:pt x="70612" y="166496"/>
                </a:lnTo>
                <a:lnTo>
                  <a:pt x="109420" y="138136"/>
                </a:lnTo>
                <a:lnTo>
                  <a:pt x="143113" y="114468"/>
                </a:lnTo>
                <a:lnTo>
                  <a:pt x="186690" y="90804"/>
                </a:lnTo>
                <a:lnTo>
                  <a:pt x="225742" y="78216"/>
                </a:lnTo>
                <a:lnTo>
                  <a:pt x="292608" y="60578"/>
                </a:lnTo>
                <a:lnTo>
                  <a:pt x="332609" y="50794"/>
                </a:lnTo>
                <a:lnTo>
                  <a:pt x="372014" y="41640"/>
                </a:lnTo>
                <a:lnTo>
                  <a:pt x="410801" y="33129"/>
                </a:lnTo>
                <a:lnTo>
                  <a:pt x="448945" y="25272"/>
                </a:lnTo>
                <a:lnTo>
                  <a:pt x="487711" y="18295"/>
                </a:lnTo>
                <a:lnTo>
                  <a:pt x="528383" y="12604"/>
                </a:lnTo>
                <a:lnTo>
                  <a:pt x="570960" y="8199"/>
                </a:lnTo>
                <a:lnTo>
                  <a:pt x="615441" y="5079"/>
                </a:lnTo>
                <a:lnTo>
                  <a:pt x="661112" y="2839"/>
                </a:lnTo>
                <a:lnTo>
                  <a:pt x="707437" y="1254"/>
                </a:lnTo>
                <a:lnTo>
                  <a:pt x="754405" y="311"/>
                </a:lnTo>
                <a:lnTo>
                  <a:pt x="802005" y="0"/>
                </a:lnTo>
                <a:lnTo>
                  <a:pt x="850245" y="0"/>
                </a:lnTo>
                <a:lnTo>
                  <a:pt x="899128" y="0"/>
                </a:lnTo>
                <a:lnTo>
                  <a:pt x="1291336" y="0"/>
                </a:lnTo>
                <a:lnTo>
                  <a:pt x="1310576" y="1262"/>
                </a:lnTo>
                <a:lnTo>
                  <a:pt x="1327912" y="5048"/>
                </a:lnTo>
                <a:lnTo>
                  <a:pt x="1343342" y="11358"/>
                </a:lnTo>
                <a:lnTo>
                  <a:pt x="1356868" y="20192"/>
                </a:lnTo>
                <a:lnTo>
                  <a:pt x="1368254" y="29027"/>
                </a:lnTo>
                <a:lnTo>
                  <a:pt x="1377092" y="35337"/>
                </a:lnTo>
                <a:lnTo>
                  <a:pt x="1383407" y="39123"/>
                </a:lnTo>
                <a:lnTo>
                  <a:pt x="1387221" y="40385"/>
                </a:lnTo>
                <a:lnTo>
                  <a:pt x="1390523" y="40385"/>
                </a:lnTo>
                <a:lnTo>
                  <a:pt x="1392301" y="43687"/>
                </a:lnTo>
                <a:lnTo>
                  <a:pt x="1392301" y="50418"/>
                </a:lnTo>
                <a:lnTo>
                  <a:pt x="1392301" y="57150"/>
                </a:lnTo>
                <a:lnTo>
                  <a:pt x="1393952" y="63880"/>
                </a:lnTo>
                <a:lnTo>
                  <a:pt x="1402334" y="105917"/>
                </a:lnTo>
                <a:lnTo>
                  <a:pt x="1402334" y="118566"/>
                </a:lnTo>
                <a:lnTo>
                  <a:pt x="1402334" y="131190"/>
                </a:lnTo>
                <a:lnTo>
                  <a:pt x="1402334" y="143815"/>
                </a:lnTo>
                <a:lnTo>
                  <a:pt x="1402334" y="156463"/>
                </a:lnTo>
                <a:lnTo>
                  <a:pt x="1402022" y="169677"/>
                </a:lnTo>
                <a:lnTo>
                  <a:pt x="1397254" y="216915"/>
                </a:lnTo>
                <a:lnTo>
                  <a:pt x="1389717" y="264207"/>
                </a:lnTo>
                <a:lnTo>
                  <a:pt x="1379601" y="303958"/>
                </a:lnTo>
                <a:lnTo>
                  <a:pt x="1358477" y="348448"/>
                </a:lnTo>
                <a:lnTo>
                  <a:pt x="1335756" y="381214"/>
                </a:lnTo>
                <a:lnTo>
                  <a:pt x="1306802" y="415216"/>
                </a:lnTo>
                <a:lnTo>
                  <a:pt x="1279092" y="442977"/>
                </a:lnTo>
                <a:lnTo>
                  <a:pt x="1238377" y="475456"/>
                </a:lnTo>
                <a:lnTo>
                  <a:pt x="1205611" y="499363"/>
                </a:lnTo>
                <a:lnTo>
                  <a:pt x="1171559" y="518334"/>
                </a:lnTo>
                <a:lnTo>
                  <a:pt x="1125884" y="524948"/>
                </a:lnTo>
                <a:lnTo>
                  <a:pt x="1113583" y="525891"/>
                </a:lnTo>
                <a:lnTo>
                  <a:pt x="1103163" y="527476"/>
                </a:lnTo>
                <a:lnTo>
                  <a:pt x="1094613" y="529716"/>
                </a:lnTo>
                <a:lnTo>
                  <a:pt x="1087068" y="531883"/>
                </a:lnTo>
                <a:lnTo>
                  <a:pt x="1079500" y="533431"/>
                </a:lnTo>
                <a:lnTo>
                  <a:pt x="1071931" y="534360"/>
                </a:lnTo>
                <a:lnTo>
                  <a:pt x="1064387" y="534669"/>
                </a:lnTo>
                <a:lnTo>
                  <a:pt x="1054227" y="534669"/>
                </a:lnTo>
                <a:lnTo>
                  <a:pt x="1047496" y="534669"/>
                </a:lnTo>
                <a:lnTo>
                  <a:pt x="1044194" y="534669"/>
                </a:lnTo>
                <a:lnTo>
                  <a:pt x="1040765" y="534669"/>
                </a:lnTo>
                <a:lnTo>
                  <a:pt x="1035812" y="534669"/>
                </a:lnTo>
                <a:lnTo>
                  <a:pt x="1029081" y="53466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80972" y="2669794"/>
            <a:ext cx="3319145" cy="71120"/>
          </a:xfrm>
          <a:custGeom>
            <a:avLst/>
            <a:gdLst/>
            <a:ahLst/>
            <a:cxnLst/>
            <a:rect l="l" t="t" r="r" b="b"/>
            <a:pathLst>
              <a:path w="3319145" h="71119">
                <a:moveTo>
                  <a:pt x="0" y="70611"/>
                </a:moveTo>
                <a:lnTo>
                  <a:pt x="0" y="70611"/>
                </a:lnTo>
                <a:lnTo>
                  <a:pt x="817117" y="70611"/>
                </a:lnTo>
                <a:lnTo>
                  <a:pt x="847078" y="70300"/>
                </a:lnTo>
                <a:lnTo>
                  <a:pt x="876395" y="69357"/>
                </a:lnTo>
                <a:lnTo>
                  <a:pt x="905093" y="67772"/>
                </a:lnTo>
                <a:lnTo>
                  <a:pt x="933195" y="65531"/>
                </a:lnTo>
                <a:lnTo>
                  <a:pt x="961225" y="63035"/>
                </a:lnTo>
                <a:lnTo>
                  <a:pt x="989885" y="60515"/>
                </a:lnTo>
                <a:lnTo>
                  <a:pt x="1049146" y="55498"/>
                </a:lnTo>
                <a:lnTo>
                  <a:pt x="1113472" y="51673"/>
                </a:lnTo>
                <a:lnTo>
                  <a:pt x="1185417" y="50418"/>
                </a:lnTo>
                <a:lnTo>
                  <a:pt x="1221019" y="50418"/>
                </a:lnTo>
                <a:lnTo>
                  <a:pt x="1252204" y="50418"/>
                </a:lnTo>
                <a:lnTo>
                  <a:pt x="1437639" y="50418"/>
                </a:lnTo>
                <a:lnTo>
                  <a:pt x="1454951" y="50107"/>
                </a:lnTo>
                <a:lnTo>
                  <a:pt x="1471644" y="49164"/>
                </a:lnTo>
                <a:lnTo>
                  <a:pt x="1487717" y="47579"/>
                </a:lnTo>
                <a:lnTo>
                  <a:pt x="1503171" y="45338"/>
                </a:lnTo>
                <a:lnTo>
                  <a:pt x="1518316" y="43172"/>
                </a:lnTo>
                <a:lnTo>
                  <a:pt x="1533461" y="41624"/>
                </a:lnTo>
                <a:lnTo>
                  <a:pt x="1548606" y="40695"/>
                </a:lnTo>
                <a:lnTo>
                  <a:pt x="1563751" y="40385"/>
                </a:lnTo>
                <a:lnTo>
                  <a:pt x="1578566" y="40056"/>
                </a:lnTo>
                <a:lnTo>
                  <a:pt x="1592738" y="39084"/>
                </a:lnTo>
                <a:lnTo>
                  <a:pt x="1606292" y="37492"/>
                </a:lnTo>
                <a:lnTo>
                  <a:pt x="1619250" y="35305"/>
                </a:lnTo>
                <a:lnTo>
                  <a:pt x="1632152" y="33119"/>
                </a:lnTo>
                <a:lnTo>
                  <a:pt x="1645697" y="31527"/>
                </a:lnTo>
                <a:lnTo>
                  <a:pt x="1659862" y="30555"/>
                </a:lnTo>
                <a:lnTo>
                  <a:pt x="1674622" y="30225"/>
                </a:lnTo>
                <a:lnTo>
                  <a:pt x="1689145" y="30225"/>
                </a:lnTo>
                <a:lnTo>
                  <a:pt x="1702419" y="30225"/>
                </a:lnTo>
                <a:lnTo>
                  <a:pt x="1775587" y="30225"/>
                </a:lnTo>
                <a:lnTo>
                  <a:pt x="1791041" y="29916"/>
                </a:lnTo>
                <a:lnTo>
                  <a:pt x="1807114" y="28987"/>
                </a:lnTo>
                <a:lnTo>
                  <a:pt x="1823807" y="27439"/>
                </a:lnTo>
                <a:lnTo>
                  <a:pt x="1841118" y="25272"/>
                </a:lnTo>
                <a:lnTo>
                  <a:pt x="1858504" y="23032"/>
                </a:lnTo>
                <a:lnTo>
                  <a:pt x="1875234" y="21447"/>
                </a:lnTo>
                <a:lnTo>
                  <a:pt x="1891321" y="20504"/>
                </a:lnTo>
                <a:lnTo>
                  <a:pt x="1906777" y="20192"/>
                </a:lnTo>
                <a:lnTo>
                  <a:pt x="1921849" y="19881"/>
                </a:lnTo>
                <a:lnTo>
                  <a:pt x="1936956" y="18938"/>
                </a:lnTo>
                <a:lnTo>
                  <a:pt x="1952087" y="17353"/>
                </a:lnTo>
                <a:lnTo>
                  <a:pt x="1967229" y="15112"/>
                </a:lnTo>
                <a:lnTo>
                  <a:pt x="1982374" y="12926"/>
                </a:lnTo>
                <a:lnTo>
                  <a:pt x="1997519" y="11334"/>
                </a:lnTo>
                <a:lnTo>
                  <a:pt x="2012664" y="10362"/>
                </a:lnTo>
                <a:lnTo>
                  <a:pt x="2027808" y="10032"/>
                </a:lnTo>
                <a:lnTo>
                  <a:pt x="2042312" y="10032"/>
                </a:lnTo>
                <a:lnTo>
                  <a:pt x="2055542" y="10032"/>
                </a:lnTo>
                <a:lnTo>
                  <a:pt x="2067510" y="10032"/>
                </a:lnTo>
                <a:lnTo>
                  <a:pt x="2078227" y="10032"/>
                </a:lnTo>
                <a:lnTo>
                  <a:pt x="2088324" y="9723"/>
                </a:lnTo>
                <a:lnTo>
                  <a:pt x="2098421" y="8794"/>
                </a:lnTo>
                <a:lnTo>
                  <a:pt x="2108517" y="7246"/>
                </a:lnTo>
                <a:lnTo>
                  <a:pt x="2118614" y="5079"/>
                </a:lnTo>
                <a:lnTo>
                  <a:pt x="2129020" y="2839"/>
                </a:lnTo>
                <a:lnTo>
                  <a:pt x="2140045" y="1254"/>
                </a:lnTo>
                <a:lnTo>
                  <a:pt x="2151689" y="311"/>
                </a:lnTo>
                <a:lnTo>
                  <a:pt x="2163953" y="0"/>
                </a:lnTo>
                <a:lnTo>
                  <a:pt x="2176289" y="0"/>
                </a:lnTo>
                <a:lnTo>
                  <a:pt x="2187971" y="0"/>
                </a:lnTo>
                <a:lnTo>
                  <a:pt x="2552445" y="0"/>
                </a:lnTo>
                <a:lnTo>
                  <a:pt x="2569783" y="621"/>
                </a:lnTo>
                <a:lnTo>
                  <a:pt x="2591514" y="2492"/>
                </a:lnTo>
                <a:lnTo>
                  <a:pt x="2617650" y="5625"/>
                </a:lnTo>
                <a:lnTo>
                  <a:pt x="2648204" y="10032"/>
                </a:lnTo>
                <a:lnTo>
                  <a:pt x="2679142" y="14460"/>
                </a:lnTo>
                <a:lnTo>
                  <a:pt x="2706258" y="17637"/>
                </a:lnTo>
                <a:lnTo>
                  <a:pt x="2729589" y="19552"/>
                </a:lnTo>
                <a:lnTo>
                  <a:pt x="2749168" y="20192"/>
                </a:lnTo>
                <a:lnTo>
                  <a:pt x="2765859" y="20192"/>
                </a:lnTo>
                <a:lnTo>
                  <a:pt x="2780680" y="20192"/>
                </a:lnTo>
                <a:lnTo>
                  <a:pt x="2860166" y="20192"/>
                </a:lnTo>
                <a:lnTo>
                  <a:pt x="2877478" y="20504"/>
                </a:lnTo>
                <a:lnTo>
                  <a:pt x="2894171" y="21447"/>
                </a:lnTo>
                <a:lnTo>
                  <a:pt x="2910244" y="23032"/>
                </a:lnTo>
                <a:lnTo>
                  <a:pt x="2925699" y="25272"/>
                </a:lnTo>
                <a:lnTo>
                  <a:pt x="2941153" y="27439"/>
                </a:lnTo>
                <a:lnTo>
                  <a:pt x="2957226" y="28987"/>
                </a:lnTo>
                <a:lnTo>
                  <a:pt x="2973919" y="29916"/>
                </a:lnTo>
                <a:lnTo>
                  <a:pt x="2991230" y="30225"/>
                </a:lnTo>
                <a:lnTo>
                  <a:pt x="3008616" y="30225"/>
                </a:lnTo>
                <a:lnTo>
                  <a:pt x="3025346" y="30225"/>
                </a:lnTo>
                <a:lnTo>
                  <a:pt x="3304031" y="30225"/>
                </a:lnTo>
                <a:lnTo>
                  <a:pt x="3310763" y="28575"/>
                </a:lnTo>
                <a:lnTo>
                  <a:pt x="3314065" y="25272"/>
                </a:lnTo>
                <a:lnTo>
                  <a:pt x="3317493" y="21843"/>
                </a:lnTo>
                <a:lnTo>
                  <a:pt x="3319144" y="16763"/>
                </a:lnTo>
                <a:lnTo>
                  <a:pt x="3319144" y="10032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40585" y="3063239"/>
            <a:ext cx="7188834" cy="81280"/>
          </a:xfrm>
          <a:custGeom>
            <a:avLst/>
            <a:gdLst/>
            <a:ahLst/>
            <a:cxnLst/>
            <a:rect l="l" t="t" r="r" b="b"/>
            <a:pathLst>
              <a:path w="7188834" h="81280">
                <a:moveTo>
                  <a:pt x="0" y="70612"/>
                </a:moveTo>
                <a:lnTo>
                  <a:pt x="0" y="77343"/>
                </a:lnTo>
                <a:lnTo>
                  <a:pt x="3301" y="80772"/>
                </a:lnTo>
                <a:lnTo>
                  <a:pt x="10032" y="80772"/>
                </a:lnTo>
                <a:lnTo>
                  <a:pt x="15722" y="80772"/>
                </a:lnTo>
                <a:lnTo>
                  <a:pt x="2017776" y="80772"/>
                </a:lnTo>
                <a:lnTo>
                  <a:pt x="2028805" y="80442"/>
                </a:lnTo>
                <a:lnTo>
                  <a:pt x="2041715" y="79470"/>
                </a:lnTo>
                <a:lnTo>
                  <a:pt x="2056530" y="77878"/>
                </a:lnTo>
                <a:lnTo>
                  <a:pt x="2073275" y="75692"/>
                </a:lnTo>
                <a:lnTo>
                  <a:pt x="2089963" y="73451"/>
                </a:lnTo>
                <a:lnTo>
                  <a:pt x="2104770" y="71866"/>
                </a:lnTo>
                <a:lnTo>
                  <a:pt x="2117673" y="70923"/>
                </a:lnTo>
                <a:lnTo>
                  <a:pt x="2128647" y="70612"/>
                </a:lnTo>
                <a:lnTo>
                  <a:pt x="2140005" y="70612"/>
                </a:lnTo>
                <a:lnTo>
                  <a:pt x="2153888" y="70612"/>
                </a:lnTo>
                <a:lnTo>
                  <a:pt x="2170295" y="70612"/>
                </a:lnTo>
                <a:lnTo>
                  <a:pt x="2189226" y="70612"/>
                </a:lnTo>
                <a:lnTo>
                  <a:pt x="2208778" y="70300"/>
                </a:lnTo>
                <a:lnTo>
                  <a:pt x="2227056" y="69357"/>
                </a:lnTo>
                <a:lnTo>
                  <a:pt x="2244072" y="67772"/>
                </a:lnTo>
                <a:lnTo>
                  <a:pt x="2259838" y="65532"/>
                </a:lnTo>
                <a:lnTo>
                  <a:pt x="2274982" y="63365"/>
                </a:lnTo>
                <a:lnTo>
                  <a:pt x="2290127" y="61817"/>
                </a:lnTo>
                <a:lnTo>
                  <a:pt x="2305272" y="60888"/>
                </a:lnTo>
                <a:lnTo>
                  <a:pt x="2320416" y="60579"/>
                </a:lnTo>
                <a:lnTo>
                  <a:pt x="2335871" y="60579"/>
                </a:lnTo>
                <a:lnTo>
                  <a:pt x="2351944" y="60579"/>
                </a:lnTo>
                <a:lnTo>
                  <a:pt x="2461641" y="60579"/>
                </a:lnTo>
                <a:lnTo>
                  <a:pt x="2482143" y="60249"/>
                </a:lnTo>
                <a:lnTo>
                  <a:pt x="2503265" y="59277"/>
                </a:lnTo>
                <a:lnTo>
                  <a:pt x="2525006" y="57685"/>
                </a:lnTo>
                <a:lnTo>
                  <a:pt x="2547366" y="55499"/>
                </a:lnTo>
                <a:lnTo>
                  <a:pt x="2571370" y="53002"/>
                </a:lnTo>
                <a:lnTo>
                  <a:pt x="2597864" y="50482"/>
                </a:lnTo>
                <a:lnTo>
                  <a:pt x="2658364" y="45465"/>
                </a:lnTo>
                <a:lnTo>
                  <a:pt x="2725197" y="40386"/>
                </a:lnTo>
                <a:lnTo>
                  <a:pt x="2794508" y="35306"/>
                </a:lnTo>
                <a:lnTo>
                  <a:pt x="2862627" y="31527"/>
                </a:lnTo>
                <a:lnTo>
                  <a:pt x="2925699" y="30225"/>
                </a:lnTo>
                <a:lnTo>
                  <a:pt x="2956298" y="29916"/>
                </a:lnTo>
                <a:lnTo>
                  <a:pt x="2987516" y="28987"/>
                </a:lnTo>
                <a:lnTo>
                  <a:pt x="3019353" y="27439"/>
                </a:lnTo>
                <a:lnTo>
                  <a:pt x="3051810" y="25273"/>
                </a:lnTo>
                <a:lnTo>
                  <a:pt x="3084907" y="23032"/>
                </a:lnTo>
                <a:lnTo>
                  <a:pt x="3118659" y="21447"/>
                </a:lnTo>
                <a:lnTo>
                  <a:pt x="3153054" y="20504"/>
                </a:lnTo>
                <a:lnTo>
                  <a:pt x="3188080" y="20193"/>
                </a:lnTo>
                <a:lnTo>
                  <a:pt x="3223345" y="19881"/>
                </a:lnTo>
                <a:lnTo>
                  <a:pt x="3258645" y="18938"/>
                </a:lnTo>
                <a:lnTo>
                  <a:pt x="3293969" y="17353"/>
                </a:lnTo>
                <a:lnTo>
                  <a:pt x="3329304" y="15112"/>
                </a:lnTo>
                <a:lnTo>
                  <a:pt x="3366470" y="12946"/>
                </a:lnTo>
                <a:lnTo>
                  <a:pt x="3407457" y="11398"/>
                </a:lnTo>
                <a:lnTo>
                  <a:pt x="3452231" y="10469"/>
                </a:lnTo>
                <a:lnTo>
                  <a:pt x="3500754" y="10160"/>
                </a:lnTo>
                <a:lnTo>
                  <a:pt x="3546187" y="9830"/>
                </a:lnTo>
                <a:lnTo>
                  <a:pt x="3581511" y="8858"/>
                </a:lnTo>
                <a:lnTo>
                  <a:pt x="3606714" y="7266"/>
                </a:lnTo>
                <a:lnTo>
                  <a:pt x="3621786" y="5080"/>
                </a:lnTo>
                <a:lnTo>
                  <a:pt x="3633144" y="2839"/>
                </a:lnTo>
                <a:lnTo>
                  <a:pt x="3647027" y="1254"/>
                </a:lnTo>
                <a:lnTo>
                  <a:pt x="3663434" y="311"/>
                </a:lnTo>
                <a:lnTo>
                  <a:pt x="3682365" y="0"/>
                </a:lnTo>
                <a:lnTo>
                  <a:pt x="3703820" y="0"/>
                </a:lnTo>
                <a:lnTo>
                  <a:pt x="3727799" y="0"/>
                </a:lnTo>
                <a:lnTo>
                  <a:pt x="4933442" y="0"/>
                </a:lnTo>
                <a:lnTo>
                  <a:pt x="4953250" y="311"/>
                </a:lnTo>
                <a:lnTo>
                  <a:pt x="5009007" y="5080"/>
                </a:lnTo>
                <a:lnTo>
                  <a:pt x="5061995" y="12616"/>
                </a:lnTo>
                <a:lnTo>
                  <a:pt x="5079619" y="15112"/>
                </a:lnTo>
                <a:lnTo>
                  <a:pt x="5096692" y="17353"/>
                </a:lnTo>
                <a:lnTo>
                  <a:pt x="5112480" y="18938"/>
                </a:lnTo>
                <a:lnTo>
                  <a:pt x="5126982" y="19881"/>
                </a:lnTo>
                <a:lnTo>
                  <a:pt x="5140197" y="20193"/>
                </a:lnTo>
                <a:lnTo>
                  <a:pt x="5152481" y="20504"/>
                </a:lnTo>
                <a:lnTo>
                  <a:pt x="5164169" y="21447"/>
                </a:lnTo>
                <a:lnTo>
                  <a:pt x="5175238" y="23032"/>
                </a:lnTo>
                <a:lnTo>
                  <a:pt x="5185664" y="25273"/>
                </a:lnTo>
                <a:lnTo>
                  <a:pt x="5196637" y="27439"/>
                </a:lnTo>
                <a:lnTo>
                  <a:pt x="5209539" y="28987"/>
                </a:lnTo>
                <a:lnTo>
                  <a:pt x="5224347" y="29916"/>
                </a:lnTo>
                <a:lnTo>
                  <a:pt x="5241036" y="30225"/>
                </a:lnTo>
                <a:lnTo>
                  <a:pt x="5258732" y="30225"/>
                </a:lnTo>
                <a:lnTo>
                  <a:pt x="5276405" y="30225"/>
                </a:lnTo>
                <a:lnTo>
                  <a:pt x="6043168" y="30225"/>
                </a:lnTo>
                <a:lnTo>
                  <a:pt x="6073437" y="30555"/>
                </a:lnTo>
                <a:lnTo>
                  <a:pt x="6103683" y="31527"/>
                </a:lnTo>
                <a:lnTo>
                  <a:pt x="6133929" y="33119"/>
                </a:lnTo>
                <a:lnTo>
                  <a:pt x="6164198" y="35306"/>
                </a:lnTo>
                <a:lnTo>
                  <a:pt x="6195421" y="37546"/>
                </a:lnTo>
                <a:lnTo>
                  <a:pt x="6228524" y="39131"/>
                </a:lnTo>
                <a:lnTo>
                  <a:pt x="6263532" y="40074"/>
                </a:lnTo>
                <a:lnTo>
                  <a:pt x="6300470" y="40386"/>
                </a:lnTo>
                <a:lnTo>
                  <a:pt x="6337663" y="40697"/>
                </a:lnTo>
                <a:lnTo>
                  <a:pt x="6373606" y="41640"/>
                </a:lnTo>
                <a:lnTo>
                  <a:pt x="6408287" y="43225"/>
                </a:lnTo>
                <a:lnTo>
                  <a:pt x="6441694" y="45465"/>
                </a:lnTo>
                <a:lnTo>
                  <a:pt x="6471937" y="47632"/>
                </a:lnTo>
                <a:lnTo>
                  <a:pt x="6497145" y="49180"/>
                </a:lnTo>
                <a:lnTo>
                  <a:pt x="6517328" y="50109"/>
                </a:lnTo>
                <a:lnTo>
                  <a:pt x="6532498" y="50419"/>
                </a:lnTo>
                <a:lnTo>
                  <a:pt x="6546975" y="50419"/>
                </a:lnTo>
                <a:lnTo>
                  <a:pt x="6565249" y="50419"/>
                </a:lnTo>
                <a:lnTo>
                  <a:pt x="7188557" y="50419"/>
                </a:lnTo>
                <a:lnTo>
                  <a:pt x="7184485" y="50419"/>
                </a:lnTo>
                <a:lnTo>
                  <a:pt x="7175984" y="50419"/>
                </a:lnTo>
                <a:lnTo>
                  <a:pt x="7163054" y="5041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50619" y="3628263"/>
            <a:ext cx="4156710" cy="80645"/>
          </a:xfrm>
          <a:custGeom>
            <a:avLst/>
            <a:gdLst/>
            <a:ahLst/>
            <a:cxnLst/>
            <a:rect l="l" t="t" r="r" b="b"/>
            <a:pathLst>
              <a:path w="4156710" h="80645">
                <a:moveTo>
                  <a:pt x="0" y="80645"/>
                </a:moveTo>
                <a:lnTo>
                  <a:pt x="5080" y="80645"/>
                </a:lnTo>
                <a:lnTo>
                  <a:pt x="368300" y="80645"/>
                </a:lnTo>
                <a:lnTo>
                  <a:pt x="404852" y="80333"/>
                </a:lnTo>
                <a:lnTo>
                  <a:pt x="438880" y="79390"/>
                </a:lnTo>
                <a:lnTo>
                  <a:pt x="470384" y="77805"/>
                </a:lnTo>
                <a:lnTo>
                  <a:pt x="499363" y="75564"/>
                </a:lnTo>
                <a:lnTo>
                  <a:pt x="525583" y="73398"/>
                </a:lnTo>
                <a:lnTo>
                  <a:pt x="548624" y="71850"/>
                </a:lnTo>
                <a:lnTo>
                  <a:pt x="568497" y="70921"/>
                </a:lnTo>
                <a:lnTo>
                  <a:pt x="585216" y="70612"/>
                </a:lnTo>
                <a:lnTo>
                  <a:pt x="602243" y="70612"/>
                </a:lnTo>
                <a:lnTo>
                  <a:pt x="623046" y="70612"/>
                </a:lnTo>
                <a:lnTo>
                  <a:pt x="647634" y="70612"/>
                </a:lnTo>
                <a:lnTo>
                  <a:pt x="676020" y="70612"/>
                </a:lnTo>
                <a:lnTo>
                  <a:pt x="707187" y="69971"/>
                </a:lnTo>
                <a:lnTo>
                  <a:pt x="740283" y="68056"/>
                </a:lnTo>
                <a:lnTo>
                  <a:pt x="775283" y="64879"/>
                </a:lnTo>
                <a:lnTo>
                  <a:pt x="812164" y="60451"/>
                </a:lnTo>
                <a:lnTo>
                  <a:pt x="849669" y="56044"/>
                </a:lnTo>
                <a:lnTo>
                  <a:pt x="886555" y="52911"/>
                </a:lnTo>
                <a:lnTo>
                  <a:pt x="922821" y="51040"/>
                </a:lnTo>
                <a:lnTo>
                  <a:pt x="958469" y="50419"/>
                </a:lnTo>
                <a:lnTo>
                  <a:pt x="993786" y="50107"/>
                </a:lnTo>
                <a:lnTo>
                  <a:pt x="1029081" y="49164"/>
                </a:lnTo>
                <a:lnTo>
                  <a:pt x="1064375" y="47579"/>
                </a:lnTo>
                <a:lnTo>
                  <a:pt x="1099693" y="45338"/>
                </a:lnTo>
                <a:lnTo>
                  <a:pt x="1131865" y="43152"/>
                </a:lnTo>
                <a:lnTo>
                  <a:pt x="1157716" y="41560"/>
                </a:lnTo>
                <a:lnTo>
                  <a:pt x="1177256" y="40588"/>
                </a:lnTo>
                <a:lnTo>
                  <a:pt x="1190498" y="40259"/>
                </a:lnTo>
                <a:lnTo>
                  <a:pt x="1202166" y="40259"/>
                </a:lnTo>
                <a:lnTo>
                  <a:pt x="1216977" y="40259"/>
                </a:lnTo>
                <a:lnTo>
                  <a:pt x="3021584" y="40259"/>
                </a:lnTo>
                <a:lnTo>
                  <a:pt x="3049063" y="39949"/>
                </a:lnTo>
                <a:lnTo>
                  <a:pt x="3075876" y="39020"/>
                </a:lnTo>
                <a:lnTo>
                  <a:pt x="3102022" y="37472"/>
                </a:lnTo>
                <a:lnTo>
                  <a:pt x="3127502" y="35306"/>
                </a:lnTo>
                <a:lnTo>
                  <a:pt x="3152743" y="33065"/>
                </a:lnTo>
                <a:lnTo>
                  <a:pt x="3177984" y="31480"/>
                </a:lnTo>
                <a:lnTo>
                  <a:pt x="3203225" y="30537"/>
                </a:lnTo>
                <a:lnTo>
                  <a:pt x="3228467" y="30225"/>
                </a:lnTo>
                <a:lnTo>
                  <a:pt x="3254017" y="30225"/>
                </a:lnTo>
                <a:lnTo>
                  <a:pt x="3280187" y="30225"/>
                </a:lnTo>
                <a:lnTo>
                  <a:pt x="3853942" y="30225"/>
                </a:lnTo>
                <a:lnTo>
                  <a:pt x="3877921" y="29914"/>
                </a:lnTo>
                <a:lnTo>
                  <a:pt x="3899376" y="28971"/>
                </a:lnTo>
                <a:lnTo>
                  <a:pt x="3918307" y="27386"/>
                </a:lnTo>
                <a:lnTo>
                  <a:pt x="3934714" y="25146"/>
                </a:lnTo>
                <a:lnTo>
                  <a:pt x="3949164" y="22979"/>
                </a:lnTo>
                <a:lnTo>
                  <a:pt x="3962400" y="21431"/>
                </a:lnTo>
                <a:lnTo>
                  <a:pt x="3974397" y="20502"/>
                </a:lnTo>
                <a:lnTo>
                  <a:pt x="3985132" y="20192"/>
                </a:lnTo>
                <a:lnTo>
                  <a:pt x="3995539" y="19863"/>
                </a:lnTo>
                <a:lnTo>
                  <a:pt x="4006564" y="18891"/>
                </a:lnTo>
                <a:lnTo>
                  <a:pt x="4018208" y="17299"/>
                </a:lnTo>
                <a:lnTo>
                  <a:pt x="4030472" y="15112"/>
                </a:lnTo>
                <a:lnTo>
                  <a:pt x="4043118" y="12561"/>
                </a:lnTo>
                <a:lnTo>
                  <a:pt x="4055729" y="10033"/>
                </a:lnTo>
                <a:lnTo>
                  <a:pt x="4068316" y="7504"/>
                </a:lnTo>
                <a:lnTo>
                  <a:pt x="4080891" y="4952"/>
                </a:lnTo>
                <a:lnTo>
                  <a:pt x="4092916" y="2786"/>
                </a:lnTo>
                <a:lnTo>
                  <a:pt x="4103655" y="1238"/>
                </a:lnTo>
                <a:lnTo>
                  <a:pt x="4113109" y="309"/>
                </a:lnTo>
                <a:lnTo>
                  <a:pt x="4121277" y="0"/>
                </a:lnTo>
                <a:lnTo>
                  <a:pt x="4129186" y="0"/>
                </a:lnTo>
                <a:lnTo>
                  <a:pt x="4137691" y="0"/>
                </a:lnTo>
                <a:lnTo>
                  <a:pt x="4146815" y="0"/>
                </a:lnTo>
                <a:lnTo>
                  <a:pt x="415658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1086" y="2356992"/>
            <a:ext cx="686435" cy="1644650"/>
          </a:xfrm>
          <a:custGeom>
            <a:avLst/>
            <a:gdLst/>
            <a:ahLst/>
            <a:cxnLst/>
            <a:rect l="l" t="t" r="r" b="b"/>
            <a:pathLst>
              <a:path w="686435" h="1644650">
                <a:moveTo>
                  <a:pt x="686054" y="141224"/>
                </a:moveTo>
                <a:lnTo>
                  <a:pt x="637780" y="170620"/>
                </a:lnTo>
                <a:lnTo>
                  <a:pt x="603394" y="204001"/>
                </a:lnTo>
                <a:lnTo>
                  <a:pt x="573156" y="236767"/>
                </a:lnTo>
                <a:lnTo>
                  <a:pt x="547294" y="267678"/>
                </a:lnTo>
                <a:lnTo>
                  <a:pt x="522045" y="300495"/>
                </a:lnTo>
                <a:lnTo>
                  <a:pt x="497133" y="335831"/>
                </a:lnTo>
                <a:lnTo>
                  <a:pt x="474464" y="373637"/>
                </a:lnTo>
                <a:lnTo>
                  <a:pt x="453651" y="413950"/>
                </a:lnTo>
                <a:lnTo>
                  <a:pt x="442626" y="435086"/>
                </a:lnTo>
                <a:lnTo>
                  <a:pt x="430982" y="456864"/>
                </a:lnTo>
                <a:lnTo>
                  <a:pt x="418719" y="479298"/>
                </a:lnTo>
                <a:lnTo>
                  <a:pt x="406382" y="504821"/>
                </a:lnTo>
                <a:lnTo>
                  <a:pt x="383661" y="572916"/>
                </a:lnTo>
                <a:lnTo>
                  <a:pt x="373252" y="615442"/>
                </a:lnTo>
                <a:lnTo>
                  <a:pt x="363797" y="662447"/>
                </a:lnTo>
                <a:lnTo>
                  <a:pt x="355615" y="712597"/>
                </a:lnTo>
                <a:lnTo>
                  <a:pt x="348696" y="765889"/>
                </a:lnTo>
                <a:lnTo>
                  <a:pt x="343027" y="822325"/>
                </a:lnTo>
                <a:lnTo>
                  <a:pt x="339994" y="869935"/>
                </a:lnTo>
                <a:lnTo>
                  <a:pt x="338973" y="919960"/>
                </a:lnTo>
                <a:lnTo>
                  <a:pt x="339963" y="972405"/>
                </a:lnTo>
                <a:lnTo>
                  <a:pt x="342966" y="1027276"/>
                </a:lnTo>
                <a:lnTo>
                  <a:pt x="347980" y="1084580"/>
                </a:lnTo>
                <a:lnTo>
                  <a:pt x="355907" y="1152683"/>
                </a:lnTo>
                <a:lnTo>
                  <a:pt x="364442" y="1210691"/>
                </a:lnTo>
                <a:lnTo>
                  <a:pt x="373572" y="1258601"/>
                </a:lnTo>
                <a:lnTo>
                  <a:pt x="383286" y="1296416"/>
                </a:lnTo>
                <a:lnTo>
                  <a:pt x="392761" y="1327681"/>
                </a:lnTo>
                <a:lnTo>
                  <a:pt x="400986" y="1355756"/>
                </a:lnTo>
                <a:lnTo>
                  <a:pt x="407949" y="1380640"/>
                </a:lnTo>
                <a:lnTo>
                  <a:pt x="413639" y="1402334"/>
                </a:lnTo>
                <a:lnTo>
                  <a:pt x="418357" y="1420953"/>
                </a:lnTo>
                <a:lnTo>
                  <a:pt x="422433" y="1436417"/>
                </a:lnTo>
                <a:lnTo>
                  <a:pt x="425890" y="1448714"/>
                </a:lnTo>
                <a:lnTo>
                  <a:pt x="428752" y="1457833"/>
                </a:lnTo>
                <a:lnTo>
                  <a:pt x="431248" y="1465433"/>
                </a:lnTo>
                <a:lnTo>
                  <a:pt x="433768" y="1473009"/>
                </a:lnTo>
                <a:lnTo>
                  <a:pt x="436288" y="1480585"/>
                </a:lnTo>
                <a:lnTo>
                  <a:pt x="454025" y="1518412"/>
                </a:lnTo>
                <a:lnTo>
                  <a:pt x="459053" y="1525956"/>
                </a:lnTo>
                <a:lnTo>
                  <a:pt x="464058" y="1533525"/>
                </a:lnTo>
                <a:lnTo>
                  <a:pt x="486743" y="1566354"/>
                </a:lnTo>
                <a:lnTo>
                  <a:pt x="504444" y="1589024"/>
                </a:lnTo>
                <a:lnTo>
                  <a:pt x="513278" y="1600666"/>
                </a:lnTo>
                <a:lnTo>
                  <a:pt x="519588" y="1610439"/>
                </a:lnTo>
                <a:lnTo>
                  <a:pt x="523374" y="1618331"/>
                </a:lnTo>
                <a:lnTo>
                  <a:pt x="524636" y="1624330"/>
                </a:lnTo>
                <a:lnTo>
                  <a:pt x="525899" y="1629378"/>
                </a:lnTo>
                <a:lnTo>
                  <a:pt x="529685" y="1634426"/>
                </a:lnTo>
                <a:lnTo>
                  <a:pt x="535995" y="1639474"/>
                </a:lnTo>
                <a:lnTo>
                  <a:pt x="544830" y="1644523"/>
                </a:lnTo>
              </a:path>
              <a:path w="686435" h="1644650">
                <a:moveTo>
                  <a:pt x="0" y="0"/>
                </a:moveTo>
                <a:lnTo>
                  <a:pt x="0" y="0"/>
                </a:lnTo>
                <a:lnTo>
                  <a:pt x="89154" y="0"/>
                </a:lnTo>
                <a:lnTo>
                  <a:pt x="95757" y="3429"/>
                </a:lnTo>
                <a:lnTo>
                  <a:pt x="131439" y="28090"/>
                </a:lnTo>
                <a:lnTo>
                  <a:pt x="141223" y="35306"/>
                </a:lnTo>
                <a:lnTo>
                  <a:pt x="151630" y="42594"/>
                </a:lnTo>
                <a:lnTo>
                  <a:pt x="162655" y="49228"/>
                </a:lnTo>
                <a:lnTo>
                  <a:pt x="174299" y="55219"/>
                </a:lnTo>
                <a:lnTo>
                  <a:pt x="186562" y="60579"/>
                </a:lnTo>
                <a:lnTo>
                  <a:pt x="198899" y="65938"/>
                </a:lnTo>
                <a:lnTo>
                  <a:pt x="210581" y="71929"/>
                </a:lnTo>
                <a:lnTo>
                  <a:pt x="221620" y="78563"/>
                </a:lnTo>
                <a:lnTo>
                  <a:pt x="232029" y="85852"/>
                </a:lnTo>
                <a:lnTo>
                  <a:pt x="241813" y="92755"/>
                </a:lnTo>
                <a:lnTo>
                  <a:pt x="250967" y="98409"/>
                </a:lnTo>
                <a:lnTo>
                  <a:pt x="259478" y="102800"/>
                </a:lnTo>
                <a:lnTo>
                  <a:pt x="267335" y="105918"/>
                </a:lnTo>
                <a:lnTo>
                  <a:pt x="277367" y="109347"/>
                </a:lnTo>
                <a:lnTo>
                  <a:pt x="282448" y="112649"/>
                </a:lnTo>
                <a:lnTo>
                  <a:pt x="282448" y="156464"/>
                </a:lnTo>
                <a:lnTo>
                  <a:pt x="282136" y="163679"/>
                </a:lnTo>
                <a:lnTo>
                  <a:pt x="270636" y="195072"/>
                </a:lnTo>
                <a:lnTo>
                  <a:pt x="267335" y="201803"/>
                </a:lnTo>
                <a:lnTo>
                  <a:pt x="263905" y="208534"/>
                </a:lnTo>
                <a:lnTo>
                  <a:pt x="262255" y="213614"/>
                </a:lnTo>
                <a:lnTo>
                  <a:pt x="262255" y="216916"/>
                </a:lnTo>
                <a:lnTo>
                  <a:pt x="262255" y="220345"/>
                </a:lnTo>
                <a:lnTo>
                  <a:pt x="260604" y="221996"/>
                </a:lnTo>
                <a:lnTo>
                  <a:pt x="257301" y="221996"/>
                </a:lnTo>
                <a:lnTo>
                  <a:pt x="253873" y="221996"/>
                </a:lnTo>
                <a:lnTo>
                  <a:pt x="250570" y="221996"/>
                </a:lnTo>
                <a:lnTo>
                  <a:pt x="247142" y="221996"/>
                </a:lnTo>
                <a:lnTo>
                  <a:pt x="243840" y="221996"/>
                </a:lnTo>
                <a:lnTo>
                  <a:pt x="238759" y="215265"/>
                </a:lnTo>
                <a:lnTo>
                  <a:pt x="232029" y="201803"/>
                </a:lnTo>
                <a:lnTo>
                  <a:pt x="226980" y="191706"/>
                </a:lnTo>
                <a:lnTo>
                  <a:pt x="221932" y="181610"/>
                </a:lnTo>
                <a:lnTo>
                  <a:pt x="216884" y="171513"/>
                </a:lnTo>
                <a:lnTo>
                  <a:pt x="211836" y="161417"/>
                </a:lnTo>
                <a:lnTo>
                  <a:pt x="206787" y="151010"/>
                </a:lnTo>
                <a:lnTo>
                  <a:pt x="201739" y="139985"/>
                </a:lnTo>
                <a:lnTo>
                  <a:pt x="196691" y="128341"/>
                </a:lnTo>
                <a:lnTo>
                  <a:pt x="191643" y="116078"/>
                </a:lnTo>
                <a:lnTo>
                  <a:pt x="186594" y="103741"/>
                </a:lnTo>
                <a:lnTo>
                  <a:pt x="181546" y="92059"/>
                </a:lnTo>
                <a:lnTo>
                  <a:pt x="176498" y="81020"/>
                </a:lnTo>
                <a:lnTo>
                  <a:pt x="171450" y="70612"/>
                </a:lnTo>
                <a:lnTo>
                  <a:pt x="167042" y="60898"/>
                </a:lnTo>
                <a:lnTo>
                  <a:pt x="163909" y="51768"/>
                </a:lnTo>
                <a:lnTo>
                  <a:pt x="162038" y="43233"/>
                </a:lnTo>
                <a:lnTo>
                  <a:pt x="161417" y="35306"/>
                </a:lnTo>
                <a:lnTo>
                  <a:pt x="161417" y="25273"/>
                </a:lnTo>
                <a:lnTo>
                  <a:pt x="161417" y="18542"/>
                </a:lnTo>
                <a:lnTo>
                  <a:pt x="161417" y="15240"/>
                </a:lnTo>
                <a:lnTo>
                  <a:pt x="161417" y="11811"/>
                </a:lnTo>
                <a:lnTo>
                  <a:pt x="166497" y="11811"/>
                </a:lnTo>
                <a:lnTo>
                  <a:pt x="204890" y="36974"/>
                </a:lnTo>
                <a:lnTo>
                  <a:pt x="228558" y="64355"/>
                </a:lnTo>
                <a:lnTo>
                  <a:pt x="238331" y="75676"/>
                </a:lnTo>
                <a:lnTo>
                  <a:pt x="246223" y="84496"/>
                </a:lnTo>
                <a:lnTo>
                  <a:pt x="252222" y="90805"/>
                </a:lnTo>
                <a:lnTo>
                  <a:pt x="257270" y="96494"/>
                </a:lnTo>
                <a:lnTo>
                  <a:pt x="262318" y="103457"/>
                </a:lnTo>
                <a:lnTo>
                  <a:pt x="267366" y="111682"/>
                </a:lnTo>
                <a:lnTo>
                  <a:pt x="272414" y="121158"/>
                </a:lnTo>
                <a:lnTo>
                  <a:pt x="277463" y="130302"/>
                </a:lnTo>
                <a:lnTo>
                  <a:pt x="282511" y="137541"/>
                </a:lnTo>
                <a:lnTo>
                  <a:pt x="287559" y="142875"/>
                </a:lnTo>
                <a:lnTo>
                  <a:pt x="292608" y="146304"/>
                </a:lnTo>
                <a:lnTo>
                  <a:pt x="299211" y="149733"/>
                </a:lnTo>
                <a:lnTo>
                  <a:pt x="305942" y="154686"/>
                </a:lnTo>
                <a:lnTo>
                  <a:pt x="332867" y="186690"/>
                </a:lnTo>
                <a:lnTo>
                  <a:pt x="343027" y="203454"/>
                </a:lnTo>
                <a:lnTo>
                  <a:pt x="343027" y="206883"/>
                </a:lnTo>
                <a:lnTo>
                  <a:pt x="343027" y="210185"/>
                </a:lnTo>
                <a:lnTo>
                  <a:pt x="344677" y="213614"/>
                </a:lnTo>
                <a:lnTo>
                  <a:pt x="347980" y="216916"/>
                </a:lnTo>
                <a:lnTo>
                  <a:pt x="351408" y="220345"/>
                </a:lnTo>
                <a:lnTo>
                  <a:pt x="351408" y="223647"/>
                </a:lnTo>
                <a:lnTo>
                  <a:pt x="347980" y="227076"/>
                </a:lnTo>
                <a:lnTo>
                  <a:pt x="344677" y="230378"/>
                </a:lnTo>
                <a:lnTo>
                  <a:pt x="337947" y="232029"/>
                </a:lnTo>
                <a:lnTo>
                  <a:pt x="327914" y="232029"/>
                </a:lnTo>
                <a:lnTo>
                  <a:pt x="317791" y="232029"/>
                </a:lnTo>
                <a:lnTo>
                  <a:pt x="302656" y="232029"/>
                </a:lnTo>
                <a:lnTo>
                  <a:pt x="282497" y="232029"/>
                </a:lnTo>
                <a:lnTo>
                  <a:pt x="257301" y="232029"/>
                </a:lnTo>
                <a:lnTo>
                  <a:pt x="229510" y="231407"/>
                </a:lnTo>
                <a:lnTo>
                  <a:pt x="174023" y="226403"/>
                </a:lnTo>
                <a:lnTo>
                  <a:pt x="120413" y="216947"/>
                </a:lnTo>
                <a:lnTo>
                  <a:pt x="80063" y="206851"/>
                </a:lnTo>
                <a:lnTo>
                  <a:pt x="53578" y="197066"/>
                </a:lnTo>
                <a:lnTo>
                  <a:pt x="42862" y="192960"/>
                </a:lnTo>
                <a:lnTo>
                  <a:pt x="33385" y="189497"/>
                </a:lnTo>
                <a:lnTo>
                  <a:pt x="25145" y="186690"/>
                </a:lnTo>
                <a:lnTo>
                  <a:pt x="15112" y="183261"/>
                </a:lnTo>
                <a:lnTo>
                  <a:pt x="8382" y="178308"/>
                </a:lnTo>
                <a:lnTo>
                  <a:pt x="5079" y="171577"/>
                </a:lnTo>
                <a:lnTo>
                  <a:pt x="4722" y="167149"/>
                </a:lnTo>
                <a:lnTo>
                  <a:pt x="8794" y="163972"/>
                </a:lnTo>
                <a:lnTo>
                  <a:pt x="17295" y="162057"/>
                </a:lnTo>
                <a:lnTo>
                  <a:pt x="30226" y="16141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14286" y="2346960"/>
            <a:ext cx="626110" cy="434340"/>
          </a:xfrm>
          <a:custGeom>
            <a:avLst/>
            <a:gdLst/>
            <a:ahLst/>
            <a:cxnLst/>
            <a:rect l="l" t="t" r="r" b="b"/>
            <a:pathLst>
              <a:path w="626109" h="434339">
                <a:moveTo>
                  <a:pt x="625602" y="0"/>
                </a:moveTo>
                <a:lnTo>
                  <a:pt x="614554" y="0"/>
                </a:lnTo>
                <a:lnTo>
                  <a:pt x="601614" y="0"/>
                </a:lnTo>
                <a:lnTo>
                  <a:pt x="586793" y="0"/>
                </a:lnTo>
                <a:lnTo>
                  <a:pt x="570103" y="0"/>
                </a:lnTo>
                <a:lnTo>
                  <a:pt x="553029" y="950"/>
                </a:lnTo>
                <a:lnTo>
                  <a:pt x="537241" y="3794"/>
                </a:lnTo>
                <a:lnTo>
                  <a:pt x="522739" y="8518"/>
                </a:lnTo>
                <a:lnTo>
                  <a:pt x="509524" y="15112"/>
                </a:lnTo>
                <a:lnTo>
                  <a:pt x="496619" y="22711"/>
                </a:lnTo>
                <a:lnTo>
                  <a:pt x="483060" y="30273"/>
                </a:lnTo>
                <a:lnTo>
                  <a:pt x="468858" y="37812"/>
                </a:lnTo>
                <a:lnTo>
                  <a:pt x="454025" y="45338"/>
                </a:lnTo>
                <a:lnTo>
                  <a:pt x="438880" y="53266"/>
                </a:lnTo>
                <a:lnTo>
                  <a:pt x="423735" y="61801"/>
                </a:lnTo>
                <a:lnTo>
                  <a:pt x="408590" y="70931"/>
                </a:lnTo>
                <a:lnTo>
                  <a:pt x="393446" y="80644"/>
                </a:lnTo>
                <a:lnTo>
                  <a:pt x="377733" y="91053"/>
                </a:lnTo>
                <a:lnTo>
                  <a:pt x="360711" y="102092"/>
                </a:lnTo>
                <a:lnTo>
                  <a:pt x="342403" y="113774"/>
                </a:lnTo>
                <a:lnTo>
                  <a:pt x="322834" y="126111"/>
                </a:lnTo>
                <a:lnTo>
                  <a:pt x="302714" y="139636"/>
                </a:lnTo>
                <a:lnTo>
                  <a:pt x="262380" y="172402"/>
                </a:lnTo>
                <a:lnTo>
                  <a:pt x="222307" y="211524"/>
                </a:lnTo>
                <a:lnTo>
                  <a:pt x="203057" y="230774"/>
                </a:lnTo>
                <a:lnTo>
                  <a:pt x="184449" y="249382"/>
                </a:lnTo>
                <a:lnTo>
                  <a:pt x="149494" y="283714"/>
                </a:lnTo>
                <a:lnTo>
                  <a:pt x="119205" y="308947"/>
                </a:lnTo>
                <a:lnTo>
                  <a:pt x="105918" y="317753"/>
                </a:lnTo>
                <a:lnTo>
                  <a:pt x="93343" y="326304"/>
                </a:lnTo>
                <a:lnTo>
                  <a:pt x="80756" y="336724"/>
                </a:lnTo>
                <a:lnTo>
                  <a:pt x="68145" y="349025"/>
                </a:lnTo>
                <a:lnTo>
                  <a:pt x="55499" y="363219"/>
                </a:lnTo>
                <a:lnTo>
                  <a:pt x="44168" y="376461"/>
                </a:lnTo>
                <a:lnTo>
                  <a:pt x="35337" y="385905"/>
                </a:lnTo>
                <a:lnTo>
                  <a:pt x="29031" y="391562"/>
                </a:lnTo>
                <a:lnTo>
                  <a:pt x="25273" y="393445"/>
                </a:lnTo>
                <a:lnTo>
                  <a:pt x="21844" y="393445"/>
                </a:lnTo>
                <a:lnTo>
                  <a:pt x="16891" y="393445"/>
                </a:lnTo>
                <a:lnTo>
                  <a:pt x="10160" y="393445"/>
                </a:lnTo>
              </a:path>
              <a:path w="626109" h="434339">
                <a:moveTo>
                  <a:pt x="0" y="181610"/>
                </a:moveTo>
                <a:lnTo>
                  <a:pt x="0" y="181610"/>
                </a:lnTo>
                <a:lnTo>
                  <a:pt x="0" y="418718"/>
                </a:lnTo>
                <a:lnTo>
                  <a:pt x="1778" y="425450"/>
                </a:lnTo>
                <a:lnTo>
                  <a:pt x="5080" y="428751"/>
                </a:lnTo>
                <a:lnTo>
                  <a:pt x="8509" y="432180"/>
                </a:lnTo>
                <a:lnTo>
                  <a:pt x="15240" y="433831"/>
                </a:lnTo>
                <a:lnTo>
                  <a:pt x="25273" y="433831"/>
                </a:lnTo>
                <a:lnTo>
                  <a:pt x="32817" y="433520"/>
                </a:lnTo>
                <a:lnTo>
                  <a:pt x="74469" y="421227"/>
                </a:lnTo>
                <a:lnTo>
                  <a:pt x="116730" y="400702"/>
                </a:lnTo>
                <a:lnTo>
                  <a:pt x="152024" y="383037"/>
                </a:lnTo>
                <a:lnTo>
                  <a:pt x="171577" y="373252"/>
                </a:lnTo>
                <a:lnTo>
                  <a:pt x="210661" y="356870"/>
                </a:lnTo>
                <a:lnTo>
                  <a:pt x="263630" y="345225"/>
                </a:lnTo>
                <a:lnTo>
                  <a:pt x="277479" y="341725"/>
                </a:lnTo>
                <a:lnTo>
                  <a:pt x="311499" y="322786"/>
                </a:lnTo>
                <a:lnTo>
                  <a:pt x="317476" y="317775"/>
                </a:lnTo>
                <a:lnTo>
                  <a:pt x="322834" y="31280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21950" y="6942627"/>
            <a:ext cx="205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sz="10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Arial MT"/>
                <a:cs typeface="Arial MT"/>
              </a:rPr>
              <a:t>u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4775" y="4358385"/>
            <a:ext cx="3432809" cy="255498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20237" y="4783627"/>
            <a:ext cx="2870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0000FF"/>
                </a:solidFill>
                <a:latin typeface="Arial MT"/>
                <a:cs typeface="Arial MT"/>
              </a:rPr>
              <a:t>MuA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51991" y="6170548"/>
            <a:ext cx="4272915" cy="50800"/>
          </a:xfrm>
          <a:custGeom>
            <a:avLst/>
            <a:gdLst/>
            <a:ahLst/>
            <a:cxnLst/>
            <a:rect l="l" t="t" r="r" b="b"/>
            <a:pathLst>
              <a:path w="4272915" h="50800">
                <a:moveTo>
                  <a:pt x="6731" y="40385"/>
                </a:moveTo>
                <a:lnTo>
                  <a:pt x="0" y="40385"/>
                </a:lnTo>
                <a:lnTo>
                  <a:pt x="3302" y="40385"/>
                </a:lnTo>
                <a:lnTo>
                  <a:pt x="16764" y="40385"/>
                </a:lnTo>
                <a:lnTo>
                  <a:pt x="712851" y="40385"/>
                </a:lnTo>
                <a:lnTo>
                  <a:pt x="729569" y="40074"/>
                </a:lnTo>
                <a:lnTo>
                  <a:pt x="749442" y="39131"/>
                </a:lnTo>
                <a:lnTo>
                  <a:pt x="772483" y="37546"/>
                </a:lnTo>
                <a:lnTo>
                  <a:pt x="798703" y="35306"/>
                </a:lnTo>
                <a:lnTo>
                  <a:pt x="825160" y="33139"/>
                </a:lnTo>
                <a:lnTo>
                  <a:pt x="849106" y="31591"/>
                </a:lnTo>
                <a:lnTo>
                  <a:pt x="870551" y="30662"/>
                </a:lnTo>
                <a:lnTo>
                  <a:pt x="889508" y="30353"/>
                </a:lnTo>
                <a:lnTo>
                  <a:pt x="907131" y="30023"/>
                </a:lnTo>
                <a:lnTo>
                  <a:pt x="924766" y="29051"/>
                </a:lnTo>
                <a:lnTo>
                  <a:pt x="942425" y="27459"/>
                </a:lnTo>
                <a:lnTo>
                  <a:pt x="960120" y="25272"/>
                </a:lnTo>
                <a:lnTo>
                  <a:pt x="976810" y="23086"/>
                </a:lnTo>
                <a:lnTo>
                  <a:pt x="991631" y="21494"/>
                </a:lnTo>
                <a:lnTo>
                  <a:pt x="1004571" y="20522"/>
                </a:lnTo>
                <a:lnTo>
                  <a:pt x="1015619" y="20192"/>
                </a:lnTo>
                <a:lnTo>
                  <a:pt x="1025386" y="20192"/>
                </a:lnTo>
                <a:lnTo>
                  <a:pt x="1034510" y="20192"/>
                </a:lnTo>
                <a:lnTo>
                  <a:pt x="1161796" y="20192"/>
                </a:lnTo>
                <a:lnTo>
                  <a:pt x="1168527" y="21970"/>
                </a:lnTo>
                <a:lnTo>
                  <a:pt x="1171956" y="25272"/>
                </a:lnTo>
                <a:lnTo>
                  <a:pt x="1175258" y="28575"/>
                </a:lnTo>
                <a:lnTo>
                  <a:pt x="1181989" y="30353"/>
                </a:lnTo>
                <a:lnTo>
                  <a:pt x="1192148" y="30353"/>
                </a:lnTo>
                <a:lnTo>
                  <a:pt x="1199693" y="30662"/>
                </a:lnTo>
                <a:lnTo>
                  <a:pt x="1207261" y="31591"/>
                </a:lnTo>
                <a:lnTo>
                  <a:pt x="1214830" y="33139"/>
                </a:lnTo>
                <a:lnTo>
                  <a:pt x="1222375" y="35306"/>
                </a:lnTo>
                <a:lnTo>
                  <a:pt x="1230596" y="37546"/>
                </a:lnTo>
                <a:lnTo>
                  <a:pt x="1240043" y="39131"/>
                </a:lnTo>
                <a:lnTo>
                  <a:pt x="1250753" y="40074"/>
                </a:lnTo>
                <a:lnTo>
                  <a:pt x="1262761" y="40385"/>
                </a:lnTo>
                <a:lnTo>
                  <a:pt x="1274714" y="40385"/>
                </a:lnTo>
                <a:lnTo>
                  <a:pt x="1285430" y="40385"/>
                </a:lnTo>
                <a:lnTo>
                  <a:pt x="2791206" y="40385"/>
                </a:lnTo>
                <a:lnTo>
                  <a:pt x="2806021" y="40697"/>
                </a:lnTo>
                <a:lnTo>
                  <a:pt x="2820193" y="41640"/>
                </a:lnTo>
                <a:lnTo>
                  <a:pt x="2833747" y="43225"/>
                </a:lnTo>
                <a:lnTo>
                  <a:pt x="2846705" y="45465"/>
                </a:lnTo>
                <a:lnTo>
                  <a:pt x="2859609" y="47652"/>
                </a:lnTo>
                <a:lnTo>
                  <a:pt x="2873168" y="49244"/>
                </a:lnTo>
                <a:lnTo>
                  <a:pt x="2887370" y="50216"/>
                </a:lnTo>
                <a:lnTo>
                  <a:pt x="2902204" y="50545"/>
                </a:lnTo>
                <a:lnTo>
                  <a:pt x="2917346" y="50545"/>
                </a:lnTo>
                <a:lnTo>
                  <a:pt x="2932477" y="50545"/>
                </a:lnTo>
                <a:lnTo>
                  <a:pt x="3361182" y="50545"/>
                </a:lnTo>
                <a:lnTo>
                  <a:pt x="3382662" y="50216"/>
                </a:lnTo>
                <a:lnTo>
                  <a:pt x="3401583" y="49244"/>
                </a:lnTo>
                <a:lnTo>
                  <a:pt x="3417956" y="47652"/>
                </a:lnTo>
                <a:lnTo>
                  <a:pt x="3431794" y="45465"/>
                </a:lnTo>
                <a:lnTo>
                  <a:pt x="3444130" y="43225"/>
                </a:lnTo>
                <a:lnTo>
                  <a:pt x="3455812" y="41640"/>
                </a:lnTo>
                <a:lnTo>
                  <a:pt x="3466851" y="40697"/>
                </a:lnTo>
                <a:lnTo>
                  <a:pt x="3477260" y="40385"/>
                </a:lnTo>
                <a:lnTo>
                  <a:pt x="3487666" y="40074"/>
                </a:lnTo>
                <a:lnTo>
                  <a:pt x="3498691" y="39131"/>
                </a:lnTo>
                <a:lnTo>
                  <a:pt x="3510335" y="37546"/>
                </a:lnTo>
                <a:lnTo>
                  <a:pt x="3522599" y="35306"/>
                </a:lnTo>
                <a:lnTo>
                  <a:pt x="3534935" y="33139"/>
                </a:lnTo>
                <a:lnTo>
                  <a:pt x="3546617" y="31591"/>
                </a:lnTo>
                <a:lnTo>
                  <a:pt x="3557656" y="30662"/>
                </a:lnTo>
                <a:lnTo>
                  <a:pt x="3568065" y="30353"/>
                </a:lnTo>
                <a:lnTo>
                  <a:pt x="3578161" y="30353"/>
                </a:lnTo>
                <a:lnTo>
                  <a:pt x="3588258" y="30353"/>
                </a:lnTo>
                <a:lnTo>
                  <a:pt x="3648710" y="30353"/>
                </a:lnTo>
                <a:lnTo>
                  <a:pt x="3658806" y="30023"/>
                </a:lnTo>
                <a:lnTo>
                  <a:pt x="3668903" y="29051"/>
                </a:lnTo>
                <a:lnTo>
                  <a:pt x="3678999" y="27459"/>
                </a:lnTo>
                <a:lnTo>
                  <a:pt x="3689096" y="25272"/>
                </a:lnTo>
                <a:lnTo>
                  <a:pt x="3699192" y="23086"/>
                </a:lnTo>
                <a:lnTo>
                  <a:pt x="3709289" y="21494"/>
                </a:lnTo>
                <a:lnTo>
                  <a:pt x="3719385" y="20522"/>
                </a:lnTo>
                <a:lnTo>
                  <a:pt x="3729482" y="20192"/>
                </a:lnTo>
                <a:lnTo>
                  <a:pt x="3739249" y="20192"/>
                </a:lnTo>
                <a:lnTo>
                  <a:pt x="3748373" y="20192"/>
                </a:lnTo>
                <a:lnTo>
                  <a:pt x="3956431" y="20192"/>
                </a:lnTo>
                <a:lnTo>
                  <a:pt x="3964029" y="19883"/>
                </a:lnTo>
                <a:lnTo>
                  <a:pt x="3971591" y="18954"/>
                </a:lnTo>
                <a:lnTo>
                  <a:pt x="3979130" y="17406"/>
                </a:lnTo>
                <a:lnTo>
                  <a:pt x="3986657" y="15239"/>
                </a:lnTo>
                <a:lnTo>
                  <a:pt x="3994257" y="12999"/>
                </a:lnTo>
                <a:lnTo>
                  <a:pt x="4001833" y="11414"/>
                </a:lnTo>
                <a:lnTo>
                  <a:pt x="4009409" y="10471"/>
                </a:lnTo>
                <a:lnTo>
                  <a:pt x="4017010" y="10159"/>
                </a:lnTo>
                <a:lnTo>
                  <a:pt x="4024866" y="10159"/>
                </a:lnTo>
                <a:lnTo>
                  <a:pt x="4033377" y="10159"/>
                </a:lnTo>
                <a:lnTo>
                  <a:pt x="4087622" y="10159"/>
                </a:lnTo>
                <a:lnTo>
                  <a:pt x="4094855" y="9848"/>
                </a:lnTo>
                <a:lnTo>
                  <a:pt x="4101480" y="8905"/>
                </a:lnTo>
                <a:lnTo>
                  <a:pt x="4107463" y="7320"/>
                </a:lnTo>
                <a:lnTo>
                  <a:pt x="4112768" y="5079"/>
                </a:lnTo>
                <a:lnTo>
                  <a:pt x="4118145" y="2893"/>
                </a:lnTo>
                <a:lnTo>
                  <a:pt x="4124166" y="1301"/>
                </a:lnTo>
                <a:lnTo>
                  <a:pt x="4130805" y="329"/>
                </a:lnTo>
                <a:lnTo>
                  <a:pt x="4138041" y="0"/>
                </a:lnTo>
                <a:lnTo>
                  <a:pt x="4145639" y="0"/>
                </a:lnTo>
                <a:lnTo>
                  <a:pt x="4153201" y="0"/>
                </a:lnTo>
                <a:lnTo>
                  <a:pt x="4272534" y="0"/>
                </a:lnTo>
                <a:lnTo>
                  <a:pt x="4267581" y="0"/>
                </a:lnTo>
                <a:lnTo>
                  <a:pt x="425411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00066" y="6670230"/>
            <a:ext cx="2089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0000FF"/>
                </a:solidFill>
                <a:latin typeface="Arial MT"/>
                <a:cs typeface="Arial MT"/>
              </a:rPr>
              <a:t>OA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03211" y="6680318"/>
            <a:ext cx="2089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0000FF"/>
                </a:solidFill>
                <a:latin typeface="Arial MT"/>
                <a:cs typeface="Arial MT"/>
              </a:rPr>
              <a:t>OB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83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&lt;그림</a:t>
            </a:r>
            <a:r>
              <a:rPr spc="195" dirty="0">
                <a:solidFill>
                  <a:srgbClr val="000000"/>
                </a:solidFill>
              </a:rPr>
              <a:t> </a:t>
            </a:r>
            <a:r>
              <a:rPr spc="210" dirty="0">
                <a:solidFill>
                  <a:srgbClr val="000000"/>
                </a:solidFill>
              </a:rPr>
              <a:t>3-</a:t>
            </a:r>
            <a:r>
              <a:rPr dirty="0">
                <a:solidFill>
                  <a:srgbClr val="000000"/>
                </a:solidFill>
              </a:rPr>
              <a:t>1&gt;</a:t>
            </a:r>
            <a:r>
              <a:rPr spc="1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공리주의에서</a:t>
            </a:r>
            <a:r>
              <a:rPr spc="2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소득의</a:t>
            </a:r>
            <a:r>
              <a:rPr spc="19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최적분배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37260" y="1666367"/>
            <a:ext cx="6461458" cy="4828707"/>
            <a:chOff x="2137260" y="1666367"/>
            <a:chExt cx="6461458" cy="482870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7260" y="1666367"/>
              <a:ext cx="6461458" cy="47294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9814" y="1699926"/>
              <a:ext cx="234696" cy="1371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65023" y="6246154"/>
              <a:ext cx="482600" cy="248920"/>
            </a:xfrm>
            <a:custGeom>
              <a:avLst/>
              <a:gdLst/>
              <a:ahLst/>
              <a:cxnLst/>
              <a:rect l="l" t="t" r="r" b="b"/>
              <a:pathLst>
                <a:path w="482600" h="248920">
                  <a:moveTo>
                    <a:pt x="482472" y="141351"/>
                  </a:moveTo>
                  <a:lnTo>
                    <a:pt x="482472" y="141351"/>
                  </a:lnTo>
                  <a:lnTo>
                    <a:pt x="265556" y="141351"/>
                  </a:lnTo>
                  <a:lnTo>
                    <a:pt x="235313" y="141021"/>
                  </a:lnTo>
                  <a:lnTo>
                    <a:pt x="210105" y="140049"/>
                  </a:lnTo>
                  <a:lnTo>
                    <a:pt x="189922" y="138457"/>
                  </a:lnTo>
                  <a:lnTo>
                    <a:pt x="174751" y="136271"/>
                  </a:lnTo>
                  <a:lnTo>
                    <a:pt x="161538" y="134030"/>
                  </a:lnTo>
                  <a:lnTo>
                    <a:pt x="147050" y="132445"/>
                  </a:lnTo>
                  <a:lnTo>
                    <a:pt x="131300" y="131502"/>
                  </a:lnTo>
                  <a:lnTo>
                    <a:pt x="114300" y="131191"/>
                  </a:lnTo>
                  <a:lnTo>
                    <a:pt x="97555" y="131191"/>
                  </a:lnTo>
                  <a:lnTo>
                    <a:pt x="82740" y="131191"/>
                  </a:lnTo>
                  <a:lnTo>
                    <a:pt x="30225" y="131191"/>
                  </a:lnTo>
                  <a:lnTo>
                    <a:pt x="28575" y="127889"/>
                  </a:lnTo>
                  <a:lnTo>
                    <a:pt x="28575" y="121158"/>
                  </a:lnTo>
                </a:path>
                <a:path w="482600" h="248920">
                  <a:moveTo>
                    <a:pt x="189991" y="0"/>
                  </a:moveTo>
                  <a:lnTo>
                    <a:pt x="157178" y="23028"/>
                  </a:lnTo>
                  <a:lnTo>
                    <a:pt x="106695" y="55846"/>
                  </a:lnTo>
                  <a:lnTo>
                    <a:pt x="65087" y="76977"/>
                  </a:lnTo>
                  <a:lnTo>
                    <a:pt x="50291" y="81393"/>
                  </a:lnTo>
                  <a:lnTo>
                    <a:pt x="44957" y="83264"/>
                  </a:lnTo>
                  <a:lnTo>
                    <a:pt x="6750" y="108842"/>
                  </a:lnTo>
                  <a:lnTo>
                    <a:pt x="0" y="126111"/>
                  </a:lnTo>
                  <a:lnTo>
                    <a:pt x="0" y="132842"/>
                  </a:lnTo>
                  <a:lnTo>
                    <a:pt x="33559" y="151384"/>
                  </a:lnTo>
                  <a:lnTo>
                    <a:pt x="58800" y="156464"/>
                  </a:lnTo>
                  <a:lnTo>
                    <a:pt x="74255" y="159583"/>
                  </a:lnTo>
                  <a:lnTo>
                    <a:pt x="124332" y="176657"/>
                  </a:lnTo>
                  <a:lnTo>
                    <a:pt x="174535" y="199338"/>
                  </a:lnTo>
                  <a:lnTo>
                    <a:pt x="216471" y="220757"/>
                  </a:lnTo>
                  <a:lnTo>
                    <a:pt x="242619" y="236874"/>
                  </a:lnTo>
                  <a:lnTo>
                    <a:pt x="249253" y="240950"/>
                  </a:lnTo>
                  <a:lnTo>
                    <a:pt x="255244" y="244407"/>
                  </a:lnTo>
                  <a:lnTo>
                    <a:pt x="260603" y="247269"/>
                  </a:lnTo>
                  <a:lnTo>
                    <a:pt x="263749" y="248814"/>
                  </a:lnTo>
                  <a:lnTo>
                    <a:pt x="263096" y="248491"/>
                  </a:lnTo>
                  <a:lnTo>
                    <a:pt x="258657" y="246286"/>
                  </a:lnTo>
                  <a:lnTo>
                    <a:pt x="250443" y="242189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88399" y="6362423"/>
            <a:ext cx="517525" cy="133985"/>
            <a:chOff x="2188591" y="6497192"/>
            <a:chExt cx="517525" cy="133985"/>
          </a:xfrm>
        </p:grpSpPr>
        <p:sp>
          <p:nvSpPr>
            <p:cNvPr id="8" name="object 8"/>
            <p:cNvSpPr/>
            <p:nvPr/>
          </p:nvSpPr>
          <p:spPr>
            <a:xfrm>
              <a:off x="2194941" y="6553961"/>
              <a:ext cx="464184" cy="20320"/>
            </a:xfrm>
            <a:custGeom>
              <a:avLst/>
              <a:gdLst/>
              <a:ahLst/>
              <a:cxnLst/>
              <a:rect l="l" t="t" r="r" b="b"/>
              <a:pathLst>
                <a:path w="464185" h="20320">
                  <a:moveTo>
                    <a:pt x="0" y="0"/>
                  </a:moveTo>
                  <a:lnTo>
                    <a:pt x="6731" y="0"/>
                  </a:lnTo>
                  <a:lnTo>
                    <a:pt x="13461" y="0"/>
                  </a:lnTo>
                  <a:lnTo>
                    <a:pt x="20192" y="0"/>
                  </a:lnTo>
                  <a:lnTo>
                    <a:pt x="25862" y="311"/>
                  </a:lnTo>
                  <a:lnTo>
                    <a:pt x="32781" y="1254"/>
                  </a:lnTo>
                  <a:lnTo>
                    <a:pt x="40963" y="2839"/>
                  </a:lnTo>
                  <a:lnTo>
                    <a:pt x="50418" y="5080"/>
                  </a:lnTo>
                  <a:lnTo>
                    <a:pt x="61466" y="7266"/>
                  </a:lnTo>
                  <a:lnTo>
                    <a:pt x="74406" y="8858"/>
                  </a:lnTo>
                  <a:lnTo>
                    <a:pt x="89227" y="9830"/>
                  </a:lnTo>
                  <a:lnTo>
                    <a:pt x="105917" y="10160"/>
                  </a:lnTo>
                  <a:lnTo>
                    <a:pt x="124509" y="10469"/>
                  </a:lnTo>
                  <a:lnTo>
                    <a:pt x="145018" y="11398"/>
                  </a:lnTo>
                  <a:lnTo>
                    <a:pt x="167407" y="12946"/>
                  </a:lnTo>
                  <a:lnTo>
                    <a:pt x="191642" y="15113"/>
                  </a:lnTo>
                  <a:lnTo>
                    <a:pt x="216243" y="17353"/>
                  </a:lnTo>
                  <a:lnTo>
                    <a:pt x="239569" y="18938"/>
                  </a:lnTo>
                  <a:lnTo>
                    <a:pt x="261633" y="19881"/>
                  </a:lnTo>
                  <a:lnTo>
                    <a:pt x="282447" y="20193"/>
                  </a:lnTo>
                  <a:lnTo>
                    <a:pt x="302329" y="20193"/>
                  </a:lnTo>
                  <a:lnTo>
                    <a:pt x="321579" y="20193"/>
                  </a:lnTo>
                  <a:lnTo>
                    <a:pt x="462406" y="20193"/>
                  </a:lnTo>
                  <a:lnTo>
                    <a:pt x="464057" y="16764"/>
                  </a:lnTo>
                  <a:lnTo>
                    <a:pt x="464057" y="1016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2230" y="6497192"/>
              <a:ext cx="103505" cy="13373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14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943BA-1D7B-A236-A6AC-456612CE00F7}"/>
              </a:ext>
            </a:extLst>
          </p:cNvPr>
          <p:cNvSpPr txBox="1"/>
          <p:nvPr/>
        </p:nvSpPr>
        <p:spPr>
          <a:xfrm>
            <a:off x="2414141" y="1698554"/>
            <a:ext cx="171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MU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소득의</a:t>
            </a:r>
            <a:r>
              <a:rPr lang="en-US" altLang="ko-KR" sz="1200" dirty="0"/>
              <a:t> </a:t>
            </a:r>
            <a:r>
              <a:rPr lang="ko-KR" altLang="en-US" sz="1200" dirty="0"/>
              <a:t>한계효용수준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21840-55D4-33E4-93AB-2316AE1F25D6}"/>
              </a:ext>
            </a:extLst>
          </p:cNvPr>
          <p:cNvSpPr txBox="1"/>
          <p:nvPr/>
        </p:nvSpPr>
        <p:spPr>
          <a:xfrm>
            <a:off x="2048040" y="651771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소득수준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FFCC0C-F7FC-F2D1-1126-82BCE49B2377}"/>
              </a:ext>
            </a:extLst>
          </p:cNvPr>
          <p:cNvSpPr txBox="1"/>
          <p:nvPr/>
        </p:nvSpPr>
        <p:spPr>
          <a:xfrm>
            <a:off x="7575049" y="6495074"/>
            <a:ext cx="800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소득수준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2AEBCC-FA64-109F-05B0-446723AF24C8}"/>
              </a:ext>
            </a:extLst>
          </p:cNvPr>
          <p:cNvSpPr txBox="1"/>
          <p:nvPr/>
        </p:nvSpPr>
        <p:spPr>
          <a:xfrm>
            <a:off x="5076404" y="30162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A2684-CBAE-D07A-1471-DF3C25B804AD}"/>
              </a:ext>
            </a:extLst>
          </p:cNvPr>
          <p:cNvSpPr txBox="1"/>
          <p:nvPr/>
        </p:nvSpPr>
        <p:spPr>
          <a:xfrm>
            <a:off x="6026150" y="338558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E2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8978D-7F99-AC0B-4A15-731EF06E4B1E}"/>
              </a:ext>
            </a:extLst>
          </p:cNvPr>
          <p:cNvSpPr txBox="1"/>
          <p:nvPr/>
        </p:nvSpPr>
        <p:spPr>
          <a:xfrm>
            <a:off x="4796395" y="6396604"/>
            <a:ext cx="769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C(A1,B1)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BFE524-09DC-3F44-88CC-914B5B454EB7}"/>
              </a:ext>
            </a:extLst>
          </p:cNvPr>
          <p:cNvSpPr txBox="1"/>
          <p:nvPr/>
        </p:nvSpPr>
        <p:spPr>
          <a:xfrm>
            <a:off x="5814828" y="6429288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D(A2,B2)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069511-DD54-18FD-8D74-1F367AC01084}"/>
              </a:ext>
            </a:extLst>
          </p:cNvPr>
          <p:cNvSpPr txBox="1"/>
          <p:nvPr/>
        </p:nvSpPr>
        <p:spPr>
          <a:xfrm>
            <a:off x="6026150" y="264691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B2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2)</a:t>
            </a:r>
            <a:r>
              <a:rPr spc="33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비판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5525770" cy="16510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b="1" dirty="0">
                <a:latin typeface="Malgun Gothic"/>
                <a:cs typeface="Malgun Gothic"/>
              </a:rPr>
              <a:t>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불공정한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분배</a:t>
            </a:r>
            <a:endParaRPr sz="2000">
              <a:latin typeface="Malgun Gothic"/>
              <a:cs typeface="Malgun Gothic"/>
            </a:endParaRPr>
          </a:p>
          <a:p>
            <a:pPr marL="459740" marR="5080" indent="-321310">
              <a:lnSpc>
                <a:spcPct val="132900"/>
              </a:lnSpc>
              <a:spcBef>
                <a:spcPts val="15"/>
              </a:spcBef>
              <a:buChar char="-"/>
              <a:tabLst>
                <a:tab pos="459740" algn="l"/>
                <a:tab pos="1636395" algn="l"/>
                <a:tab pos="3320415" algn="l"/>
                <a:tab pos="4751070" algn="l"/>
              </a:tabLst>
            </a:pPr>
            <a:r>
              <a:rPr sz="2000" b="1" spc="-20" dirty="0">
                <a:latin typeface="Malgun Gothic"/>
                <a:cs typeface="Malgun Gothic"/>
              </a:rPr>
              <a:t>총복지는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극대화되어도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사회구성원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개개인 </a:t>
            </a:r>
            <a:r>
              <a:rPr sz="2000" b="1" dirty="0">
                <a:latin typeface="Malgun Gothic"/>
                <a:cs typeface="Malgun Gothic"/>
              </a:rPr>
              <a:t>분배는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결과적으로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불공정할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marL="452120" indent="-313690">
              <a:lnSpc>
                <a:spcPct val="100000"/>
              </a:lnSpc>
              <a:spcBef>
                <a:spcPts val="800"/>
              </a:spcBef>
              <a:buChar char="-"/>
              <a:tabLst>
                <a:tab pos="452120" algn="l"/>
                <a:tab pos="1873885" algn="l"/>
                <a:tab pos="2790825" algn="l"/>
                <a:tab pos="4212590" algn="l"/>
                <a:tab pos="4874895" algn="l"/>
              </a:tabLst>
            </a:pPr>
            <a:r>
              <a:rPr sz="2000" b="1" spc="-10" dirty="0">
                <a:latin typeface="Malgun Gothic"/>
                <a:cs typeface="Malgun Gothic"/>
              </a:rPr>
              <a:t>공리주의에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따르면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생활수준이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가장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낮은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8204" y="2427425"/>
            <a:ext cx="288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4719" algn="l"/>
                <a:tab pos="236601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사이에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이루어지는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소득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9672" y="3239277"/>
            <a:ext cx="30264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  <a:tab pos="1842135" algn="l"/>
                <a:tab pos="250444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계층이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손해를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입게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되더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636" y="3546044"/>
            <a:ext cx="8549005" cy="2867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2120" marR="5080" algn="just">
              <a:lnSpc>
                <a:spcPct val="133200"/>
              </a:lnSpc>
              <a:spcBef>
                <a:spcPts val="90"/>
              </a:spcBef>
            </a:pPr>
            <a:r>
              <a:rPr sz="2000" b="1" dirty="0">
                <a:latin typeface="Malgun Gothic"/>
                <a:cs typeface="Malgun Gothic"/>
              </a:rPr>
              <a:t>라도</a:t>
            </a:r>
            <a:r>
              <a:rPr sz="2000" b="1" spc="-9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총복지만</a:t>
            </a:r>
            <a:r>
              <a:rPr sz="2000" b="1" spc="-7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극대화된다면</a:t>
            </a:r>
            <a:r>
              <a:rPr sz="2000" b="1" spc="-7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그러한</a:t>
            </a:r>
            <a:r>
              <a:rPr sz="2000" b="1" spc="-7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불공정이</a:t>
            </a:r>
            <a:r>
              <a:rPr sz="2000" b="1" spc="-7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공식적으로</a:t>
            </a:r>
            <a:r>
              <a:rPr sz="2000" b="1" spc="-75" dirty="0">
                <a:latin typeface="Malgun Gothic"/>
                <a:cs typeface="Malgun Gothic"/>
              </a:rPr>
              <a:t>  </a:t>
            </a:r>
            <a:r>
              <a:rPr sz="2000" b="1" spc="-20" dirty="0">
                <a:latin typeface="Malgun Gothic"/>
                <a:cs typeface="Malgun Gothic"/>
              </a:rPr>
              <a:t>수용되고 </a:t>
            </a:r>
            <a:r>
              <a:rPr sz="2000" b="1" dirty="0">
                <a:latin typeface="Malgun Gothic"/>
                <a:cs typeface="Malgun Gothic"/>
              </a:rPr>
              <a:t>정당화될</a:t>
            </a:r>
            <a:r>
              <a:rPr sz="2000" b="1" spc="4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4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있다.</a:t>
            </a:r>
            <a:r>
              <a:rPr sz="2000" b="1" spc="4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따라서</a:t>
            </a:r>
            <a:r>
              <a:rPr sz="2000" b="1" spc="4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공리주의는</a:t>
            </a:r>
            <a:r>
              <a:rPr sz="2000" b="1" spc="4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개인들</a:t>
            </a:r>
            <a:r>
              <a:rPr sz="2000" b="1" spc="4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사이의</a:t>
            </a:r>
            <a:r>
              <a:rPr sz="2000" b="1" spc="4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소득분배</a:t>
            </a:r>
            <a:r>
              <a:rPr sz="2000" b="1" spc="42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상황 </a:t>
            </a:r>
            <a:r>
              <a:rPr sz="2000" b="1" dirty="0">
                <a:latin typeface="Malgun Gothic"/>
                <a:cs typeface="Malgun Gothic"/>
              </a:rPr>
              <a:t>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무관심하게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된다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Malgun Gothic"/>
                <a:cs typeface="Malgun Gothic"/>
              </a:rPr>
              <a:t>②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개인의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자유에</a:t>
            </a:r>
            <a:r>
              <a:rPr sz="2000" b="1" spc="28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대한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침해</a:t>
            </a:r>
            <a:endParaRPr sz="2000">
              <a:latin typeface="Malgun Gothic"/>
              <a:cs typeface="Malgun Gothic"/>
            </a:endParaRPr>
          </a:p>
          <a:p>
            <a:pPr marL="423545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개인의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자유로운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행위는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총효용의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극대화와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배치되는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경우가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  <a:p>
            <a:pPr marL="42354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부정적인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외부효과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S PGothic"/>
                <a:cs typeface="MS PGothic"/>
              </a:rPr>
              <a:t>⟹</a:t>
            </a:r>
            <a:r>
              <a:rPr sz="2000" spc="380" dirty="0">
                <a:latin typeface="MS PGothic"/>
                <a:cs typeface="MS P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처벌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S PGothic"/>
                <a:cs typeface="MS PGothic"/>
              </a:rPr>
              <a:t>⟹</a:t>
            </a:r>
            <a:r>
              <a:rPr sz="2000" spc="380" dirty="0">
                <a:latin typeface="MS PGothic"/>
                <a:cs typeface="MS P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반자유주의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88947" y="2730373"/>
            <a:ext cx="1877060" cy="20320"/>
          </a:xfrm>
          <a:custGeom>
            <a:avLst/>
            <a:gdLst/>
            <a:ahLst/>
            <a:cxnLst/>
            <a:rect l="l" t="t" r="r" b="b"/>
            <a:pathLst>
              <a:path w="1877060" h="20319">
                <a:moveTo>
                  <a:pt x="0" y="20065"/>
                </a:moveTo>
                <a:lnTo>
                  <a:pt x="0" y="20065"/>
                </a:lnTo>
                <a:lnTo>
                  <a:pt x="887857" y="20065"/>
                </a:lnTo>
                <a:lnTo>
                  <a:pt x="908617" y="19756"/>
                </a:lnTo>
                <a:lnTo>
                  <a:pt x="954043" y="17279"/>
                </a:lnTo>
                <a:lnTo>
                  <a:pt x="1003518" y="12561"/>
                </a:lnTo>
                <a:lnTo>
                  <a:pt x="1051421" y="7504"/>
                </a:lnTo>
                <a:lnTo>
                  <a:pt x="1074420" y="4952"/>
                </a:lnTo>
                <a:lnTo>
                  <a:pt x="1098113" y="2786"/>
                </a:lnTo>
                <a:lnTo>
                  <a:pt x="1123664" y="1238"/>
                </a:lnTo>
                <a:lnTo>
                  <a:pt x="1151072" y="309"/>
                </a:lnTo>
                <a:lnTo>
                  <a:pt x="1180338" y="0"/>
                </a:lnTo>
                <a:lnTo>
                  <a:pt x="1209675" y="0"/>
                </a:lnTo>
                <a:lnTo>
                  <a:pt x="1237107" y="0"/>
                </a:lnTo>
                <a:lnTo>
                  <a:pt x="1869821" y="0"/>
                </a:lnTo>
                <a:lnTo>
                  <a:pt x="187655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9333" y="2306573"/>
            <a:ext cx="1523365" cy="50800"/>
          </a:xfrm>
          <a:custGeom>
            <a:avLst/>
            <a:gdLst/>
            <a:ahLst/>
            <a:cxnLst/>
            <a:rect l="l" t="t" r="r" b="b"/>
            <a:pathLst>
              <a:path w="1523364" h="50800">
                <a:moveTo>
                  <a:pt x="0" y="50418"/>
                </a:moveTo>
                <a:lnTo>
                  <a:pt x="8381" y="50418"/>
                </a:lnTo>
                <a:lnTo>
                  <a:pt x="347979" y="50418"/>
                </a:lnTo>
                <a:lnTo>
                  <a:pt x="365986" y="50109"/>
                </a:lnTo>
                <a:lnTo>
                  <a:pt x="384587" y="49180"/>
                </a:lnTo>
                <a:lnTo>
                  <a:pt x="403808" y="47632"/>
                </a:lnTo>
                <a:lnTo>
                  <a:pt x="423672" y="45465"/>
                </a:lnTo>
                <a:lnTo>
                  <a:pt x="444174" y="43225"/>
                </a:lnTo>
                <a:lnTo>
                  <a:pt x="465296" y="41640"/>
                </a:lnTo>
                <a:lnTo>
                  <a:pt x="487037" y="40697"/>
                </a:lnTo>
                <a:lnTo>
                  <a:pt x="509397" y="40386"/>
                </a:lnTo>
                <a:lnTo>
                  <a:pt x="530568" y="40386"/>
                </a:lnTo>
                <a:lnTo>
                  <a:pt x="548560" y="40386"/>
                </a:lnTo>
                <a:lnTo>
                  <a:pt x="1003808" y="40386"/>
                </a:lnTo>
                <a:lnTo>
                  <a:pt x="1039739" y="40074"/>
                </a:lnTo>
                <a:lnTo>
                  <a:pt x="1100266" y="37546"/>
                </a:lnTo>
                <a:lnTo>
                  <a:pt x="1147216" y="32498"/>
                </a:lnTo>
                <a:lnTo>
                  <a:pt x="1190115" y="24929"/>
                </a:lnTo>
                <a:lnTo>
                  <a:pt x="1210564" y="20192"/>
                </a:lnTo>
                <a:lnTo>
                  <a:pt x="1230445" y="15785"/>
                </a:lnTo>
                <a:lnTo>
                  <a:pt x="1249695" y="12652"/>
                </a:lnTo>
                <a:lnTo>
                  <a:pt x="1268303" y="10781"/>
                </a:lnTo>
                <a:lnTo>
                  <a:pt x="1286255" y="10160"/>
                </a:lnTo>
                <a:lnTo>
                  <a:pt x="1304573" y="10160"/>
                </a:lnTo>
                <a:lnTo>
                  <a:pt x="1324117" y="10160"/>
                </a:lnTo>
                <a:lnTo>
                  <a:pt x="1509903" y="10160"/>
                </a:lnTo>
                <a:lnTo>
                  <a:pt x="1516634" y="6730"/>
                </a:lnTo>
                <a:lnTo>
                  <a:pt x="152336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76639" y="271017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>
                <a:moveTo>
                  <a:pt x="0" y="0"/>
                </a:moveTo>
                <a:lnTo>
                  <a:pt x="0" y="0"/>
                </a:lnTo>
                <a:lnTo>
                  <a:pt x="386714" y="0"/>
                </a:lnTo>
                <a:lnTo>
                  <a:pt x="39344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59784" y="3154045"/>
            <a:ext cx="565150" cy="20320"/>
          </a:xfrm>
          <a:custGeom>
            <a:avLst/>
            <a:gdLst/>
            <a:ahLst/>
            <a:cxnLst/>
            <a:rect l="l" t="t" r="r" b="b"/>
            <a:pathLst>
              <a:path w="565150" h="20319">
                <a:moveTo>
                  <a:pt x="0" y="20192"/>
                </a:moveTo>
                <a:lnTo>
                  <a:pt x="0" y="20192"/>
                </a:lnTo>
                <a:lnTo>
                  <a:pt x="60578" y="20192"/>
                </a:lnTo>
                <a:lnTo>
                  <a:pt x="66889" y="19881"/>
                </a:lnTo>
                <a:lnTo>
                  <a:pt x="75723" y="18938"/>
                </a:lnTo>
                <a:lnTo>
                  <a:pt x="87082" y="17353"/>
                </a:lnTo>
                <a:lnTo>
                  <a:pt x="100964" y="15112"/>
                </a:lnTo>
                <a:lnTo>
                  <a:pt x="115415" y="12926"/>
                </a:lnTo>
                <a:lnTo>
                  <a:pt x="128650" y="11334"/>
                </a:lnTo>
                <a:lnTo>
                  <a:pt x="140648" y="10362"/>
                </a:lnTo>
                <a:lnTo>
                  <a:pt x="151383" y="10032"/>
                </a:lnTo>
                <a:lnTo>
                  <a:pt x="161480" y="10032"/>
                </a:lnTo>
                <a:lnTo>
                  <a:pt x="171576" y="10032"/>
                </a:lnTo>
                <a:lnTo>
                  <a:pt x="232028" y="10032"/>
                </a:lnTo>
                <a:lnTo>
                  <a:pt x="242764" y="9723"/>
                </a:lnTo>
                <a:lnTo>
                  <a:pt x="254761" y="8794"/>
                </a:lnTo>
                <a:lnTo>
                  <a:pt x="267997" y="7246"/>
                </a:lnTo>
                <a:lnTo>
                  <a:pt x="282448" y="5079"/>
                </a:lnTo>
                <a:lnTo>
                  <a:pt x="296971" y="2839"/>
                </a:lnTo>
                <a:lnTo>
                  <a:pt x="310245" y="1254"/>
                </a:lnTo>
                <a:lnTo>
                  <a:pt x="322256" y="311"/>
                </a:lnTo>
                <a:lnTo>
                  <a:pt x="332993" y="0"/>
                </a:lnTo>
                <a:lnTo>
                  <a:pt x="342449" y="0"/>
                </a:lnTo>
                <a:lnTo>
                  <a:pt x="350631" y="0"/>
                </a:lnTo>
                <a:lnTo>
                  <a:pt x="558291" y="0"/>
                </a:lnTo>
                <a:lnTo>
                  <a:pt x="56502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69592" y="5635878"/>
            <a:ext cx="2936240" cy="90805"/>
          </a:xfrm>
          <a:custGeom>
            <a:avLst/>
            <a:gdLst/>
            <a:ahLst/>
            <a:cxnLst/>
            <a:rect l="l" t="t" r="r" b="b"/>
            <a:pathLst>
              <a:path w="2936240" h="90804">
                <a:moveTo>
                  <a:pt x="0" y="20193"/>
                </a:moveTo>
                <a:lnTo>
                  <a:pt x="0" y="13462"/>
                </a:lnTo>
                <a:lnTo>
                  <a:pt x="5079" y="10160"/>
                </a:lnTo>
                <a:lnTo>
                  <a:pt x="15112" y="10160"/>
                </a:lnTo>
                <a:lnTo>
                  <a:pt x="25272" y="10160"/>
                </a:lnTo>
                <a:lnTo>
                  <a:pt x="85725" y="10160"/>
                </a:lnTo>
                <a:lnTo>
                  <a:pt x="97750" y="9830"/>
                </a:lnTo>
                <a:lnTo>
                  <a:pt x="108489" y="8858"/>
                </a:lnTo>
                <a:lnTo>
                  <a:pt x="117943" y="7266"/>
                </a:lnTo>
                <a:lnTo>
                  <a:pt x="126111" y="5080"/>
                </a:lnTo>
                <a:lnTo>
                  <a:pt x="134020" y="2839"/>
                </a:lnTo>
                <a:lnTo>
                  <a:pt x="142525" y="1254"/>
                </a:lnTo>
                <a:lnTo>
                  <a:pt x="151649" y="311"/>
                </a:lnTo>
                <a:lnTo>
                  <a:pt x="161417" y="0"/>
                </a:lnTo>
                <a:lnTo>
                  <a:pt x="171201" y="0"/>
                </a:lnTo>
                <a:lnTo>
                  <a:pt x="180355" y="0"/>
                </a:lnTo>
                <a:lnTo>
                  <a:pt x="575056" y="0"/>
                </a:lnTo>
                <a:lnTo>
                  <a:pt x="605033" y="311"/>
                </a:lnTo>
                <a:lnTo>
                  <a:pt x="663084" y="2839"/>
                </a:lnTo>
                <a:lnTo>
                  <a:pt x="717280" y="7576"/>
                </a:lnTo>
                <a:lnTo>
                  <a:pt x="760142" y="12616"/>
                </a:lnTo>
                <a:lnTo>
                  <a:pt x="776858" y="15113"/>
                </a:lnTo>
                <a:lnTo>
                  <a:pt x="793886" y="17353"/>
                </a:lnTo>
                <a:lnTo>
                  <a:pt x="814689" y="18938"/>
                </a:lnTo>
                <a:lnTo>
                  <a:pt x="839277" y="19881"/>
                </a:lnTo>
                <a:lnTo>
                  <a:pt x="867663" y="20193"/>
                </a:lnTo>
                <a:lnTo>
                  <a:pt x="896362" y="20504"/>
                </a:lnTo>
                <a:lnTo>
                  <a:pt x="921893" y="21447"/>
                </a:lnTo>
                <a:lnTo>
                  <a:pt x="944280" y="23032"/>
                </a:lnTo>
                <a:lnTo>
                  <a:pt x="963549" y="25273"/>
                </a:lnTo>
                <a:lnTo>
                  <a:pt x="980860" y="27439"/>
                </a:lnTo>
                <a:lnTo>
                  <a:pt x="997553" y="28987"/>
                </a:lnTo>
                <a:lnTo>
                  <a:pt x="1013626" y="29916"/>
                </a:lnTo>
                <a:lnTo>
                  <a:pt x="1029081" y="30226"/>
                </a:lnTo>
                <a:lnTo>
                  <a:pt x="1044535" y="30226"/>
                </a:lnTo>
                <a:lnTo>
                  <a:pt x="1060608" y="30226"/>
                </a:lnTo>
                <a:lnTo>
                  <a:pt x="1077301" y="30226"/>
                </a:lnTo>
                <a:lnTo>
                  <a:pt x="1094613" y="30226"/>
                </a:lnTo>
                <a:lnTo>
                  <a:pt x="1115143" y="30555"/>
                </a:lnTo>
                <a:lnTo>
                  <a:pt x="1141317" y="31527"/>
                </a:lnTo>
                <a:lnTo>
                  <a:pt x="1173158" y="33119"/>
                </a:lnTo>
                <a:lnTo>
                  <a:pt x="1210690" y="35306"/>
                </a:lnTo>
                <a:lnTo>
                  <a:pt x="1247911" y="37546"/>
                </a:lnTo>
                <a:lnTo>
                  <a:pt x="1278810" y="39131"/>
                </a:lnTo>
                <a:lnTo>
                  <a:pt x="1303399" y="40074"/>
                </a:lnTo>
                <a:lnTo>
                  <a:pt x="1321689" y="40386"/>
                </a:lnTo>
                <a:lnTo>
                  <a:pt x="1337766" y="40386"/>
                </a:lnTo>
                <a:lnTo>
                  <a:pt x="1355725" y="40386"/>
                </a:lnTo>
                <a:lnTo>
                  <a:pt x="1375588" y="40386"/>
                </a:lnTo>
                <a:lnTo>
                  <a:pt x="1397381" y="40386"/>
                </a:lnTo>
                <a:lnTo>
                  <a:pt x="1418790" y="41007"/>
                </a:lnTo>
                <a:lnTo>
                  <a:pt x="1437687" y="42878"/>
                </a:lnTo>
                <a:lnTo>
                  <a:pt x="1454084" y="46011"/>
                </a:lnTo>
                <a:lnTo>
                  <a:pt x="1467993" y="50419"/>
                </a:lnTo>
                <a:lnTo>
                  <a:pt x="1482780" y="55155"/>
                </a:lnTo>
                <a:lnTo>
                  <a:pt x="1501997" y="59261"/>
                </a:lnTo>
                <a:lnTo>
                  <a:pt x="1553718" y="65532"/>
                </a:lnTo>
                <a:lnTo>
                  <a:pt x="1614233" y="69357"/>
                </a:lnTo>
                <a:lnTo>
                  <a:pt x="1674749" y="70612"/>
                </a:lnTo>
                <a:lnTo>
                  <a:pt x="1703135" y="70612"/>
                </a:lnTo>
                <a:lnTo>
                  <a:pt x="1727723" y="70612"/>
                </a:lnTo>
                <a:lnTo>
                  <a:pt x="1748526" y="70612"/>
                </a:lnTo>
                <a:lnTo>
                  <a:pt x="1765554" y="70612"/>
                </a:lnTo>
                <a:lnTo>
                  <a:pt x="1782270" y="71252"/>
                </a:lnTo>
                <a:lnTo>
                  <a:pt x="1802129" y="73167"/>
                </a:lnTo>
                <a:lnTo>
                  <a:pt x="1825132" y="76344"/>
                </a:lnTo>
                <a:lnTo>
                  <a:pt x="1851279" y="80772"/>
                </a:lnTo>
                <a:lnTo>
                  <a:pt x="1879070" y="85179"/>
                </a:lnTo>
                <a:lnTo>
                  <a:pt x="1906825" y="88312"/>
                </a:lnTo>
                <a:lnTo>
                  <a:pt x="1934557" y="90183"/>
                </a:lnTo>
                <a:lnTo>
                  <a:pt x="1962277" y="90805"/>
                </a:lnTo>
                <a:lnTo>
                  <a:pt x="1988440" y="90805"/>
                </a:lnTo>
                <a:lnTo>
                  <a:pt x="2011473" y="90805"/>
                </a:lnTo>
                <a:lnTo>
                  <a:pt x="2540761" y="90805"/>
                </a:lnTo>
                <a:lnTo>
                  <a:pt x="2545715" y="89154"/>
                </a:lnTo>
                <a:lnTo>
                  <a:pt x="2587752" y="70612"/>
                </a:lnTo>
                <a:lnTo>
                  <a:pt x="2622484" y="59938"/>
                </a:lnTo>
                <a:lnTo>
                  <a:pt x="2630662" y="58023"/>
                </a:lnTo>
                <a:lnTo>
                  <a:pt x="2642625" y="54846"/>
                </a:lnTo>
                <a:lnTo>
                  <a:pt x="2658364" y="50419"/>
                </a:lnTo>
                <a:lnTo>
                  <a:pt x="2677320" y="45700"/>
                </a:lnTo>
                <a:lnTo>
                  <a:pt x="2722711" y="38167"/>
                </a:lnTo>
                <a:lnTo>
                  <a:pt x="2775388" y="33119"/>
                </a:lnTo>
                <a:lnTo>
                  <a:pt x="2818302" y="30555"/>
                </a:lnTo>
                <a:lnTo>
                  <a:pt x="2835021" y="30226"/>
                </a:lnTo>
                <a:lnTo>
                  <a:pt x="2849524" y="30226"/>
                </a:lnTo>
                <a:lnTo>
                  <a:pt x="2862754" y="30226"/>
                </a:lnTo>
                <a:lnTo>
                  <a:pt x="2929128" y="30226"/>
                </a:lnTo>
                <a:lnTo>
                  <a:pt x="2935859" y="3022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15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405" dirty="0"/>
              <a:t> </a:t>
            </a:r>
            <a:r>
              <a:rPr dirty="0"/>
              <a:t>Rawls의</a:t>
            </a:r>
            <a:r>
              <a:rPr spc="405" dirty="0"/>
              <a:t> </a:t>
            </a:r>
            <a:r>
              <a:rPr spc="-20" dirty="0"/>
              <a:t>사회정의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6350" indent="-266700">
              <a:lnSpc>
                <a:spcPct val="133400"/>
              </a:lnSpc>
              <a:spcBef>
                <a:spcPts val="100"/>
              </a:spcBef>
              <a:buFont typeface="MS PGothic"/>
              <a:buChar char="○"/>
              <a:tabLst>
                <a:tab pos="278765" algn="l"/>
                <a:tab pos="2233295" algn="l"/>
                <a:tab pos="3519804" algn="l"/>
                <a:tab pos="4929505" algn="l"/>
                <a:tab pos="6083300" algn="l"/>
                <a:tab pos="6986270" algn="l"/>
                <a:tab pos="7378700" algn="l"/>
                <a:tab pos="8027670" algn="l"/>
              </a:tabLst>
            </a:pPr>
            <a:r>
              <a:rPr spc="-10" dirty="0">
                <a:solidFill>
                  <a:srgbClr val="000000"/>
                </a:solidFill>
              </a:rPr>
              <a:t>사회정의(social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justice)는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사회복지의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차원에서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무시될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50" dirty="0">
                <a:solidFill>
                  <a:srgbClr val="000000"/>
                </a:solidFill>
              </a:rPr>
              <a:t>수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없는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자연 </a:t>
            </a:r>
            <a:r>
              <a:rPr dirty="0">
                <a:solidFill>
                  <a:srgbClr val="000000"/>
                </a:solidFill>
              </a:rPr>
              <a:t>권(natural</a:t>
            </a:r>
            <a:r>
              <a:rPr spc="2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right)으로서</a:t>
            </a:r>
            <a:r>
              <a:rPr spc="25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각</a:t>
            </a:r>
            <a:r>
              <a:rPr spc="2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개인들이</a:t>
            </a:r>
            <a:r>
              <a:rPr spc="25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소유하는</a:t>
            </a:r>
            <a:r>
              <a:rPr spc="25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신성한</a:t>
            </a:r>
            <a:r>
              <a:rPr spc="25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권리</a:t>
            </a:r>
          </a:p>
          <a:p>
            <a:pPr marL="423545" lvl="1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도덕적으로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바람직해야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공정하다고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인정되어야만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유지될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/>
              <a:t>1)</a:t>
            </a:r>
            <a:r>
              <a:rPr spc="275" dirty="0"/>
              <a:t> </a:t>
            </a:r>
            <a:r>
              <a:rPr dirty="0"/>
              <a:t>원초적</a:t>
            </a:r>
            <a:r>
              <a:rPr spc="275" dirty="0"/>
              <a:t> </a:t>
            </a:r>
            <a:r>
              <a:rPr dirty="0"/>
              <a:t>상황</a:t>
            </a:r>
            <a:r>
              <a:rPr spc="275" dirty="0"/>
              <a:t> </a:t>
            </a:r>
            <a:r>
              <a:rPr dirty="0"/>
              <a:t>original</a:t>
            </a:r>
            <a:r>
              <a:rPr spc="275" dirty="0"/>
              <a:t> </a:t>
            </a:r>
            <a:r>
              <a:rPr spc="-10" dirty="0"/>
              <a:t>position</a:t>
            </a:r>
          </a:p>
          <a:p>
            <a:pPr marL="323215" marR="5080" indent="-311150" algn="just">
              <a:lnSpc>
                <a:spcPct val="133200"/>
              </a:lnSpc>
              <a:spcBef>
                <a:spcPts val="3210"/>
              </a:spcBef>
            </a:pPr>
            <a:r>
              <a:rPr spc="420" dirty="0">
                <a:solidFill>
                  <a:srgbClr val="000000"/>
                </a:solidFill>
              </a:rPr>
              <a:t>-</a:t>
            </a:r>
            <a:r>
              <a:rPr spc="4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아직</a:t>
            </a:r>
            <a:r>
              <a:rPr spc="4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아무런</a:t>
            </a:r>
            <a:r>
              <a:rPr spc="4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사회질서도</a:t>
            </a:r>
            <a:r>
              <a:rPr spc="4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존재하지</a:t>
            </a:r>
            <a:r>
              <a:rPr spc="4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않을</a:t>
            </a:r>
            <a:r>
              <a:rPr spc="4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뿐만</a:t>
            </a:r>
            <a:r>
              <a:rPr spc="4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아니라</a:t>
            </a:r>
            <a:r>
              <a:rPr spc="4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모든</a:t>
            </a:r>
            <a:r>
              <a:rPr spc="4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사람이</a:t>
            </a:r>
            <a:r>
              <a:rPr spc="475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무 </a:t>
            </a:r>
            <a:r>
              <a:rPr dirty="0">
                <a:solidFill>
                  <a:srgbClr val="000000"/>
                </a:solidFill>
              </a:rPr>
              <a:t>지의</a:t>
            </a:r>
            <a:r>
              <a:rPr spc="4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장막(veil</a:t>
            </a:r>
            <a:r>
              <a:rPr spc="4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45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ignorance)에</a:t>
            </a:r>
            <a:r>
              <a:rPr spc="4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가려</a:t>
            </a:r>
            <a:r>
              <a:rPr spc="4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자신의</a:t>
            </a:r>
            <a:r>
              <a:rPr spc="4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장래가</a:t>
            </a:r>
            <a:r>
              <a:rPr spc="4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어떻게</a:t>
            </a:r>
            <a:r>
              <a:rPr spc="4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될지</a:t>
            </a:r>
            <a:r>
              <a:rPr spc="459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모 </a:t>
            </a:r>
            <a:r>
              <a:rPr dirty="0">
                <a:solidFill>
                  <a:srgbClr val="000000"/>
                </a:solidFill>
              </a:rPr>
              <a:t>르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FF"/>
                  </a:solidFill>
                </a:uFill>
              </a:rPr>
              <a:t>는</a:t>
            </a:r>
            <a:r>
              <a:rPr u="sng" spc="275" dirty="0">
                <a:solidFill>
                  <a:srgbClr val="000000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rPr u="sng" spc="-25" dirty="0">
                <a:solidFill>
                  <a:srgbClr val="000000"/>
                </a:solidFill>
                <a:uFill>
                  <a:solidFill>
                    <a:srgbClr val="0000FF"/>
                  </a:solidFill>
                </a:uFill>
              </a:rPr>
              <a:t>상태</a:t>
            </a:r>
          </a:p>
        </p:txBody>
      </p:sp>
      <p:sp>
        <p:nvSpPr>
          <p:cNvPr id="4" name="object 4"/>
          <p:cNvSpPr/>
          <p:nvPr/>
        </p:nvSpPr>
        <p:spPr>
          <a:xfrm>
            <a:off x="651891" y="914400"/>
            <a:ext cx="3299460" cy="1069340"/>
          </a:xfrm>
          <a:custGeom>
            <a:avLst/>
            <a:gdLst/>
            <a:ahLst/>
            <a:cxnLst/>
            <a:rect l="l" t="t" r="r" b="b"/>
            <a:pathLst>
              <a:path w="3299460" h="1069339">
                <a:moveTo>
                  <a:pt x="2996311" y="585088"/>
                </a:moveTo>
                <a:lnTo>
                  <a:pt x="2974857" y="590448"/>
                </a:lnTo>
                <a:lnTo>
                  <a:pt x="2950892" y="596439"/>
                </a:lnTo>
                <a:lnTo>
                  <a:pt x="2924427" y="603073"/>
                </a:lnTo>
                <a:lnTo>
                  <a:pt x="2895473" y="610362"/>
                </a:lnTo>
                <a:lnTo>
                  <a:pt x="2864232" y="617888"/>
                </a:lnTo>
                <a:lnTo>
                  <a:pt x="2796085" y="632989"/>
                </a:lnTo>
                <a:lnTo>
                  <a:pt x="2719175" y="647823"/>
                </a:lnTo>
                <a:lnTo>
                  <a:pt x="2674731" y="654462"/>
                </a:lnTo>
                <a:lnTo>
                  <a:pt x="2625881" y="660483"/>
                </a:lnTo>
                <a:lnTo>
                  <a:pt x="2572639" y="665861"/>
                </a:lnTo>
                <a:lnTo>
                  <a:pt x="2526003" y="670048"/>
                </a:lnTo>
                <a:lnTo>
                  <a:pt x="2474942" y="674675"/>
                </a:lnTo>
                <a:lnTo>
                  <a:pt x="2419449" y="679723"/>
                </a:lnTo>
                <a:lnTo>
                  <a:pt x="2359518" y="685173"/>
                </a:lnTo>
                <a:lnTo>
                  <a:pt x="2295144" y="691007"/>
                </a:lnTo>
                <a:lnTo>
                  <a:pt x="2247573" y="695043"/>
                </a:lnTo>
                <a:lnTo>
                  <a:pt x="2200002" y="698446"/>
                </a:lnTo>
                <a:lnTo>
                  <a:pt x="2152432" y="701220"/>
                </a:lnTo>
                <a:lnTo>
                  <a:pt x="2104861" y="703370"/>
                </a:lnTo>
                <a:lnTo>
                  <a:pt x="2057291" y="704901"/>
                </a:lnTo>
                <a:lnTo>
                  <a:pt x="2009720" y="705816"/>
                </a:lnTo>
                <a:lnTo>
                  <a:pt x="1962150" y="706120"/>
                </a:lnTo>
                <a:lnTo>
                  <a:pt x="1907541" y="706120"/>
                </a:lnTo>
                <a:lnTo>
                  <a:pt x="1854590" y="706120"/>
                </a:lnTo>
                <a:lnTo>
                  <a:pt x="458978" y="706120"/>
                </a:lnTo>
                <a:lnTo>
                  <a:pt x="400659" y="705498"/>
                </a:lnTo>
                <a:lnTo>
                  <a:pt x="351805" y="703627"/>
                </a:lnTo>
                <a:lnTo>
                  <a:pt x="312406" y="700494"/>
                </a:lnTo>
                <a:lnTo>
                  <a:pt x="260042" y="691038"/>
                </a:lnTo>
                <a:lnTo>
                  <a:pt x="223520" y="669163"/>
                </a:lnTo>
                <a:lnTo>
                  <a:pt x="221869" y="662432"/>
                </a:lnTo>
                <a:lnTo>
                  <a:pt x="221869" y="655701"/>
                </a:lnTo>
                <a:lnTo>
                  <a:pt x="221557" y="650031"/>
                </a:lnTo>
                <a:lnTo>
                  <a:pt x="220614" y="643112"/>
                </a:lnTo>
                <a:lnTo>
                  <a:pt x="219029" y="634930"/>
                </a:lnTo>
                <a:lnTo>
                  <a:pt x="216789" y="625475"/>
                </a:lnTo>
                <a:lnTo>
                  <a:pt x="214622" y="615999"/>
                </a:lnTo>
                <a:lnTo>
                  <a:pt x="213074" y="607774"/>
                </a:lnTo>
                <a:lnTo>
                  <a:pt x="212145" y="600811"/>
                </a:lnTo>
                <a:lnTo>
                  <a:pt x="211836" y="595122"/>
                </a:lnTo>
                <a:lnTo>
                  <a:pt x="211836" y="589452"/>
                </a:lnTo>
                <a:lnTo>
                  <a:pt x="211836" y="582533"/>
                </a:lnTo>
                <a:lnTo>
                  <a:pt x="211836" y="574351"/>
                </a:lnTo>
                <a:lnTo>
                  <a:pt x="211836" y="564896"/>
                </a:lnTo>
                <a:lnTo>
                  <a:pt x="213098" y="553227"/>
                </a:lnTo>
                <a:lnTo>
                  <a:pt x="232028" y="499363"/>
                </a:lnTo>
                <a:lnTo>
                  <a:pt x="257206" y="453913"/>
                </a:lnTo>
                <a:lnTo>
                  <a:pt x="292481" y="408559"/>
                </a:lnTo>
                <a:lnTo>
                  <a:pt x="332867" y="368204"/>
                </a:lnTo>
                <a:lnTo>
                  <a:pt x="373253" y="337947"/>
                </a:lnTo>
                <a:lnTo>
                  <a:pt x="421179" y="311435"/>
                </a:lnTo>
                <a:lnTo>
                  <a:pt x="484250" y="282448"/>
                </a:lnTo>
                <a:lnTo>
                  <a:pt x="521727" y="266991"/>
                </a:lnTo>
                <a:lnTo>
                  <a:pt x="563657" y="250904"/>
                </a:lnTo>
                <a:lnTo>
                  <a:pt x="610016" y="234174"/>
                </a:lnTo>
                <a:lnTo>
                  <a:pt x="660781" y="216788"/>
                </a:lnTo>
                <a:lnTo>
                  <a:pt x="704155" y="203288"/>
                </a:lnTo>
                <a:lnTo>
                  <a:pt x="749546" y="190988"/>
                </a:lnTo>
                <a:lnTo>
                  <a:pt x="796962" y="179902"/>
                </a:lnTo>
                <a:lnTo>
                  <a:pt x="846408" y="170040"/>
                </a:lnTo>
                <a:lnTo>
                  <a:pt x="897890" y="161416"/>
                </a:lnTo>
                <a:lnTo>
                  <a:pt x="950527" y="153538"/>
                </a:lnTo>
                <a:lnTo>
                  <a:pt x="1003586" y="146063"/>
                </a:lnTo>
                <a:lnTo>
                  <a:pt x="1057059" y="138995"/>
                </a:lnTo>
                <a:lnTo>
                  <a:pt x="1110941" y="132343"/>
                </a:lnTo>
                <a:lnTo>
                  <a:pt x="1165225" y="126110"/>
                </a:lnTo>
                <a:lnTo>
                  <a:pt x="1240569" y="119133"/>
                </a:lnTo>
                <a:lnTo>
                  <a:pt x="1283675" y="116127"/>
                </a:lnTo>
                <a:lnTo>
                  <a:pt x="1330404" y="113442"/>
                </a:lnTo>
                <a:lnTo>
                  <a:pt x="1380759" y="111079"/>
                </a:lnTo>
                <a:lnTo>
                  <a:pt x="1434740" y="109037"/>
                </a:lnTo>
                <a:lnTo>
                  <a:pt x="1492350" y="107316"/>
                </a:lnTo>
                <a:lnTo>
                  <a:pt x="1553591" y="105918"/>
                </a:lnTo>
                <a:lnTo>
                  <a:pt x="1608957" y="104840"/>
                </a:lnTo>
                <a:lnTo>
                  <a:pt x="1662958" y="103894"/>
                </a:lnTo>
                <a:lnTo>
                  <a:pt x="1715591" y="103076"/>
                </a:lnTo>
                <a:lnTo>
                  <a:pt x="1766853" y="102388"/>
                </a:lnTo>
                <a:lnTo>
                  <a:pt x="1816743" y="101827"/>
                </a:lnTo>
                <a:lnTo>
                  <a:pt x="1865258" y="101393"/>
                </a:lnTo>
                <a:lnTo>
                  <a:pt x="1912397" y="101083"/>
                </a:lnTo>
                <a:lnTo>
                  <a:pt x="1958156" y="100899"/>
                </a:lnTo>
                <a:lnTo>
                  <a:pt x="2002536" y="100838"/>
                </a:lnTo>
                <a:lnTo>
                  <a:pt x="2058139" y="100838"/>
                </a:lnTo>
                <a:lnTo>
                  <a:pt x="2112500" y="100838"/>
                </a:lnTo>
                <a:lnTo>
                  <a:pt x="2365756" y="100838"/>
                </a:lnTo>
                <a:lnTo>
                  <a:pt x="2420547" y="101260"/>
                </a:lnTo>
                <a:lnTo>
                  <a:pt x="2473927" y="102526"/>
                </a:lnTo>
                <a:lnTo>
                  <a:pt x="2525903" y="104632"/>
                </a:lnTo>
                <a:lnTo>
                  <a:pt x="2576481" y="107573"/>
                </a:lnTo>
                <a:lnTo>
                  <a:pt x="2625670" y="111347"/>
                </a:lnTo>
                <a:lnTo>
                  <a:pt x="2673477" y="115950"/>
                </a:lnTo>
                <a:lnTo>
                  <a:pt x="2739651" y="123239"/>
                </a:lnTo>
                <a:lnTo>
                  <a:pt x="2797016" y="129873"/>
                </a:lnTo>
                <a:lnTo>
                  <a:pt x="2845569" y="135864"/>
                </a:lnTo>
                <a:lnTo>
                  <a:pt x="2885313" y="141224"/>
                </a:lnTo>
                <a:lnTo>
                  <a:pt x="2923172" y="147532"/>
                </a:lnTo>
                <a:lnTo>
                  <a:pt x="2966069" y="156352"/>
                </a:lnTo>
                <a:lnTo>
                  <a:pt x="3013989" y="167673"/>
                </a:lnTo>
                <a:lnTo>
                  <a:pt x="3066923" y="181483"/>
                </a:lnTo>
                <a:lnTo>
                  <a:pt x="3118336" y="196939"/>
                </a:lnTo>
                <a:lnTo>
                  <a:pt x="3161522" y="213026"/>
                </a:lnTo>
                <a:lnTo>
                  <a:pt x="3196492" y="229756"/>
                </a:lnTo>
                <a:lnTo>
                  <a:pt x="3243480" y="264142"/>
                </a:lnTo>
                <a:lnTo>
                  <a:pt x="3268729" y="294380"/>
                </a:lnTo>
                <a:lnTo>
                  <a:pt x="3277520" y="332866"/>
                </a:lnTo>
                <a:lnTo>
                  <a:pt x="3278759" y="358139"/>
                </a:lnTo>
                <a:lnTo>
                  <a:pt x="3278759" y="371665"/>
                </a:lnTo>
                <a:lnTo>
                  <a:pt x="3278759" y="387096"/>
                </a:lnTo>
                <a:lnTo>
                  <a:pt x="3278759" y="404431"/>
                </a:lnTo>
                <a:lnTo>
                  <a:pt x="3278759" y="423672"/>
                </a:lnTo>
                <a:lnTo>
                  <a:pt x="3278449" y="443863"/>
                </a:lnTo>
                <a:lnTo>
                  <a:pt x="3275972" y="484197"/>
                </a:lnTo>
                <a:lnTo>
                  <a:pt x="3270924" y="524198"/>
                </a:lnTo>
                <a:lnTo>
                  <a:pt x="3263304" y="562056"/>
                </a:lnTo>
                <a:lnTo>
                  <a:pt x="3251013" y="598326"/>
                </a:lnTo>
                <a:lnTo>
                  <a:pt x="3220811" y="638677"/>
                </a:lnTo>
                <a:lnTo>
                  <a:pt x="3173184" y="682190"/>
                </a:lnTo>
                <a:lnTo>
                  <a:pt x="3125229" y="717484"/>
                </a:lnTo>
                <a:lnTo>
                  <a:pt x="3079869" y="743346"/>
                </a:lnTo>
                <a:lnTo>
                  <a:pt x="3037006" y="763539"/>
                </a:lnTo>
                <a:lnTo>
                  <a:pt x="2997263" y="778684"/>
                </a:lnTo>
                <a:lnTo>
                  <a:pt x="2950972" y="791972"/>
                </a:lnTo>
                <a:lnTo>
                  <a:pt x="2897917" y="799480"/>
                </a:lnTo>
                <a:lnTo>
                  <a:pt x="2850602" y="805134"/>
                </a:lnTo>
                <a:lnTo>
                  <a:pt x="2789428" y="812038"/>
                </a:lnTo>
                <a:lnTo>
                  <a:pt x="2735404" y="817524"/>
                </a:lnTo>
                <a:lnTo>
                  <a:pt x="2682154" y="821791"/>
                </a:lnTo>
                <a:lnTo>
                  <a:pt x="2629691" y="824839"/>
                </a:lnTo>
                <a:lnTo>
                  <a:pt x="2578026" y="826668"/>
                </a:lnTo>
                <a:lnTo>
                  <a:pt x="2527173" y="827277"/>
                </a:lnTo>
                <a:lnTo>
                  <a:pt x="2483876" y="827691"/>
                </a:lnTo>
                <a:lnTo>
                  <a:pt x="2438061" y="828938"/>
                </a:lnTo>
                <a:lnTo>
                  <a:pt x="2389727" y="831024"/>
                </a:lnTo>
                <a:lnTo>
                  <a:pt x="2338874" y="833957"/>
                </a:lnTo>
                <a:lnTo>
                  <a:pt x="2285502" y="837743"/>
                </a:lnTo>
                <a:lnTo>
                  <a:pt x="2229612" y="842390"/>
                </a:lnTo>
                <a:lnTo>
                  <a:pt x="2179856" y="846387"/>
                </a:lnTo>
                <a:lnTo>
                  <a:pt x="2128670" y="849774"/>
                </a:lnTo>
                <a:lnTo>
                  <a:pt x="2076053" y="852551"/>
                </a:lnTo>
                <a:lnTo>
                  <a:pt x="2022005" y="854714"/>
                </a:lnTo>
                <a:lnTo>
                  <a:pt x="1966527" y="856262"/>
                </a:lnTo>
                <a:lnTo>
                  <a:pt x="1909618" y="857193"/>
                </a:lnTo>
                <a:lnTo>
                  <a:pt x="1851278" y="857503"/>
                </a:lnTo>
                <a:lnTo>
                  <a:pt x="1799641" y="857503"/>
                </a:lnTo>
                <a:lnTo>
                  <a:pt x="1748166" y="857503"/>
                </a:lnTo>
                <a:lnTo>
                  <a:pt x="1442592" y="857503"/>
                </a:lnTo>
                <a:lnTo>
                  <a:pt x="1391920" y="857426"/>
                </a:lnTo>
                <a:lnTo>
                  <a:pt x="1340772" y="857192"/>
                </a:lnTo>
                <a:lnTo>
                  <a:pt x="1289151" y="856800"/>
                </a:lnTo>
                <a:lnTo>
                  <a:pt x="1237059" y="856249"/>
                </a:lnTo>
                <a:lnTo>
                  <a:pt x="1184496" y="855538"/>
                </a:lnTo>
                <a:lnTo>
                  <a:pt x="1131464" y="854664"/>
                </a:lnTo>
                <a:lnTo>
                  <a:pt x="1077965" y="853626"/>
                </a:lnTo>
                <a:lnTo>
                  <a:pt x="1024001" y="852424"/>
                </a:lnTo>
                <a:lnTo>
                  <a:pt x="970547" y="851180"/>
                </a:lnTo>
                <a:lnTo>
                  <a:pt x="918676" y="849927"/>
                </a:lnTo>
                <a:lnTo>
                  <a:pt x="868385" y="848669"/>
                </a:lnTo>
                <a:lnTo>
                  <a:pt x="819673" y="847407"/>
                </a:lnTo>
                <a:lnTo>
                  <a:pt x="772539" y="846145"/>
                </a:lnTo>
                <a:lnTo>
                  <a:pt x="726981" y="844887"/>
                </a:lnTo>
                <a:lnTo>
                  <a:pt x="682998" y="843634"/>
                </a:lnTo>
                <a:lnTo>
                  <a:pt x="640588" y="842390"/>
                </a:lnTo>
                <a:lnTo>
                  <a:pt x="585788" y="840548"/>
                </a:lnTo>
                <a:lnTo>
                  <a:pt x="532388" y="838444"/>
                </a:lnTo>
                <a:lnTo>
                  <a:pt x="480393" y="836072"/>
                </a:lnTo>
                <a:lnTo>
                  <a:pt x="429805" y="833425"/>
                </a:lnTo>
                <a:lnTo>
                  <a:pt x="380628" y="830496"/>
                </a:lnTo>
                <a:lnTo>
                  <a:pt x="332867" y="827277"/>
                </a:lnTo>
                <a:lnTo>
                  <a:pt x="266051" y="821588"/>
                </a:lnTo>
                <a:lnTo>
                  <a:pt x="206771" y="814625"/>
                </a:lnTo>
                <a:lnTo>
                  <a:pt x="155041" y="806400"/>
                </a:lnTo>
                <a:lnTo>
                  <a:pt x="110871" y="796925"/>
                </a:lnTo>
                <a:lnTo>
                  <a:pt x="47847" y="779287"/>
                </a:lnTo>
                <a:lnTo>
                  <a:pt x="13335" y="759967"/>
                </a:lnTo>
                <a:lnTo>
                  <a:pt x="8382" y="754888"/>
                </a:lnTo>
                <a:lnTo>
                  <a:pt x="4953" y="751586"/>
                </a:lnTo>
                <a:lnTo>
                  <a:pt x="1651" y="748157"/>
                </a:lnTo>
                <a:lnTo>
                  <a:pt x="0" y="743203"/>
                </a:lnTo>
                <a:lnTo>
                  <a:pt x="0" y="736473"/>
                </a:lnTo>
                <a:lnTo>
                  <a:pt x="0" y="729741"/>
                </a:lnTo>
                <a:lnTo>
                  <a:pt x="23919" y="689776"/>
                </a:lnTo>
                <a:lnTo>
                  <a:pt x="61753" y="645604"/>
                </a:lnTo>
                <a:lnTo>
                  <a:pt x="90678" y="615314"/>
                </a:lnTo>
                <a:lnTo>
                  <a:pt x="126015" y="587581"/>
                </a:lnTo>
                <a:lnTo>
                  <a:pt x="171450" y="564896"/>
                </a:lnTo>
                <a:lnTo>
                  <a:pt x="199213" y="552916"/>
                </a:lnTo>
                <a:lnTo>
                  <a:pt x="232013" y="537162"/>
                </a:lnTo>
                <a:lnTo>
                  <a:pt x="269837" y="517622"/>
                </a:lnTo>
                <a:lnTo>
                  <a:pt x="312674" y="494284"/>
                </a:lnTo>
                <a:lnTo>
                  <a:pt x="350834" y="473892"/>
                </a:lnTo>
                <a:lnTo>
                  <a:pt x="392623" y="453105"/>
                </a:lnTo>
                <a:lnTo>
                  <a:pt x="438038" y="431921"/>
                </a:lnTo>
                <a:lnTo>
                  <a:pt x="487080" y="410342"/>
                </a:lnTo>
                <a:lnTo>
                  <a:pt x="539750" y="388365"/>
                </a:lnTo>
                <a:lnTo>
                  <a:pt x="579551" y="372520"/>
                </a:lnTo>
                <a:lnTo>
                  <a:pt x="621228" y="356663"/>
                </a:lnTo>
                <a:lnTo>
                  <a:pt x="664773" y="340799"/>
                </a:lnTo>
                <a:lnTo>
                  <a:pt x="710180" y="324934"/>
                </a:lnTo>
                <a:lnTo>
                  <a:pt x="757442" y="309070"/>
                </a:lnTo>
                <a:lnTo>
                  <a:pt x="806552" y="293213"/>
                </a:lnTo>
                <a:lnTo>
                  <a:pt x="857504" y="277367"/>
                </a:lnTo>
                <a:lnTo>
                  <a:pt x="903206" y="263586"/>
                </a:lnTo>
                <a:lnTo>
                  <a:pt x="949541" y="249959"/>
                </a:lnTo>
                <a:lnTo>
                  <a:pt x="996510" y="236487"/>
                </a:lnTo>
                <a:lnTo>
                  <a:pt x="1044114" y="223170"/>
                </a:lnTo>
                <a:lnTo>
                  <a:pt x="1092356" y="210008"/>
                </a:lnTo>
                <a:lnTo>
                  <a:pt x="1141235" y="197000"/>
                </a:lnTo>
                <a:lnTo>
                  <a:pt x="1190755" y="184148"/>
                </a:lnTo>
                <a:lnTo>
                  <a:pt x="1240917" y="171450"/>
                </a:lnTo>
                <a:lnTo>
                  <a:pt x="1282324" y="161456"/>
                </a:lnTo>
                <a:lnTo>
                  <a:pt x="1325849" y="151667"/>
                </a:lnTo>
                <a:lnTo>
                  <a:pt x="1371493" y="142082"/>
                </a:lnTo>
                <a:lnTo>
                  <a:pt x="1419255" y="132701"/>
                </a:lnTo>
                <a:lnTo>
                  <a:pt x="1469136" y="123523"/>
                </a:lnTo>
                <a:lnTo>
                  <a:pt x="1521134" y="114546"/>
                </a:lnTo>
                <a:lnTo>
                  <a:pt x="1575252" y="105771"/>
                </a:lnTo>
                <a:lnTo>
                  <a:pt x="1631487" y="97196"/>
                </a:lnTo>
                <a:lnTo>
                  <a:pt x="1689841" y="88821"/>
                </a:lnTo>
                <a:lnTo>
                  <a:pt x="1750314" y="80645"/>
                </a:lnTo>
                <a:lnTo>
                  <a:pt x="1810820" y="72872"/>
                </a:lnTo>
                <a:lnTo>
                  <a:pt x="1869202" y="65708"/>
                </a:lnTo>
                <a:lnTo>
                  <a:pt x="1925459" y="59153"/>
                </a:lnTo>
                <a:lnTo>
                  <a:pt x="1979592" y="53204"/>
                </a:lnTo>
                <a:lnTo>
                  <a:pt x="2031603" y="47863"/>
                </a:lnTo>
                <a:lnTo>
                  <a:pt x="2081491" y="43127"/>
                </a:lnTo>
                <a:lnTo>
                  <a:pt x="2129258" y="38996"/>
                </a:lnTo>
                <a:lnTo>
                  <a:pt x="2174904" y="35469"/>
                </a:lnTo>
                <a:lnTo>
                  <a:pt x="2218430" y="32546"/>
                </a:lnTo>
                <a:lnTo>
                  <a:pt x="2259838" y="30225"/>
                </a:lnTo>
                <a:lnTo>
                  <a:pt x="2316552" y="27341"/>
                </a:lnTo>
                <a:lnTo>
                  <a:pt x="2371416" y="24456"/>
                </a:lnTo>
                <a:lnTo>
                  <a:pt x="2424429" y="21571"/>
                </a:lnTo>
                <a:lnTo>
                  <a:pt x="2475592" y="18687"/>
                </a:lnTo>
                <a:lnTo>
                  <a:pt x="2524905" y="15802"/>
                </a:lnTo>
                <a:lnTo>
                  <a:pt x="2572366" y="12917"/>
                </a:lnTo>
                <a:lnTo>
                  <a:pt x="2617978" y="10032"/>
                </a:lnTo>
                <a:lnTo>
                  <a:pt x="2669550" y="6952"/>
                </a:lnTo>
                <a:lnTo>
                  <a:pt x="2720001" y="4440"/>
                </a:lnTo>
                <a:lnTo>
                  <a:pt x="2769330" y="2492"/>
                </a:lnTo>
                <a:lnTo>
                  <a:pt x="2817537" y="1105"/>
                </a:lnTo>
                <a:lnTo>
                  <a:pt x="2864622" y="275"/>
                </a:lnTo>
                <a:lnTo>
                  <a:pt x="2910586" y="0"/>
                </a:lnTo>
                <a:lnTo>
                  <a:pt x="2973002" y="621"/>
                </a:lnTo>
                <a:lnTo>
                  <a:pt x="3024060" y="2492"/>
                </a:lnTo>
                <a:lnTo>
                  <a:pt x="3063783" y="5625"/>
                </a:lnTo>
                <a:lnTo>
                  <a:pt x="3113605" y="15702"/>
                </a:lnTo>
                <a:lnTo>
                  <a:pt x="3148899" y="30803"/>
                </a:lnTo>
                <a:lnTo>
                  <a:pt x="3188017" y="66754"/>
                </a:lnTo>
                <a:lnTo>
                  <a:pt x="3213227" y="105918"/>
                </a:lnTo>
                <a:lnTo>
                  <a:pt x="3234642" y="151272"/>
                </a:lnTo>
                <a:lnTo>
                  <a:pt x="3248533" y="196723"/>
                </a:lnTo>
                <a:lnTo>
                  <a:pt x="3253892" y="220033"/>
                </a:lnTo>
                <a:lnTo>
                  <a:pt x="3259883" y="244617"/>
                </a:lnTo>
                <a:lnTo>
                  <a:pt x="3266517" y="270464"/>
                </a:lnTo>
                <a:lnTo>
                  <a:pt x="3273806" y="297561"/>
                </a:lnTo>
                <a:lnTo>
                  <a:pt x="3280709" y="324348"/>
                </a:lnTo>
                <a:lnTo>
                  <a:pt x="3290754" y="372302"/>
                </a:lnTo>
                <a:lnTo>
                  <a:pt x="3296112" y="414260"/>
                </a:lnTo>
                <a:lnTo>
                  <a:pt x="3298640" y="459650"/>
                </a:lnTo>
                <a:lnTo>
                  <a:pt x="3298952" y="484250"/>
                </a:lnTo>
                <a:lnTo>
                  <a:pt x="3297689" y="512252"/>
                </a:lnTo>
                <a:lnTo>
                  <a:pt x="3287593" y="585352"/>
                </a:lnTo>
                <a:lnTo>
                  <a:pt x="3278759" y="630427"/>
                </a:lnTo>
                <a:lnTo>
                  <a:pt x="3267729" y="676199"/>
                </a:lnTo>
                <a:lnTo>
                  <a:pt x="3254819" y="717518"/>
                </a:lnTo>
                <a:lnTo>
                  <a:pt x="3240004" y="754407"/>
                </a:lnTo>
                <a:lnTo>
                  <a:pt x="3206259" y="814966"/>
                </a:lnTo>
                <a:lnTo>
                  <a:pt x="3176021" y="857829"/>
                </a:lnTo>
                <a:lnTo>
                  <a:pt x="3145113" y="886783"/>
                </a:lnTo>
                <a:lnTo>
                  <a:pt x="3079529" y="924641"/>
                </a:lnTo>
                <a:lnTo>
                  <a:pt x="3031617" y="948309"/>
                </a:lnTo>
                <a:lnTo>
                  <a:pt x="2979279" y="972268"/>
                </a:lnTo>
                <a:lnTo>
                  <a:pt x="2928191" y="993679"/>
                </a:lnTo>
                <a:lnTo>
                  <a:pt x="2878365" y="1012567"/>
                </a:lnTo>
                <a:lnTo>
                  <a:pt x="2829814" y="1028953"/>
                </a:lnTo>
                <a:lnTo>
                  <a:pt x="2780952" y="1042525"/>
                </a:lnTo>
                <a:lnTo>
                  <a:pt x="2730198" y="1052941"/>
                </a:lnTo>
                <a:lnTo>
                  <a:pt x="2677562" y="1060190"/>
                </a:lnTo>
                <a:lnTo>
                  <a:pt x="2623058" y="1064260"/>
                </a:lnTo>
                <a:lnTo>
                  <a:pt x="2578038" y="1066105"/>
                </a:lnTo>
                <a:lnTo>
                  <a:pt x="2531823" y="1067529"/>
                </a:lnTo>
                <a:lnTo>
                  <a:pt x="2484407" y="1068539"/>
                </a:lnTo>
                <a:lnTo>
                  <a:pt x="2435784" y="1069140"/>
                </a:lnTo>
                <a:lnTo>
                  <a:pt x="2385949" y="1069339"/>
                </a:lnTo>
                <a:lnTo>
                  <a:pt x="2335901" y="1069339"/>
                </a:lnTo>
                <a:lnTo>
                  <a:pt x="2286653" y="1069339"/>
                </a:lnTo>
                <a:lnTo>
                  <a:pt x="2238209" y="1069339"/>
                </a:lnTo>
                <a:lnTo>
                  <a:pt x="2190576" y="1069339"/>
                </a:lnTo>
                <a:lnTo>
                  <a:pt x="2143760" y="1069339"/>
                </a:lnTo>
                <a:lnTo>
                  <a:pt x="2086393" y="1068077"/>
                </a:lnTo>
                <a:lnTo>
                  <a:pt x="2030301" y="1064291"/>
                </a:lnTo>
                <a:lnTo>
                  <a:pt x="1975471" y="1057981"/>
                </a:lnTo>
                <a:lnTo>
                  <a:pt x="1921890" y="1049147"/>
                </a:lnTo>
                <a:lnTo>
                  <a:pt x="1868930" y="1038117"/>
                </a:lnTo>
                <a:lnTo>
                  <a:pt x="1815957" y="1025207"/>
                </a:lnTo>
                <a:lnTo>
                  <a:pt x="1762960" y="1010392"/>
                </a:lnTo>
                <a:lnTo>
                  <a:pt x="1709927" y="993648"/>
                </a:lnTo>
                <a:lnTo>
                  <a:pt x="1659181" y="976957"/>
                </a:lnTo>
                <a:lnTo>
                  <a:pt x="1612852" y="962136"/>
                </a:lnTo>
                <a:lnTo>
                  <a:pt x="1570928" y="949196"/>
                </a:lnTo>
                <a:lnTo>
                  <a:pt x="1533398" y="93814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401952" y="2290191"/>
            <a:ext cx="8001634" cy="154305"/>
            <a:chOff x="1401952" y="2290191"/>
            <a:chExt cx="8001634" cy="154305"/>
          </a:xfrm>
        </p:grpSpPr>
        <p:sp>
          <p:nvSpPr>
            <p:cNvPr id="6" name="object 6"/>
            <p:cNvSpPr/>
            <p:nvPr/>
          </p:nvSpPr>
          <p:spPr>
            <a:xfrm>
              <a:off x="4045204" y="2310384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08302" y="2296541"/>
              <a:ext cx="7988934" cy="141605"/>
            </a:xfrm>
            <a:custGeom>
              <a:avLst/>
              <a:gdLst/>
              <a:ahLst/>
              <a:cxnLst/>
              <a:rect l="l" t="t" r="r" b="b"/>
              <a:pathLst>
                <a:path w="7988934" h="141605">
                  <a:moveTo>
                    <a:pt x="0" y="30225"/>
                  </a:moveTo>
                  <a:lnTo>
                    <a:pt x="6731" y="30225"/>
                  </a:lnTo>
                  <a:lnTo>
                    <a:pt x="13462" y="28575"/>
                  </a:lnTo>
                  <a:lnTo>
                    <a:pt x="20193" y="25146"/>
                  </a:lnTo>
                  <a:lnTo>
                    <a:pt x="25552" y="22649"/>
                  </a:lnTo>
                  <a:lnTo>
                    <a:pt x="64325" y="11287"/>
                  </a:lnTo>
                  <a:lnTo>
                    <a:pt x="90805" y="10033"/>
                  </a:lnTo>
                  <a:lnTo>
                    <a:pt x="105949" y="10033"/>
                  </a:lnTo>
                  <a:lnTo>
                    <a:pt x="121094" y="10033"/>
                  </a:lnTo>
                  <a:lnTo>
                    <a:pt x="136239" y="10033"/>
                  </a:lnTo>
                  <a:lnTo>
                    <a:pt x="151384" y="10033"/>
                  </a:lnTo>
                  <a:lnTo>
                    <a:pt x="167461" y="9721"/>
                  </a:lnTo>
                  <a:lnTo>
                    <a:pt x="185420" y="8778"/>
                  </a:lnTo>
                  <a:lnTo>
                    <a:pt x="205283" y="7193"/>
                  </a:lnTo>
                  <a:lnTo>
                    <a:pt x="227076" y="4953"/>
                  </a:lnTo>
                  <a:lnTo>
                    <a:pt x="249435" y="2786"/>
                  </a:lnTo>
                  <a:lnTo>
                    <a:pt x="271176" y="1238"/>
                  </a:lnTo>
                  <a:lnTo>
                    <a:pt x="292298" y="309"/>
                  </a:lnTo>
                  <a:lnTo>
                    <a:pt x="312801" y="0"/>
                  </a:lnTo>
                  <a:lnTo>
                    <a:pt x="333303" y="0"/>
                  </a:lnTo>
                  <a:lnTo>
                    <a:pt x="354425" y="0"/>
                  </a:lnTo>
                  <a:lnTo>
                    <a:pt x="2325497" y="0"/>
                  </a:lnTo>
                  <a:lnTo>
                    <a:pt x="2333041" y="309"/>
                  </a:lnTo>
                  <a:lnTo>
                    <a:pt x="2340610" y="1238"/>
                  </a:lnTo>
                  <a:lnTo>
                    <a:pt x="2348178" y="2786"/>
                  </a:lnTo>
                  <a:lnTo>
                    <a:pt x="2355723" y="4953"/>
                  </a:lnTo>
                  <a:lnTo>
                    <a:pt x="2364273" y="7193"/>
                  </a:lnTo>
                  <a:lnTo>
                    <a:pt x="2374693" y="8778"/>
                  </a:lnTo>
                  <a:lnTo>
                    <a:pt x="2386994" y="9721"/>
                  </a:lnTo>
                  <a:lnTo>
                    <a:pt x="2401189" y="10033"/>
                  </a:lnTo>
                  <a:lnTo>
                    <a:pt x="2415381" y="10033"/>
                  </a:lnTo>
                  <a:lnTo>
                    <a:pt x="2427668" y="10033"/>
                  </a:lnTo>
                  <a:lnTo>
                    <a:pt x="2438050" y="10033"/>
                  </a:lnTo>
                  <a:lnTo>
                    <a:pt x="2446528" y="10033"/>
                  </a:lnTo>
                  <a:lnTo>
                    <a:pt x="2455078" y="10344"/>
                  </a:lnTo>
                  <a:lnTo>
                    <a:pt x="2506186" y="17609"/>
                  </a:lnTo>
                  <a:lnTo>
                    <a:pt x="2544931" y="27386"/>
                  </a:lnTo>
                  <a:lnTo>
                    <a:pt x="2552493" y="28971"/>
                  </a:lnTo>
                  <a:lnTo>
                    <a:pt x="2560032" y="29914"/>
                  </a:lnTo>
                  <a:lnTo>
                    <a:pt x="2567559" y="30225"/>
                  </a:lnTo>
                  <a:lnTo>
                    <a:pt x="2575486" y="30225"/>
                  </a:lnTo>
                  <a:lnTo>
                    <a:pt x="2584021" y="30225"/>
                  </a:lnTo>
                  <a:lnTo>
                    <a:pt x="2631567" y="30225"/>
                  </a:lnTo>
                  <a:lnTo>
                    <a:pt x="2638298" y="31876"/>
                  </a:lnTo>
                  <a:lnTo>
                    <a:pt x="2683637" y="40259"/>
                  </a:lnTo>
                  <a:lnTo>
                    <a:pt x="2693092" y="40588"/>
                  </a:lnTo>
                  <a:lnTo>
                    <a:pt x="2701274" y="41560"/>
                  </a:lnTo>
                  <a:lnTo>
                    <a:pt x="2708193" y="43152"/>
                  </a:lnTo>
                  <a:lnTo>
                    <a:pt x="2713863" y="45338"/>
                  </a:lnTo>
                  <a:lnTo>
                    <a:pt x="2719552" y="47579"/>
                  </a:lnTo>
                  <a:lnTo>
                    <a:pt x="2726515" y="49164"/>
                  </a:lnTo>
                  <a:lnTo>
                    <a:pt x="2734740" y="50107"/>
                  </a:lnTo>
                  <a:lnTo>
                    <a:pt x="2744216" y="50419"/>
                  </a:lnTo>
                  <a:lnTo>
                    <a:pt x="2753671" y="50419"/>
                  </a:lnTo>
                  <a:lnTo>
                    <a:pt x="2761853" y="50419"/>
                  </a:lnTo>
                  <a:lnTo>
                    <a:pt x="3495802" y="50419"/>
                  </a:lnTo>
                  <a:lnTo>
                    <a:pt x="3512802" y="50730"/>
                  </a:lnTo>
                  <a:lnTo>
                    <a:pt x="3528552" y="51673"/>
                  </a:lnTo>
                  <a:lnTo>
                    <a:pt x="3543040" y="53258"/>
                  </a:lnTo>
                  <a:lnTo>
                    <a:pt x="3556254" y="55499"/>
                  </a:lnTo>
                  <a:lnTo>
                    <a:pt x="3568590" y="57665"/>
                  </a:lnTo>
                  <a:lnTo>
                    <a:pt x="3580272" y="59213"/>
                  </a:lnTo>
                  <a:lnTo>
                    <a:pt x="3591311" y="60142"/>
                  </a:lnTo>
                  <a:lnTo>
                    <a:pt x="3601720" y="60451"/>
                  </a:lnTo>
                  <a:lnTo>
                    <a:pt x="3612126" y="60451"/>
                  </a:lnTo>
                  <a:lnTo>
                    <a:pt x="3623151" y="60451"/>
                  </a:lnTo>
                  <a:lnTo>
                    <a:pt x="4590415" y="60451"/>
                  </a:lnTo>
                  <a:lnTo>
                    <a:pt x="4597346" y="60781"/>
                  </a:lnTo>
                  <a:lnTo>
                    <a:pt x="4608052" y="61753"/>
                  </a:lnTo>
                  <a:lnTo>
                    <a:pt x="4622544" y="63345"/>
                  </a:lnTo>
                  <a:lnTo>
                    <a:pt x="4640834" y="65532"/>
                  </a:lnTo>
                  <a:lnTo>
                    <a:pt x="4660386" y="67772"/>
                  </a:lnTo>
                  <a:lnTo>
                    <a:pt x="4678664" y="69357"/>
                  </a:lnTo>
                  <a:lnTo>
                    <a:pt x="4695680" y="70300"/>
                  </a:lnTo>
                  <a:lnTo>
                    <a:pt x="4711446" y="70612"/>
                  </a:lnTo>
                  <a:lnTo>
                    <a:pt x="4726590" y="70612"/>
                  </a:lnTo>
                  <a:lnTo>
                    <a:pt x="4741735" y="70612"/>
                  </a:lnTo>
                  <a:lnTo>
                    <a:pt x="5609336" y="70612"/>
                  </a:lnTo>
                  <a:lnTo>
                    <a:pt x="5648148" y="71233"/>
                  </a:lnTo>
                  <a:lnTo>
                    <a:pt x="5683805" y="73104"/>
                  </a:lnTo>
                  <a:lnTo>
                    <a:pt x="5716295" y="76237"/>
                  </a:lnTo>
                  <a:lnTo>
                    <a:pt x="5745607" y="80645"/>
                  </a:lnTo>
                  <a:lnTo>
                    <a:pt x="5773654" y="85381"/>
                  </a:lnTo>
                  <a:lnTo>
                    <a:pt x="5802344" y="89487"/>
                  </a:lnTo>
                  <a:lnTo>
                    <a:pt x="5861558" y="95758"/>
                  </a:lnTo>
                  <a:lnTo>
                    <a:pt x="5923375" y="100837"/>
                  </a:lnTo>
                  <a:lnTo>
                    <a:pt x="5987669" y="105918"/>
                  </a:lnTo>
                  <a:lnTo>
                    <a:pt x="6052058" y="109696"/>
                  </a:lnTo>
                  <a:lnTo>
                    <a:pt x="6113780" y="110998"/>
                  </a:lnTo>
                  <a:lnTo>
                    <a:pt x="6144379" y="110998"/>
                  </a:lnTo>
                  <a:lnTo>
                    <a:pt x="6175597" y="110998"/>
                  </a:lnTo>
                  <a:lnTo>
                    <a:pt x="6376162" y="110998"/>
                  </a:lnTo>
                  <a:lnTo>
                    <a:pt x="6410803" y="111307"/>
                  </a:lnTo>
                  <a:lnTo>
                    <a:pt x="6444218" y="112236"/>
                  </a:lnTo>
                  <a:lnTo>
                    <a:pt x="6476370" y="113784"/>
                  </a:lnTo>
                  <a:lnTo>
                    <a:pt x="6507226" y="115950"/>
                  </a:lnTo>
                  <a:lnTo>
                    <a:pt x="6537203" y="118191"/>
                  </a:lnTo>
                  <a:lnTo>
                    <a:pt x="6566550" y="119776"/>
                  </a:lnTo>
                  <a:lnTo>
                    <a:pt x="6595254" y="120719"/>
                  </a:lnTo>
                  <a:lnTo>
                    <a:pt x="6623304" y="121031"/>
                  </a:lnTo>
                  <a:lnTo>
                    <a:pt x="6651662" y="121652"/>
                  </a:lnTo>
                  <a:lnTo>
                    <a:pt x="6681295" y="123523"/>
                  </a:lnTo>
                  <a:lnTo>
                    <a:pt x="6712190" y="126656"/>
                  </a:lnTo>
                  <a:lnTo>
                    <a:pt x="6744335" y="131063"/>
                  </a:lnTo>
                  <a:lnTo>
                    <a:pt x="6774011" y="135491"/>
                  </a:lnTo>
                  <a:lnTo>
                    <a:pt x="6797341" y="138668"/>
                  </a:lnTo>
                  <a:lnTo>
                    <a:pt x="6814361" y="140583"/>
                  </a:lnTo>
                  <a:lnTo>
                    <a:pt x="6825107" y="141224"/>
                  </a:lnTo>
                  <a:lnTo>
                    <a:pt x="6833584" y="141224"/>
                  </a:lnTo>
                  <a:lnTo>
                    <a:pt x="6843966" y="141224"/>
                  </a:lnTo>
                  <a:lnTo>
                    <a:pt x="7465695" y="141224"/>
                  </a:lnTo>
                  <a:lnTo>
                    <a:pt x="7476742" y="140912"/>
                  </a:lnTo>
                  <a:lnTo>
                    <a:pt x="7489682" y="139969"/>
                  </a:lnTo>
                  <a:lnTo>
                    <a:pt x="7504503" y="138384"/>
                  </a:lnTo>
                  <a:lnTo>
                    <a:pt x="7521194" y="136144"/>
                  </a:lnTo>
                  <a:lnTo>
                    <a:pt x="7537884" y="133957"/>
                  </a:lnTo>
                  <a:lnTo>
                    <a:pt x="7552705" y="132365"/>
                  </a:lnTo>
                  <a:lnTo>
                    <a:pt x="7565645" y="131393"/>
                  </a:lnTo>
                  <a:lnTo>
                    <a:pt x="7576693" y="131063"/>
                  </a:lnTo>
                  <a:lnTo>
                    <a:pt x="7587740" y="131063"/>
                  </a:lnTo>
                  <a:lnTo>
                    <a:pt x="7600680" y="131063"/>
                  </a:lnTo>
                  <a:lnTo>
                    <a:pt x="7615501" y="131063"/>
                  </a:lnTo>
                  <a:lnTo>
                    <a:pt x="7632192" y="131063"/>
                  </a:lnTo>
                  <a:lnTo>
                    <a:pt x="7650144" y="130754"/>
                  </a:lnTo>
                  <a:lnTo>
                    <a:pt x="7707883" y="126111"/>
                  </a:lnTo>
                  <a:lnTo>
                    <a:pt x="7756997" y="118502"/>
                  </a:lnTo>
                  <a:lnTo>
                    <a:pt x="7768336" y="115950"/>
                  </a:lnTo>
                  <a:lnTo>
                    <a:pt x="7778432" y="113784"/>
                  </a:lnTo>
                  <a:lnTo>
                    <a:pt x="7788529" y="112236"/>
                  </a:lnTo>
                  <a:lnTo>
                    <a:pt x="7798625" y="111307"/>
                  </a:lnTo>
                  <a:lnTo>
                    <a:pt x="7808722" y="110998"/>
                  </a:lnTo>
                  <a:lnTo>
                    <a:pt x="7818818" y="110998"/>
                  </a:lnTo>
                  <a:lnTo>
                    <a:pt x="7828914" y="110998"/>
                  </a:lnTo>
                  <a:lnTo>
                    <a:pt x="7988681" y="110998"/>
                  </a:lnTo>
                  <a:lnTo>
                    <a:pt x="7983601" y="110998"/>
                  </a:lnTo>
                  <a:lnTo>
                    <a:pt x="7970139" y="11099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640332" y="2669794"/>
            <a:ext cx="5932805" cy="60960"/>
          </a:xfrm>
          <a:custGeom>
            <a:avLst/>
            <a:gdLst/>
            <a:ahLst/>
            <a:cxnLst/>
            <a:rect l="l" t="t" r="r" b="b"/>
            <a:pathLst>
              <a:path w="5932805" h="60960">
                <a:moveTo>
                  <a:pt x="0" y="60578"/>
                </a:moveTo>
                <a:lnTo>
                  <a:pt x="6731" y="58800"/>
                </a:lnTo>
                <a:lnTo>
                  <a:pt x="20193" y="55498"/>
                </a:lnTo>
                <a:lnTo>
                  <a:pt x="30601" y="53258"/>
                </a:lnTo>
                <a:lnTo>
                  <a:pt x="41640" y="51673"/>
                </a:lnTo>
                <a:lnTo>
                  <a:pt x="53322" y="50730"/>
                </a:lnTo>
                <a:lnTo>
                  <a:pt x="65659" y="50418"/>
                </a:lnTo>
                <a:lnTo>
                  <a:pt x="79184" y="50418"/>
                </a:lnTo>
                <a:lnTo>
                  <a:pt x="94615" y="50418"/>
                </a:lnTo>
                <a:lnTo>
                  <a:pt x="1407414" y="50418"/>
                </a:lnTo>
                <a:lnTo>
                  <a:pt x="1452179" y="50107"/>
                </a:lnTo>
                <a:lnTo>
                  <a:pt x="1500743" y="49164"/>
                </a:lnTo>
                <a:lnTo>
                  <a:pt x="1553092" y="47579"/>
                </a:lnTo>
                <a:lnTo>
                  <a:pt x="1609217" y="45338"/>
                </a:lnTo>
                <a:lnTo>
                  <a:pt x="1664700" y="43172"/>
                </a:lnTo>
                <a:lnTo>
                  <a:pt x="1715134" y="41624"/>
                </a:lnTo>
                <a:lnTo>
                  <a:pt x="1760521" y="40695"/>
                </a:lnTo>
                <a:lnTo>
                  <a:pt x="1800859" y="40385"/>
                </a:lnTo>
                <a:lnTo>
                  <a:pt x="1838053" y="40385"/>
                </a:lnTo>
                <a:lnTo>
                  <a:pt x="1873996" y="40385"/>
                </a:lnTo>
                <a:lnTo>
                  <a:pt x="2032889" y="40385"/>
                </a:lnTo>
                <a:lnTo>
                  <a:pt x="2046487" y="40056"/>
                </a:lnTo>
                <a:lnTo>
                  <a:pt x="2061956" y="39084"/>
                </a:lnTo>
                <a:lnTo>
                  <a:pt x="2079305" y="37492"/>
                </a:lnTo>
                <a:lnTo>
                  <a:pt x="2098547" y="35305"/>
                </a:lnTo>
                <a:lnTo>
                  <a:pt x="2119618" y="33119"/>
                </a:lnTo>
                <a:lnTo>
                  <a:pt x="2142617" y="31527"/>
                </a:lnTo>
                <a:lnTo>
                  <a:pt x="2167520" y="30555"/>
                </a:lnTo>
                <a:lnTo>
                  <a:pt x="2194306" y="30225"/>
                </a:lnTo>
                <a:lnTo>
                  <a:pt x="2221785" y="29916"/>
                </a:lnTo>
                <a:lnTo>
                  <a:pt x="2248598" y="28987"/>
                </a:lnTo>
                <a:lnTo>
                  <a:pt x="2300223" y="25272"/>
                </a:lnTo>
                <a:lnTo>
                  <a:pt x="2348198" y="20192"/>
                </a:lnTo>
                <a:lnTo>
                  <a:pt x="2391029" y="15112"/>
                </a:lnTo>
                <a:lnTo>
                  <a:pt x="2413746" y="12616"/>
                </a:lnTo>
                <a:lnTo>
                  <a:pt x="2474325" y="7576"/>
                </a:lnTo>
                <a:lnTo>
                  <a:pt x="2550614" y="2839"/>
                </a:lnTo>
                <a:lnTo>
                  <a:pt x="2616182" y="311"/>
                </a:lnTo>
                <a:lnTo>
                  <a:pt x="2643251" y="0"/>
                </a:lnTo>
                <a:lnTo>
                  <a:pt x="2668492" y="0"/>
                </a:lnTo>
                <a:lnTo>
                  <a:pt x="2693733" y="0"/>
                </a:lnTo>
                <a:lnTo>
                  <a:pt x="5190744" y="0"/>
                </a:lnTo>
                <a:lnTo>
                  <a:pt x="5218463" y="311"/>
                </a:lnTo>
                <a:lnTo>
                  <a:pt x="5246195" y="1254"/>
                </a:lnTo>
                <a:lnTo>
                  <a:pt x="5273950" y="2839"/>
                </a:lnTo>
                <a:lnTo>
                  <a:pt x="5301742" y="5079"/>
                </a:lnTo>
                <a:lnTo>
                  <a:pt x="5329150" y="7246"/>
                </a:lnTo>
                <a:lnTo>
                  <a:pt x="5355939" y="8794"/>
                </a:lnTo>
                <a:lnTo>
                  <a:pt x="5382109" y="9723"/>
                </a:lnTo>
                <a:lnTo>
                  <a:pt x="5407660" y="10032"/>
                </a:lnTo>
                <a:lnTo>
                  <a:pt x="5431895" y="10032"/>
                </a:lnTo>
                <a:lnTo>
                  <a:pt x="5454284" y="10032"/>
                </a:lnTo>
                <a:lnTo>
                  <a:pt x="5654802" y="10032"/>
                </a:lnTo>
                <a:lnTo>
                  <a:pt x="5677161" y="10362"/>
                </a:lnTo>
                <a:lnTo>
                  <a:pt x="5698902" y="11334"/>
                </a:lnTo>
                <a:lnTo>
                  <a:pt x="5720024" y="12926"/>
                </a:lnTo>
                <a:lnTo>
                  <a:pt x="5740527" y="15112"/>
                </a:lnTo>
                <a:lnTo>
                  <a:pt x="5761029" y="17353"/>
                </a:lnTo>
                <a:lnTo>
                  <a:pt x="5782151" y="18938"/>
                </a:lnTo>
                <a:lnTo>
                  <a:pt x="5803892" y="19881"/>
                </a:lnTo>
                <a:lnTo>
                  <a:pt x="5826252" y="20192"/>
                </a:lnTo>
                <a:lnTo>
                  <a:pt x="5847111" y="20192"/>
                </a:lnTo>
                <a:lnTo>
                  <a:pt x="5864161" y="20192"/>
                </a:lnTo>
                <a:lnTo>
                  <a:pt x="5910326" y="20192"/>
                </a:lnTo>
                <a:lnTo>
                  <a:pt x="5913755" y="21843"/>
                </a:lnTo>
                <a:lnTo>
                  <a:pt x="5917057" y="25272"/>
                </a:lnTo>
                <a:lnTo>
                  <a:pt x="5920486" y="28575"/>
                </a:lnTo>
                <a:lnTo>
                  <a:pt x="5925566" y="30225"/>
                </a:lnTo>
                <a:lnTo>
                  <a:pt x="5932297" y="3022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0910" y="3154045"/>
            <a:ext cx="1695450" cy="30480"/>
          </a:xfrm>
          <a:custGeom>
            <a:avLst/>
            <a:gdLst/>
            <a:ahLst/>
            <a:cxnLst/>
            <a:rect l="l" t="t" r="r" b="b"/>
            <a:pathLst>
              <a:path w="1695450" h="30480">
                <a:moveTo>
                  <a:pt x="0" y="30225"/>
                </a:moveTo>
                <a:lnTo>
                  <a:pt x="45682" y="12616"/>
                </a:lnTo>
                <a:lnTo>
                  <a:pt x="95884" y="5079"/>
                </a:lnTo>
                <a:lnTo>
                  <a:pt x="145962" y="311"/>
                </a:lnTo>
                <a:lnTo>
                  <a:pt x="161416" y="0"/>
                </a:lnTo>
                <a:lnTo>
                  <a:pt x="177182" y="0"/>
                </a:lnTo>
                <a:lnTo>
                  <a:pt x="194198" y="0"/>
                </a:lnTo>
                <a:lnTo>
                  <a:pt x="1024001" y="0"/>
                </a:lnTo>
                <a:lnTo>
                  <a:pt x="1041953" y="311"/>
                </a:lnTo>
                <a:lnTo>
                  <a:pt x="1060561" y="1254"/>
                </a:lnTo>
                <a:lnTo>
                  <a:pt x="1079811" y="2839"/>
                </a:lnTo>
                <a:lnTo>
                  <a:pt x="1099693" y="5079"/>
                </a:lnTo>
                <a:lnTo>
                  <a:pt x="1119556" y="7246"/>
                </a:lnTo>
                <a:lnTo>
                  <a:pt x="1138777" y="8794"/>
                </a:lnTo>
                <a:lnTo>
                  <a:pt x="1157378" y="9723"/>
                </a:lnTo>
                <a:lnTo>
                  <a:pt x="1175384" y="10032"/>
                </a:lnTo>
                <a:lnTo>
                  <a:pt x="1192696" y="10032"/>
                </a:lnTo>
                <a:lnTo>
                  <a:pt x="1209389" y="10032"/>
                </a:lnTo>
                <a:lnTo>
                  <a:pt x="1457833" y="10032"/>
                </a:lnTo>
                <a:lnTo>
                  <a:pt x="1471046" y="10362"/>
                </a:lnTo>
                <a:lnTo>
                  <a:pt x="1485534" y="11334"/>
                </a:lnTo>
                <a:lnTo>
                  <a:pt x="1501284" y="12926"/>
                </a:lnTo>
                <a:lnTo>
                  <a:pt x="1518284" y="15112"/>
                </a:lnTo>
                <a:lnTo>
                  <a:pt x="1535029" y="17353"/>
                </a:lnTo>
                <a:lnTo>
                  <a:pt x="1549844" y="18938"/>
                </a:lnTo>
                <a:lnTo>
                  <a:pt x="1562754" y="19881"/>
                </a:lnTo>
                <a:lnTo>
                  <a:pt x="1573784" y="20192"/>
                </a:lnTo>
                <a:lnTo>
                  <a:pt x="1584192" y="20192"/>
                </a:lnTo>
                <a:lnTo>
                  <a:pt x="1595231" y="20192"/>
                </a:lnTo>
                <a:lnTo>
                  <a:pt x="1685157" y="20192"/>
                </a:lnTo>
                <a:lnTo>
                  <a:pt x="1694941" y="2019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71523" y="3577716"/>
            <a:ext cx="1644650" cy="30480"/>
          </a:xfrm>
          <a:custGeom>
            <a:avLst/>
            <a:gdLst/>
            <a:ahLst/>
            <a:cxnLst/>
            <a:rect l="l" t="t" r="r" b="b"/>
            <a:pathLst>
              <a:path w="1644650" h="30479">
                <a:moveTo>
                  <a:pt x="0" y="0"/>
                </a:moveTo>
                <a:lnTo>
                  <a:pt x="0" y="0"/>
                </a:lnTo>
                <a:lnTo>
                  <a:pt x="267334" y="0"/>
                </a:lnTo>
                <a:lnTo>
                  <a:pt x="296334" y="329"/>
                </a:lnTo>
                <a:lnTo>
                  <a:pt x="327882" y="1301"/>
                </a:lnTo>
                <a:lnTo>
                  <a:pt x="361953" y="2893"/>
                </a:lnTo>
                <a:lnTo>
                  <a:pt x="398525" y="5080"/>
                </a:lnTo>
                <a:lnTo>
                  <a:pt x="435389" y="7320"/>
                </a:lnTo>
                <a:lnTo>
                  <a:pt x="470360" y="8905"/>
                </a:lnTo>
                <a:lnTo>
                  <a:pt x="503449" y="9848"/>
                </a:lnTo>
                <a:lnTo>
                  <a:pt x="534669" y="10160"/>
                </a:lnTo>
                <a:lnTo>
                  <a:pt x="565269" y="10471"/>
                </a:lnTo>
                <a:lnTo>
                  <a:pt x="596487" y="11414"/>
                </a:lnTo>
                <a:lnTo>
                  <a:pt x="628324" y="12999"/>
                </a:lnTo>
                <a:lnTo>
                  <a:pt x="660781" y="15240"/>
                </a:lnTo>
                <a:lnTo>
                  <a:pt x="693237" y="17406"/>
                </a:lnTo>
                <a:lnTo>
                  <a:pt x="725074" y="18954"/>
                </a:lnTo>
                <a:lnTo>
                  <a:pt x="756292" y="19883"/>
                </a:lnTo>
                <a:lnTo>
                  <a:pt x="786891" y="20193"/>
                </a:lnTo>
                <a:lnTo>
                  <a:pt x="817179" y="20193"/>
                </a:lnTo>
                <a:lnTo>
                  <a:pt x="847455" y="20193"/>
                </a:lnTo>
                <a:lnTo>
                  <a:pt x="1397253" y="20193"/>
                </a:lnTo>
                <a:lnTo>
                  <a:pt x="1411162" y="20522"/>
                </a:lnTo>
                <a:lnTo>
                  <a:pt x="1427559" y="21494"/>
                </a:lnTo>
                <a:lnTo>
                  <a:pt x="1446456" y="23086"/>
                </a:lnTo>
                <a:lnTo>
                  <a:pt x="1467865" y="25273"/>
                </a:lnTo>
                <a:lnTo>
                  <a:pt x="1489658" y="27513"/>
                </a:lnTo>
                <a:lnTo>
                  <a:pt x="1509521" y="29098"/>
                </a:lnTo>
                <a:lnTo>
                  <a:pt x="1527480" y="30041"/>
                </a:lnTo>
                <a:lnTo>
                  <a:pt x="1543557" y="30353"/>
                </a:lnTo>
                <a:lnTo>
                  <a:pt x="1558061" y="30353"/>
                </a:lnTo>
                <a:lnTo>
                  <a:pt x="1571291" y="30353"/>
                </a:lnTo>
                <a:lnTo>
                  <a:pt x="1631061" y="30353"/>
                </a:lnTo>
                <a:lnTo>
                  <a:pt x="1644523" y="30353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6466" y="4425188"/>
            <a:ext cx="3481070" cy="50800"/>
          </a:xfrm>
          <a:custGeom>
            <a:avLst/>
            <a:gdLst/>
            <a:ahLst/>
            <a:cxnLst/>
            <a:rect l="l" t="t" r="r" b="b"/>
            <a:pathLst>
              <a:path w="3481070" h="50800">
                <a:moveTo>
                  <a:pt x="0" y="10160"/>
                </a:moveTo>
                <a:lnTo>
                  <a:pt x="0" y="10160"/>
                </a:lnTo>
                <a:lnTo>
                  <a:pt x="95885" y="10160"/>
                </a:lnTo>
                <a:lnTo>
                  <a:pt x="123602" y="10471"/>
                </a:lnTo>
                <a:lnTo>
                  <a:pt x="151320" y="11414"/>
                </a:lnTo>
                <a:lnTo>
                  <a:pt x="179038" y="12999"/>
                </a:lnTo>
                <a:lnTo>
                  <a:pt x="206756" y="15239"/>
                </a:lnTo>
                <a:lnTo>
                  <a:pt x="232975" y="17406"/>
                </a:lnTo>
                <a:lnTo>
                  <a:pt x="256016" y="18954"/>
                </a:lnTo>
                <a:lnTo>
                  <a:pt x="275889" y="19883"/>
                </a:lnTo>
                <a:lnTo>
                  <a:pt x="292608" y="20193"/>
                </a:lnTo>
                <a:lnTo>
                  <a:pt x="311207" y="20522"/>
                </a:lnTo>
                <a:lnTo>
                  <a:pt x="336724" y="21494"/>
                </a:lnTo>
                <a:lnTo>
                  <a:pt x="369171" y="23086"/>
                </a:lnTo>
                <a:lnTo>
                  <a:pt x="408559" y="25273"/>
                </a:lnTo>
                <a:lnTo>
                  <a:pt x="450490" y="27459"/>
                </a:lnTo>
                <a:lnTo>
                  <a:pt x="490553" y="29051"/>
                </a:lnTo>
                <a:lnTo>
                  <a:pt x="528734" y="30023"/>
                </a:lnTo>
                <a:lnTo>
                  <a:pt x="565022" y="30353"/>
                </a:lnTo>
                <a:lnTo>
                  <a:pt x="600908" y="30974"/>
                </a:lnTo>
                <a:lnTo>
                  <a:pt x="638079" y="32845"/>
                </a:lnTo>
                <a:lnTo>
                  <a:pt x="676536" y="35978"/>
                </a:lnTo>
                <a:lnTo>
                  <a:pt x="716280" y="40386"/>
                </a:lnTo>
                <a:lnTo>
                  <a:pt x="755713" y="44813"/>
                </a:lnTo>
                <a:lnTo>
                  <a:pt x="793241" y="47990"/>
                </a:lnTo>
                <a:lnTo>
                  <a:pt x="828865" y="49905"/>
                </a:lnTo>
                <a:lnTo>
                  <a:pt x="862584" y="50545"/>
                </a:lnTo>
                <a:lnTo>
                  <a:pt x="895040" y="50545"/>
                </a:lnTo>
                <a:lnTo>
                  <a:pt x="926877" y="50545"/>
                </a:lnTo>
                <a:lnTo>
                  <a:pt x="1972310" y="50545"/>
                </a:lnTo>
                <a:lnTo>
                  <a:pt x="1990627" y="50216"/>
                </a:lnTo>
                <a:lnTo>
                  <a:pt x="2030978" y="47652"/>
                </a:lnTo>
                <a:lnTo>
                  <a:pt x="2074491" y="42914"/>
                </a:lnTo>
                <a:lnTo>
                  <a:pt x="2123694" y="35306"/>
                </a:lnTo>
                <a:lnTo>
                  <a:pt x="2136598" y="33139"/>
                </a:lnTo>
                <a:lnTo>
                  <a:pt x="2150157" y="31591"/>
                </a:lnTo>
                <a:lnTo>
                  <a:pt x="2164359" y="30662"/>
                </a:lnTo>
                <a:lnTo>
                  <a:pt x="2179193" y="30353"/>
                </a:lnTo>
                <a:lnTo>
                  <a:pt x="2194958" y="30023"/>
                </a:lnTo>
                <a:lnTo>
                  <a:pt x="2211974" y="29051"/>
                </a:lnTo>
                <a:lnTo>
                  <a:pt x="2230252" y="27459"/>
                </a:lnTo>
                <a:lnTo>
                  <a:pt x="2249805" y="25273"/>
                </a:lnTo>
                <a:lnTo>
                  <a:pt x="2269357" y="23086"/>
                </a:lnTo>
                <a:lnTo>
                  <a:pt x="2287635" y="21494"/>
                </a:lnTo>
                <a:lnTo>
                  <a:pt x="2304651" y="20522"/>
                </a:lnTo>
                <a:lnTo>
                  <a:pt x="2320417" y="20193"/>
                </a:lnTo>
                <a:lnTo>
                  <a:pt x="2336182" y="20193"/>
                </a:lnTo>
                <a:lnTo>
                  <a:pt x="2353198" y="20193"/>
                </a:lnTo>
                <a:lnTo>
                  <a:pt x="2466721" y="20193"/>
                </a:lnTo>
                <a:lnTo>
                  <a:pt x="2484362" y="19883"/>
                </a:lnTo>
                <a:lnTo>
                  <a:pt x="2502027" y="18954"/>
                </a:lnTo>
                <a:lnTo>
                  <a:pt x="2519691" y="17406"/>
                </a:lnTo>
                <a:lnTo>
                  <a:pt x="2537333" y="15239"/>
                </a:lnTo>
                <a:lnTo>
                  <a:pt x="2554974" y="12999"/>
                </a:lnTo>
                <a:lnTo>
                  <a:pt x="2572639" y="11414"/>
                </a:lnTo>
                <a:lnTo>
                  <a:pt x="2590303" y="10471"/>
                </a:lnTo>
                <a:lnTo>
                  <a:pt x="2607945" y="10160"/>
                </a:lnTo>
                <a:lnTo>
                  <a:pt x="2624635" y="10160"/>
                </a:lnTo>
                <a:lnTo>
                  <a:pt x="2639456" y="10160"/>
                </a:lnTo>
                <a:lnTo>
                  <a:pt x="3367913" y="10160"/>
                </a:lnTo>
                <a:lnTo>
                  <a:pt x="3374644" y="8509"/>
                </a:lnTo>
                <a:lnTo>
                  <a:pt x="3415030" y="0"/>
                </a:lnTo>
                <a:lnTo>
                  <a:pt x="3422628" y="0"/>
                </a:lnTo>
                <a:lnTo>
                  <a:pt x="3430190" y="0"/>
                </a:lnTo>
                <a:lnTo>
                  <a:pt x="3470848" y="0"/>
                </a:lnTo>
                <a:lnTo>
                  <a:pt x="348056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94050" y="5081015"/>
            <a:ext cx="3541395" cy="71120"/>
          </a:xfrm>
          <a:custGeom>
            <a:avLst/>
            <a:gdLst/>
            <a:ahLst/>
            <a:cxnLst/>
            <a:rect l="l" t="t" r="r" b="b"/>
            <a:pathLst>
              <a:path w="3541395" h="71120">
                <a:moveTo>
                  <a:pt x="0" y="70611"/>
                </a:moveTo>
                <a:lnTo>
                  <a:pt x="0" y="70611"/>
                </a:lnTo>
                <a:lnTo>
                  <a:pt x="1684782" y="70611"/>
                </a:lnTo>
                <a:lnTo>
                  <a:pt x="1699615" y="70300"/>
                </a:lnTo>
                <a:lnTo>
                  <a:pt x="1713817" y="69357"/>
                </a:lnTo>
                <a:lnTo>
                  <a:pt x="1727376" y="67772"/>
                </a:lnTo>
                <a:lnTo>
                  <a:pt x="1740280" y="65531"/>
                </a:lnTo>
                <a:lnTo>
                  <a:pt x="1752927" y="63365"/>
                </a:lnTo>
                <a:lnTo>
                  <a:pt x="1765538" y="61817"/>
                </a:lnTo>
                <a:lnTo>
                  <a:pt x="1778125" y="60888"/>
                </a:lnTo>
                <a:lnTo>
                  <a:pt x="1790700" y="60578"/>
                </a:lnTo>
                <a:lnTo>
                  <a:pt x="1803987" y="60578"/>
                </a:lnTo>
                <a:lnTo>
                  <a:pt x="1818513" y="60578"/>
                </a:lnTo>
                <a:lnTo>
                  <a:pt x="2053082" y="60578"/>
                </a:lnTo>
                <a:lnTo>
                  <a:pt x="2069772" y="60249"/>
                </a:lnTo>
                <a:lnTo>
                  <a:pt x="2084593" y="59277"/>
                </a:lnTo>
                <a:lnTo>
                  <a:pt x="2097533" y="57685"/>
                </a:lnTo>
                <a:lnTo>
                  <a:pt x="2108580" y="55498"/>
                </a:lnTo>
                <a:lnTo>
                  <a:pt x="2119610" y="53258"/>
                </a:lnTo>
                <a:lnTo>
                  <a:pt x="2132520" y="51673"/>
                </a:lnTo>
                <a:lnTo>
                  <a:pt x="2147335" y="50730"/>
                </a:lnTo>
                <a:lnTo>
                  <a:pt x="2164079" y="50418"/>
                </a:lnTo>
                <a:lnTo>
                  <a:pt x="2182342" y="50107"/>
                </a:lnTo>
                <a:lnTo>
                  <a:pt x="2201878" y="49164"/>
                </a:lnTo>
                <a:lnTo>
                  <a:pt x="2222676" y="47579"/>
                </a:lnTo>
                <a:lnTo>
                  <a:pt x="2244725" y="45338"/>
                </a:lnTo>
                <a:lnTo>
                  <a:pt x="2266152" y="43172"/>
                </a:lnTo>
                <a:lnTo>
                  <a:pt x="2285079" y="41624"/>
                </a:lnTo>
                <a:lnTo>
                  <a:pt x="2301482" y="40695"/>
                </a:lnTo>
                <a:lnTo>
                  <a:pt x="2315337" y="40385"/>
                </a:lnTo>
                <a:lnTo>
                  <a:pt x="2327983" y="40385"/>
                </a:lnTo>
                <a:lnTo>
                  <a:pt x="2340594" y="40385"/>
                </a:lnTo>
                <a:lnTo>
                  <a:pt x="2416302" y="40385"/>
                </a:lnTo>
                <a:lnTo>
                  <a:pt x="2428876" y="40056"/>
                </a:lnTo>
                <a:lnTo>
                  <a:pt x="2441463" y="39084"/>
                </a:lnTo>
                <a:lnTo>
                  <a:pt x="2454074" y="37492"/>
                </a:lnTo>
                <a:lnTo>
                  <a:pt x="2466721" y="35305"/>
                </a:lnTo>
                <a:lnTo>
                  <a:pt x="2479625" y="33119"/>
                </a:lnTo>
                <a:lnTo>
                  <a:pt x="2493184" y="31527"/>
                </a:lnTo>
                <a:lnTo>
                  <a:pt x="2507386" y="30555"/>
                </a:lnTo>
                <a:lnTo>
                  <a:pt x="2522220" y="30225"/>
                </a:lnTo>
                <a:lnTo>
                  <a:pt x="2537674" y="30225"/>
                </a:lnTo>
                <a:lnTo>
                  <a:pt x="2553747" y="30225"/>
                </a:lnTo>
                <a:lnTo>
                  <a:pt x="2814701" y="30225"/>
                </a:lnTo>
                <a:lnTo>
                  <a:pt x="2829534" y="29916"/>
                </a:lnTo>
                <a:lnTo>
                  <a:pt x="2843736" y="28987"/>
                </a:lnTo>
                <a:lnTo>
                  <a:pt x="2857295" y="27439"/>
                </a:lnTo>
                <a:lnTo>
                  <a:pt x="2870200" y="25272"/>
                </a:lnTo>
                <a:lnTo>
                  <a:pt x="2883487" y="23032"/>
                </a:lnTo>
                <a:lnTo>
                  <a:pt x="2898013" y="21447"/>
                </a:lnTo>
                <a:lnTo>
                  <a:pt x="2913776" y="20504"/>
                </a:lnTo>
                <a:lnTo>
                  <a:pt x="2930779" y="20192"/>
                </a:lnTo>
                <a:lnTo>
                  <a:pt x="2947781" y="20192"/>
                </a:lnTo>
                <a:lnTo>
                  <a:pt x="2963544" y="20192"/>
                </a:lnTo>
                <a:lnTo>
                  <a:pt x="3263646" y="20192"/>
                </a:lnTo>
                <a:lnTo>
                  <a:pt x="3272508" y="19881"/>
                </a:lnTo>
                <a:lnTo>
                  <a:pt x="3283870" y="18938"/>
                </a:lnTo>
                <a:lnTo>
                  <a:pt x="3297757" y="17353"/>
                </a:lnTo>
                <a:lnTo>
                  <a:pt x="3314192" y="15112"/>
                </a:lnTo>
                <a:lnTo>
                  <a:pt x="3330553" y="12926"/>
                </a:lnTo>
                <a:lnTo>
                  <a:pt x="3344402" y="11334"/>
                </a:lnTo>
                <a:lnTo>
                  <a:pt x="3355750" y="10362"/>
                </a:lnTo>
                <a:lnTo>
                  <a:pt x="3364610" y="10032"/>
                </a:lnTo>
                <a:lnTo>
                  <a:pt x="3372778" y="10032"/>
                </a:lnTo>
                <a:lnTo>
                  <a:pt x="3382232" y="10032"/>
                </a:lnTo>
                <a:lnTo>
                  <a:pt x="3480561" y="10032"/>
                </a:lnTo>
                <a:lnTo>
                  <a:pt x="3490037" y="9723"/>
                </a:lnTo>
                <a:lnTo>
                  <a:pt x="3498262" y="8794"/>
                </a:lnTo>
                <a:lnTo>
                  <a:pt x="3505225" y="7246"/>
                </a:lnTo>
                <a:lnTo>
                  <a:pt x="3510915" y="5079"/>
                </a:lnTo>
                <a:lnTo>
                  <a:pt x="3516584" y="2839"/>
                </a:lnTo>
                <a:lnTo>
                  <a:pt x="3523503" y="1254"/>
                </a:lnTo>
                <a:lnTo>
                  <a:pt x="3531685" y="311"/>
                </a:lnTo>
                <a:lnTo>
                  <a:pt x="354114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358248" y="5161660"/>
            <a:ext cx="272415" cy="40640"/>
          </a:xfrm>
          <a:custGeom>
            <a:avLst/>
            <a:gdLst/>
            <a:ahLst/>
            <a:cxnLst/>
            <a:rect l="l" t="t" r="r" b="b"/>
            <a:pathLst>
              <a:path w="272415" h="40639">
                <a:moveTo>
                  <a:pt x="0" y="0"/>
                </a:moveTo>
                <a:lnTo>
                  <a:pt x="1777" y="0"/>
                </a:lnTo>
                <a:lnTo>
                  <a:pt x="178307" y="0"/>
                </a:lnTo>
                <a:lnTo>
                  <a:pt x="185039" y="1777"/>
                </a:lnTo>
                <a:lnTo>
                  <a:pt x="191770" y="5080"/>
                </a:lnTo>
                <a:lnTo>
                  <a:pt x="198500" y="8508"/>
                </a:lnTo>
                <a:lnTo>
                  <a:pt x="205231" y="11811"/>
                </a:lnTo>
                <a:lnTo>
                  <a:pt x="237108" y="25272"/>
                </a:lnTo>
                <a:lnTo>
                  <a:pt x="245018" y="28134"/>
                </a:lnTo>
                <a:lnTo>
                  <a:pt x="253523" y="31591"/>
                </a:lnTo>
                <a:lnTo>
                  <a:pt x="262647" y="35667"/>
                </a:lnTo>
                <a:lnTo>
                  <a:pt x="272415" y="4038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89075" y="5605653"/>
            <a:ext cx="938530" cy="40640"/>
          </a:xfrm>
          <a:custGeom>
            <a:avLst/>
            <a:gdLst/>
            <a:ahLst/>
            <a:cxnLst/>
            <a:rect l="l" t="t" r="r" b="b"/>
            <a:pathLst>
              <a:path w="938530" h="40639">
                <a:moveTo>
                  <a:pt x="0" y="40386"/>
                </a:moveTo>
                <a:lnTo>
                  <a:pt x="3302" y="40386"/>
                </a:lnTo>
                <a:lnTo>
                  <a:pt x="10033" y="40386"/>
                </a:lnTo>
                <a:lnTo>
                  <a:pt x="15392" y="40056"/>
                </a:lnTo>
                <a:lnTo>
                  <a:pt x="21383" y="39084"/>
                </a:lnTo>
                <a:lnTo>
                  <a:pt x="28017" y="37492"/>
                </a:lnTo>
                <a:lnTo>
                  <a:pt x="35306" y="35306"/>
                </a:lnTo>
                <a:lnTo>
                  <a:pt x="42850" y="32754"/>
                </a:lnTo>
                <a:lnTo>
                  <a:pt x="50418" y="30226"/>
                </a:lnTo>
                <a:lnTo>
                  <a:pt x="57987" y="27697"/>
                </a:lnTo>
                <a:lnTo>
                  <a:pt x="65531" y="25146"/>
                </a:lnTo>
                <a:lnTo>
                  <a:pt x="73388" y="22649"/>
                </a:lnTo>
                <a:lnTo>
                  <a:pt x="111555" y="12563"/>
                </a:lnTo>
                <a:lnTo>
                  <a:pt x="151256" y="5080"/>
                </a:lnTo>
                <a:lnTo>
                  <a:pt x="199530" y="311"/>
                </a:lnTo>
                <a:lnTo>
                  <a:pt x="216916" y="0"/>
                </a:lnTo>
                <a:lnTo>
                  <a:pt x="234539" y="0"/>
                </a:lnTo>
                <a:lnTo>
                  <a:pt x="252174" y="0"/>
                </a:lnTo>
                <a:lnTo>
                  <a:pt x="428751" y="0"/>
                </a:lnTo>
                <a:lnTo>
                  <a:pt x="441965" y="311"/>
                </a:lnTo>
                <a:lnTo>
                  <a:pt x="456453" y="1254"/>
                </a:lnTo>
                <a:lnTo>
                  <a:pt x="472203" y="2839"/>
                </a:lnTo>
                <a:lnTo>
                  <a:pt x="489204" y="5080"/>
                </a:lnTo>
                <a:lnTo>
                  <a:pt x="507210" y="7246"/>
                </a:lnTo>
                <a:lnTo>
                  <a:pt x="525811" y="8794"/>
                </a:lnTo>
                <a:lnTo>
                  <a:pt x="545032" y="9723"/>
                </a:lnTo>
                <a:lnTo>
                  <a:pt x="564895" y="10033"/>
                </a:lnTo>
                <a:lnTo>
                  <a:pt x="584138" y="10033"/>
                </a:lnTo>
                <a:lnTo>
                  <a:pt x="601487" y="10033"/>
                </a:lnTo>
                <a:lnTo>
                  <a:pt x="776732" y="10033"/>
                </a:lnTo>
                <a:lnTo>
                  <a:pt x="786207" y="10344"/>
                </a:lnTo>
                <a:lnTo>
                  <a:pt x="794432" y="11287"/>
                </a:lnTo>
                <a:lnTo>
                  <a:pt x="801395" y="12872"/>
                </a:lnTo>
                <a:lnTo>
                  <a:pt x="807085" y="15113"/>
                </a:lnTo>
                <a:lnTo>
                  <a:pt x="813816" y="18415"/>
                </a:lnTo>
                <a:lnTo>
                  <a:pt x="818769" y="20193"/>
                </a:lnTo>
                <a:lnTo>
                  <a:pt x="936498" y="20193"/>
                </a:lnTo>
                <a:lnTo>
                  <a:pt x="938276" y="21844"/>
                </a:lnTo>
                <a:lnTo>
                  <a:pt x="938276" y="25146"/>
                </a:lnTo>
                <a:lnTo>
                  <a:pt x="938276" y="28575"/>
                </a:lnTo>
                <a:lnTo>
                  <a:pt x="936498" y="26924"/>
                </a:lnTo>
                <a:lnTo>
                  <a:pt x="933195" y="20193"/>
                </a:lnTo>
                <a:lnTo>
                  <a:pt x="929767" y="13462"/>
                </a:lnTo>
                <a:lnTo>
                  <a:pt x="924813" y="6731"/>
                </a:lnTo>
                <a:lnTo>
                  <a:pt x="91808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09715" y="5575300"/>
            <a:ext cx="3652520" cy="71120"/>
          </a:xfrm>
          <a:custGeom>
            <a:avLst/>
            <a:gdLst/>
            <a:ahLst/>
            <a:cxnLst/>
            <a:rect l="l" t="t" r="r" b="b"/>
            <a:pathLst>
              <a:path w="3652520" h="71120">
                <a:moveTo>
                  <a:pt x="0" y="20193"/>
                </a:moveTo>
                <a:lnTo>
                  <a:pt x="50419" y="30352"/>
                </a:lnTo>
                <a:lnTo>
                  <a:pt x="65563" y="30664"/>
                </a:lnTo>
                <a:lnTo>
                  <a:pt x="80708" y="31607"/>
                </a:lnTo>
                <a:lnTo>
                  <a:pt x="95853" y="33192"/>
                </a:lnTo>
                <a:lnTo>
                  <a:pt x="110998" y="35432"/>
                </a:lnTo>
                <a:lnTo>
                  <a:pt x="128647" y="37911"/>
                </a:lnTo>
                <a:lnTo>
                  <a:pt x="179042" y="42916"/>
                </a:lnTo>
                <a:lnTo>
                  <a:pt x="245270" y="47652"/>
                </a:lnTo>
                <a:lnTo>
                  <a:pt x="300757" y="50216"/>
                </a:lnTo>
                <a:lnTo>
                  <a:pt x="322834" y="50545"/>
                </a:lnTo>
                <a:lnTo>
                  <a:pt x="342386" y="50545"/>
                </a:lnTo>
                <a:lnTo>
                  <a:pt x="360664" y="50545"/>
                </a:lnTo>
                <a:lnTo>
                  <a:pt x="580136" y="50545"/>
                </a:lnTo>
                <a:lnTo>
                  <a:pt x="593040" y="50216"/>
                </a:lnTo>
                <a:lnTo>
                  <a:pt x="606599" y="49244"/>
                </a:lnTo>
                <a:lnTo>
                  <a:pt x="620801" y="47652"/>
                </a:lnTo>
                <a:lnTo>
                  <a:pt x="635635" y="45466"/>
                </a:lnTo>
                <a:lnTo>
                  <a:pt x="650085" y="43225"/>
                </a:lnTo>
                <a:lnTo>
                  <a:pt x="663320" y="41640"/>
                </a:lnTo>
                <a:lnTo>
                  <a:pt x="675318" y="40697"/>
                </a:lnTo>
                <a:lnTo>
                  <a:pt x="686054" y="40386"/>
                </a:lnTo>
                <a:lnTo>
                  <a:pt x="696148" y="40386"/>
                </a:lnTo>
                <a:lnTo>
                  <a:pt x="706231" y="40386"/>
                </a:lnTo>
                <a:lnTo>
                  <a:pt x="716289" y="40386"/>
                </a:lnTo>
                <a:lnTo>
                  <a:pt x="726313" y="40386"/>
                </a:lnTo>
                <a:lnTo>
                  <a:pt x="736738" y="40076"/>
                </a:lnTo>
                <a:lnTo>
                  <a:pt x="747807" y="39147"/>
                </a:lnTo>
                <a:lnTo>
                  <a:pt x="759495" y="37599"/>
                </a:lnTo>
                <a:lnTo>
                  <a:pt x="771779" y="35432"/>
                </a:lnTo>
                <a:lnTo>
                  <a:pt x="784683" y="33192"/>
                </a:lnTo>
                <a:lnTo>
                  <a:pt x="798242" y="31607"/>
                </a:lnTo>
                <a:lnTo>
                  <a:pt x="812444" y="30664"/>
                </a:lnTo>
                <a:lnTo>
                  <a:pt x="827278" y="30352"/>
                </a:lnTo>
                <a:lnTo>
                  <a:pt x="842093" y="30352"/>
                </a:lnTo>
                <a:lnTo>
                  <a:pt x="856265" y="30352"/>
                </a:lnTo>
                <a:lnTo>
                  <a:pt x="1699894" y="30352"/>
                </a:lnTo>
                <a:lnTo>
                  <a:pt x="1712852" y="30664"/>
                </a:lnTo>
                <a:lnTo>
                  <a:pt x="1726406" y="31607"/>
                </a:lnTo>
                <a:lnTo>
                  <a:pt x="1740578" y="33192"/>
                </a:lnTo>
                <a:lnTo>
                  <a:pt x="1755393" y="35432"/>
                </a:lnTo>
                <a:lnTo>
                  <a:pt x="1770227" y="37599"/>
                </a:lnTo>
                <a:lnTo>
                  <a:pt x="1784429" y="39147"/>
                </a:lnTo>
                <a:lnTo>
                  <a:pt x="1797988" y="40076"/>
                </a:lnTo>
                <a:lnTo>
                  <a:pt x="1810892" y="40386"/>
                </a:lnTo>
                <a:lnTo>
                  <a:pt x="1823539" y="40386"/>
                </a:lnTo>
                <a:lnTo>
                  <a:pt x="1836150" y="40386"/>
                </a:lnTo>
                <a:lnTo>
                  <a:pt x="1848737" y="40386"/>
                </a:lnTo>
                <a:lnTo>
                  <a:pt x="1861312" y="40386"/>
                </a:lnTo>
                <a:lnTo>
                  <a:pt x="1876172" y="40697"/>
                </a:lnTo>
                <a:lnTo>
                  <a:pt x="1895427" y="41640"/>
                </a:lnTo>
                <a:lnTo>
                  <a:pt x="1919087" y="43225"/>
                </a:lnTo>
                <a:lnTo>
                  <a:pt x="1947164" y="45466"/>
                </a:lnTo>
                <a:lnTo>
                  <a:pt x="1974544" y="47652"/>
                </a:lnTo>
                <a:lnTo>
                  <a:pt x="1996281" y="49244"/>
                </a:lnTo>
                <a:lnTo>
                  <a:pt x="2012350" y="50216"/>
                </a:lnTo>
                <a:lnTo>
                  <a:pt x="2022729" y="50545"/>
                </a:lnTo>
                <a:lnTo>
                  <a:pt x="2030968" y="50855"/>
                </a:lnTo>
                <a:lnTo>
                  <a:pt x="2040445" y="51784"/>
                </a:lnTo>
                <a:lnTo>
                  <a:pt x="2051161" y="53332"/>
                </a:lnTo>
                <a:lnTo>
                  <a:pt x="2063114" y="55499"/>
                </a:lnTo>
                <a:lnTo>
                  <a:pt x="2075451" y="57739"/>
                </a:lnTo>
                <a:lnTo>
                  <a:pt x="2087133" y="59324"/>
                </a:lnTo>
                <a:lnTo>
                  <a:pt x="2098172" y="60267"/>
                </a:lnTo>
                <a:lnTo>
                  <a:pt x="2108581" y="60579"/>
                </a:lnTo>
                <a:lnTo>
                  <a:pt x="2118987" y="60890"/>
                </a:lnTo>
                <a:lnTo>
                  <a:pt x="2130012" y="61833"/>
                </a:lnTo>
                <a:lnTo>
                  <a:pt x="2141656" y="63418"/>
                </a:lnTo>
                <a:lnTo>
                  <a:pt x="2153919" y="65658"/>
                </a:lnTo>
                <a:lnTo>
                  <a:pt x="2166877" y="67845"/>
                </a:lnTo>
                <a:lnTo>
                  <a:pt x="2180431" y="69437"/>
                </a:lnTo>
                <a:lnTo>
                  <a:pt x="2194603" y="70409"/>
                </a:lnTo>
                <a:lnTo>
                  <a:pt x="2209418" y="70738"/>
                </a:lnTo>
                <a:lnTo>
                  <a:pt x="2224563" y="70738"/>
                </a:lnTo>
                <a:lnTo>
                  <a:pt x="2239708" y="70738"/>
                </a:lnTo>
                <a:lnTo>
                  <a:pt x="2723895" y="70738"/>
                </a:lnTo>
                <a:lnTo>
                  <a:pt x="2738729" y="70409"/>
                </a:lnTo>
                <a:lnTo>
                  <a:pt x="2752931" y="69437"/>
                </a:lnTo>
                <a:lnTo>
                  <a:pt x="2766490" y="67845"/>
                </a:lnTo>
                <a:lnTo>
                  <a:pt x="2779394" y="65658"/>
                </a:lnTo>
                <a:lnTo>
                  <a:pt x="2791731" y="63418"/>
                </a:lnTo>
                <a:lnTo>
                  <a:pt x="2803413" y="61833"/>
                </a:lnTo>
                <a:lnTo>
                  <a:pt x="2814452" y="60890"/>
                </a:lnTo>
                <a:lnTo>
                  <a:pt x="2824861" y="60579"/>
                </a:lnTo>
                <a:lnTo>
                  <a:pt x="2835578" y="60267"/>
                </a:lnTo>
                <a:lnTo>
                  <a:pt x="2847546" y="59324"/>
                </a:lnTo>
                <a:lnTo>
                  <a:pt x="2860776" y="57739"/>
                </a:lnTo>
                <a:lnTo>
                  <a:pt x="2875280" y="55499"/>
                </a:lnTo>
                <a:lnTo>
                  <a:pt x="2890424" y="53002"/>
                </a:lnTo>
                <a:lnTo>
                  <a:pt x="2905569" y="50482"/>
                </a:lnTo>
                <a:lnTo>
                  <a:pt x="2920714" y="47962"/>
                </a:lnTo>
                <a:lnTo>
                  <a:pt x="2963592" y="41640"/>
                </a:lnTo>
                <a:lnTo>
                  <a:pt x="2986278" y="40386"/>
                </a:lnTo>
                <a:lnTo>
                  <a:pt x="2996374" y="40076"/>
                </a:lnTo>
                <a:lnTo>
                  <a:pt x="3006470" y="39147"/>
                </a:lnTo>
                <a:lnTo>
                  <a:pt x="3016567" y="37599"/>
                </a:lnTo>
                <a:lnTo>
                  <a:pt x="3026664" y="35432"/>
                </a:lnTo>
                <a:lnTo>
                  <a:pt x="3036431" y="33192"/>
                </a:lnTo>
                <a:lnTo>
                  <a:pt x="3045555" y="31607"/>
                </a:lnTo>
                <a:lnTo>
                  <a:pt x="3054060" y="30664"/>
                </a:lnTo>
                <a:lnTo>
                  <a:pt x="3061969" y="30352"/>
                </a:lnTo>
                <a:lnTo>
                  <a:pt x="3072003" y="30352"/>
                </a:lnTo>
                <a:lnTo>
                  <a:pt x="3078734" y="30352"/>
                </a:lnTo>
                <a:lnTo>
                  <a:pt x="3082163" y="30352"/>
                </a:lnTo>
                <a:lnTo>
                  <a:pt x="3085465" y="30352"/>
                </a:lnTo>
                <a:lnTo>
                  <a:pt x="3092195" y="30352"/>
                </a:lnTo>
                <a:lnTo>
                  <a:pt x="3102229" y="30352"/>
                </a:lnTo>
                <a:lnTo>
                  <a:pt x="3110156" y="30041"/>
                </a:lnTo>
                <a:lnTo>
                  <a:pt x="3118691" y="29098"/>
                </a:lnTo>
                <a:lnTo>
                  <a:pt x="3127821" y="27513"/>
                </a:lnTo>
                <a:lnTo>
                  <a:pt x="3137535" y="25273"/>
                </a:lnTo>
                <a:lnTo>
                  <a:pt x="3148272" y="22776"/>
                </a:lnTo>
                <a:lnTo>
                  <a:pt x="3160283" y="20256"/>
                </a:lnTo>
                <a:lnTo>
                  <a:pt x="3203535" y="12999"/>
                </a:lnTo>
                <a:lnTo>
                  <a:pt x="3253613" y="10160"/>
                </a:lnTo>
                <a:lnTo>
                  <a:pt x="3271254" y="9848"/>
                </a:lnTo>
                <a:lnTo>
                  <a:pt x="3288919" y="8905"/>
                </a:lnTo>
                <a:lnTo>
                  <a:pt x="3306583" y="7320"/>
                </a:lnTo>
                <a:lnTo>
                  <a:pt x="3324225" y="5080"/>
                </a:lnTo>
                <a:lnTo>
                  <a:pt x="3341554" y="2893"/>
                </a:lnTo>
                <a:lnTo>
                  <a:pt x="3358276" y="1301"/>
                </a:lnTo>
                <a:lnTo>
                  <a:pt x="3374356" y="329"/>
                </a:lnTo>
                <a:lnTo>
                  <a:pt x="3389757" y="0"/>
                </a:lnTo>
                <a:lnTo>
                  <a:pt x="3404901" y="0"/>
                </a:lnTo>
                <a:lnTo>
                  <a:pt x="3420046" y="0"/>
                </a:lnTo>
                <a:lnTo>
                  <a:pt x="3646451" y="0"/>
                </a:lnTo>
                <a:lnTo>
                  <a:pt x="365213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16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636" y="1208885"/>
            <a:ext cx="1126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790" algn="l"/>
              </a:tabLst>
            </a:pPr>
            <a:r>
              <a:rPr sz="2000" b="1" spc="370" dirty="0">
                <a:latin typeface="Malgun Gothic"/>
                <a:cs typeface="Malgun Gothic"/>
              </a:rPr>
              <a:t>-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무지의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6921" y="1208885"/>
            <a:ext cx="7268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3135" algn="l"/>
                <a:tab pos="1639570" algn="l"/>
                <a:tab pos="3089275" algn="l"/>
                <a:tab pos="4283710" algn="l"/>
                <a:tab pos="573151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장막과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같은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상황에서만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사람들은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사회질서의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선택과정에서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1512606"/>
            <a:ext cx="8549005" cy="327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6350" algn="just">
              <a:lnSpc>
                <a:spcPct val="133400"/>
              </a:lnSpc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불편부당하고</a:t>
            </a:r>
            <a:r>
              <a:rPr sz="2000" b="1" spc="-5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공</a:t>
            </a:r>
            <a:r>
              <a:rPr sz="2000" b="1" u="heavy" dirty="0"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정한</a:t>
            </a:r>
            <a:r>
              <a:rPr sz="2000" b="1" u="heavy" spc="-55" dirty="0"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  </a:t>
            </a:r>
            <a:r>
              <a:rPr sz="2000" b="1" u="heavy" dirty="0"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태도</a:t>
            </a:r>
            <a:r>
              <a:rPr sz="2000" b="1" dirty="0">
                <a:latin typeface="Malgun Gothic"/>
                <a:cs typeface="Malgun Gothic"/>
              </a:rPr>
              <a:t>로</a:t>
            </a:r>
            <a:r>
              <a:rPr sz="2000" b="1" spc="-5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임하게</a:t>
            </a:r>
            <a:r>
              <a:rPr sz="2000" b="1" spc="-5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된다</a:t>
            </a:r>
            <a:r>
              <a:rPr sz="2000" b="1" spc="-55" dirty="0">
                <a:latin typeface="Malgun Gothic"/>
                <a:cs typeface="Malgun Gothic"/>
              </a:rPr>
              <a:t>  </a:t>
            </a:r>
            <a:r>
              <a:rPr sz="2000" dirty="0">
                <a:latin typeface="MS PGothic"/>
                <a:cs typeface="MS PGothic"/>
              </a:rPr>
              <a:t>⟹</a:t>
            </a:r>
            <a:r>
              <a:rPr sz="2000" spc="35" dirty="0">
                <a:latin typeface="MS PGothic"/>
                <a:cs typeface="MS P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이렇게</a:t>
            </a:r>
            <a:r>
              <a:rPr sz="2000" b="1" spc="-5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도출된</a:t>
            </a:r>
            <a:r>
              <a:rPr sz="2000" b="1" spc="-55" dirty="0">
                <a:latin typeface="Malgun Gothic"/>
                <a:cs typeface="Malgun Gothic"/>
              </a:rPr>
              <a:t>  </a:t>
            </a:r>
            <a:r>
              <a:rPr sz="2000" b="1" spc="-25" dirty="0">
                <a:latin typeface="Malgun Gothic"/>
                <a:cs typeface="Malgun Gothic"/>
              </a:rPr>
              <a:t>합의가 </a:t>
            </a:r>
            <a:r>
              <a:rPr sz="2000" b="1" dirty="0">
                <a:latin typeface="Malgun Gothic"/>
                <a:cs typeface="Malgun Gothic"/>
              </a:rPr>
              <a:t>사회계약(social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contract)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S PGothic"/>
                <a:cs typeface="MS PGothic"/>
              </a:rPr>
              <a:t>⟹</a:t>
            </a:r>
            <a:r>
              <a:rPr sz="2000" spc="495" dirty="0">
                <a:latin typeface="MS PGothic"/>
                <a:cs typeface="MS P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이러한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의미에서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롤즈의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정의는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공정으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로서의</a:t>
            </a:r>
            <a:r>
              <a:rPr sz="2000" b="1" spc="37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정의(justice</a:t>
            </a:r>
            <a:r>
              <a:rPr sz="2000" b="1" spc="38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as</a:t>
            </a:r>
            <a:r>
              <a:rPr sz="2000" b="1" spc="37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fairness)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266700" indent="-266700">
              <a:lnSpc>
                <a:spcPct val="100000"/>
              </a:lnSpc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원초적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상황의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역할</a:t>
            </a:r>
            <a:endParaRPr sz="2000">
              <a:latin typeface="Malgun Gothic"/>
              <a:cs typeface="Malgun Gothic"/>
            </a:endParaRPr>
          </a:p>
          <a:p>
            <a:pPr marL="440055" marR="5080" lvl="1" indent="-301625">
              <a:lnSpc>
                <a:spcPct val="132900"/>
              </a:lnSpc>
              <a:spcBef>
                <a:spcPts val="10"/>
              </a:spcBef>
              <a:buChar char="-"/>
              <a:tabLst>
                <a:tab pos="440055" algn="l"/>
                <a:tab pos="1343025" algn="l"/>
                <a:tab pos="2752725" algn="l"/>
                <a:tab pos="3655060" algn="l"/>
                <a:tab pos="4812030" algn="l"/>
                <a:tab pos="5715000" algn="l"/>
                <a:tab pos="6870700" algn="l"/>
                <a:tab pos="828167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복잡한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사회정의의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원칙을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도출하는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문제를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solidFill>
                  <a:srgbClr val="001AFF"/>
                </a:solidFill>
                <a:latin typeface="Malgun Gothic"/>
                <a:cs typeface="Malgun Gothic"/>
              </a:rPr>
              <a:t>합리적인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10" dirty="0">
                <a:solidFill>
                  <a:srgbClr val="001AFF"/>
                </a:solidFill>
                <a:latin typeface="Malgun Gothic"/>
                <a:cs typeface="Malgun Gothic"/>
              </a:rPr>
              <a:t>개인선택</a:t>
            </a:r>
            <a:r>
              <a:rPr sz="2000" b="1" spc="-10" dirty="0">
                <a:latin typeface="Malgun Gothic"/>
                <a:cs typeface="Malgun Gothic"/>
              </a:rPr>
              <a:t>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문 </a:t>
            </a:r>
            <a:r>
              <a:rPr sz="2000" b="1" dirty="0">
                <a:latin typeface="Malgun Gothic"/>
                <a:cs typeface="Malgun Gothic"/>
              </a:rPr>
              <a:t>제로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단순화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사회정의와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관련된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원칙의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도출과정에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도덕적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정당성을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부여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9978" y="1438910"/>
            <a:ext cx="2633345" cy="50800"/>
          </a:xfrm>
          <a:custGeom>
            <a:avLst/>
            <a:gdLst/>
            <a:ahLst/>
            <a:cxnLst/>
            <a:rect l="l" t="t" r="r" b="b"/>
            <a:pathLst>
              <a:path w="2633345" h="50800">
                <a:moveTo>
                  <a:pt x="0" y="50545"/>
                </a:moveTo>
                <a:lnTo>
                  <a:pt x="5080" y="50545"/>
                </a:lnTo>
                <a:lnTo>
                  <a:pt x="1336802" y="50545"/>
                </a:lnTo>
                <a:lnTo>
                  <a:pt x="1354752" y="50216"/>
                </a:lnTo>
                <a:lnTo>
                  <a:pt x="1373346" y="49244"/>
                </a:lnTo>
                <a:lnTo>
                  <a:pt x="1392558" y="47652"/>
                </a:lnTo>
                <a:lnTo>
                  <a:pt x="1412367" y="45465"/>
                </a:lnTo>
                <a:lnTo>
                  <a:pt x="1432871" y="43225"/>
                </a:lnTo>
                <a:lnTo>
                  <a:pt x="1454007" y="41640"/>
                </a:lnTo>
                <a:lnTo>
                  <a:pt x="1475785" y="40697"/>
                </a:lnTo>
                <a:lnTo>
                  <a:pt x="1498219" y="40386"/>
                </a:lnTo>
                <a:lnTo>
                  <a:pt x="1520578" y="40386"/>
                </a:lnTo>
                <a:lnTo>
                  <a:pt x="1542319" y="40386"/>
                </a:lnTo>
                <a:lnTo>
                  <a:pt x="1937004" y="40386"/>
                </a:lnTo>
                <a:lnTo>
                  <a:pt x="1956885" y="40074"/>
                </a:lnTo>
                <a:lnTo>
                  <a:pt x="1976135" y="39131"/>
                </a:lnTo>
                <a:lnTo>
                  <a:pt x="1994743" y="37546"/>
                </a:lnTo>
                <a:lnTo>
                  <a:pt x="2012696" y="35305"/>
                </a:lnTo>
                <a:lnTo>
                  <a:pt x="2030025" y="33139"/>
                </a:lnTo>
                <a:lnTo>
                  <a:pt x="2046747" y="31591"/>
                </a:lnTo>
                <a:lnTo>
                  <a:pt x="2062827" y="30662"/>
                </a:lnTo>
                <a:lnTo>
                  <a:pt x="2078228" y="30352"/>
                </a:lnTo>
                <a:lnTo>
                  <a:pt x="2093372" y="30023"/>
                </a:lnTo>
                <a:lnTo>
                  <a:pt x="2108517" y="29051"/>
                </a:lnTo>
                <a:lnTo>
                  <a:pt x="2123662" y="27459"/>
                </a:lnTo>
                <a:lnTo>
                  <a:pt x="2138807" y="25273"/>
                </a:lnTo>
                <a:lnTo>
                  <a:pt x="2153640" y="23032"/>
                </a:lnTo>
                <a:lnTo>
                  <a:pt x="2167842" y="21447"/>
                </a:lnTo>
                <a:lnTo>
                  <a:pt x="2181401" y="20504"/>
                </a:lnTo>
                <a:lnTo>
                  <a:pt x="2194306" y="20192"/>
                </a:lnTo>
                <a:lnTo>
                  <a:pt x="2205948" y="20192"/>
                </a:lnTo>
                <a:lnTo>
                  <a:pt x="2215721" y="20192"/>
                </a:lnTo>
                <a:lnTo>
                  <a:pt x="2537333" y="20192"/>
                </a:lnTo>
                <a:lnTo>
                  <a:pt x="2544877" y="19883"/>
                </a:lnTo>
                <a:lnTo>
                  <a:pt x="2552446" y="18954"/>
                </a:lnTo>
                <a:lnTo>
                  <a:pt x="2560014" y="17406"/>
                </a:lnTo>
                <a:lnTo>
                  <a:pt x="2567559" y="15239"/>
                </a:lnTo>
                <a:lnTo>
                  <a:pt x="2574847" y="12999"/>
                </a:lnTo>
                <a:lnTo>
                  <a:pt x="2581481" y="11414"/>
                </a:lnTo>
                <a:lnTo>
                  <a:pt x="2587472" y="10471"/>
                </a:lnTo>
                <a:lnTo>
                  <a:pt x="2592832" y="10160"/>
                </a:lnTo>
                <a:lnTo>
                  <a:pt x="2599563" y="10160"/>
                </a:lnTo>
                <a:lnTo>
                  <a:pt x="2606294" y="10160"/>
                </a:lnTo>
                <a:lnTo>
                  <a:pt x="2631440" y="10160"/>
                </a:lnTo>
                <a:lnTo>
                  <a:pt x="2633218" y="6730"/>
                </a:lnTo>
                <a:lnTo>
                  <a:pt x="263321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80591" y="2296541"/>
            <a:ext cx="2048510" cy="10160"/>
          </a:xfrm>
          <a:custGeom>
            <a:avLst/>
            <a:gdLst/>
            <a:ahLst/>
            <a:cxnLst/>
            <a:rect l="l" t="t" r="r" b="b"/>
            <a:pathLst>
              <a:path w="2048510" h="10160">
                <a:moveTo>
                  <a:pt x="0" y="0"/>
                </a:moveTo>
                <a:lnTo>
                  <a:pt x="0" y="0"/>
                </a:lnTo>
                <a:lnTo>
                  <a:pt x="1790699" y="0"/>
                </a:lnTo>
                <a:lnTo>
                  <a:pt x="1794202" y="309"/>
                </a:lnTo>
                <a:lnTo>
                  <a:pt x="1799574" y="1238"/>
                </a:lnTo>
                <a:lnTo>
                  <a:pt x="1806827" y="2786"/>
                </a:lnTo>
                <a:lnTo>
                  <a:pt x="1815972" y="4953"/>
                </a:lnTo>
                <a:lnTo>
                  <a:pt x="1826069" y="7193"/>
                </a:lnTo>
                <a:lnTo>
                  <a:pt x="1836166" y="8778"/>
                </a:lnTo>
                <a:lnTo>
                  <a:pt x="1846262" y="9721"/>
                </a:lnTo>
                <a:lnTo>
                  <a:pt x="1856358" y="10033"/>
                </a:lnTo>
                <a:lnTo>
                  <a:pt x="1866765" y="10033"/>
                </a:lnTo>
                <a:lnTo>
                  <a:pt x="1877790" y="10033"/>
                </a:lnTo>
                <a:lnTo>
                  <a:pt x="2041270" y="10033"/>
                </a:lnTo>
                <a:lnTo>
                  <a:pt x="2048001" y="10033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18477" y="2013966"/>
            <a:ext cx="1311910" cy="393700"/>
          </a:xfrm>
          <a:custGeom>
            <a:avLst/>
            <a:gdLst/>
            <a:ahLst/>
            <a:cxnLst/>
            <a:rect l="l" t="t" r="r" b="b"/>
            <a:pathLst>
              <a:path w="1311909" h="393700">
                <a:moveTo>
                  <a:pt x="847471" y="383413"/>
                </a:moveTo>
                <a:lnTo>
                  <a:pt x="805822" y="387840"/>
                </a:lnTo>
                <a:lnTo>
                  <a:pt x="771747" y="391017"/>
                </a:lnTo>
                <a:lnTo>
                  <a:pt x="745243" y="392932"/>
                </a:lnTo>
                <a:lnTo>
                  <a:pt x="726313" y="393573"/>
                </a:lnTo>
                <a:lnTo>
                  <a:pt x="708334" y="393573"/>
                </a:lnTo>
                <a:lnTo>
                  <a:pt x="684688" y="393573"/>
                </a:lnTo>
                <a:lnTo>
                  <a:pt x="272415" y="393573"/>
                </a:lnTo>
                <a:lnTo>
                  <a:pt x="238339" y="393243"/>
                </a:lnTo>
                <a:lnTo>
                  <a:pt x="177760" y="390679"/>
                </a:lnTo>
                <a:lnTo>
                  <a:pt x="127351" y="385631"/>
                </a:lnTo>
                <a:lnTo>
                  <a:pt x="87016" y="378098"/>
                </a:lnTo>
                <a:lnTo>
                  <a:pt x="45370" y="364537"/>
                </a:lnTo>
                <a:lnTo>
                  <a:pt x="23495" y="354838"/>
                </a:lnTo>
                <a:lnTo>
                  <a:pt x="18415" y="353187"/>
                </a:lnTo>
                <a:lnTo>
                  <a:pt x="15113" y="353187"/>
                </a:lnTo>
                <a:lnTo>
                  <a:pt x="11683" y="353187"/>
                </a:lnTo>
                <a:lnTo>
                  <a:pt x="8381" y="351536"/>
                </a:lnTo>
                <a:lnTo>
                  <a:pt x="4952" y="348107"/>
                </a:lnTo>
                <a:lnTo>
                  <a:pt x="1650" y="344805"/>
                </a:lnTo>
                <a:lnTo>
                  <a:pt x="0" y="338074"/>
                </a:lnTo>
                <a:lnTo>
                  <a:pt x="0" y="292608"/>
                </a:lnTo>
                <a:lnTo>
                  <a:pt x="309" y="282511"/>
                </a:lnTo>
                <a:lnTo>
                  <a:pt x="7834" y="242766"/>
                </a:lnTo>
                <a:lnTo>
                  <a:pt x="36575" y="206851"/>
                </a:lnTo>
                <a:lnTo>
                  <a:pt x="65531" y="181610"/>
                </a:lnTo>
                <a:lnTo>
                  <a:pt x="102092" y="153876"/>
                </a:lnTo>
                <a:lnTo>
                  <a:pt x="141224" y="131191"/>
                </a:lnTo>
                <a:lnTo>
                  <a:pt x="194198" y="107251"/>
                </a:lnTo>
                <a:lnTo>
                  <a:pt x="230145" y="92436"/>
                </a:lnTo>
                <a:lnTo>
                  <a:pt x="272415" y="75692"/>
                </a:lnTo>
                <a:lnTo>
                  <a:pt x="317775" y="59642"/>
                </a:lnTo>
                <a:lnTo>
                  <a:pt x="363172" y="46736"/>
                </a:lnTo>
                <a:lnTo>
                  <a:pt x="408592" y="36972"/>
                </a:lnTo>
                <a:lnTo>
                  <a:pt x="454025" y="30353"/>
                </a:lnTo>
                <a:lnTo>
                  <a:pt x="499695" y="25304"/>
                </a:lnTo>
                <a:lnTo>
                  <a:pt x="546020" y="20256"/>
                </a:lnTo>
                <a:lnTo>
                  <a:pt x="592988" y="15208"/>
                </a:lnTo>
                <a:lnTo>
                  <a:pt x="640588" y="10160"/>
                </a:lnTo>
                <a:lnTo>
                  <a:pt x="686615" y="5732"/>
                </a:lnTo>
                <a:lnTo>
                  <a:pt x="728868" y="2555"/>
                </a:lnTo>
                <a:lnTo>
                  <a:pt x="767335" y="640"/>
                </a:lnTo>
                <a:lnTo>
                  <a:pt x="802004" y="0"/>
                </a:lnTo>
                <a:lnTo>
                  <a:pt x="834790" y="0"/>
                </a:lnTo>
                <a:lnTo>
                  <a:pt x="867600" y="0"/>
                </a:lnTo>
                <a:lnTo>
                  <a:pt x="1180338" y="0"/>
                </a:lnTo>
                <a:lnTo>
                  <a:pt x="1203055" y="952"/>
                </a:lnTo>
                <a:lnTo>
                  <a:pt x="1220724" y="3810"/>
                </a:lnTo>
                <a:lnTo>
                  <a:pt x="1233344" y="8572"/>
                </a:lnTo>
                <a:lnTo>
                  <a:pt x="1240917" y="15239"/>
                </a:lnTo>
                <a:lnTo>
                  <a:pt x="1246274" y="23096"/>
                </a:lnTo>
                <a:lnTo>
                  <a:pt x="1252251" y="31607"/>
                </a:lnTo>
                <a:lnTo>
                  <a:pt x="1258847" y="40761"/>
                </a:lnTo>
                <a:lnTo>
                  <a:pt x="1266063" y="50546"/>
                </a:lnTo>
                <a:lnTo>
                  <a:pt x="1273663" y="60622"/>
                </a:lnTo>
                <a:lnTo>
                  <a:pt x="1281239" y="70675"/>
                </a:lnTo>
                <a:lnTo>
                  <a:pt x="1288815" y="80728"/>
                </a:lnTo>
                <a:lnTo>
                  <a:pt x="1296416" y="90805"/>
                </a:lnTo>
                <a:lnTo>
                  <a:pt x="1303010" y="100589"/>
                </a:lnTo>
                <a:lnTo>
                  <a:pt x="1307734" y="109743"/>
                </a:lnTo>
                <a:lnTo>
                  <a:pt x="1310578" y="118254"/>
                </a:lnTo>
                <a:lnTo>
                  <a:pt x="1311528" y="126111"/>
                </a:lnTo>
                <a:lnTo>
                  <a:pt x="1311528" y="133711"/>
                </a:lnTo>
                <a:lnTo>
                  <a:pt x="1311528" y="141287"/>
                </a:lnTo>
                <a:lnTo>
                  <a:pt x="1311528" y="216916"/>
                </a:lnTo>
                <a:lnTo>
                  <a:pt x="1310578" y="224204"/>
                </a:lnTo>
                <a:lnTo>
                  <a:pt x="1278699" y="252285"/>
                </a:lnTo>
                <a:lnTo>
                  <a:pt x="1242175" y="267430"/>
                </a:lnTo>
                <a:lnTo>
                  <a:pt x="1185418" y="282575"/>
                </a:lnTo>
                <a:lnTo>
                  <a:pt x="1137507" y="292671"/>
                </a:lnTo>
                <a:lnTo>
                  <a:pt x="1084452" y="302768"/>
                </a:lnTo>
                <a:lnTo>
                  <a:pt x="1027763" y="311562"/>
                </a:lnTo>
                <a:lnTo>
                  <a:pt x="968501" y="317881"/>
                </a:lnTo>
                <a:lnTo>
                  <a:pt x="940427" y="320377"/>
                </a:lnTo>
                <a:lnTo>
                  <a:pt x="916781" y="322897"/>
                </a:lnTo>
                <a:lnTo>
                  <a:pt x="897564" y="325417"/>
                </a:lnTo>
                <a:lnTo>
                  <a:pt x="882776" y="327913"/>
                </a:lnTo>
                <a:lnTo>
                  <a:pt x="869819" y="330154"/>
                </a:lnTo>
                <a:lnTo>
                  <a:pt x="856265" y="331739"/>
                </a:lnTo>
                <a:lnTo>
                  <a:pt x="842093" y="332682"/>
                </a:lnTo>
                <a:lnTo>
                  <a:pt x="827277" y="332994"/>
                </a:lnTo>
                <a:lnTo>
                  <a:pt x="813395" y="332994"/>
                </a:lnTo>
                <a:lnTo>
                  <a:pt x="802036" y="332994"/>
                </a:lnTo>
                <a:lnTo>
                  <a:pt x="793202" y="332994"/>
                </a:lnTo>
                <a:lnTo>
                  <a:pt x="786892" y="33299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03258" y="2104770"/>
            <a:ext cx="767080" cy="353695"/>
          </a:xfrm>
          <a:custGeom>
            <a:avLst/>
            <a:gdLst/>
            <a:ahLst/>
            <a:cxnLst/>
            <a:rect l="l" t="t" r="r" b="b"/>
            <a:pathLst>
              <a:path w="767079" h="353694">
                <a:moveTo>
                  <a:pt x="30225" y="252221"/>
                </a:moveTo>
                <a:lnTo>
                  <a:pt x="60515" y="227363"/>
                </a:lnTo>
                <a:lnTo>
                  <a:pt x="102163" y="214419"/>
                </a:lnTo>
                <a:lnTo>
                  <a:pt x="151384" y="206882"/>
                </a:lnTo>
                <a:lnTo>
                  <a:pt x="190452" y="203057"/>
                </a:lnTo>
                <a:lnTo>
                  <a:pt x="226949" y="201802"/>
                </a:lnTo>
                <a:lnTo>
                  <a:pt x="245596" y="201802"/>
                </a:lnTo>
                <a:lnTo>
                  <a:pt x="266112" y="201802"/>
                </a:lnTo>
                <a:lnTo>
                  <a:pt x="514604" y="201802"/>
                </a:lnTo>
                <a:lnTo>
                  <a:pt x="533461" y="201491"/>
                </a:lnTo>
                <a:lnTo>
                  <a:pt x="575056" y="196723"/>
                </a:lnTo>
                <a:lnTo>
                  <a:pt x="612013" y="183387"/>
                </a:lnTo>
                <a:lnTo>
                  <a:pt x="618744" y="181609"/>
                </a:lnTo>
                <a:lnTo>
                  <a:pt x="672592" y="181609"/>
                </a:lnTo>
                <a:lnTo>
                  <a:pt x="677672" y="179958"/>
                </a:lnTo>
                <a:lnTo>
                  <a:pt x="680974" y="176656"/>
                </a:lnTo>
                <a:lnTo>
                  <a:pt x="684402" y="173227"/>
                </a:lnTo>
                <a:lnTo>
                  <a:pt x="687705" y="171576"/>
                </a:lnTo>
                <a:lnTo>
                  <a:pt x="741552" y="171576"/>
                </a:lnTo>
                <a:lnTo>
                  <a:pt x="748284" y="169925"/>
                </a:lnTo>
                <a:lnTo>
                  <a:pt x="751586" y="166496"/>
                </a:lnTo>
                <a:lnTo>
                  <a:pt x="755015" y="163194"/>
                </a:lnTo>
                <a:lnTo>
                  <a:pt x="760095" y="161416"/>
                </a:lnTo>
                <a:lnTo>
                  <a:pt x="766699" y="161416"/>
                </a:lnTo>
              </a:path>
              <a:path w="767079" h="353694">
                <a:moveTo>
                  <a:pt x="645668" y="141350"/>
                </a:moveTo>
                <a:lnTo>
                  <a:pt x="629636" y="184183"/>
                </a:lnTo>
                <a:lnTo>
                  <a:pt x="587371" y="214427"/>
                </a:lnTo>
                <a:lnTo>
                  <a:pt x="544830" y="237108"/>
                </a:lnTo>
                <a:lnTo>
                  <a:pt x="506999" y="249777"/>
                </a:lnTo>
                <a:lnTo>
                  <a:pt x="454025" y="257301"/>
                </a:lnTo>
                <a:lnTo>
                  <a:pt x="399796" y="261127"/>
                </a:lnTo>
                <a:lnTo>
                  <a:pt x="358140" y="262381"/>
                </a:lnTo>
                <a:lnTo>
                  <a:pt x="339566" y="262381"/>
                </a:lnTo>
                <a:lnTo>
                  <a:pt x="319087" y="262381"/>
                </a:lnTo>
                <a:lnTo>
                  <a:pt x="171576" y="262381"/>
                </a:lnTo>
                <a:lnTo>
                  <a:pt x="147286" y="261431"/>
                </a:lnTo>
                <a:lnTo>
                  <a:pt x="104372" y="253863"/>
                </a:lnTo>
                <a:lnTo>
                  <a:pt x="56769" y="234600"/>
                </a:lnTo>
                <a:lnTo>
                  <a:pt x="30225" y="220344"/>
                </a:lnTo>
                <a:lnTo>
                  <a:pt x="30225" y="216915"/>
                </a:lnTo>
                <a:lnTo>
                  <a:pt x="29604" y="213487"/>
                </a:lnTo>
                <a:lnTo>
                  <a:pt x="27733" y="208152"/>
                </a:lnTo>
                <a:lnTo>
                  <a:pt x="24600" y="200913"/>
                </a:lnTo>
                <a:lnTo>
                  <a:pt x="20193" y="191769"/>
                </a:lnTo>
                <a:lnTo>
                  <a:pt x="15456" y="181673"/>
                </a:lnTo>
                <a:lnTo>
                  <a:pt x="2839" y="141599"/>
                </a:lnTo>
                <a:lnTo>
                  <a:pt x="0" y="116077"/>
                </a:lnTo>
                <a:lnTo>
                  <a:pt x="0" y="108168"/>
                </a:lnTo>
                <a:lnTo>
                  <a:pt x="0" y="99663"/>
                </a:lnTo>
                <a:lnTo>
                  <a:pt x="0" y="90539"/>
                </a:lnTo>
                <a:lnTo>
                  <a:pt x="0" y="80771"/>
                </a:lnTo>
                <a:lnTo>
                  <a:pt x="950" y="70987"/>
                </a:lnTo>
                <a:lnTo>
                  <a:pt x="23022" y="38177"/>
                </a:lnTo>
                <a:lnTo>
                  <a:pt x="61466" y="15474"/>
                </a:lnTo>
                <a:lnTo>
                  <a:pt x="105918" y="5079"/>
                </a:lnTo>
                <a:lnTo>
                  <a:pt x="153227" y="329"/>
                </a:lnTo>
                <a:lnTo>
                  <a:pt x="166497" y="0"/>
                </a:lnTo>
                <a:lnTo>
                  <a:pt x="179401" y="0"/>
                </a:lnTo>
                <a:lnTo>
                  <a:pt x="192960" y="0"/>
                </a:lnTo>
                <a:lnTo>
                  <a:pt x="297688" y="0"/>
                </a:lnTo>
                <a:lnTo>
                  <a:pt x="318785" y="640"/>
                </a:lnTo>
                <a:lnTo>
                  <a:pt x="336740" y="2555"/>
                </a:lnTo>
                <a:lnTo>
                  <a:pt x="351551" y="5732"/>
                </a:lnTo>
                <a:lnTo>
                  <a:pt x="363220" y="10159"/>
                </a:lnTo>
                <a:lnTo>
                  <a:pt x="373004" y="14878"/>
                </a:lnTo>
                <a:lnTo>
                  <a:pt x="382158" y="18954"/>
                </a:lnTo>
                <a:lnTo>
                  <a:pt x="390669" y="22411"/>
                </a:lnTo>
                <a:lnTo>
                  <a:pt x="398525" y="25273"/>
                </a:lnTo>
                <a:lnTo>
                  <a:pt x="406382" y="28721"/>
                </a:lnTo>
                <a:lnTo>
                  <a:pt x="443287" y="60259"/>
                </a:lnTo>
                <a:lnTo>
                  <a:pt x="468794" y="94017"/>
                </a:lnTo>
                <a:lnTo>
                  <a:pt x="481411" y="138447"/>
                </a:lnTo>
                <a:lnTo>
                  <a:pt x="484250" y="171576"/>
                </a:lnTo>
                <a:lnTo>
                  <a:pt x="484250" y="182606"/>
                </a:lnTo>
                <a:lnTo>
                  <a:pt x="484250" y="195516"/>
                </a:lnTo>
                <a:lnTo>
                  <a:pt x="484250" y="210331"/>
                </a:lnTo>
                <a:lnTo>
                  <a:pt x="484250" y="227075"/>
                </a:lnTo>
                <a:lnTo>
                  <a:pt x="483939" y="243125"/>
                </a:lnTo>
                <a:lnTo>
                  <a:pt x="471662" y="287559"/>
                </a:lnTo>
                <a:lnTo>
                  <a:pt x="466008" y="298918"/>
                </a:lnTo>
                <a:lnTo>
                  <a:pt x="459105" y="312800"/>
                </a:lnTo>
                <a:lnTo>
                  <a:pt x="452127" y="326042"/>
                </a:lnTo>
                <a:lnTo>
                  <a:pt x="446436" y="335486"/>
                </a:lnTo>
                <a:lnTo>
                  <a:pt x="442031" y="341143"/>
                </a:lnTo>
                <a:lnTo>
                  <a:pt x="438912" y="343026"/>
                </a:lnTo>
                <a:lnTo>
                  <a:pt x="435483" y="343026"/>
                </a:lnTo>
                <a:lnTo>
                  <a:pt x="428751" y="343026"/>
                </a:lnTo>
                <a:lnTo>
                  <a:pt x="418719" y="343026"/>
                </a:lnTo>
                <a:lnTo>
                  <a:pt x="408559" y="343026"/>
                </a:lnTo>
                <a:lnTo>
                  <a:pt x="401827" y="344804"/>
                </a:lnTo>
                <a:lnTo>
                  <a:pt x="398525" y="348106"/>
                </a:lnTo>
                <a:lnTo>
                  <a:pt x="395023" y="350293"/>
                </a:lnTo>
                <a:lnTo>
                  <a:pt x="389651" y="351885"/>
                </a:lnTo>
                <a:lnTo>
                  <a:pt x="382398" y="352857"/>
                </a:lnTo>
                <a:lnTo>
                  <a:pt x="373252" y="35318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9978" y="2629407"/>
            <a:ext cx="3834129" cy="121285"/>
          </a:xfrm>
          <a:custGeom>
            <a:avLst/>
            <a:gdLst/>
            <a:ahLst/>
            <a:cxnLst/>
            <a:rect l="l" t="t" r="r" b="b"/>
            <a:pathLst>
              <a:path w="3834129" h="121285">
                <a:moveTo>
                  <a:pt x="0" y="121030"/>
                </a:moveTo>
                <a:lnTo>
                  <a:pt x="41624" y="119792"/>
                </a:lnTo>
                <a:lnTo>
                  <a:pt x="74082" y="113837"/>
                </a:lnTo>
                <a:lnTo>
                  <a:pt x="84502" y="112252"/>
                </a:lnTo>
                <a:lnTo>
                  <a:pt x="96803" y="111309"/>
                </a:lnTo>
                <a:lnTo>
                  <a:pt x="110997" y="110997"/>
                </a:lnTo>
                <a:lnTo>
                  <a:pt x="128025" y="110997"/>
                </a:lnTo>
                <a:lnTo>
                  <a:pt x="148828" y="110997"/>
                </a:lnTo>
                <a:lnTo>
                  <a:pt x="173416" y="110997"/>
                </a:lnTo>
                <a:lnTo>
                  <a:pt x="201803" y="110997"/>
                </a:lnTo>
                <a:lnTo>
                  <a:pt x="232658" y="110686"/>
                </a:lnTo>
                <a:lnTo>
                  <a:pt x="264810" y="109743"/>
                </a:lnTo>
                <a:lnTo>
                  <a:pt x="298225" y="108158"/>
                </a:lnTo>
                <a:lnTo>
                  <a:pt x="332866" y="105917"/>
                </a:lnTo>
                <a:lnTo>
                  <a:pt x="371349" y="103421"/>
                </a:lnTo>
                <a:lnTo>
                  <a:pt x="416131" y="100901"/>
                </a:lnTo>
                <a:lnTo>
                  <a:pt x="467223" y="98381"/>
                </a:lnTo>
                <a:lnTo>
                  <a:pt x="524637" y="95884"/>
                </a:lnTo>
                <a:lnTo>
                  <a:pt x="573037" y="94039"/>
                </a:lnTo>
                <a:lnTo>
                  <a:pt x="621455" y="92615"/>
                </a:lnTo>
                <a:lnTo>
                  <a:pt x="669880" y="91605"/>
                </a:lnTo>
                <a:lnTo>
                  <a:pt x="718298" y="91004"/>
                </a:lnTo>
                <a:lnTo>
                  <a:pt x="766698" y="90804"/>
                </a:lnTo>
                <a:lnTo>
                  <a:pt x="815558" y="90605"/>
                </a:lnTo>
                <a:lnTo>
                  <a:pt x="865210" y="90004"/>
                </a:lnTo>
                <a:lnTo>
                  <a:pt x="915654" y="88994"/>
                </a:lnTo>
                <a:lnTo>
                  <a:pt x="966891" y="87570"/>
                </a:lnTo>
                <a:lnTo>
                  <a:pt x="1018921" y="85725"/>
                </a:lnTo>
                <a:lnTo>
                  <a:pt x="1070203" y="83941"/>
                </a:lnTo>
                <a:lnTo>
                  <a:pt x="1119047" y="82555"/>
                </a:lnTo>
                <a:lnTo>
                  <a:pt x="1165453" y="81564"/>
                </a:lnTo>
                <a:lnTo>
                  <a:pt x="1209421" y="80970"/>
                </a:lnTo>
                <a:lnTo>
                  <a:pt x="1250950" y="80771"/>
                </a:lnTo>
                <a:lnTo>
                  <a:pt x="1302053" y="80771"/>
                </a:lnTo>
                <a:lnTo>
                  <a:pt x="1354407" y="80771"/>
                </a:lnTo>
                <a:lnTo>
                  <a:pt x="2587752" y="80771"/>
                </a:lnTo>
                <a:lnTo>
                  <a:pt x="2625256" y="80442"/>
                </a:lnTo>
                <a:lnTo>
                  <a:pt x="2698408" y="77878"/>
                </a:lnTo>
                <a:lnTo>
                  <a:pt x="2769373" y="73195"/>
                </a:lnTo>
                <a:lnTo>
                  <a:pt x="2804668" y="70675"/>
                </a:lnTo>
                <a:lnTo>
                  <a:pt x="2839962" y="68155"/>
                </a:lnTo>
                <a:lnTo>
                  <a:pt x="2911238" y="62777"/>
                </a:lnTo>
                <a:lnTo>
                  <a:pt x="2986918" y="55157"/>
                </a:lnTo>
                <a:lnTo>
                  <a:pt x="3026664" y="50418"/>
                </a:lnTo>
                <a:lnTo>
                  <a:pt x="3066026" y="45700"/>
                </a:lnTo>
                <a:lnTo>
                  <a:pt x="3103530" y="41624"/>
                </a:lnTo>
                <a:lnTo>
                  <a:pt x="3172968" y="35305"/>
                </a:lnTo>
                <a:lnTo>
                  <a:pt x="3241055" y="30289"/>
                </a:lnTo>
                <a:lnTo>
                  <a:pt x="3314192" y="25272"/>
                </a:lnTo>
                <a:lnTo>
                  <a:pt x="3388582" y="21447"/>
                </a:lnTo>
                <a:lnTo>
                  <a:pt x="3460496" y="20192"/>
                </a:lnTo>
                <a:lnTo>
                  <a:pt x="3493547" y="20192"/>
                </a:lnTo>
                <a:lnTo>
                  <a:pt x="3522218" y="20192"/>
                </a:lnTo>
                <a:lnTo>
                  <a:pt x="3778250" y="20192"/>
                </a:lnTo>
                <a:lnTo>
                  <a:pt x="3786106" y="19881"/>
                </a:lnTo>
                <a:lnTo>
                  <a:pt x="3827018" y="11811"/>
                </a:lnTo>
                <a:lnTo>
                  <a:pt x="3833749" y="6730"/>
                </a:lnTo>
                <a:lnTo>
                  <a:pt x="383374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22542" y="3981322"/>
            <a:ext cx="2239645" cy="50800"/>
          </a:xfrm>
          <a:custGeom>
            <a:avLst/>
            <a:gdLst/>
            <a:ahLst/>
            <a:cxnLst/>
            <a:rect l="l" t="t" r="r" b="b"/>
            <a:pathLst>
              <a:path w="2239645" h="50800">
                <a:moveTo>
                  <a:pt x="30225" y="20192"/>
                </a:moveTo>
                <a:lnTo>
                  <a:pt x="70611" y="5079"/>
                </a:lnTo>
                <a:lnTo>
                  <a:pt x="121030" y="0"/>
                </a:lnTo>
                <a:lnTo>
                  <a:pt x="136796" y="0"/>
                </a:lnTo>
                <a:lnTo>
                  <a:pt x="153812" y="0"/>
                </a:lnTo>
                <a:lnTo>
                  <a:pt x="1805939" y="0"/>
                </a:lnTo>
                <a:lnTo>
                  <a:pt x="1832681" y="311"/>
                </a:lnTo>
                <a:lnTo>
                  <a:pt x="1862613" y="1254"/>
                </a:lnTo>
                <a:lnTo>
                  <a:pt x="1895736" y="2839"/>
                </a:lnTo>
                <a:lnTo>
                  <a:pt x="1932051" y="5079"/>
                </a:lnTo>
                <a:lnTo>
                  <a:pt x="1967341" y="7266"/>
                </a:lnTo>
                <a:lnTo>
                  <a:pt x="1997582" y="8858"/>
                </a:lnTo>
                <a:lnTo>
                  <a:pt x="2022776" y="9830"/>
                </a:lnTo>
                <a:lnTo>
                  <a:pt x="2042922" y="10160"/>
                </a:lnTo>
                <a:lnTo>
                  <a:pt x="2059995" y="10160"/>
                </a:lnTo>
                <a:lnTo>
                  <a:pt x="2075783" y="10160"/>
                </a:lnTo>
                <a:lnTo>
                  <a:pt x="2162302" y="10160"/>
                </a:lnTo>
                <a:lnTo>
                  <a:pt x="2169032" y="10160"/>
                </a:lnTo>
              </a:path>
              <a:path w="2239645" h="50800">
                <a:moveTo>
                  <a:pt x="0" y="20192"/>
                </a:moveTo>
                <a:lnTo>
                  <a:pt x="28575" y="11811"/>
                </a:lnTo>
                <a:lnTo>
                  <a:pt x="35305" y="10160"/>
                </a:lnTo>
                <a:lnTo>
                  <a:pt x="131190" y="10160"/>
                </a:lnTo>
                <a:lnTo>
                  <a:pt x="141267" y="9830"/>
                </a:lnTo>
                <a:lnTo>
                  <a:pt x="151320" y="8858"/>
                </a:lnTo>
                <a:lnTo>
                  <a:pt x="161373" y="7266"/>
                </a:lnTo>
                <a:lnTo>
                  <a:pt x="171450" y="5079"/>
                </a:lnTo>
                <a:lnTo>
                  <a:pt x="180925" y="2839"/>
                </a:lnTo>
                <a:lnTo>
                  <a:pt x="189150" y="1254"/>
                </a:lnTo>
                <a:lnTo>
                  <a:pt x="196113" y="311"/>
                </a:lnTo>
                <a:lnTo>
                  <a:pt x="201802" y="0"/>
                </a:lnTo>
                <a:lnTo>
                  <a:pt x="207472" y="0"/>
                </a:lnTo>
                <a:lnTo>
                  <a:pt x="214391" y="0"/>
                </a:lnTo>
                <a:lnTo>
                  <a:pt x="892809" y="0"/>
                </a:lnTo>
                <a:lnTo>
                  <a:pt x="900098" y="311"/>
                </a:lnTo>
                <a:lnTo>
                  <a:pt x="906732" y="1254"/>
                </a:lnTo>
                <a:lnTo>
                  <a:pt x="912723" y="2839"/>
                </a:lnTo>
                <a:lnTo>
                  <a:pt x="918082" y="5079"/>
                </a:lnTo>
                <a:lnTo>
                  <a:pt x="923442" y="7266"/>
                </a:lnTo>
                <a:lnTo>
                  <a:pt x="929433" y="8858"/>
                </a:lnTo>
                <a:lnTo>
                  <a:pt x="936067" y="9830"/>
                </a:lnTo>
                <a:lnTo>
                  <a:pt x="943355" y="10160"/>
                </a:lnTo>
                <a:lnTo>
                  <a:pt x="951212" y="10160"/>
                </a:lnTo>
                <a:lnTo>
                  <a:pt x="959723" y="10160"/>
                </a:lnTo>
                <a:lnTo>
                  <a:pt x="1018921" y="10160"/>
                </a:lnTo>
                <a:lnTo>
                  <a:pt x="1028705" y="10469"/>
                </a:lnTo>
                <a:lnTo>
                  <a:pt x="1037859" y="11398"/>
                </a:lnTo>
                <a:lnTo>
                  <a:pt x="1046370" y="12946"/>
                </a:lnTo>
                <a:lnTo>
                  <a:pt x="1054227" y="15112"/>
                </a:lnTo>
                <a:lnTo>
                  <a:pt x="1061827" y="17353"/>
                </a:lnTo>
                <a:lnTo>
                  <a:pt x="1069403" y="18938"/>
                </a:lnTo>
                <a:lnTo>
                  <a:pt x="1076979" y="19881"/>
                </a:lnTo>
                <a:lnTo>
                  <a:pt x="1084579" y="20192"/>
                </a:lnTo>
                <a:lnTo>
                  <a:pt x="1092124" y="20504"/>
                </a:lnTo>
                <a:lnTo>
                  <a:pt x="1099692" y="21447"/>
                </a:lnTo>
                <a:lnTo>
                  <a:pt x="1107261" y="23032"/>
                </a:lnTo>
                <a:lnTo>
                  <a:pt x="1114805" y="25273"/>
                </a:lnTo>
                <a:lnTo>
                  <a:pt x="1122662" y="27439"/>
                </a:lnTo>
                <a:lnTo>
                  <a:pt x="1131173" y="28987"/>
                </a:lnTo>
                <a:lnTo>
                  <a:pt x="1140327" y="29916"/>
                </a:lnTo>
                <a:lnTo>
                  <a:pt x="1150111" y="30225"/>
                </a:lnTo>
                <a:lnTo>
                  <a:pt x="1159567" y="30555"/>
                </a:lnTo>
                <a:lnTo>
                  <a:pt x="1167749" y="31527"/>
                </a:lnTo>
                <a:lnTo>
                  <a:pt x="1174668" y="33119"/>
                </a:lnTo>
                <a:lnTo>
                  <a:pt x="1180337" y="35305"/>
                </a:lnTo>
                <a:lnTo>
                  <a:pt x="1185697" y="37546"/>
                </a:lnTo>
                <a:lnTo>
                  <a:pt x="1191688" y="39131"/>
                </a:lnTo>
                <a:lnTo>
                  <a:pt x="1198322" y="40074"/>
                </a:lnTo>
                <a:lnTo>
                  <a:pt x="1205610" y="40386"/>
                </a:lnTo>
                <a:lnTo>
                  <a:pt x="1213778" y="40697"/>
                </a:lnTo>
                <a:lnTo>
                  <a:pt x="1223232" y="41640"/>
                </a:lnTo>
                <a:lnTo>
                  <a:pt x="1233971" y="43225"/>
                </a:lnTo>
                <a:lnTo>
                  <a:pt x="1245997" y="45465"/>
                </a:lnTo>
                <a:lnTo>
                  <a:pt x="1257948" y="47632"/>
                </a:lnTo>
                <a:lnTo>
                  <a:pt x="1268650" y="49180"/>
                </a:lnTo>
                <a:lnTo>
                  <a:pt x="1278090" y="50109"/>
                </a:lnTo>
                <a:lnTo>
                  <a:pt x="1286255" y="50418"/>
                </a:lnTo>
                <a:lnTo>
                  <a:pt x="1296415" y="50418"/>
                </a:lnTo>
                <a:lnTo>
                  <a:pt x="1304798" y="50418"/>
                </a:lnTo>
                <a:lnTo>
                  <a:pt x="1826005" y="50418"/>
                </a:lnTo>
                <a:lnTo>
                  <a:pt x="1835790" y="50109"/>
                </a:lnTo>
                <a:lnTo>
                  <a:pt x="1844944" y="49180"/>
                </a:lnTo>
                <a:lnTo>
                  <a:pt x="1853455" y="47632"/>
                </a:lnTo>
                <a:lnTo>
                  <a:pt x="1861311" y="45465"/>
                </a:lnTo>
                <a:lnTo>
                  <a:pt x="1868600" y="43225"/>
                </a:lnTo>
                <a:lnTo>
                  <a:pt x="1875234" y="41640"/>
                </a:lnTo>
                <a:lnTo>
                  <a:pt x="1881225" y="40697"/>
                </a:lnTo>
                <a:lnTo>
                  <a:pt x="1886584" y="40386"/>
                </a:lnTo>
                <a:lnTo>
                  <a:pt x="1892254" y="40074"/>
                </a:lnTo>
                <a:lnTo>
                  <a:pt x="1899173" y="39131"/>
                </a:lnTo>
                <a:lnTo>
                  <a:pt x="1907355" y="37546"/>
                </a:lnTo>
                <a:lnTo>
                  <a:pt x="1916810" y="35305"/>
                </a:lnTo>
                <a:lnTo>
                  <a:pt x="1926595" y="33119"/>
                </a:lnTo>
                <a:lnTo>
                  <a:pt x="1935749" y="31527"/>
                </a:lnTo>
                <a:lnTo>
                  <a:pt x="1944260" y="30555"/>
                </a:lnTo>
                <a:lnTo>
                  <a:pt x="1952116" y="30225"/>
                </a:lnTo>
                <a:lnTo>
                  <a:pt x="1959717" y="30225"/>
                </a:lnTo>
                <a:lnTo>
                  <a:pt x="1967293" y="30225"/>
                </a:lnTo>
                <a:lnTo>
                  <a:pt x="2073275" y="30225"/>
                </a:lnTo>
                <a:lnTo>
                  <a:pt x="2081131" y="29916"/>
                </a:lnTo>
                <a:lnTo>
                  <a:pt x="2089642" y="28987"/>
                </a:lnTo>
                <a:lnTo>
                  <a:pt x="2098796" y="27439"/>
                </a:lnTo>
                <a:lnTo>
                  <a:pt x="2108580" y="25273"/>
                </a:lnTo>
                <a:lnTo>
                  <a:pt x="2118348" y="23032"/>
                </a:lnTo>
                <a:lnTo>
                  <a:pt x="2127472" y="21447"/>
                </a:lnTo>
                <a:lnTo>
                  <a:pt x="2135977" y="20504"/>
                </a:lnTo>
                <a:lnTo>
                  <a:pt x="2143886" y="20192"/>
                </a:lnTo>
                <a:lnTo>
                  <a:pt x="2151743" y="20192"/>
                </a:lnTo>
                <a:lnTo>
                  <a:pt x="2160254" y="20192"/>
                </a:lnTo>
                <a:lnTo>
                  <a:pt x="2232913" y="20192"/>
                </a:lnTo>
                <a:lnTo>
                  <a:pt x="2239644" y="2019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17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2)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사회정의의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원칙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spc="135" dirty="0">
                <a:solidFill>
                  <a:srgbClr val="000000"/>
                </a:solidFill>
              </a:rPr>
              <a:t>: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원초적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상태에서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채택되는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정의의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두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원칙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Font typeface="MS PGothic"/>
              <a:buChar char="○"/>
              <a:tabLst>
                <a:tab pos="266700" algn="l"/>
                <a:tab pos="3399790" algn="l"/>
              </a:tabLst>
            </a:pPr>
            <a:r>
              <a:rPr dirty="0"/>
              <a:t>제1의</a:t>
            </a:r>
            <a:r>
              <a:rPr spc="295" dirty="0"/>
              <a:t> </a:t>
            </a:r>
            <a:r>
              <a:rPr dirty="0"/>
              <a:t>원칙(자유의</a:t>
            </a:r>
            <a:r>
              <a:rPr spc="300" dirty="0"/>
              <a:t> </a:t>
            </a:r>
            <a:r>
              <a:rPr spc="-25" dirty="0"/>
              <a:t>원칙)</a:t>
            </a:r>
            <a:r>
              <a:rPr dirty="0"/>
              <a:t>	</a:t>
            </a:r>
            <a:r>
              <a:rPr dirty="0">
                <a:solidFill>
                  <a:srgbClr val="000000"/>
                </a:solidFill>
              </a:rPr>
              <a:t>liberty</a:t>
            </a:r>
            <a:r>
              <a:rPr spc="40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principle</a:t>
            </a:r>
          </a:p>
          <a:p>
            <a:pPr marL="447675" marR="6350" lvl="1" indent="-309245">
              <a:lnSpc>
                <a:spcPct val="132900"/>
              </a:lnSpc>
              <a:spcBef>
                <a:spcPts val="15"/>
              </a:spcBef>
              <a:buChar char="-"/>
              <a:tabLst>
                <a:tab pos="447675" algn="l"/>
                <a:tab pos="1103630" algn="l"/>
                <a:tab pos="2014220" algn="l"/>
                <a:tab pos="2670175" algn="l"/>
                <a:tab pos="3834765" algn="l"/>
                <a:tab pos="4745355" algn="l"/>
                <a:tab pos="5654040" algn="l"/>
                <a:tab pos="6057265" algn="l"/>
                <a:tab pos="6713855" algn="l"/>
                <a:tab pos="7623809" algn="l"/>
                <a:tab pos="828040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모든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사람이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다른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사람들의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자유와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양립할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있는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한에서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가장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광 </a:t>
            </a:r>
            <a:r>
              <a:rPr sz="2000" b="1" dirty="0">
                <a:latin typeface="Malgun Gothic"/>
                <a:cs typeface="Malgun Gothic"/>
              </a:rPr>
              <a:t>범위한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동등한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권리를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가져야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7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66700" indent="-266700">
              <a:lnSpc>
                <a:spcPct val="100000"/>
              </a:lnSpc>
              <a:buClr>
                <a:srgbClr val="000000"/>
              </a:buClr>
              <a:buFont typeface="MS PGothic"/>
              <a:buChar char="○"/>
              <a:tabLst>
                <a:tab pos="266700" algn="l"/>
              </a:tabLst>
            </a:pPr>
            <a:r>
              <a:rPr dirty="0"/>
              <a:t>제2의</a:t>
            </a:r>
            <a:r>
              <a:rPr spc="325" dirty="0"/>
              <a:t> </a:t>
            </a:r>
            <a:r>
              <a:rPr dirty="0"/>
              <a:t>원칙(차등의</a:t>
            </a:r>
            <a:r>
              <a:rPr spc="325" dirty="0"/>
              <a:t> </a:t>
            </a:r>
            <a:r>
              <a:rPr dirty="0"/>
              <a:t>원칙)</a:t>
            </a:r>
            <a:r>
              <a:rPr spc="325" dirty="0"/>
              <a:t> </a:t>
            </a:r>
            <a:r>
              <a:rPr dirty="0">
                <a:solidFill>
                  <a:srgbClr val="000000"/>
                </a:solidFill>
              </a:rPr>
              <a:t>difference</a:t>
            </a:r>
            <a:r>
              <a:rPr spc="3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principle</a:t>
            </a:r>
          </a:p>
          <a:p>
            <a:pPr marL="452120" marR="5080" lvl="1" indent="-313690">
              <a:lnSpc>
                <a:spcPts val="3200"/>
              </a:lnSpc>
              <a:spcBef>
                <a:spcPts val="229"/>
              </a:spcBef>
              <a:buChar char="-"/>
              <a:tabLst>
                <a:tab pos="452120" algn="l"/>
                <a:tab pos="2382520" algn="l"/>
                <a:tab pos="3551554" algn="l"/>
                <a:tab pos="4466590" algn="l"/>
                <a:tab pos="4874895" algn="l"/>
                <a:tab pos="5789295" algn="l"/>
                <a:tab pos="6958965" algn="l"/>
                <a:tab pos="7365365" algn="l"/>
                <a:tab pos="8027670" algn="l"/>
              </a:tabLst>
            </a:pPr>
            <a:r>
              <a:rPr sz="2000" b="1" spc="-10" dirty="0">
                <a:latin typeface="Malgun Gothic"/>
                <a:cs typeface="Malgun Gothic"/>
              </a:rPr>
              <a:t>사회적ㆍ경제적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불평등은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다음의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조건을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충족시킬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있을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때에 </a:t>
            </a:r>
            <a:r>
              <a:rPr sz="2000" b="1" dirty="0">
                <a:latin typeface="Malgun Gothic"/>
                <a:cs typeface="Malgun Gothic"/>
              </a:rPr>
              <a:t>만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정당성을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인정받을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marL="647065" marR="5080" indent="-254635">
              <a:lnSpc>
                <a:spcPts val="3190"/>
              </a:lnSpc>
              <a:spcBef>
                <a:spcPts val="15"/>
              </a:spcBef>
            </a:pPr>
            <a:r>
              <a:rPr b="0" spc="500" dirty="0">
                <a:solidFill>
                  <a:srgbClr val="000000"/>
                </a:solidFill>
                <a:latin typeface="MS PGothic"/>
                <a:cs typeface="MS PGothic"/>
              </a:rPr>
              <a:t>▸</a:t>
            </a:r>
            <a:r>
              <a:rPr spc="500" dirty="0">
                <a:solidFill>
                  <a:srgbClr val="000000"/>
                </a:solidFill>
              </a:rPr>
              <a:t>그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불평등이</a:t>
            </a:r>
            <a:r>
              <a:rPr spc="3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모든</a:t>
            </a:r>
            <a:r>
              <a:rPr spc="3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사람에게</a:t>
            </a:r>
            <a:r>
              <a:rPr spc="2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이득이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되는</a:t>
            </a:r>
            <a:r>
              <a:rPr spc="2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것을</a:t>
            </a:r>
            <a:r>
              <a:rPr spc="3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기대할</a:t>
            </a:r>
            <a:r>
              <a:rPr spc="2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수</a:t>
            </a:r>
            <a:r>
              <a:rPr spc="3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있어야</a:t>
            </a:r>
            <a:r>
              <a:rPr spc="31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한 </a:t>
            </a:r>
            <a:r>
              <a:rPr spc="-25" dirty="0">
                <a:solidFill>
                  <a:srgbClr val="000000"/>
                </a:solidFill>
              </a:rPr>
              <a:t>다.</a:t>
            </a:r>
          </a:p>
          <a:p>
            <a:pPr marL="647065" marR="5080" indent="-254635">
              <a:lnSpc>
                <a:spcPts val="3200"/>
              </a:lnSpc>
              <a:tabLst>
                <a:tab pos="1297305" algn="l"/>
                <a:tab pos="2455545" algn="l"/>
                <a:tab pos="2853055" algn="l"/>
                <a:tab pos="3757295" algn="l"/>
                <a:tab pos="4662805" algn="l"/>
                <a:tab pos="5313045" algn="l"/>
                <a:tab pos="5710555" algn="l"/>
                <a:tab pos="6614795" algn="l"/>
                <a:tab pos="8281670" algn="l"/>
              </a:tabLst>
            </a:pPr>
            <a:r>
              <a:rPr b="0" spc="300" dirty="0">
                <a:solidFill>
                  <a:srgbClr val="000000"/>
                </a:solidFill>
                <a:latin typeface="MS PGothic"/>
                <a:cs typeface="MS PGothic"/>
              </a:rPr>
              <a:t>▸</a:t>
            </a:r>
            <a:r>
              <a:rPr spc="300" dirty="0">
                <a:solidFill>
                  <a:srgbClr val="000000"/>
                </a:solidFill>
              </a:rPr>
              <a:t>모든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사람에게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50" dirty="0">
                <a:solidFill>
                  <a:srgbClr val="000000"/>
                </a:solidFill>
              </a:rPr>
              <a:t>그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기회가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개방된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직위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50" dirty="0">
                <a:solidFill>
                  <a:srgbClr val="000000"/>
                </a:solidFill>
              </a:rPr>
              <a:t>및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직책과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결부되어서만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50" dirty="0">
                <a:solidFill>
                  <a:srgbClr val="000000"/>
                </a:solidFill>
              </a:rPr>
              <a:t>불 </a:t>
            </a:r>
            <a:r>
              <a:rPr dirty="0">
                <a:solidFill>
                  <a:srgbClr val="000000"/>
                </a:solidFill>
              </a:rPr>
              <a:t>평등이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존재해야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한다.</a:t>
            </a:r>
          </a:p>
        </p:txBody>
      </p:sp>
      <p:sp>
        <p:nvSpPr>
          <p:cNvPr id="4" name="object 4"/>
          <p:cNvSpPr/>
          <p:nvPr/>
        </p:nvSpPr>
        <p:spPr>
          <a:xfrm>
            <a:off x="6886447" y="1539875"/>
            <a:ext cx="1503680" cy="30480"/>
          </a:xfrm>
          <a:custGeom>
            <a:avLst/>
            <a:gdLst/>
            <a:ahLst/>
            <a:cxnLst/>
            <a:rect l="l" t="t" r="r" b="b"/>
            <a:pathLst>
              <a:path w="1503679" h="30480">
                <a:moveTo>
                  <a:pt x="0" y="30225"/>
                </a:moveTo>
                <a:lnTo>
                  <a:pt x="0" y="30225"/>
                </a:lnTo>
                <a:lnTo>
                  <a:pt x="232155" y="30225"/>
                </a:lnTo>
                <a:lnTo>
                  <a:pt x="243441" y="29914"/>
                </a:lnTo>
                <a:lnTo>
                  <a:pt x="257286" y="28971"/>
                </a:lnTo>
                <a:lnTo>
                  <a:pt x="273679" y="27386"/>
                </a:lnTo>
                <a:lnTo>
                  <a:pt x="292607" y="25146"/>
                </a:lnTo>
                <a:lnTo>
                  <a:pt x="311227" y="22979"/>
                </a:lnTo>
                <a:lnTo>
                  <a:pt x="326691" y="21431"/>
                </a:lnTo>
                <a:lnTo>
                  <a:pt x="338988" y="20502"/>
                </a:lnTo>
                <a:lnTo>
                  <a:pt x="348106" y="20192"/>
                </a:lnTo>
                <a:lnTo>
                  <a:pt x="356328" y="20192"/>
                </a:lnTo>
                <a:lnTo>
                  <a:pt x="365775" y="20192"/>
                </a:lnTo>
                <a:lnTo>
                  <a:pt x="499491" y="20192"/>
                </a:lnTo>
                <a:lnTo>
                  <a:pt x="507968" y="19863"/>
                </a:lnTo>
                <a:lnTo>
                  <a:pt x="518350" y="18891"/>
                </a:lnTo>
                <a:lnTo>
                  <a:pt x="530637" y="17299"/>
                </a:lnTo>
                <a:lnTo>
                  <a:pt x="544829" y="15112"/>
                </a:lnTo>
                <a:lnTo>
                  <a:pt x="560595" y="12561"/>
                </a:lnTo>
                <a:lnTo>
                  <a:pt x="577611" y="10033"/>
                </a:lnTo>
                <a:lnTo>
                  <a:pt x="615442" y="4952"/>
                </a:lnTo>
                <a:lnTo>
                  <a:pt x="655828" y="1238"/>
                </a:lnTo>
                <a:lnTo>
                  <a:pt x="696213" y="0"/>
                </a:lnTo>
                <a:lnTo>
                  <a:pt x="715766" y="0"/>
                </a:lnTo>
                <a:lnTo>
                  <a:pt x="734044" y="0"/>
                </a:lnTo>
                <a:lnTo>
                  <a:pt x="1496568" y="0"/>
                </a:lnTo>
                <a:lnTo>
                  <a:pt x="150329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87272" y="2306573"/>
            <a:ext cx="2693670" cy="60960"/>
          </a:xfrm>
          <a:custGeom>
            <a:avLst/>
            <a:gdLst/>
            <a:ahLst/>
            <a:cxnLst/>
            <a:rect l="l" t="t" r="r" b="b"/>
            <a:pathLst>
              <a:path w="2693670" h="60960">
                <a:moveTo>
                  <a:pt x="0" y="50418"/>
                </a:moveTo>
                <a:lnTo>
                  <a:pt x="0" y="50418"/>
                </a:lnTo>
                <a:lnTo>
                  <a:pt x="1513332" y="50418"/>
                </a:lnTo>
                <a:lnTo>
                  <a:pt x="1566263" y="50748"/>
                </a:lnTo>
                <a:lnTo>
                  <a:pt x="1614170" y="51720"/>
                </a:lnTo>
                <a:lnTo>
                  <a:pt x="1657028" y="53312"/>
                </a:lnTo>
                <a:lnTo>
                  <a:pt x="1694814" y="55499"/>
                </a:lnTo>
                <a:lnTo>
                  <a:pt x="1728579" y="57739"/>
                </a:lnTo>
                <a:lnTo>
                  <a:pt x="1759188" y="59324"/>
                </a:lnTo>
                <a:lnTo>
                  <a:pt x="1786630" y="60267"/>
                </a:lnTo>
                <a:lnTo>
                  <a:pt x="1810892" y="60578"/>
                </a:lnTo>
                <a:lnTo>
                  <a:pt x="1833252" y="60578"/>
                </a:lnTo>
                <a:lnTo>
                  <a:pt x="1854993" y="60578"/>
                </a:lnTo>
                <a:lnTo>
                  <a:pt x="2098420" y="60578"/>
                </a:lnTo>
                <a:lnTo>
                  <a:pt x="2108517" y="60267"/>
                </a:lnTo>
                <a:lnTo>
                  <a:pt x="2118614" y="59324"/>
                </a:lnTo>
                <a:lnTo>
                  <a:pt x="2128710" y="57739"/>
                </a:lnTo>
                <a:lnTo>
                  <a:pt x="2138806" y="55499"/>
                </a:lnTo>
                <a:lnTo>
                  <a:pt x="2148903" y="53312"/>
                </a:lnTo>
                <a:lnTo>
                  <a:pt x="2159000" y="51720"/>
                </a:lnTo>
                <a:lnTo>
                  <a:pt x="2169096" y="50748"/>
                </a:lnTo>
                <a:lnTo>
                  <a:pt x="2179192" y="50418"/>
                </a:lnTo>
                <a:lnTo>
                  <a:pt x="2188594" y="50418"/>
                </a:lnTo>
                <a:lnTo>
                  <a:pt x="2196782" y="50418"/>
                </a:lnTo>
                <a:lnTo>
                  <a:pt x="2258187" y="50418"/>
                </a:lnTo>
                <a:lnTo>
                  <a:pt x="2263266" y="48767"/>
                </a:lnTo>
                <a:lnTo>
                  <a:pt x="2269870" y="45465"/>
                </a:lnTo>
                <a:lnTo>
                  <a:pt x="2276602" y="42037"/>
                </a:lnTo>
                <a:lnTo>
                  <a:pt x="2283332" y="40386"/>
                </a:lnTo>
                <a:lnTo>
                  <a:pt x="2320416" y="40386"/>
                </a:lnTo>
                <a:lnTo>
                  <a:pt x="2330184" y="40074"/>
                </a:lnTo>
                <a:lnTo>
                  <a:pt x="2339308" y="39131"/>
                </a:lnTo>
                <a:lnTo>
                  <a:pt x="2347813" y="37546"/>
                </a:lnTo>
                <a:lnTo>
                  <a:pt x="2355723" y="35305"/>
                </a:lnTo>
                <a:lnTo>
                  <a:pt x="2363267" y="33119"/>
                </a:lnTo>
                <a:lnTo>
                  <a:pt x="2370836" y="31527"/>
                </a:lnTo>
                <a:lnTo>
                  <a:pt x="2378404" y="30555"/>
                </a:lnTo>
                <a:lnTo>
                  <a:pt x="2385949" y="30225"/>
                </a:lnTo>
                <a:lnTo>
                  <a:pt x="2395981" y="30225"/>
                </a:lnTo>
                <a:lnTo>
                  <a:pt x="2404491" y="30225"/>
                </a:lnTo>
                <a:lnTo>
                  <a:pt x="2557399" y="30225"/>
                </a:lnTo>
                <a:lnTo>
                  <a:pt x="2564129" y="28575"/>
                </a:lnTo>
                <a:lnTo>
                  <a:pt x="2567558" y="25273"/>
                </a:lnTo>
                <a:lnTo>
                  <a:pt x="2570861" y="21843"/>
                </a:lnTo>
                <a:lnTo>
                  <a:pt x="2577591" y="20192"/>
                </a:lnTo>
                <a:lnTo>
                  <a:pt x="2587752" y="20192"/>
                </a:lnTo>
                <a:lnTo>
                  <a:pt x="2597785" y="20192"/>
                </a:lnTo>
                <a:lnTo>
                  <a:pt x="2606166" y="20192"/>
                </a:lnTo>
                <a:lnTo>
                  <a:pt x="2612898" y="20192"/>
                </a:lnTo>
                <a:lnTo>
                  <a:pt x="2618275" y="19881"/>
                </a:lnTo>
                <a:lnTo>
                  <a:pt x="2624296" y="18938"/>
                </a:lnTo>
                <a:lnTo>
                  <a:pt x="2630935" y="17353"/>
                </a:lnTo>
                <a:lnTo>
                  <a:pt x="2638170" y="15112"/>
                </a:lnTo>
                <a:lnTo>
                  <a:pt x="2648204" y="11811"/>
                </a:lnTo>
                <a:lnTo>
                  <a:pt x="2654935" y="10160"/>
                </a:lnTo>
                <a:lnTo>
                  <a:pt x="2671826" y="10160"/>
                </a:lnTo>
                <a:lnTo>
                  <a:pt x="2673477" y="8381"/>
                </a:lnTo>
                <a:lnTo>
                  <a:pt x="2673477" y="5079"/>
                </a:lnTo>
                <a:lnTo>
                  <a:pt x="2673477" y="1650"/>
                </a:lnTo>
                <a:lnTo>
                  <a:pt x="2675128" y="0"/>
                </a:lnTo>
                <a:lnTo>
                  <a:pt x="2678556" y="0"/>
                </a:lnTo>
                <a:lnTo>
                  <a:pt x="2681858" y="0"/>
                </a:lnTo>
                <a:lnTo>
                  <a:pt x="2686939" y="0"/>
                </a:lnTo>
                <a:lnTo>
                  <a:pt x="269366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81779" y="2891789"/>
            <a:ext cx="1241425" cy="302895"/>
          </a:xfrm>
          <a:custGeom>
            <a:avLst/>
            <a:gdLst/>
            <a:ahLst/>
            <a:cxnLst/>
            <a:rect l="l" t="t" r="r" b="b"/>
            <a:pathLst>
              <a:path w="1241425" h="302894">
                <a:moveTo>
                  <a:pt x="554863" y="252222"/>
                </a:moveTo>
                <a:lnTo>
                  <a:pt x="541053" y="261036"/>
                </a:lnTo>
                <a:lnTo>
                  <a:pt x="529732" y="267303"/>
                </a:lnTo>
                <a:lnTo>
                  <a:pt x="520912" y="271045"/>
                </a:lnTo>
                <a:lnTo>
                  <a:pt x="514604" y="272288"/>
                </a:lnTo>
                <a:lnTo>
                  <a:pt x="508605" y="272288"/>
                </a:lnTo>
                <a:lnTo>
                  <a:pt x="500713" y="272288"/>
                </a:lnTo>
                <a:lnTo>
                  <a:pt x="490940" y="272288"/>
                </a:lnTo>
                <a:lnTo>
                  <a:pt x="479298" y="272288"/>
                </a:lnTo>
                <a:lnTo>
                  <a:pt x="466010" y="272617"/>
                </a:lnTo>
                <a:lnTo>
                  <a:pt x="451485" y="273589"/>
                </a:lnTo>
                <a:lnTo>
                  <a:pt x="435721" y="275181"/>
                </a:lnTo>
                <a:lnTo>
                  <a:pt x="418719" y="277368"/>
                </a:lnTo>
                <a:lnTo>
                  <a:pt x="401077" y="279608"/>
                </a:lnTo>
                <a:lnTo>
                  <a:pt x="383413" y="281193"/>
                </a:lnTo>
                <a:lnTo>
                  <a:pt x="365748" y="282136"/>
                </a:lnTo>
                <a:lnTo>
                  <a:pt x="348107" y="282448"/>
                </a:lnTo>
                <a:lnTo>
                  <a:pt x="330154" y="282448"/>
                </a:lnTo>
                <a:lnTo>
                  <a:pt x="311546" y="282448"/>
                </a:lnTo>
                <a:lnTo>
                  <a:pt x="292296" y="282448"/>
                </a:lnTo>
                <a:lnTo>
                  <a:pt x="272415" y="282448"/>
                </a:lnTo>
                <a:lnTo>
                  <a:pt x="252241" y="282136"/>
                </a:lnTo>
                <a:lnTo>
                  <a:pt x="211943" y="279608"/>
                </a:lnTo>
                <a:lnTo>
                  <a:pt x="172839" y="274871"/>
                </a:lnTo>
                <a:lnTo>
                  <a:pt x="131191" y="267335"/>
                </a:lnTo>
                <a:lnTo>
                  <a:pt x="121094" y="264783"/>
                </a:lnTo>
                <a:lnTo>
                  <a:pt x="110998" y="262255"/>
                </a:lnTo>
                <a:lnTo>
                  <a:pt x="70627" y="250904"/>
                </a:lnTo>
                <a:lnTo>
                  <a:pt x="34099" y="233219"/>
                </a:lnTo>
                <a:lnTo>
                  <a:pt x="18542" y="220218"/>
                </a:lnTo>
                <a:lnTo>
                  <a:pt x="15112" y="216915"/>
                </a:lnTo>
                <a:lnTo>
                  <a:pt x="11811" y="213487"/>
                </a:lnTo>
                <a:lnTo>
                  <a:pt x="10160" y="208407"/>
                </a:lnTo>
                <a:lnTo>
                  <a:pt x="10160" y="201675"/>
                </a:lnTo>
                <a:lnTo>
                  <a:pt x="9848" y="196006"/>
                </a:lnTo>
                <a:lnTo>
                  <a:pt x="8905" y="189087"/>
                </a:lnTo>
                <a:lnTo>
                  <a:pt x="7320" y="180905"/>
                </a:lnTo>
                <a:lnTo>
                  <a:pt x="5080" y="171450"/>
                </a:lnTo>
                <a:lnTo>
                  <a:pt x="2893" y="161994"/>
                </a:lnTo>
                <a:lnTo>
                  <a:pt x="1301" y="153812"/>
                </a:lnTo>
                <a:lnTo>
                  <a:pt x="329" y="146893"/>
                </a:lnTo>
                <a:lnTo>
                  <a:pt x="0" y="141224"/>
                </a:lnTo>
                <a:lnTo>
                  <a:pt x="0" y="134493"/>
                </a:lnTo>
                <a:lnTo>
                  <a:pt x="0" y="127762"/>
                </a:lnTo>
                <a:lnTo>
                  <a:pt x="0" y="121031"/>
                </a:lnTo>
                <a:lnTo>
                  <a:pt x="0" y="114300"/>
                </a:lnTo>
                <a:lnTo>
                  <a:pt x="1778" y="107569"/>
                </a:lnTo>
                <a:lnTo>
                  <a:pt x="5080" y="100837"/>
                </a:lnTo>
                <a:lnTo>
                  <a:pt x="8509" y="94107"/>
                </a:lnTo>
                <a:lnTo>
                  <a:pt x="13462" y="89026"/>
                </a:lnTo>
                <a:lnTo>
                  <a:pt x="20193" y="85725"/>
                </a:lnTo>
                <a:lnTo>
                  <a:pt x="26924" y="82296"/>
                </a:lnTo>
                <a:lnTo>
                  <a:pt x="32004" y="77343"/>
                </a:lnTo>
                <a:lnTo>
                  <a:pt x="35306" y="70612"/>
                </a:lnTo>
                <a:lnTo>
                  <a:pt x="38496" y="65563"/>
                </a:lnTo>
                <a:lnTo>
                  <a:pt x="73215" y="41576"/>
                </a:lnTo>
                <a:lnTo>
                  <a:pt x="123602" y="30225"/>
                </a:lnTo>
                <a:lnTo>
                  <a:pt x="156464" y="25146"/>
                </a:lnTo>
                <a:lnTo>
                  <a:pt x="174414" y="22338"/>
                </a:lnTo>
                <a:lnTo>
                  <a:pt x="193008" y="18875"/>
                </a:lnTo>
                <a:lnTo>
                  <a:pt x="212220" y="14769"/>
                </a:lnTo>
                <a:lnTo>
                  <a:pt x="232029" y="10033"/>
                </a:lnTo>
                <a:lnTo>
                  <a:pt x="251598" y="5625"/>
                </a:lnTo>
                <a:lnTo>
                  <a:pt x="269906" y="2492"/>
                </a:lnTo>
                <a:lnTo>
                  <a:pt x="286928" y="621"/>
                </a:lnTo>
                <a:lnTo>
                  <a:pt x="302641" y="0"/>
                </a:lnTo>
                <a:lnTo>
                  <a:pt x="319686" y="0"/>
                </a:lnTo>
                <a:lnTo>
                  <a:pt x="340518" y="0"/>
                </a:lnTo>
                <a:lnTo>
                  <a:pt x="469138" y="0"/>
                </a:lnTo>
                <a:lnTo>
                  <a:pt x="476426" y="309"/>
                </a:lnTo>
                <a:lnTo>
                  <a:pt x="509524" y="15112"/>
                </a:lnTo>
                <a:lnTo>
                  <a:pt x="512825" y="18414"/>
                </a:lnTo>
                <a:lnTo>
                  <a:pt x="514604" y="25146"/>
                </a:lnTo>
                <a:lnTo>
                  <a:pt x="514604" y="35306"/>
                </a:lnTo>
                <a:lnTo>
                  <a:pt x="515225" y="42850"/>
                </a:lnTo>
                <a:lnTo>
                  <a:pt x="517096" y="50419"/>
                </a:lnTo>
                <a:lnTo>
                  <a:pt x="520229" y="57987"/>
                </a:lnTo>
                <a:lnTo>
                  <a:pt x="524637" y="65532"/>
                </a:lnTo>
                <a:lnTo>
                  <a:pt x="529064" y="73076"/>
                </a:lnTo>
                <a:lnTo>
                  <a:pt x="532241" y="80645"/>
                </a:lnTo>
                <a:lnTo>
                  <a:pt x="534156" y="88213"/>
                </a:lnTo>
                <a:lnTo>
                  <a:pt x="534797" y="95758"/>
                </a:lnTo>
                <a:lnTo>
                  <a:pt x="534797" y="103667"/>
                </a:lnTo>
                <a:lnTo>
                  <a:pt x="534797" y="112172"/>
                </a:lnTo>
                <a:lnTo>
                  <a:pt x="534797" y="171450"/>
                </a:lnTo>
                <a:lnTo>
                  <a:pt x="534156" y="181546"/>
                </a:lnTo>
                <a:lnTo>
                  <a:pt x="518967" y="221291"/>
                </a:lnTo>
                <a:lnTo>
                  <a:pt x="484626" y="247110"/>
                </a:lnTo>
                <a:lnTo>
                  <a:pt x="475472" y="252158"/>
                </a:lnTo>
                <a:lnTo>
                  <a:pt x="466961" y="257206"/>
                </a:lnTo>
                <a:lnTo>
                  <a:pt x="459105" y="262255"/>
                </a:lnTo>
                <a:lnTo>
                  <a:pt x="451195" y="266991"/>
                </a:lnTo>
                <a:lnTo>
                  <a:pt x="442690" y="271097"/>
                </a:lnTo>
                <a:lnTo>
                  <a:pt x="433566" y="274560"/>
                </a:lnTo>
                <a:lnTo>
                  <a:pt x="423799" y="277368"/>
                </a:lnTo>
                <a:lnTo>
                  <a:pt x="413390" y="280229"/>
                </a:lnTo>
                <a:lnTo>
                  <a:pt x="402351" y="283686"/>
                </a:lnTo>
                <a:lnTo>
                  <a:pt x="390669" y="287762"/>
                </a:lnTo>
                <a:lnTo>
                  <a:pt x="378333" y="292481"/>
                </a:lnTo>
                <a:lnTo>
                  <a:pt x="366690" y="296908"/>
                </a:lnTo>
                <a:lnTo>
                  <a:pt x="356917" y="300085"/>
                </a:lnTo>
                <a:lnTo>
                  <a:pt x="349025" y="302000"/>
                </a:lnTo>
                <a:lnTo>
                  <a:pt x="343027" y="302640"/>
                </a:lnTo>
                <a:lnTo>
                  <a:pt x="336296" y="302640"/>
                </a:lnTo>
                <a:lnTo>
                  <a:pt x="329565" y="302640"/>
                </a:lnTo>
                <a:lnTo>
                  <a:pt x="294259" y="302640"/>
                </a:lnTo>
                <a:lnTo>
                  <a:pt x="296037" y="302640"/>
                </a:lnTo>
                <a:lnTo>
                  <a:pt x="1234186" y="302640"/>
                </a:lnTo>
                <a:lnTo>
                  <a:pt x="1240917" y="30264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8077" y="3940936"/>
            <a:ext cx="3309620" cy="50800"/>
          </a:xfrm>
          <a:custGeom>
            <a:avLst/>
            <a:gdLst/>
            <a:ahLst/>
            <a:cxnLst/>
            <a:rect l="l" t="t" r="r" b="b"/>
            <a:pathLst>
              <a:path w="3309620" h="50800">
                <a:moveTo>
                  <a:pt x="0" y="30352"/>
                </a:moveTo>
                <a:lnTo>
                  <a:pt x="0" y="30352"/>
                </a:lnTo>
                <a:lnTo>
                  <a:pt x="2214499" y="30352"/>
                </a:lnTo>
                <a:lnTo>
                  <a:pt x="2229907" y="30023"/>
                </a:lnTo>
                <a:lnTo>
                  <a:pt x="2250995" y="29051"/>
                </a:lnTo>
                <a:lnTo>
                  <a:pt x="2277774" y="27459"/>
                </a:lnTo>
                <a:lnTo>
                  <a:pt x="2310257" y="25273"/>
                </a:lnTo>
                <a:lnTo>
                  <a:pt x="2344642" y="23032"/>
                </a:lnTo>
                <a:lnTo>
                  <a:pt x="2377122" y="21447"/>
                </a:lnTo>
                <a:lnTo>
                  <a:pt x="2407697" y="20504"/>
                </a:lnTo>
                <a:lnTo>
                  <a:pt x="2436368" y="20192"/>
                </a:lnTo>
                <a:lnTo>
                  <a:pt x="2462843" y="20192"/>
                </a:lnTo>
                <a:lnTo>
                  <a:pt x="2486818" y="20192"/>
                </a:lnTo>
                <a:lnTo>
                  <a:pt x="2762631" y="20192"/>
                </a:lnTo>
                <a:lnTo>
                  <a:pt x="2760853" y="20192"/>
                </a:lnTo>
                <a:lnTo>
                  <a:pt x="2754249" y="20192"/>
                </a:lnTo>
                <a:lnTo>
                  <a:pt x="2747518" y="20192"/>
                </a:lnTo>
                <a:lnTo>
                  <a:pt x="2740787" y="20192"/>
                </a:lnTo>
                <a:lnTo>
                  <a:pt x="2734056" y="20192"/>
                </a:lnTo>
              </a:path>
              <a:path w="3309620" h="50800">
                <a:moveTo>
                  <a:pt x="262254" y="50546"/>
                </a:moveTo>
                <a:lnTo>
                  <a:pt x="267924" y="46118"/>
                </a:lnTo>
                <a:lnTo>
                  <a:pt x="274843" y="42941"/>
                </a:lnTo>
                <a:lnTo>
                  <a:pt x="283025" y="41026"/>
                </a:lnTo>
                <a:lnTo>
                  <a:pt x="292480" y="40386"/>
                </a:lnTo>
                <a:lnTo>
                  <a:pt x="302889" y="40386"/>
                </a:lnTo>
                <a:lnTo>
                  <a:pt x="313928" y="40386"/>
                </a:lnTo>
                <a:lnTo>
                  <a:pt x="1851278" y="40386"/>
                </a:lnTo>
                <a:lnTo>
                  <a:pt x="1899501" y="40074"/>
                </a:lnTo>
                <a:lnTo>
                  <a:pt x="1948354" y="39131"/>
                </a:lnTo>
                <a:lnTo>
                  <a:pt x="1997850" y="37546"/>
                </a:lnTo>
                <a:lnTo>
                  <a:pt x="2048002" y="35305"/>
                </a:lnTo>
                <a:lnTo>
                  <a:pt x="2097770" y="32498"/>
                </a:lnTo>
                <a:lnTo>
                  <a:pt x="2146300" y="29035"/>
                </a:lnTo>
                <a:lnTo>
                  <a:pt x="2193591" y="24929"/>
                </a:lnTo>
                <a:lnTo>
                  <a:pt x="2239645" y="20192"/>
                </a:lnTo>
                <a:lnTo>
                  <a:pt x="2286321" y="15474"/>
                </a:lnTo>
                <a:lnTo>
                  <a:pt x="2335498" y="11398"/>
                </a:lnTo>
                <a:lnTo>
                  <a:pt x="2387199" y="7941"/>
                </a:lnTo>
                <a:lnTo>
                  <a:pt x="2441448" y="5079"/>
                </a:lnTo>
                <a:lnTo>
                  <a:pt x="2496282" y="2893"/>
                </a:lnTo>
                <a:lnTo>
                  <a:pt x="2549890" y="1301"/>
                </a:lnTo>
                <a:lnTo>
                  <a:pt x="2602235" y="329"/>
                </a:lnTo>
                <a:lnTo>
                  <a:pt x="2653284" y="0"/>
                </a:lnTo>
                <a:lnTo>
                  <a:pt x="2704385" y="0"/>
                </a:lnTo>
                <a:lnTo>
                  <a:pt x="2756725" y="0"/>
                </a:lnTo>
                <a:lnTo>
                  <a:pt x="3303422" y="0"/>
                </a:lnTo>
                <a:lnTo>
                  <a:pt x="330911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59686" y="4344542"/>
            <a:ext cx="2431415" cy="30480"/>
          </a:xfrm>
          <a:custGeom>
            <a:avLst/>
            <a:gdLst/>
            <a:ahLst/>
            <a:cxnLst/>
            <a:rect l="l" t="t" r="r" b="b"/>
            <a:pathLst>
              <a:path w="2431415" h="30479">
                <a:moveTo>
                  <a:pt x="0" y="30225"/>
                </a:moveTo>
                <a:lnTo>
                  <a:pt x="0" y="30225"/>
                </a:lnTo>
                <a:lnTo>
                  <a:pt x="2234565" y="30225"/>
                </a:lnTo>
                <a:lnTo>
                  <a:pt x="2242165" y="29914"/>
                </a:lnTo>
                <a:lnTo>
                  <a:pt x="2249741" y="28971"/>
                </a:lnTo>
                <a:lnTo>
                  <a:pt x="2257317" y="27386"/>
                </a:lnTo>
                <a:lnTo>
                  <a:pt x="2264917" y="25145"/>
                </a:lnTo>
                <a:lnTo>
                  <a:pt x="2272444" y="22979"/>
                </a:lnTo>
                <a:lnTo>
                  <a:pt x="2279983" y="21431"/>
                </a:lnTo>
                <a:lnTo>
                  <a:pt x="2287545" y="20502"/>
                </a:lnTo>
                <a:lnTo>
                  <a:pt x="2295143" y="20192"/>
                </a:lnTo>
                <a:lnTo>
                  <a:pt x="2303000" y="20192"/>
                </a:lnTo>
                <a:lnTo>
                  <a:pt x="2311511" y="20192"/>
                </a:lnTo>
                <a:lnTo>
                  <a:pt x="2320665" y="20192"/>
                </a:lnTo>
                <a:lnTo>
                  <a:pt x="2330450" y="20192"/>
                </a:lnTo>
                <a:lnTo>
                  <a:pt x="2339905" y="19881"/>
                </a:lnTo>
                <a:lnTo>
                  <a:pt x="2348087" y="18938"/>
                </a:lnTo>
                <a:lnTo>
                  <a:pt x="2355006" y="17353"/>
                </a:lnTo>
                <a:lnTo>
                  <a:pt x="2360676" y="15112"/>
                </a:lnTo>
                <a:lnTo>
                  <a:pt x="2367407" y="11810"/>
                </a:lnTo>
                <a:lnTo>
                  <a:pt x="2374138" y="10032"/>
                </a:lnTo>
                <a:lnTo>
                  <a:pt x="2380868" y="10032"/>
                </a:lnTo>
                <a:lnTo>
                  <a:pt x="2387600" y="10032"/>
                </a:lnTo>
                <a:lnTo>
                  <a:pt x="2394330" y="8381"/>
                </a:lnTo>
                <a:lnTo>
                  <a:pt x="2401062" y="5079"/>
                </a:lnTo>
                <a:lnTo>
                  <a:pt x="2406731" y="2839"/>
                </a:lnTo>
                <a:lnTo>
                  <a:pt x="2413650" y="1254"/>
                </a:lnTo>
                <a:lnTo>
                  <a:pt x="2421832" y="311"/>
                </a:lnTo>
                <a:lnTo>
                  <a:pt x="243128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96160" y="4697603"/>
            <a:ext cx="1574165" cy="60960"/>
          </a:xfrm>
          <a:custGeom>
            <a:avLst/>
            <a:gdLst/>
            <a:ahLst/>
            <a:cxnLst/>
            <a:rect l="l" t="t" r="r" b="b"/>
            <a:pathLst>
              <a:path w="1574164" h="60960">
                <a:moveTo>
                  <a:pt x="0" y="60579"/>
                </a:moveTo>
                <a:lnTo>
                  <a:pt x="6731" y="60579"/>
                </a:lnTo>
                <a:lnTo>
                  <a:pt x="13334" y="60579"/>
                </a:lnTo>
                <a:lnTo>
                  <a:pt x="20065" y="60579"/>
                </a:lnTo>
                <a:lnTo>
                  <a:pt x="25755" y="60267"/>
                </a:lnTo>
                <a:lnTo>
                  <a:pt x="32718" y="59324"/>
                </a:lnTo>
                <a:lnTo>
                  <a:pt x="40943" y="57739"/>
                </a:lnTo>
                <a:lnTo>
                  <a:pt x="50418" y="55499"/>
                </a:lnTo>
                <a:lnTo>
                  <a:pt x="63037" y="53002"/>
                </a:lnTo>
                <a:lnTo>
                  <a:pt x="103372" y="47962"/>
                </a:lnTo>
                <a:lnTo>
                  <a:pt x="159450" y="43225"/>
                </a:lnTo>
                <a:lnTo>
                  <a:pt x="204841" y="40697"/>
                </a:lnTo>
                <a:lnTo>
                  <a:pt x="221869" y="40386"/>
                </a:lnTo>
                <a:lnTo>
                  <a:pt x="238896" y="39764"/>
                </a:lnTo>
                <a:lnTo>
                  <a:pt x="259699" y="37893"/>
                </a:lnTo>
                <a:lnTo>
                  <a:pt x="284287" y="34760"/>
                </a:lnTo>
                <a:lnTo>
                  <a:pt x="312673" y="30353"/>
                </a:lnTo>
                <a:lnTo>
                  <a:pt x="346108" y="25614"/>
                </a:lnTo>
                <a:lnTo>
                  <a:pt x="385841" y="21494"/>
                </a:lnTo>
                <a:lnTo>
                  <a:pt x="431885" y="17994"/>
                </a:lnTo>
                <a:lnTo>
                  <a:pt x="484250" y="15113"/>
                </a:lnTo>
                <a:lnTo>
                  <a:pt x="536872" y="12946"/>
                </a:lnTo>
                <a:lnTo>
                  <a:pt x="583850" y="11398"/>
                </a:lnTo>
                <a:lnTo>
                  <a:pt x="625161" y="10469"/>
                </a:lnTo>
                <a:lnTo>
                  <a:pt x="660781" y="10160"/>
                </a:lnTo>
                <a:lnTo>
                  <a:pt x="693237" y="10160"/>
                </a:lnTo>
                <a:lnTo>
                  <a:pt x="725074" y="10160"/>
                </a:lnTo>
                <a:lnTo>
                  <a:pt x="1034034" y="10160"/>
                </a:lnTo>
                <a:lnTo>
                  <a:pt x="1046317" y="9830"/>
                </a:lnTo>
                <a:lnTo>
                  <a:pt x="1058005" y="8858"/>
                </a:lnTo>
                <a:lnTo>
                  <a:pt x="1069074" y="7266"/>
                </a:lnTo>
                <a:lnTo>
                  <a:pt x="1079500" y="5080"/>
                </a:lnTo>
                <a:lnTo>
                  <a:pt x="1089523" y="2839"/>
                </a:lnTo>
                <a:lnTo>
                  <a:pt x="1099581" y="1254"/>
                </a:lnTo>
                <a:lnTo>
                  <a:pt x="1109664" y="311"/>
                </a:lnTo>
                <a:lnTo>
                  <a:pt x="1119759" y="0"/>
                </a:lnTo>
                <a:lnTo>
                  <a:pt x="1130496" y="0"/>
                </a:lnTo>
                <a:lnTo>
                  <a:pt x="1142507" y="0"/>
                </a:lnTo>
                <a:lnTo>
                  <a:pt x="1567052" y="0"/>
                </a:lnTo>
                <a:lnTo>
                  <a:pt x="157378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5690" y="4304157"/>
            <a:ext cx="2807335" cy="40640"/>
          </a:xfrm>
          <a:custGeom>
            <a:avLst/>
            <a:gdLst/>
            <a:ahLst/>
            <a:cxnLst/>
            <a:rect l="l" t="t" r="r" b="b"/>
            <a:pathLst>
              <a:path w="2807334" h="40639">
                <a:moveTo>
                  <a:pt x="0" y="40385"/>
                </a:moveTo>
                <a:lnTo>
                  <a:pt x="0" y="40385"/>
                </a:lnTo>
                <a:lnTo>
                  <a:pt x="105918" y="40385"/>
                </a:lnTo>
                <a:lnTo>
                  <a:pt x="123229" y="40074"/>
                </a:lnTo>
                <a:lnTo>
                  <a:pt x="139922" y="39131"/>
                </a:lnTo>
                <a:lnTo>
                  <a:pt x="155995" y="37546"/>
                </a:lnTo>
                <a:lnTo>
                  <a:pt x="171450" y="35305"/>
                </a:lnTo>
                <a:lnTo>
                  <a:pt x="186906" y="33119"/>
                </a:lnTo>
                <a:lnTo>
                  <a:pt x="202993" y="31527"/>
                </a:lnTo>
                <a:lnTo>
                  <a:pt x="219723" y="30555"/>
                </a:lnTo>
                <a:lnTo>
                  <a:pt x="237109" y="30225"/>
                </a:lnTo>
                <a:lnTo>
                  <a:pt x="255059" y="30225"/>
                </a:lnTo>
                <a:lnTo>
                  <a:pt x="273653" y="30225"/>
                </a:lnTo>
                <a:lnTo>
                  <a:pt x="292865" y="30225"/>
                </a:lnTo>
                <a:lnTo>
                  <a:pt x="312674" y="30225"/>
                </a:lnTo>
                <a:lnTo>
                  <a:pt x="334768" y="29916"/>
                </a:lnTo>
                <a:lnTo>
                  <a:pt x="360648" y="28987"/>
                </a:lnTo>
                <a:lnTo>
                  <a:pt x="390290" y="27439"/>
                </a:lnTo>
                <a:lnTo>
                  <a:pt x="423672" y="25272"/>
                </a:lnTo>
                <a:lnTo>
                  <a:pt x="458680" y="23032"/>
                </a:lnTo>
                <a:lnTo>
                  <a:pt x="493045" y="21447"/>
                </a:lnTo>
                <a:lnTo>
                  <a:pt x="526792" y="20504"/>
                </a:lnTo>
                <a:lnTo>
                  <a:pt x="559943" y="20192"/>
                </a:lnTo>
                <a:lnTo>
                  <a:pt x="592709" y="20192"/>
                </a:lnTo>
                <a:lnTo>
                  <a:pt x="625475" y="20192"/>
                </a:lnTo>
                <a:lnTo>
                  <a:pt x="938276" y="20192"/>
                </a:lnTo>
                <a:lnTo>
                  <a:pt x="964084" y="19881"/>
                </a:lnTo>
                <a:lnTo>
                  <a:pt x="991203" y="18938"/>
                </a:lnTo>
                <a:lnTo>
                  <a:pt x="1019607" y="17353"/>
                </a:lnTo>
                <a:lnTo>
                  <a:pt x="1049274" y="15112"/>
                </a:lnTo>
                <a:lnTo>
                  <a:pt x="1077916" y="12946"/>
                </a:lnTo>
                <a:lnTo>
                  <a:pt x="1103439" y="11398"/>
                </a:lnTo>
                <a:lnTo>
                  <a:pt x="1125819" y="10469"/>
                </a:lnTo>
                <a:lnTo>
                  <a:pt x="1145032" y="10159"/>
                </a:lnTo>
                <a:lnTo>
                  <a:pt x="1162417" y="10159"/>
                </a:lnTo>
                <a:lnTo>
                  <a:pt x="1179147" y="10159"/>
                </a:lnTo>
                <a:lnTo>
                  <a:pt x="2750819" y="10159"/>
                </a:lnTo>
                <a:lnTo>
                  <a:pt x="2757551" y="8381"/>
                </a:lnTo>
                <a:lnTo>
                  <a:pt x="2764282" y="5079"/>
                </a:lnTo>
                <a:lnTo>
                  <a:pt x="2771013" y="1650"/>
                </a:lnTo>
                <a:lnTo>
                  <a:pt x="2777743" y="0"/>
                </a:lnTo>
                <a:lnTo>
                  <a:pt x="2784475" y="0"/>
                </a:lnTo>
                <a:lnTo>
                  <a:pt x="2791206" y="0"/>
                </a:lnTo>
                <a:lnTo>
                  <a:pt x="2797937" y="0"/>
                </a:lnTo>
                <a:lnTo>
                  <a:pt x="2804667" y="0"/>
                </a:lnTo>
                <a:lnTo>
                  <a:pt x="2807192" y="640"/>
                </a:lnTo>
                <a:lnTo>
                  <a:pt x="2804667" y="2555"/>
                </a:lnTo>
                <a:lnTo>
                  <a:pt x="2797095" y="5732"/>
                </a:lnTo>
                <a:lnTo>
                  <a:pt x="2784475" y="1015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66606" y="4304157"/>
            <a:ext cx="585470" cy="131445"/>
          </a:xfrm>
          <a:custGeom>
            <a:avLst/>
            <a:gdLst/>
            <a:ahLst/>
            <a:cxnLst/>
            <a:rect l="l" t="t" r="r" b="b"/>
            <a:pathLst>
              <a:path w="585470" h="131445">
                <a:moveTo>
                  <a:pt x="383286" y="0"/>
                </a:moveTo>
                <a:lnTo>
                  <a:pt x="390017" y="6730"/>
                </a:lnTo>
                <a:lnTo>
                  <a:pt x="396748" y="10159"/>
                </a:lnTo>
                <a:lnTo>
                  <a:pt x="403478" y="10159"/>
                </a:lnTo>
                <a:lnTo>
                  <a:pt x="410210" y="10159"/>
                </a:lnTo>
                <a:lnTo>
                  <a:pt x="415290" y="10159"/>
                </a:lnTo>
                <a:lnTo>
                  <a:pt x="418592" y="10159"/>
                </a:lnTo>
                <a:lnTo>
                  <a:pt x="422021" y="10159"/>
                </a:lnTo>
                <a:lnTo>
                  <a:pt x="427100" y="11810"/>
                </a:lnTo>
                <a:lnTo>
                  <a:pt x="433832" y="15112"/>
                </a:lnTo>
                <a:lnTo>
                  <a:pt x="440563" y="18541"/>
                </a:lnTo>
                <a:lnTo>
                  <a:pt x="445516" y="20192"/>
                </a:lnTo>
                <a:lnTo>
                  <a:pt x="571626" y="20192"/>
                </a:lnTo>
                <a:lnTo>
                  <a:pt x="585089" y="20192"/>
                </a:lnTo>
              </a:path>
              <a:path w="585470" h="131445">
                <a:moveTo>
                  <a:pt x="0" y="131190"/>
                </a:moveTo>
                <a:lnTo>
                  <a:pt x="6730" y="131190"/>
                </a:lnTo>
                <a:lnTo>
                  <a:pt x="13462" y="129539"/>
                </a:lnTo>
                <a:lnTo>
                  <a:pt x="20193" y="126110"/>
                </a:lnTo>
                <a:lnTo>
                  <a:pt x="25862" y="123303"/>
                </a:lnTo>
                <a:lnTo>
                  <a:pt x="32781" y="119840"/>
                </a:lnTo>
                <a:lnTo>
                  <a:pt x="40963" y="115734"/>
                </a:lnTo>
                <a:lnTo>
                  <a:pt x="50419" y="110997"/>
                </a:lnTo>
                <a:lnTo>
                  <a:pt x="89173" y="98692"/>
                </a:lnTo>
                <a:lnTo>
                  <a:pt x="123229" y="93333"/>
                </a:lnTo>
                <a:lnTo>
                  <a:pt x="139922" y="90804"/>
                </a:lnTo>
                <a:lnTo>
                  <a:pt x="155995" y="88276"/>
                </a:lnTo>
                <a:lnTo>
                  <a:pt x="171450" y="85724"/>
                </a:lnTo>
                <a:lnTo>
                  <a:pt x="187856" y="83558"/>
                </a:lnTo>
                <a:lnTo>
                  <a:pt x="206787" y="82010"/>
                </a:lnTo>
                <a:lnTo>
                  <a:pt x="228242" y="81081"/>
                </a:lnTo>
                <a:lnTo>
                  <a:pt x="252222" y="80771"/>
                </a:lnTo>
                <a:lnTo>
                  <a:pt x="277078" y="80131"/>
                </a:lnTo>
                <a:lnTo>
                  <a:pt x="301339" y="78216"/>
                </a:lnTo>
                <a:lnTo>
                  <a:pt x="324981" y="75039"/>
                </a:lnTo>
                <a:lnTo>
                  <a:pt x="347979" y="70611"/>
                </a:lnTo>
                <a:lnTo>
                  <a:pt x="368200" y="66204"/>
                </a:lnTo>
                <a:lnTo>
                  <a:pt x="383349" y="63071"/>
                </a:lnTo>
                <a:lnTo>
                  <a:pt x="393449" y="61200"/>
                </a:lnTo>
                <a:lnTo>
                  <a:pt x="398525" y="60578"/>
                </a:lnTo>
                <a:lnTo>
                  <a:pt x="401827" y="60578"/>
                </a:lnTo>
                <a:lnTo>
                  <a:pt x="406908" y="60578"/>
                </a:lnTo>
                <a:lnTo>
                  <a:pt x="413639" y="6057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96160" y="4838827"/>
            <a:ext cx="514984" cy="353695"/>
          </a:xfrm>
          <a:custGeom>
            <a:avLst/>
            <a:gdLst/>
            <a:ahLst/>
            <a:cxnLst/>
            <a:rect l="l" t="t" r="r" b="b"/>
            <a:pathLst>
              <a:path w="514985" h="353695">
                <a:moveTo>
                  <a:pt x="514476" y="312800"/>
                </a:moveTo>
                <a:lnTo>
                  <a:pt x="504380" y="317849"/>
                </a:lnTo>
                <a:lnTo>
                  <a:pt x="494283" y="322897"/>
                </a:lnTo>
                <a:lnTo>
                  <a:pt x="484187" y="327945"/>
                </a:lnTo>
                <a:lnTo>
                  <a:pt x="474090" y="332994"/>
                </a:lnTo>
                <a:lnTo>
                  <a:pt x="463684" y="337730"/>
                </a:lnTo>
                <a:lnTo>
                  <a:pt x="416105" y="350347"/>
                </a:lnTo>
                <a:lnTo>
                  <a:pt x="378332" y="353187"/>
                </a:lnTo>
                <a:lnTo>
                  <a:pt x="365045" y="353187"/>
                </a:lnTo>
                <a:lnTo>
                  <a:pt x="350519" y="353187"/>
                </a:lnTo>
                <a:lnTo>
                  <a:pt x="124332" y="353187"/>
                </a:lnTo>
                <a:lnTo>
                  <a:pt x="117601" y="351536"/>
                </a:lnTo>
                <a:lnTo>
                  <a:pt x="110870" y="348106"/>
                </a:lnTo>
                <a:lnTo>
                  <a:pt x="104139" y="344805"/>
                </a:lnTo>
                <a:lnTo>
                  <a:pt x="99187" y="341375"/>
                </a:lnTo>
                <a:lnTo>
                  <a:pt x="95757" y="338074"/>
                </a:lnTo>
                <a:lnTo>
                  <a:pt x="92456" y="334645"/>
                </a:lnTo>
                <a:lnTo>
                  <a:pt x="89026" y="331343"/>
                </a:lnTo>
                <a:lnTo>
                  <a:pt x="85725" y="327914"/>
                </a:lnTo>
                <a:lnTo>
                  <a:pt x="82295" y="324612"/>
                </a:lnTo>
                <a:lnTo>
                  <a:pt x="78993" y="321183"/>
                </a:lnTo>
                <a:lnTo>
                  <a:pt x="75564" y="317881"/>
                </a:lnTo>
                <a:lnTo>
                  <a:pt x="72445" y="314690"/>
                </a:lnTo>
                <a:lnTo>
                  <a:pt x="68040" y="310261"/>
                </a:lnTo>
                <a:lnTo>
                  <a:pt x="40306" y="283765"/>
                </a:lnTo>
                <a:lnTo>
                  <a:pt x="15112" y="265684"/>
                </a:lnTo>
                <a:lnTo>
                  <a:pt x="8381" y="260731"/>
                </a:lnTo>
                <a:lnTo>
                  <a:pt x="4952" y="257302"/>
                </a:lnTo>
                <a:lnTo>
                  <a:pt x="1650" y="254000"/>
                </a:lnTo>
                <a:lnTo>
                  <a:pt x="0" y="247269"/>
                </a:lnTo>
                <a:lnTo>
                  <a:pt x="0" y="237109"/>
                </a:lnTo>
                <a:lnTo>
                  <a:pt x="0" y="229564"/>
                </a:lnTo>
                <a:lnTo>
                  <a:pt x="0" y="121158"/>
                </a:lnTo>
                <a:lnTo>
                  <a:pt x="932" y="115798"/>
                </a:lnTo>
                <a:lnTo>
                  <a:pt x="31480" y="82010"/>
                </a:lnTo>
                <a:lnTo>
                  <a:pt x="60186" y="65307"/>
                </a:lnTo>
                <a:lnTo>
                  <a:pt x="69310" y="59324"/>
                </a:lnTo>
                <a:lnTo>
                  <a:pt x="77815" y="52699"/>
                </a:lnTo>
                <a:lnTo>
                  <a:pt x="85725" y="45466"/>
                </a:lnTo>
                <a:lnTo>
                  <a:pt x="94202" y="38488"/>
                </a:lnTo>
                <a:lnTo>
                  <a:pt x="104584" y="32797"/>
                </a:lnTo>
                <a:lnTo>
                  <a:pt x="116871" y="28392"/>
                </a:lnTo>
                <a:lnTo>
                  <a:pt x="131063" y="25273"/>
                </a:lnTo>
                <a:lnTo>
                  <a:pt x="145585" y="22776"/>
                </a:lnTo>
                <a:lnTo>
                  <a:pt x="158845" y="20256"/>
                </a:lnTo>
                <a:lnTo>
                  <a:pt x="200437" y="10160"/>
                </a:lnTo>
                <a:lnTo>
                  <a:pt x="216915" y="5080"/>
                </a:lnTo>
                <a:lnTo>
                  <a:pt x="224131" y="2893"/>
                </a:lnTo>
                <a:lnTo>
                  <a:pt x="230727" y="1301"/>
                </a:lnTo>
                <a:lnTo>
                  <a:pt x="236704" y="329"/>
                </a:lnTo>
                <a:lnTo>
                  <a:pt x="242062" y="0"/>
                </a:lnTo>
                <a:lnTo>
                  <a:pt x="248792" y="0"/>
                </a:lnTo>
                <a:lnTo>
                  <a:pt x="257175" y="0"/>
                </a:lnTo>
                <a:lnTo>
                  <a:pt x="267334" y="0"/>
                </a:lnTo>
                <a:lnTo>
                  <a:pt x="274550" y="329"/>
                </a:lnTo>
                <a:lnTo>
                  <a:pt x="310465" y="18367"/>
                </a:lnTo>
                <a:lnTo>
                  <a:pt x="325298" y="32817"/>
                </a:lnTo>
                <a:lnTo>
                  <a:pt x="332866" y="40386"/>
                </a:lnTo>
                <a:lnTo>
                  <a:pt x="340435" y="47954"/>
                </a:lnTo>
                <a:lnTo>
                  <a:pt x="347979" y="55499"/>
                </a:lnTo>
                <a:lnTo>
                  <a:pt x="355580" y="63408"/>
                </a:lnTo>
                <a:lnTo>
                  <a:pt x="363156" y="71913"/>
                </a:lnTo>
                <a:lnTo>
                  <a:pt x="370732" y="81037"/>
                </a:lnTo>
                <a:lnTo>
                  <a:pt x="378332" y="90805"/>
                </a:lnTo>
                <a:lnTo>
                  <a:pt x="385236" y="99639"/>
                </a:lnTo>
                <a:lnTo>
                  <a:pt x="390890" y="105949"/>
                </a:lnTo>
                <a:lnTo>
                  <a:pt x="395281" y="109735"/>
                </a:lnTo>
                <a:lnTo>
                  <a:pt x="398398" y="110998"/>
                </a:lnTo>
                <a:lnTo>
                  <a:pt x="401827" y="110998"/>
                </a:lnTo>
                <a:lnTo>
                  <a:pt x="403478" y="112649"/>
                </a:lnTo>
                <a:lnTo>
                  <a:pt x="403478" y="116078"/>
                </a:lnTo>
                <a:lnTo>
                  <a:pt x="403478" y="119380"/>
                </a:lnTo>
                <a:lnTo>
                  <a:pt x="403478" y="124460"/>
                </a:lnTo>
                <a:lnTo>
                  <a:pt x="403478" y="13119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47109" y="5151628"/>
            <a:ext cx="4207510" cy="60960"/>
          </a:xfrm>
          <a:custGeom>
            <a:avLst/>
            <a:gdLst/>
            <a:ahLst/>
            <a:cxnLst/>
            <a:rect l="l" t="t" r="r" b="b"/>
            <a:pathLst>
              <a:path w="4207509" h="60960">
                <a:moveTo>
                  <a:pt x="0" y="20193"/>
                </a:moveTo>
                <a:lnTo>
                  <a:pt x="0" y="20193"/>
                </a:lnTo>
                <a:lnTo>
                  <a:pt x="1074419" y="20193"/>
                </a:lnTo>
                <a:lnTo>
                  <a:pt x="1101260" y="19881"/>
                </a:lnTo>
                <a:lnTo>
                  <a:pt x="1126172" y="18938"/>
                </a:lnTo>
                <a:lnTo>
                  <a:pt x="1149179" y="17353"/>
                </a:lnTo>
                <a:lnTo>
                  <a:pt x="1170304" y="15113"/>
                </a:lnTo>
                <a:lnTo>
                  <a:pt x="1189235" y="12926"/>
                </a:lnTo>
                <a:lnTo>
                  <a:pt x="1205642" y="11334"/>
                </a:lnTo>
                <a:lnTo>
                  <a:pt x="1219525" y="10362"/>
                </a:lnTo>
                <a:lnTo>
                  <a:pt x="1230884" y="10033"/>
                </a:lnTo>
                <a:lnTo>
                  <a:pt x="1241601" y="10033"/>
                </a:lnTo>
                <a:lnTo>
                  <a:pt x="1253569" y="10033"/>
                </a:lnTo>
                <a:lnTo>
                  <a:pt x="1387220" y="10033"/>
                </a:lnTo>
                <a:lnTo>
                  <a:pt x="1395388" y="9723"/>
                </a:lnTo>
                <a:lnTo>
                  <a:pt x="1404842" y="8794"/>
                </a:lnTo>
                <a:lnTo>
                  <a:pt x="1415581" y="7246"/>
                </a:lnTo>
                <a:lnTo>
                  <a:pt x="1427606" y="5080"/>
                </a:lnTo>
                <a:lnTo>
                  <a:pt x="1439870" y="2839"/>
                </a:lnTo>
                <a:lnTo>
                  <a:pt x="1451514" y="1254"/>
                </a:lnTo>
                <a:lnTo>
                  <a:pt x="1462539" y="311"/>
                </a:lnTo>
                <a:lnTo>
                  <a:pt x="1472945" y="0"/>
                </a:lnTo>
                <a:lnTo>
                  <a:pt x="1483042" y="0"/>
                </a:lnTo>
                <a:lnTo>
                  <a:pt x="1493139" y="0"/>
                </a:lnTo>
                <a:lnTo>
                  <a:pt x="1932051" y="0"/>
                </a:lnTo>
                <a:lnTo>
                  <a:pt x="1944625" y="311"/>
                </a:lnTo>
                <a:lnTo>
                  <a:pt x="1957212" y="1254"/>
                </a:lnTo>
                <a:lnTo>
                  <a:pt x="1969823" y="2839"/>
                </a:lnTo>
                <a:lnTo>
                  <a:pt x="1982469" y="5080"/>
                </a:lnTo>
                <a:lnTo>
                  <a:pt x="1995062" y="7246"/>
                </a:lnTo>
                <a:lnTo>
                  <a:pt x="2007679" y="8794"/>
                </a:lnTo>
                <a:lnTo>
                  <a:pt x="2020296" y="9723"/>
                </a:lnTo>
                <a:lnTo>
                  <a:pt x="2032889" y="10033"/>
                </a:lnTo>
                <a:lnTo>
                  <a:pt x="2045481" y="10033"/>
                </a:lnTo>
                <a:lnTo>
                  <a:pt x="2058098" y="10033"/>
                </a:lnTo>
                <a:lnTo>
                  <a:pt x="2315337" y="10033"/>
                </a:lnTo>
                <a:lnTo>
                  <a:pt x="2323576" y="10362"/>
                </a:lnTo>
                <a:lnTo>
                  <a:pt x="2333053" y="11334"/>
                </a:lnTo>
                <a:lnTo>
                  <a:pt x="2343769" y="12926"/>
                </a:lnTo>
                <a:lnTo>
                  <a:pt x="2355723" y="15113"/>
                </a:lnTo>
                <a:lnTo>
                  <a:pt x="2368059" y="17353"/>
                </a:lnTo>
                <a:lnTo>
                  <a:pt x="2379741" y="18938"/>
                </a:lnTo>
                <a:lnTo>
                  <a:pt x="2390780" y="19881"/>
                </a:lnTo>
                <a:lnTo>
                  <a:pt x="2401189" y="20193"/>
                </a:lnTo>
                <a:lnTo>
                  <a:pt x="2412216" y="20193"/>
                </a:lnTo>
                <a:lnTo>
                  <a:pt x="2425112" y="20193"/>
                </a:lnTo>
                <a:lnTo>
                  <a:pt x="2517140" y="20193"/>
                </a:lnTo>
                <a:lnTo>
                  <a:pt x="2530409" y="20504"/>
                </a:lnTo>
                <a:lnTo>
                  <a:pt x="2544905" y="21447"/>
                </a:lnTo>
                <a:lnTo>
                  <a:pt x="2560663" y="23032"/>
                </a:lnTo>
                <a:lnTo>
                  <a:pt x="2577718" y="25273"/>
                </a:lnTo>
                <a:lnTo>
                  <a:pt x="2595671" y="27439"/>
                </a:lnTo>
                <a:lnTo>
                  <a:pt x="2614279" y="28987"/>
                </a:lnTo>
                <a:lnTo>
                  <a:pt x="2633529" y="29916"/>
                </a:lnTo>
                <a:lnTo>
                  <a:pt x="2653411" y="30226"/>
                </a:lnTo>
                <a:lnTo>
                  <a:pt x="2672909" y="30226"/>
                </a:lnTo>
                <a:lnTo>
                  <a:pt x="2691193" y="30226"/>
                </a:lnTo>
                <a:lnTo>
                  <a:pt x="2870327" y="30226"/>
                </a:lnTo>
                <a:lnTo>
                  <a:pt x="2883540" y="30555"/>
                </a:lnTo>
                <a:lnTo>
                  <a:pt x="2898028" y="31527"/>
                </a:lnTo>
                <a:lnTo>
                  <a:pt x="2913778" y="33119"/>
                </a:lnTo>
                <a:lnTo>
                  <a:pt x="2930779" y="35306"/>
                </a:lnTo>
                <a:lnTo>
                  <a:pt x="2948162" y="37546"/>
                </a:lnTo>
                <a:lnTo>
                  <a:pt x="2964878" y="39131"/>
                </a:lnTo>
                <a:lnTo>
                  <a:pt x="2980928" y="40074"/>
                </a:lnTo>
                <a:lnTo>
                  <a:pt x="2996311" y="40386"/>
                </a:lnTo>
                <a:lnTo>
                  <a:pt x="3010834" y="40386"/>
                </a:lnTo>
                <a:lnTo>
                  <a:pt x="3024108" y="40386"/>
                </a:lnTo>
                <a:lnTo>
                  <a:pt x="3410076" y="40386"/>
                </a:lnTo>
                <a:lnTo>
                  <a:pt x="3421050" y="40695"/>
                </a:lnTo>
                <a:lnTo>
                  <a:pt x="3465448" y="45339"/>
                </a:lnTo>
                <a:lnTo>
                  <a:pt x="3512812" y="52947"/>
                </a:lnTo>
                <a:lnTo>
                  <a:pt x="3526028" y="55499"/>
                </a:lnTo>
                <a:lnTo>
                  <a:pt x="3538311" y="57685"/>
                </a:lnTo>
                <a:lnTo>
                  <a:pt x="3549999" y="59277"/>
                </a:lnTo>
                <a:lnTo>
                  <a:pt x="3561068" y="60249"/>
                </a:lnTo>
                <a:lnTo>
                  <a:pt x="3571493" y="60579"/>
                </a:lnTo>
                <a:lnTo>
                  <a:pt x="3581517" y="60579"/>
                </a:lnTo>
                <a:lnTo>
                  <a:pt x="3591575" y="60579"/>
                </a:lnTo>
                <a:lnTo>
                  <a:pt x="4200270" y="60579"/>
                </a:lnTo>
                <a:lnTo>
                  <a:pt x="4207001" y="60579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18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636" y="1108965"/>
            <a:ext cx="8549005" cy="5203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5609" marR="5080" indent="-297180" algn="just">
              <a:lnSpc>
                <a:spcPct val="133300"/>
              </a:lnSpc>
              <a:spcBef>
                <a:spcPts val="90"/>
              </a:spcBef>
              <a:buChar char="-"/>
              <a:tabLst>
                <a:tab pos="436880" algn="l"/>
              </a:tabLst>
            </a:pPr>
            <a:r>
              <a:rPr sz="2000" b="1" dirty="0">
                <a:latin typeface="Malgun Gothic"/>
                <a:cs typeface="Malgun Gothic"/>
              </a:rPr>
              <a:t>결과적으로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개인들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상호간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사회적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및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경제적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불평등을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초래할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있 	</a:t>
            </a:r>
            <a:r>
              <a:rPr sz="2000" b="1" dirty="0">
                <a:latin typeface="Malgun Gothic"/>
                <a:cs typeface="Malgun Gothic"/>
              </a:rPr>
              <a:t>음에도</a:t>
            </a:r>
            <a:r>
              <a:rPr sz="2000" b="1" spc="-10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불구하고</a:t>
            </a:r>
            <a:r>
              <a:rPr sz="2000" b="1" spc="-10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사회의</a:t>
            </a:r>
            <a:r>
              <a:rPr sz="2000" b="1" spc="-10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가장</a:t>
            </a:r>
            <a:r>
              <a:rPr sz="2000" b="1" spc="-10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약자들에게</a:t>
            </a:r>
            <a:r>
              <a:rPr sz="2000" b="1" spc="-10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최상의</a:t>
            </a:r>
            <a:r>
              <a:rPr sz="2000" b="1" spc="-9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혜택이</a:t>
            </a:r>
            <a:r>
              <a:rPr sz="2000" b="1" spc="-10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돌아갈</a:t>
            </a:r>
            <a:r>
              <a:rPr sz="2000" b="1" spc="-100" dirty="0">
                <a:latin typeface="Malgun Gothic"/>
                <a:cs typeface="Malgun Gothic"/>
              </a:rPr>
              <a:t>  </a:t>
            </a:r>
            <a:r>
              <a:rPr sz="2000" b="1" spc="-50" dirty="0">
                <a:latin typeface="Malgun Gothic"/>
                <a:cs typeface="Malgun Gothic"/>
              </a:rPr>
              <a:t>수 	</a:t>
            </a:r>
            <a:r>
              <a:rPr sz="2000" b="1" dirty="0">
                <a:latin typeface="Malgun Gothic"/>
                <a:cs typeface="Malgun Gothic"/>
              </a:rPr>
              <a:t>있도록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하고,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동시에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기회의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평등을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통하여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신분의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이동이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보장될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경 	</a:t>
            </a:r>
            <a:r>
              <a:rPr sz="2000" b="1" dirty="0">
                <a:latin typeface="Malgun Gothic"/>
                <a:cs typeface="Malgun Gothic"/>
              </a:rPr>
              <a:t>우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받아들일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marL="432434" marR="5080" indent="-294005" algn="just">
              <a:lnSpc>
                <a:spcPts val="3200"/>
              </a:lnSpc>
              <a:spcBef>
                <a:spcPts val="229"/>
              </a:spcBef>
              <a:buChar char="-"/>
              <a:tabLst>
                <a:tab pos="432434" algn="l"/>
                <a:tab pos="448945" algn="l"/>
              </a:tabLst>
            </a:pPr>
            <a:r>
              <a:rPr sz="2000" b="1" dirty="0">
                <a:latin typeface="Malgun Gothic"/>
                <a:cs typeface="Malgun Gothic"/>
              </a:rPr>
              <a:t>	차등의</a:t>
            </a:r>
            <a:r>
              <a:rPr sz="2000" b="1" spc="4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원칙으로부터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최소극대의</a:t>
            </a:r>
            <a:r>
              <a:rPr sz="2000" b="1" spc="45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원칙(maxmin</a:t>
            </a:r>
            <a:r>
              <a:rPr sz="2000" b="1" spc="45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rule)</a:t>
            </a:r>
            <a:r>
              <a:rPr sz="2000" b="1" dirty="0">
                <a:latin typeface="Malgun Gothic"/>
                <a:cs typeface="Malgun Gothic"/>
              </a:rPr>
              <a:t>을</a:t>
            </a:r>
            <a:r>
              <a:rPr sz="2000" b="1" spc="4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도출</a:t>
            </a:r>
            <a:r>
              <a:rPr sz="2000" b="1" spc="45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46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사회 </a:t>
            </a:r>
            <a:r>
              <a:rPr sz="2000" b="1" dirty="0">
                <a:latin typeface="Malgun Gothic"/>
                <a:cs typeface="Malgun Gothic"/>
              </a:rPr>
              <a:t>의</a:t>
            </a:r>
            <a:r>
              <a:rPr sz="2000" b="1" spc="4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가장</a:t>
            </a:r>
            <a:r>
              <a:rPr sz="2000" b="1" spc="4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못사는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사람들에게</a:t>
            </a:r>
            <a:r>
              <a:rPr sz="2000" b="1" spc="4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가장</a:t>
            </a:r>
            <a:r>
              <a:rPr sz="2000" b="1" spc="4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큰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이득이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돌아갈</a:t>
            </a:r>
            <a:r>
              <a:rPr sz="2000" b="1" spc="4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있도록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사회 </a:t>
            </a:r>
            <a:r>
              <a:rPr sz="2000" b="1" dirty="0">
                <a:latin typeface="Malgun Gothic"/>
                <a:cs typeface="Malgun Gothic"/>
              </a:rPr>
              <a:t>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기본구조를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설계</a:t>
            </a:r>
            <a:endParaRPr sz="2000">
              <a:latin typeface="Malgun Gothic"/>
              <a:cs typeface="Malgun Gothic"/>
            </a:endParaRPr>
          </a:p>
          <a:p>
            <a:pPr marL="266700" indent="-266700">
              <a:lnSpc>
                <a:spcPct val="100000"/>
              </a:lnSpc>
              <a:spcBef>
                <a:spcPts val="2955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우선의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원칙(priority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principle)</a:t>
            </a:r>
            <a:endParaRPr sz="2000">
              <a:latin typeface="Malgun Gothic"/>
              <a:cs typeface="Malgun Gothic"/>
            </a:endParaRPr>
          </a:p>
          <a:p>
            <a:pPr marL="434340" marR="6350" lvl="1" indent="-295910">
              <a:lnSpc>
                <a:spcPct val="133400"/>
              </a:lnSpc>
              <a:buClr>
                <a:srgbClr val="000000"/>
              </a:buClr>
              <a:buChar char="-"/>
              <a:tabLst>
                <a:tab pos="434340" algn="l"/>
                <a:tab pos="825500" algn="l"/>
                <a:tab pos="1469390" algn="l"/>
                <a:tab pos="2367280" algn="l"/>
                <a:tab pos="3518535" algn="l"/>
                <a:tab pos="4670425" algn="l"/>
                <a:tab pos="5314315" algn="l"/>
                <a:tab pos="5704205" algn="l"/>
                <a:tab pos="6348095" algn="l"/>
                <a:tab pos="7246620" algn="l"/>
                <a:tab pos="7635875" algn="l"/>
                <a:tab pos="8280400" algn="l"/>
              </a:tabLst>
            </a:pPr>
            <a:r>
              <a:rPr sz="2000" b="1" spc="-50" dirty="0">
                <a:solidFill>
                  <a:srgbClr val="001AFF"/>
                </a:solidFill>
                <a:latin typeface="Malgun Gothic"/>
                <a:cs typeface="Malgun Gothic"/>
              </a:rPr>
              <a:t>두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가지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원칙이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20" dirty="0">
                <a:solidFill>
                  <a:srgbClr val="001AFF"/>
                </a:solidFill>
                <a:latin typeface="Malgun Gothic"/>
                <a:cs typeface="Malgun Gothic"/>
              </a:rPr>
              <a:t>현실에서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20" dirty="0">
                <a:solidFill>
                  <a:srgbClr val="001AFF"/>
                </a:solidFill>
                <a:latin typeface="Malgun Gothic"/>
                <a:cs typeface="Malgun Gothic"/>
              </a:rPr>
              <a:t>충돌하는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경우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50" dirty="0">
                <a:solidFill>
                  <a:srgbClr val="001AFF"/>
                </a:solidFill>
                <a:latin typeface="Malgun Gothic"/>
                <a:cs typeface="Malgun Gothic"/>
              </a:rPr>
              <a:t>첫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번째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원칙이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50" dirty="0">
                <a:solidFill>
                  <a:srgbClr val="001AFF"/>
                </a:solidFill>
                <a:latin typeface="Malgun Gothic"/>
                <a:cs typeface="Malgun Gothic"/>
              </a:rPr>
              <a:t>두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번째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	</a:t>
            </a:r>
            <a:r>
              <a:rPr sz="2000" b="1" spc="-50" dirty="0">
                <a:solidFill>
                  <a:srgbClr val="001AFF"/>
                </a:solidFill>
                <a:latin typeface="Malgun Gothic"/>
                <a:cs typeface="Malgun Gothic"/>
              </a:rPr>
              <a:t>원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칙에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절대적으로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우선하여</a:t>
            </a:r>
            <a:r>
              <a:rPr sz="2000" b="1" spc="27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적용</a:t>
            </a:r>
            <a:r>
              <a:rPr sz="2000" b="1" dirty="0">
                <a:latin typeface="Malgun Gothic"/>
                <a:cs typeface="Malgun Gothic"/>
              </a:rPr>
              <a:t>되어야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</a:t>
            </a:r>
            <a:endParaRPr sz="2000">
              <a:latin typeface="Malgun Gothic"/>
              <a:cs typeface="Malgun Gothic"/>
            </a:endParaRPr>
          </a:p>
          <a:p>
            <a:pPr marL="440055" marR="5080" lvl="1" indent="-301625">
              <a:lnSpc>
                <a:spcPts val="3200"/>
              </a:lnSpc>
              <a:spcBef>
                <a:spcPts val="90"/>
              </a:spcBef>
              <a:buChar char="-"/>
              <a:tabLst>
                <a:tab pos="472440" algn="l"/>
                <a:tab pos="1088390" algn="l"/>
                <a:tab pos="2498090" algn="l"/>
                <a:tab pos="3401060" algn="l"/>
                <a:tab pos="4304030" algn="l"/>
                <a:tab pos="5206365" algn="l"/>
                <a:tab pos="6363335" algn="l"/>
                <a:tab pos="7520305" algn="l"/>
              </a:tabLst>
            </a:pPr>
            <a:r>
              <a:rPr sz="2000" b="1" spc="-25" dirty="0">
                <a:latin typeface="Malgun Gothic"/>
                <a:cs typeface="Malgun Gothic"/>
              </a:rPr>
              <a:t>만약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빈곤층에게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경제적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이익이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된다고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할지라도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이것으로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자신들의 	</a:t>
            </a:r>
            <a:r>
              <a:rPr sz="2000" b="1" dirty="0">
                <a:latin typeface="Malgun Gothic"/>
                <a:cs typeface="Malgun Gothic"/>
              </a:rPr>
              <a:t>자유가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제한을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받는다면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그것은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정당화될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없다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82617" y="3154045"/>
            <a:ext cx="1834514" cy="30480"/>
          </a:xfrm>
          <a:custGeom>
            <a:avLst/>
            <a:gdLst/>
            <a:ahLst/>
            <a:cxnLst/>
            <a:rect l="l" t="t" r="r" b="b"/>
            <a:pathLst>
              <a:path w="1834514" h="30480">
                <a:moveTo>
                  <a:pt x="0" y="30225"/>
                </a:moveTo>
                <a:lnTo>
                  <a:pt x="19808" y="30225"/>
                </a:lnTo>
                <a:lnTo>
                  <a:pt x="39020" y="30225"/>
                </a:lnTo>
                <a:lnTo>
                  <a:pt x="57614" y="30225"/>
                </a:lnTo>
                <a:lnTo>
                  <a:pt x="75565" y="30225"/>
                </a:lnTo>
                <a:lnTo>
                  <a:pt x="94212" y="29916"/>
                </a:lnTo>
                <a:lnTo>
                  <a:pt x="114728" y="28987"/>
                </a:lnTo>
                <a:lnTo>
                  <a:pt x="137126" y="27439"/>
                </a:lnTo>
                <a:lnTo>
                  <a:pt x="161417" y="25272"/>
                </a:lnTo>
                <a:lnTo>
                  <a:pt x="186273" y="23032"/>
                </a:lnTo>
                <a:lnTo>
                  <a:pt x="210534" y="21447"/>
                </a:lnTo>
                <a:lnTo>
                  <a:pt x="234176" y="20504"/>
                </a:lnTo>
                <a:lnTo>
                  <a:pt x="257175" y="20192"/>
                </a:lnTo>
                <a:lnTo>
                  <a:pt x="279917" y="19881"/>
                </a:lnTo>
                <a:lnTo>
                  <a:pt x="302625" y="18938"/>
                </a:lnTo>
                <a:lnTo>
                  <a:pt x="325308" y="17353"/>
                </a:lnTo>
                <a:lnTo>
                  <a:pt x="347980" y="15112"/>
                </a:lnTo>
                <a:lnTo>
                  <a:pt x="369718" y="12926"/>
                </a:lnTo>
                <a:lnTo>
                  <a:pt x="389588" y="11334"/>
                </a:lnTo>
                <a:lnTo>
                  <a:pt x="407576" y="10362"/>
                </a:lnTo>
                <a:lnTo>
                  <a:pt x="423672" y="10032"/>
                </a:lnTo>
                <a:lnTo>
                  <a:pt x="439437" y="9723"/>
                </a:lnTo>
                <a:lnTo>
                  <a:pt x="456453" y="8794"/>
                </a:lnTo>
                <a:lnTo>
                  <a:pt x="474731" y="7246"/>
                </a:lnTo>
                <a:lnTo>
                  <a:pt x="494284" y="5079"/>
                </a:lnTo>
                <a:lnTo>
                  <a:pt x="513836" y="2839"/>
                </a:lnTo>
                <a:lnTo>
                  <a:pt x="532114" y="1254"/>
                </a:lnTo>
                <a:lnTo>
                  <a:pt x="549130" y="311"/>
                </a:lnTo>
                <a:lnTo>
                  <a:pt x="564896" y="0"/>
                </a:lnTo>
                <a:lnTo>
                  <a:pt x="582564" y="0"/>
                </a:lnTo>
                <a:lnTo>
                  <a:pt x="605282" y="0"/>
                </a:lnTo>
                <a:lnTo>
                  <a:pt x="887730" y="0"/>
                </a:lnTo>
                <a:lnTo>
                  <a:pt x="894679" y="311"/>
                </a:lnTo>
                <a:lnTo>
                  <a:pt x="938149" y="5079"/>
                </a:lnTo>
                <a:lnTo>
                  <a:pt x="977280" y="10096"/>
                </a:lnTo>
                <a:lnTo>
                  <a:pt x="1013841" y="15112"/>
                </a:lnTo>
                <a:lnTo>
                  <a:pt x="1030585" y="17353"/>
                </a:lnTo>
                <a:lnTo>
                  <a:pt x="1045400" y="18938"/>
                </a:lnTo>
                <a:lnTo>
                  <a:pt x="1058310" y="19881"/>
                </a:lnTo>
                <a:lnTo>
                  <a:pt x="1069340" y="20192"/>
                </a:lnTo>
                <a:lnTo>
                  <a:pt x="1079436" y="20192"/>
                </a:lnTo>
                <a:lnTo>
                  <a:pt x="1089533" y="20192"/>
                </a:lnTo>
                <a:lnTo>
                  <a:pt x="1351788" y="20192"/>
                </a:lnTo>
                <a:lnTo>
                  <a:pt x="1366311" y="19881"/>
                </a:lnTo>
                <a:lnTo>
                  <a:pt x="1379585" y="18938"/>
                </a:lnTo>
                <a:lnTo>
                  <a:pt x="1391596" y="17353"/>
                </a:lnTo>
                <a:lnTo>
                  <a:pt x="1402334" y="15112"/>
                </a:lnTo>
                <a:lnTo>
                  <a:pt x="1412740" y="12926"/>
                </a:lnTo>
                <a:lnTo>
                  <a:pt x="1423765" y="11334"/>
                </a:lnTo>
                <a:lnTo>
                  <a:pt x="1435409" y="10362"/>
                </a:lnTo>
                <a:lnTo>
                  <a:pt x="1447673" y="10032"/>
                </a:lnTo>
                <a:lnTo>
                  <a:pt x="1459956" y="10032"/>
                </a:lnTo>
                <a:lnTo>
                  <a:pt x="1471644" y="10032"/>
                </a:lnTo>
                <a:lnTo>
                  <a:pt x="1834388" y="10032"/>
                </a:lnTo>
                <a:lnTo>
                  <a:pt x="1832737" y="6730"/>
                </a:lnTo>
                <a:lnTo>
                  <a:pt x="182600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1395" y="3144011"/>
            <a:ext cx="998855" cy="30480"/>
          </a:xfrm>
          <a:custGeom>
            <a:avLst/>
            <a:gdLst/>
            <a:ahLst/>
            <a:cxnLst/>
            <a:rect l="l" t="t" r="r" b="b"/>
            <a:pathLst>
              <a:path w="998855" h="30480">
                <a:moveTo>
                  <a:pt x="0" y="30225"/>
                </a:moveTo>
                <a:lnTo>
                  <a:pt x="35306" y="4952"/>
                </a:lnTo>
                <a:lnTo>
                  <a:pt x="87276" y="309"/>
                </a:lnTo>
                <a:lnTo>
                  <a:pt x="110871" y="0"/>
                </a:lnTo>
                <a:lnTo>
                  <a:pt x="137062" y="0"/>
                </a:lnTo>
                <a:lnTo>
                  <a:pt x="165147" y="0"/>
                </a:lnTo>
                <a:lnTo>
                  <a:pt x="933196" y="0"/>
                </a:lnTo>
                <a:lnTo>
                  <a:pt x="939927" y="1650"/>
                </a:lnTo>
                <a:lnTo>
                  <a:pt x="943229" y="4952"/>
                </a:lnTo>
                <a:lnTo>
                  <a:pt x="946658" y="8382"/>
                </a:lnTo>
                <a:lnTo>
                  <a:pt x="951611" y="10033"/>
                </a:lnTo>
                <a:lnTo>
                  <a:pt x="991997" y="10033"/>
                </a:lnTo>
                <a:lnTo>
                  <a:pt x="998728" y="1003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14295" y="3537458"/>
            <a:ext cx="2389505" cy="20320"/>
          </a:xfrm>
          <a:custGeom>
            <a:avLst/>
            <a:gdLst/>
            <a:ahLst/>
            <a:cxnLst/>
            <a:rect l="l" t="t" r="r" b="b"/>
            <a:pathLst>
              <a:path w="2389504" h="20320">
                <a:moveTo>
                  <a:pt x="0" y="20192"/>
                </a:moveTo>
                <a:lnTo>
                  <a:pt x="11358" y="19863"/>
                </a:lnTo>
                <a:lnTo>
                  <a:pt x="25241" y="18891"/>
                </a:lnTo>
                <a:lnTo>
                  <a:pt x="41648" y="17299"/>
                </a:lnTo>
                <a:lnTo>
                  <a:pt x="60579" y="15112"/>
                </a:lnTo>
                <a:lnTo>
                  <a:pt x="80131" y="12872"/>
                </a:lnTo>
                <a:lnTo>
                  <a:pt x="98409" y="11287"/>
                </a:lnTo>
                <a:lnTo>
                  <a:pt x="115425" y="10344"/>
                </a:lnTo>
                <a:lnTo>
                  <a:pt x="131191" y="10032"/>
                </a:lnTo>
                <a:lnTo>
                  <a:pt x="146335" y="10032"/>
                </a:lnTo>
                <a:lnTo>
                  <a:pt x="161480" y="10032"/>
                </a:lnTo>
                <a:lnTo>
                  <a:pt x="176625" y="10032"/>
                </a:lnTo>
                <a:lnTo>
                  <a:pt x="191770" y="10032"/>
                </a:lnTo>
                <a:lnTo>
                  <a:pt x="208486" y="9721"/>
                </a:lnTo>
                <a:lnTo>
                  <a:pt x="228346" y="8778"/>
                </a:lnTo>
                <a:lnTo>
                  <a:pt x="251348" y="7193"/>
                </a:lnTo>
                <a:lnTo>
                  <a:pt x="277495" y="4952"/>
                </a:lnTo>
                <a:lnTo>
                  <a:pt x="304282" y="2786"/>
                </a:lnTo>
                <a:lnTo>
                  <a:pt x="329199" y="1238"/>
                </a:lnTo>
                <a:lnTo>
                  <a:pt x="352236" y="309"/>
                </a:lnTo>
                <a:lnTo>
                  <a:pt x="373380" y="0"/>
                </a:lnTo>
                <a:lnTo>
                  <a:pt x="393243" y="0"/>
                </a:lnTo>
                <a:lnTo>
                  <a:pt x="412464" y="0"/>
                </a:lnTo>
                <a:lnTo>
                  <a:pt x="802132" y="0"/>
                </a:lnTo>
                <a:lnTo>
                  <a:pt x="815657" y="309"/>
                </a:lnTo>
                <a:lnTo>
                  <a:pt x="831088" y="1238"/>
                </a:lnTo>
                <a:lnTo>
                  <a:pt x="848423" y="2786"/>
                </a:lnTo>
                <a:lnTo>
                  <a:pt x="867664" y="4952"/>
                </a:lnTo>
                <a:lnTo>
                  <a:pt x="885953" y="7193"/>
                </a:lnTo>
                <a:lnTo>
                  <a:pt x="900445" y="8778"/>
                </a:lnTo>
                <a:lnTo>
                  <a:pt x="911151" y="9721"/>
                </a:lnTo>
                <a:lnTo>
                  <a:pt x="918083" y="10032"/>
                </a:lnTo>
                <a:lnTo>
                  <a:pt x="924814" y="10032"/>
                </a:lnTo>
                <a:lnTo>
                  <a:pt x="931545" y="10032"/>
                </a:lnTo>
                <a:lnTo>
                  <a:pt x="2389378" y="10032"/>
                </a:lnTo>
                <a:lnTo>
                  <a:pt x="2386076" y="10032"/>
                </a:lnTo>
                <a:lnTo>
                  <a:pt x="2382647" y="10032"/>
                </a:lnTo>
                <a:lnTo>
                  <a:pt x="2377694" y="10032"/>
                </a:lnTo>
                <a:lnTo>
                  <a:pt x="2370963" y="10032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40121" y="3497071"/>
            <a:ext cx="3793490" cy="131445"/>
          </a:xfrm>
          <a:custGeom>
            <a:avLst/>
            <a:gdLst/>
            <a:ahLst/>
            <a:cxnLst/>
            <a:rect l="l" t="t" r="r" b="b"/>
            <a:pathLst>
              <a:path w="3793490" h="131445">
                <a:moveTo>
                  <a:pt x="0" y="131190"/>
                </a:moveTo>
                <a:lnTo>
                  <a:pt x="3301" y="131190"/>
                </a:lnTo>
                <a:lnTo>
                  <a:pt x="10032" y="131190"/>
                </a:lnTo>
                <a:lnTo>
                  <a:pt x="16763" y="131190"/>
                </a:lnTo>
                <a:lnTo>
                  <a:pt x="23494" y="127762"/>
                </a:lnTo>
                <a:lnTo>
                  <a:pt x="65531" y="110998"/>
                </a:lnTo>
                <a:lnTo>
                  <a:pt x="78489" y="110686"/>
                </a:lnTo>
                <a:lnTo>
                  <a:pt x="92043" y="109743"/>
                </a:lnTo>
                <a:lnTo>
                  <a:pt x="106215" y="108158"/>
                </a:lnTo>
                <a:lnTo>
                  <a:pt x="121030" y="105917"/>
                </a:lnTo>
                <a:lnTo>
                  <a:pt x="136796" y="103731"/>
                </a:lnTo>
                <a:lnTo>
                  <a:pt x="153812" y="102139"/>
                </a:lnTo>
                <a:lnTo>
                  <a:pt x="172090" y="101167"/>
                </a:lnTo>
                <a:lnTo>
                  <a:pt x="191642" y="100837"/>
                </a:lnTo>
                <a:lnTo>
                  <a:pt x="212145" y="100837"/>
                </a:lnTo>
                <a:lnTo>
                  <a:pt x="233267" y="100837"/>
                </a:lnTo>
                <a:lnTo>
                  <a:pt x="615441" y="100837"/>
                </a:lnTo>
                <a:lnTo>
                  <a:pt x="641248" y="100528"/>
                </a:lnTo>
                <a:lnTo>
                  <a:pt x="727009" y="98051"/>
                </a:lnTo>
                <a:lnTo>
                  <a:pt x="786891" y="95885"/>
                </a:lnTo>
                <a:lnTo>
                  <a:pt x="847762" y="93333"/>
                </a:lnTo>
                <a:lnTo>
                  <a:pt x="899144" y="90804"/>
                </a:lnTo>
                <a:lnTo>
                  <a:pt x="941071" y="88276"/>
                </a:lnTo>
                <a:lnTo>
                  <a:pt x="1000990" y="83538"/>
                </a:lnTo>
                <a:lnTo>
                  <a:pt x="1027779" y="81946"/>
                </a:lnTo>
                <a:lnTo>
                  <a:pt x="1053949" y="80974"/>
                </a:lnTo>
                <a:lnTo>
                  <a:pt x="1079500" y="80644"/>
                </a:lnTo>
                <a:lnTo>
                  <a:pt x="1103788" y="80335"/>
                </a:lnTo>
                <a:lnTo>
                  <a:pt x="1126172" y="79406"/>
                </a:lnTo>
                <a:lnTo>
                  <a:pt x="1146651" y="77858"/>
                </a:lnTo>
                <a:lnTo>
                  <a:pt x="1165225" y="75691"/>
                </a:lnTo>
                <a:lnTo>
                  <a:pt x="1182866" y="73451"/>
                </a:lnTo>
                <a:lnTo>
                  <a:pt x="1200530" y="71866"/>
                </a:lnTo>
                <a:lnTo>
                  <a:pt x="1218195" y="70923"/>
                </a:lnTo>
                <a:lnTo>
                  <a:pt x="1235837" y="70612"/>
                </a:lnTo>
                <a:lnTo>
                  <a:pt x="1253222" y="70612"/>
                </a:lnTo>
                <a:lnTo>
                  <a:pt x="1269952" y="70612"/>
                </a:lnTo>
                <a:lnTo>
                  <a:pt x="1472946" y="70612"/>
                </a:lnTo>
                <a:lnTo>
                  <a:pt x="1484304" y="70300"/>
                </a:lnTo>
                <a:lnTo>
                  <a:pt x="1498187" y="69357"/>
                </a:lnTo>
                <a:lnTo>
                  <a:pt x="1514594" y="67772"/>
                </a:lnTo>
                <a:lnTo>
                  <a:pt x="1533525" y="65531"/>
                </a:lnTo>
                <a:lnTo>
                  <a:pt x="1553023" y="63365"/>
                </a:lnTo>
                <a:lnTo>
                  <a:pt x="1571307" y="61817"/>
                </a:lnTo>
                <a:lnTo>
                  <a:pt x="1588353" y="60888"/>
                </a:lnTo>
                <a:lnTo>
                  <a:pt x="1604136" y="60578"/>
                </a:lnTo>
                <a:lnTo>
                  <a:pt x="1620523" y="60578"/>
                </a:lnTo>
                <a:lnTo>
                  <a:pt x="1639411" y="60578"/>
                </a:lnTo>
                <a:lnTo>
                  <a:pt x="2053081" y="60578"/>
                </a:lnTo>
                <a:lnTo>
                  <a:pt x="2065674" y="60249"/>
                </a:lnTo>
                <a:lnTo>
                  <a:pt x="2078291" y="59277"/>
                </a:lnTo>
                <a:lnTo>
                  <a:pt x="2090908" y="57685"/>
                </a:lnTo>
                <a:lnTo>
                  <a:pt x="2103501" y="55499"/>
                </a:lnTo>
                <a:lnTo>
                  <a:pt x="2116093" y="53258"/>
                </a:lnTo>
                <a:lnTo>
                  <a:pt x="2128710" y="51673"/>
                </a:lnTo>
                <a:lnTo>
                  <a:pt x="2141327" y="50730"/>
                </a:lnTo>
                <a:lnTo>
                  <a:pt x="2153920" y="50418"/>
                </a:lnTo>
                <a:lnTo>
                  <a:pt x="2166256" y="50418"/>
                </a:lnTo>
                <a:lnTo>
                  <a:pt x="2177938" y="50418"/>
                </a:lnTo>
                <a:lnTo>
                  <a:pt x="2759202" y="50418"/>
                </a:lnTo>
                <a:lnTo>
                  <a:pt x="2777208" y="50107"/>
                </a:lnTo>
                <a:lnTo>
                  <a:pt x="2795809" y="49164"/>
                </a:lnTo>
                <a:lnTo>
                  <a:pt x="2815030" y="47579"/>
                </a:lnTo>
                <a:lnTo>
                  <a:pt x="2834894" y="45338"/>
                </a:lnTo>
                <a:lnTo>
                  <a:pt x="2854775" y="43172"/>
                </a:lnTo>
                <a:lnTo>
                  <a:pt x="2874025" y="41624"/>
                </a:lnTo>
                <a:lnTo>
                  <a:pt x="2892633" y="40695"/>
                </a:lnTo>
                <a:lnTo>
                  <a:pt x="2910585" y="40386"/>
                </a:lnTo>
                <a:lnTo>
                  <a:pt x="2928227" y="40056"/>
                </a:lnTo>
                <a:lnTo>
                  <a:pt x="2945892" y="39084"/>
                </a:lnTo>
                <a:lnTo>
                  <a:pt x="2963556" y="37492"/>
                </a:lnTo>
                <a:lnTo>
                  <a:pt x="2981198" y="35305"/>
                </a:lnTo>
                <a:lnTo>
                  <a:pt x="2999515" y="33119"/>
                </a:lnTo>
                <a:lnTo>
                  <a:pt x="3019059" y="31527"/>
                </a:lnTo>
                <a:lnTo>
                  <a:pt x="3039866" y="30555"/>
                </a:lnTo>
                <a:lnTo>
                  <a:pt x="3061970" y="30225"/>
                </a:lnTo>
                <a:lnTo>
                  <a:pt x="3084018" y="29916"/>
                </a:lnTo>
                <a:lnTo>
                  <a:pt x="3104816" y="28987"/>
                </a:lnTo>
                <a:lnTo>
                  <a:pt x="3124352" y="27439"/>
                </a:lnTo>
                <a:lnTo>
                  <a:pt x="3142614" y="25273"/>
                </a:lnTo>
                <a:lnTo>
                  <a:pt x="3159670" y="23032"/>
                </a:lnTo>
                <a:lnTo>
                  <a:pt x="3175428" y="21447"/>
                </a:lnTo>
                <a:lnTo>
                  <a:pt x="3189924" y="20504"/>
                </a:lnTo>
                <a:lnTo>
                  <a:pt x="3203194" y="20192"/>
                </a:lnTo>
                <a:lnTo>
                  <a:pt x="3216407" y="20192"/>
                </a:lnTo>
                <a:lnTo>
                  <a:pt x="3230895" y="20192"/>
                </a:lnTo>
                <a:lnTo>
                  <a:pt x="3409950" y="20192"/>
                </a:lnTo>
                <a:lnTo>
                  <a:pt x="3420046" y="19881"/>
                </a:lnTo>
                <a:lnTo>
                  <a:pt x="3430142" y="18938"/>
                </a:lnTo>
                <a:lnTo>
                  <a:pt x="3440239" y="17353"/>
                </a:lnTo>
                <a:lnTo>
                  <a:pt x="3450335" y="15112"/>
                </a:lnTo>
                <a:lnTo>
                  <a:pt x="3460432" y="12926"/>
                </a:lnTo>
                <a:lnTo>
                  <a:pt x="3470529" y="11334"/>
                </a:lnTo>
                <a:lnTo>
                  <a:pt x="3480625" y="10362"/>
                </a:lnTo>
                <a:lnTo>
                  <a:pt x="3490722" y="10032"/>
                </a:lnTo>
                <a:lnTo>
                  <a:pt x="3504183" y="10032"/>
                </a:lnTo>
                <a:lnTo>
                  <a:pt x="3512566" y="10032"/>
                </a:lnTo>
                <a:lnTo>
                  <a:pt x="3697478" y="10032"/>
                </a:lnTo>
                <a:lnTo>
                  <a:pt x="3709814" y="9723"/>
                </a:lnTo>
                <a:lnTo>
                  <a:pt x="3721496" y="8794"/>
                </a:lnTo>
                <a:lnTo>
                  <a:pt x="3732535" y="7246"/>
                </a:lnTo>
                <a:lnTo>
                  <a:pt x="3742944" y="5079"/>
                </a:lnTo>
                <a:lnTo>
                  <a:pt x="3753661" y="2839"/>
                </a:lnTo>
                <a:lnTo>
                  <a:pt x="3765629" y="1254"/>
                </a:lnTo>
                <a:lnTo>
                  <a:pt x="3778859" y="311"/>
                </a:lnTo>
                <a:lnTo>
                  <a:pt x="379336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3595" y="4176776"/>
            <a:ext cx="816355" cy="45656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617595" y="4970017"/>
            <a:ext cx="2230120" cy="111125"/>
          </a:xfrm>
          <a:custGeom>
            <a:avLst/>
            <a:gdLst/>
            <a:ahLst/>
            <a:cxnLst/>
            <a:rect l="l" t="t" r="r" b="b"/>
            <a:pathLst>
              <a:path w="2230120" h="111125">
                <a:moveTo>
                  <a:pt x="0" y="110997"/>
                </a:moveTo>
                <a:lnTo>
                  <a:pt x="0" y="110997"/>
                </a:lnTo>
                <a:lnTo>
                  <a:pt x="40385" y="110997"/>
                </a:lnTo>
                <a:lnTo>
                  <a:pt x="46055" y="110686"/>
                </a:lnTo>
                <a:lnTo>
                  <a:pt x="52974" y="109743"/>
                </a:lnTo>
                <a:lnTo>
                  <a:pt x="61156" y="108158"/>
                </a:lnTo>
                <a:lnTo>
                  <a:pt x="70612" y="105917"/>
                </a:lnTo>
                <a:lnTo>
                  <a:pt x="80708" y="103751"/>
                </a:lnTo>
                <a:lnTo>
                  <a:pt x="90804" y="102203"/>
                </a:lnTo>
                <a:lnTo>
                  <a:pt x="100901" y="101274"/>
                </a:lnTo>
                <a:lnTo>
                  <a:pt x="110997" y="100964"/>
                </a:lnTo>
                <a:lnTo>
                  <a:pt x="121715" y="100964"/>
                </a:lnTo>
                <a:lnTo>
                  <a:pt x="133683" y="100964"/>
                </a:lnTo>
                <a:lnTo>
                  <a:pt x="625475" y="100964"/>
                </a:lnTo>
                <a:lnTo>
                  <a:pt x="656074" y="100324"/>
                </a:lnTo>
                <a:lnTo>
                  <a:pt x="719129" y="95232"/>
                </a:lnTo>
                <a:lnTo>
                  <a:pt x="783730" y="85756"/>
                </a:lnTo>
                <a:lnTo>
                  <a:pt x="844258" y="75660"/>
                </a:lnTo>
                <a:lnTo>
                  <a:pt x="872616" y="70611"/>
                </a:lnTo>
                <a:lnTo>
                  <a:pt x="899146" y="65893"/>
                </a:lnTo>
                <a:lnTo>
                  <a:pt x="944536" y="58360"/>
                </a:lnTo>
                <a:lnTo>
                  <a:pt x="1002585" y="50482"/>
                </a:lnTo>
                <a:lnTo>
                  <a:pt x="1049274" y="45465"/>
                </a:lnTo>
                <a:lnTo>
                  <a:pt x="1092104" y="41640"/>
                </a:lnTo>
                <a:lnTo>
                  <a:pt x="1119885" y="40385"/>
                </a:lnTo>
                <a:lnTo>
                  <a:pt x="1130603" y="40074"/>
                </a:lnTo>
                <a:lnTo>
                  <a:pt x="1142571" y="39131"/>
                </a:lnTo>
                <a:lnTo>
                  <a:pt x="1155801" y="37546"/>
                </a:lnTo>
                <a:lnTo>
                  <a:pt x="1170304" y="35305"/>
                </a:lnTo>
                <a:lnTo>
                  <a:pt x="1185120" y="33119"/>
                </a:lnTo>
                <a:lnTo>
                  <a:pt x="1199292" y="31527"/>
                </a:lnTo>
                <a:lnTo>
                  <a:pt x="1212846" y="30555"/>
                </a:lnTo>
                <a:lnTo>
                  <a:pt x="1225803" y="30225"/>
                </a:lnTo>
                <a:lnTo>
                  <a:pt x="1238708" y="29916"/>
                </a:lnTo>
                <a:lnTo>
                  <a:pt x="1252267" y="28987"/>
                </a:lnTo>
                <a:lnTo>
                  <a:pt x="1266469" y="27439"/>
                </a:lnTo>
                <a:lnTo>
                  <a:pt x="1281302" y="25272"/>
                </a:lnTo>
                <a:lnTo>
                  <a:pt x="1295495" y="23032"/>
                </a:lnTo>
                <a:lnTo>
                  <a:pt x="1307782" y="21447"/>
                </a:lnTo>
                <a:lnTo>
                  <a:pt x="1318164" y="20504"/>
                </a:lnTo>
                <a:lnTo>
                  <a:pt x="1326641" y="20192"/>
                </a:lnTo>
                <a:lnTo>
                  <a:pt x="1335192" y="19881"/>
                </a:lnTo>
                <a:lnTo>
                  <a:pt x="1345612" y="18938"/>
                </a:lnTo>
                <a:lnTo>
                  <a:pt x="1357913" y="17353"/>
                </a:lnTo>
                <a:lnTo>
                  <a:pt x="1372107" y="15112"/>
                </a:lnTo>
                <a:lnTo>
                  <a:pt x="1385970" y="12946"/>
                </a:lnTo>
                <a:lnTo>
                  <a:pt x="1397285" y="11398"/>
                </a:lnTo>
                <a:lnTo>
                  <a:pt x="1406076" y="10469"/>
                </a:lnTo>
                <a:lnTo>
                  <a:pt x="1412366" y="10159"/>
                </a:lnTo>
                <a:lnTo>
                  <a:pt x="1418365" y="10159"/>
                </a:lnTo>
                <a:lnTo>
                  <a:pt x="1426257" y="10159"/>
                </a:lnTo>
                <a:lnTo>
                  <a:pt x="1488058" y="10159"/>
                </a:lnTo>
                <a:lnTo>
                  <a:pt x="1496298" y="9830"/>
                </a:lnTo>
                <a:lnTo>
                  <a:pt x="1505775" y="8858"/>
                </a:lnTo>
                <a:lnTo>
                  <a:pt x="1516491" y="7266"/>
                </a:lnTo>
                <a:lnTo>
                  <a:pt x="1528444" y="5079"/>
                </a:lnTo>
                <a:lnTo>
                  <a:pt x="1540398" y="2839"/>
                </a:lnTo>
                <a:lnTo>
                  <a:pt x="1551114" y="1254"/>
                </a:lnTo>
                <a:lnTo>
                  <a:pt x="1560591" y="311"/>
                </a:lnTo>
                <a:lnTo>
                  <a:pt x="1568830" y="0"/>
                </a:lnTo>
                <a:lnTo>
                  <a:pt x="1576375" y="0"/>
                </a:lnTo>
                <a:lnTo>
                  <a:pt x="1583943" y="0"/>
                </a:lnTo>
                <a:lnTo>
                  <a:pt x="1684781" y="0"/>
                </a:lnTo>
                <a:lnTo>
                  <a:pt x="1695517" y="311"/>
                </a:lnTo>
                <a:lnTo>
                  <a:pt x="1707514" y="1254"/>
                </a:lnTo>
                <a:lnTo>
                  <a:pt x="1720750" y="2839"/>
                </a:lnTo>
                <a:lnTo>
                  <a:pt x="1735201" y="5079"/>
                </a:lnTo>
                <a:lnTo>
                  <a:pt x="1749083" y="7266"/>
                </a:lnTo>
                <a:lnTo>
                  <a:pt x="1760442" y="8858"/>
                </a:lnTo>
                <a:lnTo>
                  <a:pt x="1769276" y="9830"/>
                </a:lnTo>
                <a:lnTo>
                  <a:pt x="1775587" y="10159"/>
                </a:lnTo>
                <a:lnTo>
                  <a:pt x="1782208" y="10469"/>
                </a:lnTo>
                <a:lnTo>
                  <a:pt x="1791985" y="11398"/>
                </a:lnTo>
                <a:lnTo>
                  <a:pt x="1804929" y="12946"/>
                </a:lnTo>
                <a:lnTo>
                  <a:pt x="1821052" y="15112"/>
                </a:lnTo>
                <a:lnTo>
                  <a:pt x="1837743" y="17353"/>
                </a:lnTo>
                <a:lnTo>
                  <a:pt x="1852564" y="18938"/>
                </a:lnTo>
                <a:lnTo>
                  <a:pt x="1865504" y="19881"/>
                </a:lnTo>
                <a:lnTo>
                  <a:pt x="1876552" y="20192"/>
                </a:lnTo>
                <a:lnTo>
                  <a:pt x="1888220" y="20192"/>
                </a:lnTo>
                <a:lnTo>
                  <a:pt x="1903031" y="20192"/>
                </a:lnTo>
                <a:lnTo>
                  <a:pt x="2083307" y="20192"/>
                </a:lnTo>
                <a:lnTo>
                  <a:pt x="2091217" y="20814"/>
                </a:lnTo>
                <a:lnTo>
                  <a:pt x="2099722" y="22685"/>
                </a:lnTo>
                <a:lnTo>
                  <a:pt x="2108846" y="25818"/>
                </a:lnTo>
                <a:lnTo>
                  <a:pt x="2118614" y="30225"/>
                </a:lnTo>
                <a:lnTo>
                  <a:pt x="2127759" y="34653"/>
                </a:lnTo>
                <a:lnTo>
                  <a:pt x="2135012" y="37830"/>
                </a:lnTo>
                <a:lnTo>
                  <a:pt x="2140384" y="39745"/>
                </a:lnTo>
                <a:lnTo>
                  <a:pt x="2143887" y="40385"/>
                </a:lnTo>
                <a:lnTo>
                  <a:pt x="2147189" y="40385"/>
                </a:lnTo>
                <a:lnTo>
                  <a:pt x="2152268" y="40385"/>
                </a:lnTo>
                <a:lnTo>
                  <a:pt x="2159000" y="40385"/>
                </a:lnTo>
                <a:lnTo>
                  <a:pt x="2165730" y="40385"/>
                </a:lnTo>
                <a:lnTo>
                  <a:pt x="2172462" y="42036"/>
                </a:lnTo>
                <a:lnTo>
                  <a:pt x="2204339" y="50418"/>
                </a:lnTo>
                <a:lnTo>
                  <a:pt x="2214499" y="50418"/>
                </a:lnTo>
                <a:lnTo>
                  <a:pt x="2222880" y="50418"/>
                </a:lnTo>
                <a:lnTo>
                  <a:pt x="2229612" y="5041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33260" y="4788408"/>
            <a:ext cx="1026794" cy="403860"/>
          </a:xfrm>
          <a:custGeom>
            <a:avLst/>
            <a:gdLst/>
            <a:ahLst/>
            <a:cxnLst/>
            <a:rect l="l" t="t" r="r" b="b"/>
            <a:pathLst>
              <a:path w="1026795" h="403860">
                <a:moveTo>
                  <a:pt x="554863" y="353187"/>
                </a:moveTo>
                <a:lnTo>
                  <a:pt x="537835" y="358856"/>
                </a:lnTo>
                <a:lnTo>
                  <a:pt x="517032" y="365775"/>
                </a:lnTo>
                <a:lnTo>
                  <a:pt x="492444" y="373957"/>
                </a:lnTo>
                <a:lnTo>
                  <a:pt x="435050" y="392247"/>
                </a:lnTo>
                <a:lnTo>
                  <a:pt x="384655" y="402343"/>
                </a:lnTo>
                <a:lnTo>
                  <a:pt x="363220" y="403606"/>
                </a:lnTo>
                <a:lnTo>
                  <a:pt x="343026" y="403606"/>
                </a:lnTo>
                <a:lnTo>
                  <a:pt x="322833" y="403606"/>
                </a:lnTo>
                <a:lnTo>
                  <a:pt x="90805" y="403606"/>
                </a:lnTo>
                <a:lnTo>
                  <a:pt x="85445" y="402965"/>
                </a:lnTo>
                <a:lnTo>
                  <a:pt x="50419" y="382111"/>
                </a:lnTo>
                <a:lnTo>
                  <a:pt x="22685" y="353123"/>
                </a:lnTo>
                <a:lnTo>
                  <a:pt x="7576" y="312425"/>
                </a:lnTo>
                <a:lnTo>
                  <a:pt x="0" y="277495"/>
                </a:lnTo>
                <a:lnTo>
                  <a:pt x="0" y="273681"/>
                </a:lnTo>
                <a:lnTo>
                  <a:pt x="0" y="267366"/>
                </a:lnTo>
                <a:lnTo>
                  <a:pt x="0" y="206883"/>
                </a:lnTo>
                <a:lnTo>
                  <a:pt x="1883" y="198022"/>
                </a:lnTo>
                <a:lnTo>
                  <a:pt x="30225" y="156464"/>
                </a:lnTo>
                <a:lnTo>
                  <a:pt x="60515" y="123602"/>
                </a:lnTo>
                <a:lnTo>
                  <a:pt x="90805" y="95885"/>
                </a:lnTo>
                <a:lnTo>
                  <a:pt x="124841" y="70627"/>
                </a:lnTo>
                <a:lnTo>
                  <a:pt x="166497" y="45466"/>
                </a:lnTo>
                <a:lnTo>
                  <a:pt x="213090" y="24003"/>
                </a:lnTo>
                <a:lnTo>
                  <a:pt x="262255" y="10160"/>
                </a:lnTo>
                <a:lnTo>
                  <a:pt x="316531" y="2555"/>
                </a:lnTo>
                <a:lnTo>
                  <a:pt x="378333" y="0"/>
                </a:lnTo>
                <a:lnTo>
                  <a:pt x="411428" y="0"/>
                </a:lnTo>
                <a:lnTo>
                  <a:pt x="445166" y="0"/>
                </a:lnTo>
                <a:lnTo>
                  <a:pt x="645668" y="0"/>
                </a:lnTo>
                <a:lnTo>
                  <a:pt x="676267" y="311"/>
                </a:lnTo>
                <a:lnTo>
                  <a:pt x="739322" y="2839"/>
                </a:lnTo>
                <a:lnTo>
                  <a:pt x="802352" y="8199"/>
                </a:lnTo>
                <a:lnTo>
                  <a:pt x="850306" y="18295"/>
                </a:lnTo>
                <a:lnTo>
                  <a:pt x="896651" y="42894"/>
                </a:lnTo>
                <a:lnTo>
                  <a:pt x="936065" y="78872"/>
                </a:lnTo>
                <a:lnTo>
                  <a:pt x="963775" y="109110"/>
                </a:lnTo>
                <a:lnTo>
                  <a:pt x="991796" y="142855"/>
                </a:lnTo>
                <a:lnTo>
                  <a:pt x="1008888" y="181610"/>
                </a:lnTo>
                <a:lnTo>
                  <a:pt x="1009199" y="191065"/>
                </a:lnTo>
                <a:lnTo>
                  <a:pt x="1010142" y="199247"/>
                </a:lnTo>
                <a:lnTo>
                  <a:pt x="1011727" y="206166"/>
                </a:lnTo>
                <a:lnTo>
                  <a:pt x="1013968" y="211836"/>
                </a:lnTo>
                <a:lnTo>
                  <a:pt x="1017270" y="218567"/>
                </a:lnTo>
                <a:lnTo>
                  <a:pt x="1020572" y="225298"/>
                </a:lnTo>
                <a:lnTo>
                  <a:pt x="1024001" y="232029"/>
                </a:lnTo>
                <a:lnTo>
                  <a:pt x="1025858" y="238027"/>
                </a:lnTo>
                <a:lnTo>
                  <a:pt x="1026477" y="245919"/>
                </a:lnTo>
                <a:lnTo>
                  <a:pt x="1025858" y="255692"/>
                </a:lnTo>
                <a:lnTo>
                  <a:pt x="1013606" y="302392"/>
                </a:lnTo>
                <a:lnTo>
                  <a:pt x="982384" y="340197"/>
                </a:lnTo>
                <a:lnTo>
                  <a:pt x="939514" y="361918"/>
                </a:lnTo>
                <a:lnTo>
                  <a:pt x="899477" y="377991"/>
                </a:lnTo>
                <a:lnTo>
                  <a:pt x="847471" y="388493"/>
                </a:lnTo>
                <a:lnTo>
                  <a:pt x="796988" y="392207"/>
                </a:lnTo>
                <a:lnTo>
                  <a:pt x="726313" y="393446"/>
                </a:lnTo>
                <a:lnTo>
                  <a:pt x="688524" y="393446"/>
                </a:lnTo>
                <a:lnTo>
                  <a:pt x="655748" y="393446"/>
                </a:lnTo>
                <a:lnTo>
                  <a:pt x="455844" y="393446"/>
                </a:lnTo>
                <a:lnTo>
                  <a:pt x="443865" y="39344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04404" y="4374769"/>
            <a:ext cx="1629410" cy="888365"/>
          </a:xfrm>
          <a:custGeom>
            <a:avLst/>
            <a:gdLst/>
            <a:ahLst/>
            <a:cxnLst/>
            <a:rect l="l" t="t" r="r" b="b"/>
            <a:pathLst>
              <a:path w="1629409" h="888364">
                <a:moveTo>
                  <a:pt x="302641" y="262381"/>
                </a:moveTo>
                <a:lnTo>
                  <a:pt x="328251" y="300136"/>
                </a:lnTo>
                <a:lnTo>
                  <a:pt x="369534" y="345862"/>
                </a:lnTo>
                <a:lnTo>
                  <a:pt x="404864" y="378680"/>
                </a:lnTo>
                <a:lnTo>
                  <a:pt x="430049" y="395396"/>
                </a:lnTo>
                <a:lnTo>
                  <a:pt x="438880" y="401050"/>
                </a:lnTo>
                <a:lnTo>
                  <a:pt x="445186" y="405441"/>
                </a:lnTo>
                <a:lnTo>
                  <a:pt x="448945" y="408558"/>
                </a:lnTo>
                <a:lnTo>
                  <a:pt x="452374" y="411987"/>
                </a:lnTo>
                <a:lnTo>
                  <a:pt x="454025" y="415289"/>
                </a:lnTo>
                <a:lnTo>
                  <a:pt x="454025" y="418718"/>
                </a:lnTo>
                <a:lnTo>
                  <a:pt x="454025" y="422020"/>
                </a:lnTo>
                <a:lnTo>
                  <a:pt x="423799" y="448944"/>
                </a:lnTo>
                <a:lnTo>
                  <a:pt x="414323" y="456233"/>
                </a:lnTo>
                <a:lnTo>
                  <a:pt x="375808" y="491855"/>
                </a:lnTo>
                <a:lnTo>
                  <a:pt x="361316" y="506347"/>
                </a:lnTo>
                <a:lnTo>
                  <a:pt x="324098" y="543877"/>
                </a:lnTo>
                <a:lnTo>
                  <a:pt x="293860" y="576643"/>
                </a:lnTo>
                <a:lnTo>
                  <a:pt x="264874" y="620474"/>
                </a:lnTo>
                <a:lnTo>
                  <a:pt x="252222" y="660780"/>
                </a:lnTo>
                <a:lnTo>
                  <a:pt x="246552" y="684785"/>
                </a:lnTo>
                <a:lnTo>
                  <a:pt x="239633" y="711279"/>
                </a:lnTo>
                <a:lnTo>
                  <a:pt x="221996" y="771778"/>
                </a:lnTo>
                <a:lnTo>
                  <a:pt x="204358" y="823531"/>
                </a:lnTo>
                <a:lnTo>
                  <a:pt x="187342" y="852830"/>
                </a:lnTo>
                <a:lnTo>
                  <a:pt x="184165" y="858821"/>
                </a:lnTo>
                <a:lnTo>
                  <a:pt x="182250" y="865455"/>
                </a:lnTo>
                <a:lnTo>
                  <a:pt x="181610" y="872743"/>
                </a:lnTo>
                <a:lnTo>
                  <a:pt x="181610" y="882776"/>
                </a:lnTo>
                <a:lnTo>
                  <a:pt x="179959" y="887856"/>
                </a:lnTo>
                <a:lnTo>
                  <a:pt x="176529" y="887856"/>
                </a:lnTo>
                <a:lnTo>
                  <a:pt x="173227" y="887856"/>
                </a:lnTo>
                <a:lnTo>
                  <a:pt x="171576" y="886205"/>
                </a:lnTo>
                <a:lnTo>
                  <a:pt x="171576" y="864234"/>
                </a:lnTo>
                <a:lnTo>
                  <a:pt x="171576" y="857630"/>
                </a:lnTo>
              </a:path>
              <a:path w="1629409" h="888364">
                <a:moveTo>
                  <a:pt x="413639" y="706246"/>
                </a:moveTo>
                <a:lnTo>
                  <a:pt x="413639" y="712977"/>
                </a:lnTo>
                <a:lnTo>
                  <a:pt x="415290" y="718057"/>
                </a:lnTo>
                <a:lnTo>
                  <a:pt x="418719" y="721359"/>
                </a:lnTo>
                <a:lnTo>
                  <a:pt x="422021" y="724788"/>
                </a:lnTo>
                <a:lnTo>
                  <a:pt x="425450" y="726439"/>
                </a:lnTo>
                <a:lnTo>
                  <a:pt x="428751" y="726439"/>
                </a:lnTo>
                <a:lnTo>
                  <a:pt x="432180" y="726439"/>
                </a:lnTo>
                <a:lnTo>
                  <a:pt x="640715" y="726439"/>
                </a:lnTo>
                <a:lnTo>
                  <a:pt x="672859" y="725489"/>
                </a:lnTo>
                <a:lnTo>
                  <a:pt x="713851" y="722645"/>
                </a:lnTo>
                <a:lnTo>
                  <a:pt x="763676" y="717921"/>
                </a:lnTo>
                <a:lnTo>
                  <a:pt x="822325" y="711326"/>
                </a:lnTo>
                <a:lnTo>
                  <a:pt x="872159" y="705443"/>
                </a:lnTo>
                <a:lnTo>
                  <a:pt x="920775" y="699980"/>
                </a:lnTo>
                <a:lnTo>
                  <a:pt x="968171" y="694931"/>
                </a:lnTo>
                <a:lnTo>
                  <a:pt x="1014348" y="690291"/>
                </a:lnTo>
                <a:lnTo>
                  <a:pt x="1059306" y="686053"/>
                </a:lnTo>
                <a:lnTo>
                  <a:pt x="1112934" y="681005"/>
                </a:lnTo>
                <a:lnTo>
                  <a:pt x="1162764" y="675957"/>
                </a:lnTo>
                <a:lnTo>
                  <a:pt x="1208807" y="670909"/>
                </a:lnTo>
                <a:lnTo>
                  <a:pt x="1251077" y="665860"/>
                </a:lnTo>
                <a:lnTo>
                  <a:pt x="1290766" y="661453"/>
                </a:lnTo>
                <a:lnTo>
                  <a:pt x="1329229" y="658320"/>
                </a:lnTo>
                <a:lnTo>
                  <a:pt x="1366430" y="656449"/>
                </a:lnTo>
                <a:lnTo>
                  <a:pt x="1402334" y="655827"/>
                </a:lnTo>
                <a:lnTo>
                  <a:pt x="1436098" y="655827"/>
                </a:lnTo>
                <a:lnTo>
                  <a:pt x="1466707" y="655827"/>
                </a:lnTo>
                <a:lnTo>
                  <a:pt x="1494149" y="655827"/>
                </a:lnTo>
                <a:lnTo>
                  <a:pt x="1518412" y="655827"/>
                </a:lnTo>
                <a:lnTo>
                  <a:pt x="1539509" y="655516"/>
                </a:lnTo>
                <a:lnTo>
                  <a:pt x="1557464" y="654573"/>
                </a:lnTo>
                <a:lnTo>
                  <a:pt x="1572275" y="652988"/>
                </a:lnTo>
                <a:lnTo>
                  <a:pt x="1583944" y="650747"/>
                </a:lnTo>
                <a:lnTo>
                  <a:pt x="1593728" y="648561"/>
                </a:lnTo>
                <a:lnTo>
                  <a:pt x="1602882" y="646969"/>
                </a:lnTo>
                <a:lnTo>
                  <a:pt x="1611393" y="645997"/>
                </a:lnTo>
                <a:lnTo>
                  <a:pt x="1619250" y="645667"/>
                </a:lnTo>
                <a:lnTo>
                  <a:pt x="1629410" y="645667"/>
                </a:lnTo>
                <a:lnTo>
                  <a:pt x="1619250" y="645667"/>
                </a:lnTo>
                <a:lnTo>
                  <a:pt x="1610772" y="645667"/>
                </a:lnTo>
                <a:lnTo>
                  <a:pt x="1600390" y="645667"/>
                </a:lnTo>
                <a:lnTo>
                  <a:pt x="1588103" y="645667"/>
                </a:lnTo>
                <a:lnTo>
                  <a:pt x="1573911" y="645667"/>
                </a:lnTo>
              </a:path>
              <a:path w="1629409" h="888364">
                <a:moveTo>
                  <a:pt x="353187" y="363219"/>
                </a:moveTo>
                <a:lnTo>
                  <a:pt x="316595" y="335486"/>
                </a:lnTo>
                <a:lnTo>
                  <a:pt x="274935" y="302392"/>
                </a:lnTo>
                <a:lnTo>
                  <a:pt x="237109" y="267334"/>
                </a:lnTo>
                <a:lnTo>
                  <a:pt x="224204" y="254430"/>
                </a:lnTo>
                <a:lnTo>
                  <a:pt x="210645" y="240871"/>
                </a:lnTo>
                <a:lnTo>
                  <a:pt x="196443" y="226669"/>
                </a:lnTo>
                <a:lnTo>
                  <a:pt x="181610" y="211835"/>
                </a:lnTo>
                <a:lnTo>
                  <a:pt x="166794" y="196435"/>
                </a:lnTo>
                <a:lnTo>
                  <a:pt x="152622" y="180355"/>
                </a:lnTo>
                <a:lnTo>
                  <a:pt x="139068" y="163633"/>
                </a:lnTo>
                <a:lnTo>
                  <a:pt x="126111" y="146303"/>
                </a:lnTo>
                <a:lnTo>
                  <a:pt x="113206" y="128662"/>
                </a:lnTo>
                <a:lnTo>
                  <a:pt x="99647" y="110997"/>
                </a:lnTo>
                <a:lnTo>
                  <a:pt x="85445" y="93333"/>
                </a:lnTo>
                <a:lnTo>
                  <a:pt x="70612" y="75691"/>
                </a:lnTo>
                <a:lnTo>
                  <a:pt x="56731" y="59312"/>
                </a:lnTo>
                <a:lnTo>
                  <a:pt x="45386" y="45434"/>
                </a:lnTo>
                <a:lnTo>
                  <a:pt x="36589" y="34079"/>
                </a:lnTo>
                <a:lnTo>
                  <a:pt x="30352" y="25272"/>
                </a:lnTo>
                <a:lnTo>
                  <a:pt x="23622" y="15112"/>
                </a:lnTo>
                <a:lnTo>
                  <a:pt x="16891" y="10159"/>
                </a:lnTo>
                <a:lnTo>
                  <a:pt x="10160" y="10159"/>
                </a:lnTo>
                <a:lnTo>
                  <a:pt x="3428" y="10159"/>
                </a:lnTo>
                <a:lnTo>
                  <a:pt x="0" y="6730"/>
                </a:lnTo>
                <a:lnTo>
                  <a:pt x="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19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3)</a:t>
            </a:r>
            <a:r>
              <a:rPr spc="3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Rawls와</a:t>
            </a:r>
            <a:r>
              <a:rPr spc="39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공리주의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marR="6350" indent="-266700">
              <a:lnSpc>
                <a:spcPct val="133400"/>
              </a:lnSpc>
              <a:spcBef>
                <a:spcPts val="100"/>
              </a:spcBef>
              <a:buFont typeface="MS PGothic"/>
              <a:buChar char="○"/>
              <a:tabLst>
                <a:tab pos="272415" algn="l"/>
                <a:tab pos="1676400" algn="l"/>
                <a:tab pos="2317115" algn="l"/>
                <a:tab pos="2536190" algn="l"/>
                <a:tab pos="3938270" algn="l"/>
                <a:tab pos="5087620" algn="l"/>
                <a:tab pos="6489700" algn="l"/>
                <a:tab pos="8280400" algn="l"/>
              </a:tabLst>
            </a:pPr>
            <a:r>
              <a:rPr spc="-10" dirty="0">
                <a:solidFill>
                  <a:srgbClr val="000000"/>
                </a:solidFill>
              </a:rPr>
              <a:t>공리주의에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반대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85" dirty="0">
                <a:solidFill>
                  <a:srgbClr val="000000"/>
                </a:solidFill>
              </a:rPr>
              <a:t>: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공리주의는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총후생을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극대화하기</a:t>
            </a:r>
            <a:r>
              <a:rPr dirty="0">
                <a:solidFill>
                  <a:srgbClr val="000000"/>
                </a:solidFill>
              </a:rPr>
              <a:t>	위해</a:t>
            </a:r>
            <a:r>
              <a:rPr spc="32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불공정을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50" dirty="0">
                <a:solidFill>
                  <a:srgbClr val="000000"/>
                </a:solidFill>
              </a:rPr>
              <a:t>수 </a:t>
            </a:r>
            <a:r>
              <a:rPr dirty="0">
                <a:solidFill>
                  <a:srgbClr val="000000"/>
                </a:solidFill>
              </a:rPr>
              <a:t>용할</a:t>
            </a:r>
            <a:r>
              <a:rPr spc="25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수</a:t>
            </a:r>
            <a:r>
              <a:rPr spc="2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있다는</a:t>
            </a:r>
            <a:r>
              <a:rPr spc="25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점에서</a:t>
            </a:r>
            <a:r>
              <a:rPr spc="2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불공평(unjust)한</a:t>
            </a:r>
            <a:r>
              <a:rPr spc="26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사회이론이다</a:t>
            </a:r>
          </a:p>
          <a:p>
            <a:pPr marL="283210" marR="5080" indent="-271145">
              <a:lnSpc>
                <a:spcPct val="133400"/>
              </a:lnSpc>
              <a:spcBef>
                <a:spcPts val="3190"/>
              </a:spcBef>
              <a:buChar char="○"/>
              <a:tabLst>
                <a:tab pos="283210" algn="l"/>
                <a:tab pos="289560" algn="l"/>
                <a:tab pos="946785" algn="l"/>
                <a:tab pos="1858645" algn="l"/>
                <a:tab pos="2516505" algn="l"/>
                <a:tab pos="3428365" algn="l"/>
                <a:tab pos="4846955" algn="l"/>
                <a:tab pos="6267450" algn="l"/>
                <a:tab pos="6925309" algn="l"/>
                <a:tab pos="7328534" algn="l"/>
              </a:tabLst>
            </a:pPr>
            <a:r>
              <a:rPr b="0" dirty="0">
                <a:solidFill>
                  <a:srgbClr val="000000"/>
                </a:solidFill>
                <a:latin typeface="MS PGothic"/>
                <a:cs typeface="MS PGothic"/>
              </a:rPr>
              <a:t>	</a:t>
            </a:r>
            <a:r>
              <a:rPr spc="-25" dirty="0">
                <a:solidFill>
                  <a:srgbClr val="000000"/>
                </a:solidFill>
              </a:rPr>
              <a:t>어떤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정책이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다른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사람의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생활수준을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악화시키지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않고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50" dirty="0">
                <a:solidFill>
                  <a:srgbClr val="000000"/>
                </a:solidFill>
              </a:rPr>
              <a:t>한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개인(부자) </a:t>
            </a:r>
            <a:r>
              <a:rPr dirty="0">
                <a:solidFill>
                  <a:srgbClr val="000000"/>
                </a:solidFill>
              </a:rPr>
              <a:t>의</a:t>
            </a:r>
            <a:r>
              <a:rPr spc="2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생활수준을</a:t>
            </a:r>
            <a:r>
              <a:rPr spc="3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개선했다고</a:t>
            </a:r>
            <a:r>
              <a:rPr spc="3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하자(파레토개선(Pareto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improvement)</a:t>
            </a:r>
          </a:p>
          <a:p>
            <a:pPr marL="423545" lvl="1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공리주의의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입장에서는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총효용이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증가하였으므로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정책을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찬성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롤즈의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경우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차등원칙에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입각해서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반대</a:t>
            </a:r>
            <a:endParaRPr sz="2000">
              <a:latin typeface="Malgun Gothic"/>
              <a:cs typeface="Malgun Gothic"/>
            </a:endParaRPr>
          </a:p>
          <a:p>
            <a:pPr marL="440055" marR="5080" lvl="1" indent="-301625">
              <a:lnSpc>
                <a:spcPct val="132900"/>
              </a:lnSpc>
              <a:spcBef>
                <a:spcPts val="15"/>
              </a:spcBef>
              <a:buChar char="-"/>
              <a:tabLst>
                <a:tab pos="440055" algn="l"/>
                <a:tab pos="471805" algn="l"/>
                <a:tab pos="1405255" algn="l"/>
                <a:tab pos="2593975" algn="l"/>
                <a:tab pos="3781425" algn="l"/>
                <a:tab pos="4970780" algn="l"/>
                <a:tab pos="5905500" algn="l"/>
                <a:tab pos="6840220" algn="l"/>
                <a:tab pos="8027670" algn="l"/>
              </a:tabLst>
            </a:pP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따라서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파레토가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주장하는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효율성의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의미는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롤즈의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입장에서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항상 </a:t>
            </a:r>
            <a:r>
              <a:rPr sz="2000" b="1" dirty="0">
                <a:latin typeface="Malgun Gothic"/>
                <a:cs typeface="Malgun Gothic"/>
              </a:rPr>
              <a:t>효율적인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의미가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되지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못한다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84273" y="786891"/>
            <a:ext cx="33020" cy="321310"/>
            <a:chOff x="1684273" y="786891"/>
            <a:chExt cx="33020" cy="321310"/>
          </a:xfrm>
        </p:grpSpPr>
        <p:sp>
          <p:nvSpPr>
            <p:cNvPr id="5" name="object 5"/>
            <p:cNvSpPr/>
            <p:nvPr/>
          </p:nvSpPr>
          <p:spPr>
            <a:xfrm>
              <a:off x="1690623" y="793241"/>
              <a:ext cx="20320" cy="308610"/>
            </a:xfrm>
            <a:custGeom>
              <a:avLst/>
              <a:gdLst/>
              <a:ahLst/>
              <a:cxnLst/>
              <a:rect l="l" t="t" r="r" b="b"/>
              <a:pathLst>
                <a:path w="20319" h="308609">
                  <a:moveTo>
                    <a:pt x="20193" y="20192"/>
                  </a:moveTo>
                  <a:lnTo>
                    <a:pt x="20193" y="20192"/>
                  </a:lnTo>
                  <a:lnTo>
                    <a:pt x="20193" y="90804"/>
                  </a:lnTo>
                  <a:lnTo>
                    <a:pt x="19881" y="101540"/>
                  </a:lnTo>
                  <a:lnTo>
                    <a:pt x="18938" y="113537"/>
                  </a:lnTo>
                  <a:lnTo>
                    <a:pt x="17353" y="126773"/>
                  </a:lnTo>
                  <a:lnTo>
                    <a:pt x="15112" y="141224"/>
                  </a:lnTo>
                  <a:lnTo>
                    <a:pt x="12946" y="156368"/>
                  </a:lnTo>
                  <a:lnTo>
                    <a:pt x="11398" y="171513"/>
                  </a:lnTo>
                  <a:lnTo>
                    <a:pt x="10469" y="186658"/>
                  </a:lnTo>
                  <a:lnTo>
                    <a:pt x="10159" y="201802"/>
                  </a:lnTo>
                  <a:lnTo>
                    <a:pt x="9830" y="216306"/>
                  </a:lnTo>
                  <a:lnTo>
                    <a:pt x="8858" y="229536"/>
                  </a:lnTo>
                  <a:lnTo>
                    <a:pt x="7266" y="241504"/>
                  </a:lnTo>
                  <a:lnTo>
                    <a:pt x="5080" y="252222"/>
                  </a:lnTo>
                  <a:lnTo>
                    <a:pt x="2839" y="262006"/>
                  </a:lnTo>
                  <a:lnTo>
                    <a:pt x="1254" y="271160"/>
                  </a:lnTo>
                  <a:lnTo>
                    <a:pt x="311" y="279671"/>
                  </a:lnTo>
                  <a:lnTo>
                    <a:pt x="0" y="287527"/>
                  </a:lnTo>
                  <a:lnTo>
                    <a:pt x="0" y="297687"/>
                  </a:lnTo>
                  <a:lnTo>
                    <a:pt x="0" y="304418"/>
                  </a:lnTo>
                  <a:lnTo>
                    <a:pt x="0" y="307720"/>
                  </a:lnTo>
                  <a:lnTo>
                    <a:pt x="0" y="308387"/>
                  </a:lnTo>
                  <a:lnTo>
                    <a:pt x="0" y="305244"/>
                  </a:lnTo>
                  <a:lnTo>
                    <a:pt x="0" y="673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00783" y="904239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>
                  <a:moveTo>
                    <a:pt x="0" y="0"/>
                  </a:moveTo>
                  <a:lnTo>
                    <a:pt x="10033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20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21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4)</a:t>
            </a:r>
            <a:r>
              <a:rPr spc="2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롤즈의</a:t>
            </a:r>
            <a:r>
              <a:rPr spc="3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이론에</a:t>
            </a:r>
            <a:r>
              <a:rPr spc="3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대한</a:t>
            </a:r>
            <a:r>
              <a:rPr spc="29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비판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25057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Font typeface="MS PGothic"/>
              <a:buChar char="○"/>
              <a:tabLst>
                <a:tab pos="300355" algn="l"/>
                <a:tab pos="1222375" algn="l"/>
              </a:tabLst>
            </a:pPr>
            <a:r>
              <a:rPr sz="2000" b="1" spc="-25" dirty="0">
                <a:latin typeface="Malgun Gothic"/>
                <a:cs typeface="Malgun Gothic"/>
              </a:rPr>
              <a:t>무지의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장막뒤에서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7889" y="2020737"/>
            <a:ext cx="59067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2085" algn="l"/>
                <a:tab pos="2871470" algn="l"/>
                <a:tab pos="4048125" algn="l"/>
                <a:tab pos="4970780" algn="l"/>
                <a:tab pos="5386070" algn="l"/>
              </a:tabLst>
            </a:pPr>
            <a:r>
              <a:rPr sz="2000" b="1" spc="-10" dirty="0">
                <a:latin typeface="Malgun Gothic"/>
                <a:cs typeface="Malgun Gothic"/>
              </a:rPr>
              <a:t>협상가들이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사회정의의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원칙들을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결정할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있는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636" y="2327505"/>
            <a:ext cx="8549005" cy="40862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00355" algn="just">
              <a:lnSpc>
                <a:spcPct val="100000"/>
              </a:lnSpc>
              <a:spcBef>
                <a:spcPts val="890"/>
              </a:spcBef>
            </a:pPr>
            <a:r>
              <a:rPr sz="2000" b="1" dirty="0">
                <a:latin typeface="Malgun Gothic"/>
                <a:cs typeface="Malgun Gothic"/>
              </a:rPr>
              <a:t>능력이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없다.</a:t>
            </a:r>
            <a:endParaRPr sz="2000">
              <a:latin typeface="Malgun Gothic"/>
              <a:cs typeface="Malgun Gothic"/>
            </a:endParaRPr>
          </a:p>
          <a:p>
            <a:pPr marL="452120" marR="5080" indent="-313690" algn="just">
              <a:lnSpc>
                <a:spcPts val="3200"/>
              </a:lnSpc>
              <a:spcBef>
                <a:spcPts val="229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-10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협상가들이</a:t>
            </a:r>
            <a:r>
              <a:rPr sz="2000" b="1" spc="4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가진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모든</a:t>
            </a:r>
            <a:r>
              <a:rPr sz="2000" b="1" spc="4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문화적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지식을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제거하여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그들을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무지의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장막 </a:t>
            </a:r>
            <a:r>
              <a:rPr sz="2000" b="1" dirty="0">
                <a:latin typeface="Malgun Gothic"/>
                <a:cs typeface="Malgun Gothic"/>
              </a:rPr>
              <a:t>뒤에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고정시킬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없게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된다면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결국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협상가들은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그들의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문화와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결합 </a:t>
            </a:r>
            <a:r>
              <a:rPr sz="2000" b="1" dirty="0">
                <a:latin typeface="Malgun Gothic"/>
                <a:cs typeface="Malgun Gothic"/>
              </a:rPr>
              <a:t>된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사회정의의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원칙들을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도출(Miller,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1976)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000">
              <a:latin typeface="Malgun Gothic"/>
              <a:cs typeface="Malgun Gothic"/>
            </a:endParaRPr>
          </a:p>
          <a:p>
            <a:pPr marL="266700" indent="-266700">
              <a:lnSpc>
                <a:spcPct val="100000"/>
              </a:lnSpc>
              <a:buClr>
                <a:srgbClr val="000000"/>
              </a:buClr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제1원칙에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대한</a:t>
            </a:r>
            <a:r>
              <a:rPr sz="2000" b="1" spc="29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비판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롤즈가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열거하는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너무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협소하다</a:t>
            </a:r>
            <a:endParaRPr sz="2000">
              <a:latin typeface="Malgun Gothic"/>
              <a:cs typeface="Malgun Gothic"/>
            </a:endParaRPr>
          </a:p>
          <a:p>
            <a:pPr marL="452120" marR="5080" lvl="1" indent="-313690">
              <a:lnSpc>
                <a:spcPts val="3200"/>
              </a:lnSpc>
              <a:spcBef>
                <a:spcPts val="229"/>
              </a:spcBef>
              <a:buChar char="-"/>
              <a:tabLst>
                <a:tab pos="452120" algn="l"/>
                <a:tab pos="1367155" algn="l"/>
                <a:tab pos="2282190" algn="l"/>
                <a:tab pos="3197225" algn="l"/>
                <a:tab pos="4113529" algn="l"/>
                <a:tab pos="5028565" algn="l"/>
                <a:tab pos="6197600" algn="l"/>
                <a:tab pos="6858000" algn="l"/>
                <a:tab pos="7773034" algn="l"/>
              </a:tabLst>
            </a:pPr>
            <a:r>
              <a:rPr sz="2000" b="1" spc="-25" dirty="0">
                <a:latin typeface="Malgun Gothic"/>
                <a:cs typeface="Malgun Gothic"/>
              </a:rPr>
              <a:t>롤즈가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정의한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자유에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내재된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목표의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다양성이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일부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계층의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편견을 </a:t>
            </a:r>
            <a:r>
              <a:rPr sz="2000" b="1" dirty="0">
                <a:latin typeface="Malgun Gothic"/>
                <a:cs typeface="Malgun Gothic"/>
              </a:rPr>
              <a:t>반영시킬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spcBef>
                <a:spcPts val="565"/>
              </a:spcBef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어떤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집단(인종주의자)의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문제가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미해결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상태에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22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5932170" cy="12426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89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제2의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원칙에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비판</a:t>
            </a:r>
            <a:endParaRPr sz="2000">
              <a:latin typeface="Malgun Gothic"/>
              <a:cs typeface="Malgun Gothic"/>
            </a:endParaRPr>
          </a:p>
          <a:p>
            <a:pPr marL="464820" marR="5080" indent="-326390">
              <a:lnSpc>
                <a:spcPts val="3200"/>
              </a:lnSpc>
              <a:spcBef>
                <a:spcPts val="90"/>
              </a:spcBef>
              <a:tabLst>
                <a:tab pos="464184" algn="l"/>
                <a:tab pos="2443480" algn="l"/>
                <a:tab pos="4483735" algn="l"/>
                <a:tab pos="5156200" algn="l"/>
              </a:tabLst>
            </a:pPr>
            <a:r>
              <a:rPr sz="2000" b="1" spc="370" dirty="0">
                <a:latin typeface="Malgun Gothic"/>
                <a:cs typeface="Malgun Gothic"/>
              </a:rPr>
              <a:t>-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Arrow(1973)와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Letwin(1983)은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매우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제한된 </a:t>
            </a:r>
            <a:r>
              <a:rPr sz="2000" b="1" dirty="0">
                <a:latin typeface="Malgun Gothic"/>
                <a:cs typeface="Malgun Gothic"/>
              </a:rPr>
              <a:t>대화원칙이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최적의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결과를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가져다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39236" y="1614050"/>
            <a:ext cx="2476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0530" algn="l"/>
              </a:tabLst>
            </a:pPr>
            <a:r>
              <a:rPr sz="2000" b="1" spc="-10" dirty="0">
                <a:latin typeface="Malgun Gothic"/>
                <a:cs typeface="Malgun Gothic"/>
              </a:rPr>
              <a:t>조건하에서만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최소극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2731146"/>
            <a:ext cx="8549005" cy="12458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90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우선의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원칙에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비판</a:t>
            </a:r>
            <a:endParaRPr sz="2000">
              <a:latin typeface="Malgun Gothic"/>
              <a:cs typeface="Malgun Gothic"/>
            </a:endParaRPr>
          </a:p>
          <a:p>
            <a:pPr marL="452120" marR="5080" indent="-313690">
              <a:lnSpc>
                <a:spcPct val="133400"/>
              </a:lnSpc>
              <a:tabLst>
                <a:tab pos="452120" algn="l"/>
                <a:tab pos="1367155" algn="l"/>
                <a:tab pos="2282190" algn="l"/>
                <a:tab pos="3197225" algn="l"/>
                <a:tab pos="4113529" algn="l"/>
                <a:tab pos="4773930" algn="l"/>
                <a:tab pos="5182235" algn="l"/>
                <a:tab pos="7112634" algn="l"/>
                <a:tab pos="8027670" algn="l"/>
              </a:tabLst>
            </a:pPr>
            <a:r>
              <a:rPr sz="2000" b="1" spc="370" dirty="0">
                <a:latin typeface="Malgun Gothic"/>
                <a:cs typeface="Malgun Gothic"/>
              </a:rPr>
              <a:t>-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경우에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따라서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가난한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사람이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보다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큰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사회적ㆍ경제적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이익을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위해 </a:t>
            </a:r>
            <a:r>
              <a:rPr sz="2000" b="1" dirty="0">
                <a:latin typeface="Malgun Gothic"/>
                <a:cs typeface="Malgun Gothic"/>
              </a:rPr>
              <a:t>스스로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희생하는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것은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당연한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일이다(Barry,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1973)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23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3580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10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Miller(1976)의</a:t>
            </a:r>
            <a:r>
              <a:rPr sz="2000" b="1" spc="480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사회정의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MS PGothic"/>
              <a:buChar char="○"/>
            </a:pP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사회정의의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세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구성요소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sz="2000" spc="90" dirty="0">
                <a:latin typeface="MS PGothic"/>
                <a:cs typeface="MS PGothic"/>
              </a:rPr>
              <a:t>▸</a:t>
            </a:r>
            <a:r>
              <a:rPr sz="2000" b="1" spc="90" dirty="0">
                <a:latin typeface="Malgun Gothic"/>
                <a:cs typeface="Malgun Gothic"/>
              </a:rPr>
              <a:t>권리(right)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정치적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자유과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법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앞에서의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평등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790"/>
              </a:spcBef>
            </a:pPr>
            <a:r>
              <a:rPr sz="2000" spc="105" dirty="0">
                <a:latin typeface="MS PGothic"/>
                <a:cs typeface="MS PGothic"/>
              </a:rPr>
              <a:t>▸</a:t>
            </a:r>
            <a:r>
              <a:rPr sz="2000" b="1" spc="105" dirty="0">
                <a:latin typeface="Malgun Gothic"/>
                <a:cs typeface="Malgun Gothic"/>
              </a:rPr>
              <a:t>보상(deserts)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개개인의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행위와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가치를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인정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sz="2000" spc="105" dirty="0">
                <a:latin typeface="MS PGothic"/>
                <a:cs typeface="MS PGothic"/>
              </a:rPr>
              <a:t>▸</a:t>
            </a:r>
            <a:r>
              <a:rPr sz="2000" b="1" spc="105" dirty="0">
                <a:latin typeface="Malgun Gothic"/>
                <a:cs typeface="Malgun Gothic"/>
              </a:rPr>
              <a:t>필요(needs)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인간으로서의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삶의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여정을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전제조건의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충족</a:t>
            </a:r>
            <a:endParaRPr sz="2000">
              <a:latin typeface="Malgun Gothic"/>
              <a:cs typeface="Malgun Gothic"/>
            </a:endParaRPr>
          </a:p>
          <a:p>
            <a:pPr marL="436880" marR="5080" lvl="1" indent="-298450">
              <a:lnSpc>
                <a:spcPct val="133400"/>
              </a:lnSpc>
              <a:spcBef>
                <a:spcPts val="3195"/>
              </a:spcBef>
              <a:buChar char="-"/>
              <a:tabLst>
                <a:tab pos="436880" algn="l"/>
                <a:tab pos="447675" algn="l"/>
                <a:tab pos="1358265" algn="l"/>
                <a:tab pos="2088514" algn="l"/>
                <a:tab pos="2999105" algn="l"/>
                <a:tab pos="3909695" algn="l"/>
                <a:tab pos="4565650" algn="l"/>
                <a:tab pos="5221605" algn="l"/>
                <a:tab pos="6713855" algn="l"/>
                <a:tab pos="7623809" algn="l"/>
                <a:tab pos="8281670" algn="l"/>
              </a:tabLst>
            </a:pP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권리와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보상,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권리와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필요는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상호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양립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가능하지만,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보상과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필요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사 </a:t>
            </a:r>
            <a:r>
              <a:rPr sz="2000" b="1" dirty="0">
                <a:latin typeface="Malgun Gothic"/>
                <a:cs typeface="Malgun Gothic"/>
              </a:rPr>
              <a:t>이에는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논리적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충돌이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발생(예,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건강하고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가난한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사람이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아픈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경우)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2990" y="5168226"/>
            <a:ext cx="7086600" cy="12458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사회정의의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개념은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사회형태에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결정적으로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의존</a:t>
            </a:r>
            <a:endParaRPr sz="2000">
              <a:latin typeface="Malgun Gothic"/>
              <a:cs typeface="Malgun Gothic"/>
            </a:endParaRPr>
          </a:p>
          <a:p>
            <a:pPr marL="520700" marR="5080" indent="-254635">
              <a:lnSpc>
                <a:spcPct val="133400"/>
              </a:lnSpc>
              <a:tabLst>
                <a:tab pos="1442085" algn="l"/>
                <a:tab pos="3378200" algn="l"/>
                <a:tab pos="4300855" algn="l"/>
                <a:tab pos="5296535" algn="l"/>
              </a:tabLst>
            </a:pPr>
            <a:r>
              <a:rPr sz="2000" spc="225" dirty="0">
                <a:latin typeface="MS PGothic"/>
                <a:cs typeface="MS PGothic"/>
              </a:rPr>
              <a:t>▸</a:t>
            </a:r>
            <a:r>
              <a:rPr sz="2000" b="1" spc="225" dirty="0">
                <a:latin typeface="Malgun Gothic"/>
                <a:cs typeface="Malgun Gothic"/>
              </a:rPr>
              <a:t>순수한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시장경제에서는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권리와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보상이,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집단주의에서는 </a:t>
            </a:r>
            <a:r>
              <a:rPr sz="2000" b="1" dirty="0">
                <a:latin typeface="Malgun Gothic"/>
                <a:cs typeface="Malgun Gothic"/>
              </a:rPr>
              <a:t>요가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사회정의의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핵심적인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요소로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작용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3431" y="5676356"/>
            <a:ext cx="1202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4719" algn="l"/>
              </a:tabLst>
            </a:pPr>
            <a:r>
              <a:rPr sz="2000" b="1" spc="-25" dirty="0">
                <a:latin typeface="Malgun Gothic"/>
                <a:cs typeface="Malgun Gothic"/>
              </a:rPr>
              <a:t>권리와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필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24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4798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66700">
              <a:lnSpc>
                <a:spcPct val="100000"/>
              </a:lnSpc>
              <a:spcBef>
                <a:spcPts val="100"/>
              </a:spcBef>
              <a:buFont typeface="MS PGothic"/>
              <a:buChar char="○"/>
              <a:tabLst>
                <a:tab pos="266700" algn="l"/>
              </a:tabLst>
            </a:pPr>
            <a:r>
              <a:rPr sz="2000" b="1" dirty="0">
                <a:latin typeface="Malgun Gothic"/>
                <a:cs typeface="Malgun Gothic"/>
              </a:rPr>
              <a:t>밀러의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비판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롤즈의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이론은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사회정의에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일반이론이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없다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MS PGothic"/>
              <a:buChar char="○"/>
            </a:pPr>
            <a:endParaRPr sz="2000">
              <a:latin typeface="Malgun Gothic"/>
              <a:cs typeface="Malgun Gothic"/>
            </a:endParaRPr>
          </a:p>
          <a:p>
            <a:pPr marL="423545" lvl="1" indent="-285115">
              <a:lnSpc>
                <a:spcPct val="100000"/>
              </a:lnSpc>
              <a:buChar char="-"/>
              <a:tabLst>
                <a:tab pos="423545" algn="l"/>
              </a:tabLst>
            </a:pPr>
            <a:r>
              <a:rPr sz="2000" b="1" dirty="0">
                <a:latin typeface="Malgun Gothic"/>
                <a:cs typeface="Malgun Gothic"/>
              </a:rPr>
              <a:t>차등의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원칙은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사회적</a:t>
            </a:r>
            <a:r>
              <a:rPr sz="2000" b="1" spc="28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합의</a:t>
            </a:r>
            <a:r>
              <a:rPr sz="2000" b="1" dirty="0">
                <a:latin typeface="Malgun Gothic"/>
                <a:cs typeface="Malgun Gothic"/>
              </a:rPr>
              <a:t>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따라야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 marL="450850" marR="5080" lvl="1" indent="-312420" algn="just">
              <a:lnSpc>
                <a:spcPct val="133400"/>
              </a:lnSpc>
              <a:spcBef>
                <a:spcPts val="3195"/>
              </a:spcBef>
              <a:buChar char="-"/>
              <a:tabLst>
                <a:tab pos="452120" algn="l"/>
              </a:tabLst>
            </a:pPr>
            <a:r>
              <a:rPr sz="2000" b="1" dirty="0">
                <a:latin typeface="Malgun Gothic"/>
                <a:cs typeface="Malgun Gothic"/>
              </a:rPr>
              <a:t>일반적으로</a:t>
            </a:r>
            <a:r>
              <a:rPr sz="2000" b="1" spc="4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서로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다른</a:t>
            </a:r>
            <a:r>
              <a:rPr sz="2000" b="1" spc="4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사회에서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도출되는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정의의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개념은</a:t>
            </a:r>
            <a:r>
              <a:rPr sz="2000" b="1" spc="4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개별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요소 	</a:t>
            </a:r>
            <a:r>
              <a:rPr sz="2000" b="1" dirty="0">
                <a:latin typeface="Malgun Gothic"/>
                <a:cs typeface="Malgun Gothic"/>
              </a:rPr>
              <a:t>들의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우선순위에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따라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상당히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달라지기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때문에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사회정의는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상충하는 	</a:t>
            </a:r>
            <a:r>
              <a:rPr sz="2000" b="1" dirty="0">
                <a:latin typeface="Malgun Gothic"/>
                <a:cs typeface="Malgun Gothic"/>
              </a:rPr>
              <a:t>여러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요소를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고려해야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한다</a:t>
            </a:r>
            <a:endParaRPr sz="2000">
              <a:latin typeface="Malgun Gothic"/>
              <a:cs typeface="Malgun Gothic"/>
            </a:endParaRPr>
          </a:p>
          <a:p>
            <a:pPr marL="438784" marR="5080" lvl="1" indent="-300355" algn="just">
              <a:lnSpc>
                <a:spcPct val="133300"/>
              </a:lnSpc>
              <a:spcBef>
                <a:spcPts val="3190"/>
              </a:spcBef>
              <a:buChar char="-"/>
              <a:tabLst>
                <a:tab pos="440055" algn="l"/>
              </a:tabLst>
            </a:pPr>
            <a:r>
              <a:rPr sz="2000" b="1" dirty="0">
                <a:latin typeface="Malgun Gothic"/>
                <a:cs typeface="Malgun Gothic"/>
              </a:rPr>
              <a:t>롤즈가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설정한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협상가들은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현대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자본주의사회에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속한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사람들이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보유 	</a:t>
            </a:r>
            <a:r>
              <a:rPr sz="2000" b="1" dirty="0">
                <a:latin typeface="Malgun Gothic"/>
                <a:cs typeface="Malgun Gothic"/>
              </a:rPr>
              <a:t>한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가치관과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신념을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가지게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될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확률이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높으므로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그들이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사회적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합의 	</a:t>
            </a:r>
            <a:r>
              <a:rPr sz="2000" b="1" dirty="0">
                <a:latin typeface="Malgun Gothic"/>
                <a:cs typeface="Malgun Gothic"/>
              </a:rPr>
              <a:t>의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과정을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통해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도출한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사회정의의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개념이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자신들이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속한</a:t>
            </a:r>
            <a:r>
              <a:rPr sz="2000" b="1" spc="3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사회를</a:t>
            </a:r>
            <a:r>
              <a:rPr sz="2000" b="1" spc="375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지 	</a:t>
            </a:r>
            <a:r>
              <a:rPr sz="2000" b="1" dirty="0">
                <a:latin typeface="Malgun Gothic"/>
                <a:cs typeface="Malgun Gothic"/>
              </a:rPr>
              <a:t>배하는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개념에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근접할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것이다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25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제4절</a:t>
            </a:r>
            <a:r>
              <a:rPr spc="280" dirty="0"/>
              <a:t> </a:t>
            </a:r>
            <a:r>
              <a:rPr dirty="0"/>
              <a:t>집단주의자들의</a:t>
            </a:r>
            <a:r>
              <a:rPr spc="280" dirty="0"/>
              <a:t> </a:t>
            </a:r>
            <a:r>
              <a:rPr dirty="0"/>
              <a:t>견해</a:t>
            </a:r>
            <a:r>
              <a:rPr spc="280" dirty="0"/>
              <a:t> </a:t>
            </a:r>
            <a:r>
              <a:rPr spc="135" dirty="0"/>
              <a:t>:</a:t>
            </a:r>
            <a:r>
              <a:rPr spc="290" dirty="0"/>
              <a:t> </a:t>
            </a:r>
            <a:r>
              <a:rPr dirty="0"/>
              <a:t>집단주의의</a:t>
            </a:r>
            <a:r>
              <a:rPr spc="280" dirty="0"/>
              <a:t> </a:t>
            </a:r>
            <a:r>
              <a:rPr dirty="0"/>
              <a:t>핵심적</a:t>
            </a:r>
            <a:r>
              <a:rPr spc="280" dirty="0"/>
              <a:t> </a:t>
            </a:r>
            <a:r>
              <a:rPr dirty="0"/>
              <a:t>목표는</a:t>
            </a:r>
            <a:r>
              <a:rPr spc="280" dirty="0"/>
              <a:t> </a:t>
            </a:r>
            <a:r>
              <a:rPr spc="-20" dirty="0"/>
              <a:t>평등이다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143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1.</a:t>
            </a:r>
            <a:r>
              <a:rPr spc="36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사회민주주의</a:t>
            </a: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pc="-10" dirty="0">
              <a:solidFill>
                <a:srgbClr val="000000"/>
              </a:solidFill>
            </a:endParaRPr>
          </a:p>
          <a:p>
            <a:pPr marL="384175" indent="-371475" algn="just">
              <a:lnSpc>
                <a:spcPct val="100000"/>
              </a:lnSpc>
              <a:buAutoNum type="arabicParenR"/>
              <a:tabLst>
                <a:tab pos="384175" algn="l"/>
              </a:tabLst>
            </a:pPr>
            <a:r>
              <a:rPr dirty="0">
                <a:solidFill>
                  <a:srgbClr val="000000"/>
                </a:solidFill>
              </a:rPr>
              <a:t>사회주의자의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목표</a:t>
            </a:r>
          </a:p>
          <a:p>
            <a:pPr marL="297815" lvl="1" indent="-285115" algn="just">
              <a:lnSpc>
                <a:spcPct val="100000"/>
              </a:lnSpc>
              <a:spcBef>
                <a:spcPts val="805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사회주의자의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핵심목표는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평등,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자유,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형제애</a:t>
            </a:r>
            <a:endParaRPr sz="2000">
              <a:latin typeface="Malgun Gothic"/>
              <a:cs typeface="Malgun Gothic"/>
            </a:endParaRPr>
          </a:p>
          <a:p>
            <a:pPr marL="309245" marR="5080" lvl="1" indent="-297180" algn="just">
              <a:lnSpc>
                <a:spcPct val="132900"/>
              </a:lnSpc>
              <a:spcBef>
                <a:spcPts val="10"/>
              </a:spcBef>
              <a:buChar char="-"/>
              <a:tabLst>
                <a:tab pos="310515" algn="l"/>
              </a:tabLst>
            </a:pPr>
            <a:r>
              <a:rPr sz="2000" b="1" dirty="0">
                <a:latin typeface="Malgun Gothic"/>
                <a:cs typeface="Malgun Gothic"/>
              </a:rPr>
              <a:t>기회의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평등은</a:t>
            </a:r>
            <a:r>
              <a:rPr sz="2000" b="1" spc="3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결과적으로</a:t>
            </a:r>
            <a:r>
              <a:rPr sz="2000" b="1" spc="3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불평등을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존속시킬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3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있기</a:t>
            </a:r>
            <a:r>
              <a:rPr sz="2000" b="1" spc="3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때문에</a:t>
            </a:r>
            <a:r>
              <a:rPr sz="2000" b="1" spc="3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완전한 	</a:t>
            </a:r>
            <a:r>
              <a:rPr sz="2000" b="1" dirty="0">
                <a:latin typeface="Malgun Gothic"/>
                <a:cs typeface="Malgun Gothic"/>
              </a:rPr>
              <a:t>결과의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평등이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아닐지라도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적극적인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평등화의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수단이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요구</a:t>
            </a:r>
            <a:endParaRPr sz="2000">
              <a:latin typeface="Malgun Gothic"/>
              <a:cs typeface="Malgun Gothic"/>
            </a:endParaRPr>
          </a:p>
          <a:p>
            <a:pPr marL="309245" marR="5080" lvl="1" indent="-297180" algn="just">
              <a:lnSpc>
                <a:spcPct val="133200"/>
              </a:lnSpc>
              <a:spcBef>
                <a:spcPts val="5"/>
              </a:spcBef>
              <a:buChar char="-"/>
              <a:tabLst>
                <a:tab pos="310515" algn="l"/>
              </a:tabLst>
            </a:pPr>
            <a:r>
              <a:rPr sz="2000" b="1" dirty="0">
                <a:latin typeface="Malgun Gothic"/>
                <a:cs typeface="Malgun Gothic"/>
              </a:rPr>
              <a:t>빈곤이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없고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부와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권력의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실질적인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불평등이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없는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상태에서만</a:t>
            </a:r>
            <a:r>
              <a:rPr sz="2000" b="1" spc="3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가능한 	</a:t>
            </a:r>
            <a:r>
              <a:rPr sz="2000" b="1" dirty="0">
                <a:latin typeface="Malgun Gothic"/>
                <a:cs typeface="Malgun Gothic"/>
              </a:rPr>
              <a:t>선택의</a:t>
            </a:r>
            <a:r>
              <a:rPr sz="2000" b="1" spc="4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자유,</a:t>
            </a:r>
            <a:r>
              <a:rPr sz="2000" b="1" spc="4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법적ㆍ정치적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자유로부터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경제적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안정까지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포함하는</a:t>
            </a:r>
            <a:r>
              <a:rPr sz="2000" b="1" spc="459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자 	유</a:t>
            </a:r>
            <a:endParaRPr sz="2000">
              <a:latin typeface="Malgun Gothic"/>
              <a:cs typeface="Malgun Gothic"/>
            </a:endParaRPr>
          </a:p>
          <a:p>
            <a:pPr marL="297815" lvl="1" indent="-285115" algn="just">
              <a:lnSpc>
                <a:spcPct val="100000"/>
              </a:lnSpc>
              <a:spcBef>
                <a:spcPts val="805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형제애(fraternity)는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경쟁과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이기심보다는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협력과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이타심을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의미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26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2)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자유시장에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대한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사회주의자의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비판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Char char="-"/>
              <a:tabLst>
                <a:tab pos="297815" algn="l"/>
              </a:tabLst>
            </a:pPr>
            <a:r>
              <a:rPr dirty="0"/>
              <a:t>개인의</a:t>
            </a:r>
            <a:r>
              <a:rPr spc="265" dirty="0"/>
              <a:t> </a:t>
            </a:r>
            <a:r>
              <a:rPr dirty="0"/>
              <a:t>이익추구가</a:t>
            </a:r>
            <a:r>
              <a:rPr spc="275" dirty="0"/>
              <a:t> </a:t>
            </a:r>
            <a:r>
              <a:rPr dirty="0"/>
              <a:t>자동적으로</a:t>
            </a:r>
            <a:r>
              <a:rPr spc="275" dirty="0"/>
              <a:t> </a:t>
            </a:r>
            <a:r>
              <a:rPr dirty="0"/>
              <a:t>사회의</a:t>
            </a:r>
            <a:r>
              <a:rPr spc="275" dirty="0"/>
              <a:t> </a:t>
            </a:r>
            <a:r>
              <a:rPr dirty="0"/>
              <a:t>이익으로</a:t>
            </a:r>
            <a:r>
              <a:rPr spc="275" dirty="0"/>
              <a:t> </a:t>
            </a:r>
            <a:r>
              <a:rPr dirty="0"/>
              <a:t>이어지지</a:t>
            </a:r>
            <a:r>
              <a:rPr spc="275" dirty="0"/>
              <a:t> </a:t>
            </a:r>
            <a:r>
              <a:rPr spc="-25" dirty="0"/>
              <a:t>않는다</a:t>
            </a: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spc="80" dirty="0">
                <a:solidFill>
                  <a:srgbClr val="000000"/>
                </a:solidFill>
              </a:rPr>
              <a:t>*</a:t>
            </a:r>
            <a:r>
              <a:rPr spc="3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구성의</a:t>
            </a:r>
            <a:r>
              <a:rPr spc="3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오류(fallacy</a:t>
            </a:r>
            <a:r>
              <a:rPr spc="3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3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composition)</a:t>
            </a:r>
          </a:p>
          <a:p>
            <a:pPr marL="310515" marR="5080" indent="-298450" algn="just">
              <a:lnSpc>
                <a:spcPct val="133200"/>
              </a:lnSpc>
              <a:spcBef>
                <a:spcPts val="3200"/>
              </a:spcBef>
              <a:buChar char="-"/>
              <a:tabLst>
                <a:tab pos="310515" algn="l"/>
                <a:tab pos="316865" algn="l"/>
              </a:tabLst>
            </a:pPr>
            <a:r>
              <a:rPr dirty="0">
                <a:solidFill>
                  <a:srgbClr val="000000"/>
                </a:solidFill>
              </a:rPr>
              <a:t>	시장을</a:t>
            </a:r>
            <a:r>
              <a:rPr spc="4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비민주적</a:t>
            </a:r>
            <a:r>
              <a:rPr spc="4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분배기구로</a:t>
            </a:r>
            <a:r>
              <a:rPr spc="4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간주:</a:t>
            </a:r>
            <a:r>
              <a:rPr spc="4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중요한</a:t>
            </a:r>
            <a:r>
              <a:rPr spc="4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의사결정은</a:t>
            </a:r>
            <a:r>
              <a:rPr spc="4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소수의</a:t>
            </a:r>
            <a:r>
              <a:rPr spc="45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엘리트 </a:t>
            </a:r>
            <a:r>
              <a:rPr dirty="0">
                <a:solidFill>
                  <a:srgbClr val="000000"/>
                </a:solidFill>
              </a:rPr>
              <a:t>가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독점적으로</a:t>
            </a:r>
            <a:r>
              <a:rPr spc="3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행사하고</a:t>
            </a:r>
            <a:r>
              <a:rPr spc="3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다수의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일반국민은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소위</a:t>
            </a:r>
            <a:r>
              <a:rPr spc="3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시장의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힘이라는</a:t>
            </a:r>
            <a:r>
              <a:rPr spc="385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자 </a:t>
            </a:r>
            <a:r>
              <a:rPr dirty="0">
                <a:solidFill>
                  <a:srgbClr val="000000"/>
                </a:solidFill>
              </a:rPr>
              <a:t>의적인</a:t>
            </a:r>
            <a:r>
              <a:rPr spc="2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분배구조의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결정을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수용</a:t>
            </a:r>
          </a:p>
          <a:p>
            <a:pPr marL="29781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297815" algn="l"/>
              </a:tabLst>
            </a:pPr>
            <a:r>
              <a:rPr dirty="0">
                <a:solidFill>
                  <a:srgbClr val="000000"/>
                </a:solidFill>
              </a:rPr>
              <a:t>시장은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불공정한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분배기구이다</a:t>
            </a:r>
          </a:p>
          <a:p>
            <a:pPr marL="297815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297815" algn="l"/>
              </a:tabLst>
            </a:pPr>
            <a:r>
              <a:rPr dirty="0">
                <a:solidFill>
                  <a:srgbClr val="000000"/>
                </a:solidFill>
              </a:rPr>
              <a:t>자유시장은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자기규제가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없기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때문에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완전고용을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유지할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수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없다</a:t>
            </a:r>
          </a:p>
          <a:p>
            <a:pPr marL="297815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297815" algn="l"/>
              </a:tabLst>
            </a:pPr>
            <a:r>
              <a:rPr dirty="0">
                <a:solidFill>
                  <a:srgbClr val="000000"/>
                </a:solidFill>
              </a:rPr>
              <a:t>시장은</a:t>
            </a:r>
            <a:r>
              <a:rPr spc="2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불평등은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말할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것도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없고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빈곤도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퇴치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못한다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27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3)</a:t>
            </a:r>
            <a:r>
              <a:rPr spc="3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사회민주주의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 marR="5080" indent="-298450" algn="just">
              <a:lnSpc>
                <a:spcPct val="133400"/>
              </a:lnSpc>
              <a:spcBef>
                <a:spcPts val="100"/>
              </a:spcBef>
              <a:buChar char="-"/>
              <a:tabLst>
                <a:tab pos="310515" algn="l"/>
                <a:tab pos="327660" algn="l"/>
              </a:tabLst>
            </a:pPr>
            <a:r>
              <a:rPr dirty="0">
                <a:solidFill>
                  <a:srgbClr val="000000"/>
                </a:solidFill>
              </a:rPr>
              <a:t>	현대</a:t>
            </a:r>
            <a:r>
              <a:rPr spc="-90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국가는</a:t>
            </a:r>
            <a:r>
              <a:rPr spc="-95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전통적</a:t>
            </a:r>
            <a:r>
              <a:rPr spc="-95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영역에서는</a:t>
            </a:r>
            <a:r>
              <a:rPr spc="-95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물론</a:t>
            </a:r>
            <a:r>
              <a:rPr spc="-95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경제생활의</a:t>
            </a:r>
            <a:r>
              <a:rPr spc="-95" dirty="0">
                <a:solidFill>
                  <a:srgbClr val="000000"/>
                </a:solidFill>
              </a:rPr>
              <a:t>  </a:t>
            </a:r>
            <a:r>
              <a:rPr dirty="0">
                <a:solidFill>
                  <a:srgbClr val="000000"/>
                </a:solidFill>
              </a:rPr>
              <a:t>영역에서도</a:t>
            </a:r>
            <a:r>
              <a:rPr spc="-95" dirty="0">
                <a:solidFill>
                  <a:srgbClr val="000000"/>
                </a:solidFill>
              </a:rPr>
              <a:t>  </a:t>
            </a:r>
            <a:r>
              <a:rPr spc="-25" dirty="0">
                <a:solidFill>
                  <a:srgbClr val="000000"/>
                </a:solidFill>
              </a:rPr>
              <a:t>커다란 </a:t>
            </a:r>
            <a:r>
              <a:rPr dirty="0">
                <a:solidFill>
                  <a:srgbClr val="000000"/>
                </a:solidFill>
              </a:rPr>
              <a:t>역할을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수행,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대다수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기업들의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경우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소유와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경영이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분리</a:t>
            </a:r>
          </a:p>
          <a:p>
            <a:pPr marL="302260" marR="5080" indent="-290195" algn="just">
              <a:lnSpc>
                <a:spcPct val="133400"/>
              </a:lnSpc>
              <a:spcBef>
                <a:spcPts val="3190"/>
              </a:spcBef>
              <a:buChar char="-"/>
              <a:tabLst>
                <a:tab pos="310515" algn="l"/>
              </a:tabLst>
            </a:pPr>
            <a:r>
              <a:rPr dirty="0">
                <a:solidFill>
                  <a:srgbClr val="000000"/>
                </a:solidFill>
              </a:rPr>
              <a:t>정부가</a:t>
            </a:r>
            <a:r>
              <a:rPr spc="3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재화,</a:t>
            </a:r>
            <a:r>
              <a:rPr spc="3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소득</a:t>
            </a:r>
            <a:r>
              <a:rPr spc="3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및</a:t>
            </a:r>
            <a:r>
              <a:rPr spc="3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권력의</a:t>
            </a:r>
            <a:r>
              <a:rPr spc="3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분배에</a:t>
            </a:r>
            <a:r>
              <a:rPr spc="3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적극적으로</a:t>
            </a:r>
            <a:r>
              <a:rPr spc="3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개입함으로써</a:t>
            </a:r>
            <a:r>
              <a:rPr spc="32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사회주 	</a:t>
            </a:r>
            <a:r>
              <a:rPr dirty="0">
                <a:solidFill>
                  <a:srgbClr val="000000"/>
                </a:solidFill>
              </a:rPr>
              <a:t>의자의</a:t>
            </a:r>
            <a:r>
              <a:rPr spc="2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목표와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조화를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이룰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수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있다</a:t>
            </a:r>
          </a:p>
          <a:p>
            <a:pPr marL="309245" marR="5080" indent="-297180" algn="just">
              <a:lnSpc>
                <a:spcPct val="133200"/>
              </a:lnSpc>
              <a:spcBef>
                <a:spcPts val="3195"/>
              </a:spcBef>
              <a:buChar char="-"/>
              <a:tabLst>
                <a:tab pos="310515" algn="l"/>
              </a:tabLst>
            </a:pPr>
            <a:r>
              <a:rPr dirty="0">
                <a:solidFill>
                  <a:srgbClr val="000000"/>
                </a:solidFill>
              </a:rPr>
              <a:t>최근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사회민주주의는</a:t>
            </a:r>
            <a:r>
              <a:rPr spc="3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효율성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목표와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형평성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목표가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상호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충돌하는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문 	</a:t>
            </a:r>
            <a:r>
              <a:rPr dirty="0">
                <a:solidFill>
                  <a:srgbClr val="000000"/>
                </a:solidFill>
              </a:rPr>
              <a:t>제에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대한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해결책으로서</a:t>
            </a:r>
            <a:r>
              <a:rPr spc="3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점차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자유주의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정책에</a:t>
            </a:r>
            <a:r>
              <a:rPr spc="3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상대적</a:t>
            </a:r>
            <a:r>
              <a:rPr spc="3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우선순위를</a:t>
            </a:r>
            <a:r>
              <a:rPr spc="385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두 	</a:t>
            </a:r>
            <a:r>
              <a:rPr dirty="0">
                <a:solidFill>
                  <a:srgbClr val="000000"/>
                </a:solidFill>
              </a:rPr>
              <a:t>는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것으로</a:t>
            </a:r>
            <a:r>
              <a:rPr spc="29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평가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28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360" dirty="0"/>
              <a:t> </a:t>
            </a:r>
            <a:r>
              <a:rPr spc="-10" dirty="0"/>
              <a:t>마르크스주의자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2102485" cy="12439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b="1" dirty="0">
                <a:latin typeface="Malgun Gothic"/>
                <a:cs typeface="Malgun Gothic"/>
              </a:rPr>
              <a:t>1)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생산양식</a:t>
            </a:r>
            <a:endParaRPr sz="2000">
              <a:latin typeface="Malgun Gothic"/>
              <a:cs typeface="Malgun Gothic"/>
            </a:endParaRPr>
          </a:p>
          <a:p>
            <a:pPr marL="310515" marR="5080" indent="-298450">
              <a:lnSpc>
                <a:spcPct val="132900"/>
              </a:lnSpc>
              <a:spcBef>
                <a:spcPts val="15"/>
              </a:spcBef>
              <a:tabLst>
                <a:tab pos="322580" algn="l"/>
              </a:tabLst>
            </a:pPr>
            <a:r>
              <a:rPr sz="2000" b="1" spc="370" dirty="0">
                <a:latin typeface="Malgun Gothic"/>
                <a:cs typeface="Malgun Gothic"/>
              </a:rPr>
              <a:t>-</a:t>
            </a:r>
            <a:r>
              <a:rPr sz="2000" b="1" dirty="0">
                <a:latin typeface="Malgun Gothic"/>
                <a:cs typeface="Malgun Gothic"/>
              </a:rPr>
              <a:t>		</a:t>
            </a:r>
            <a:r>
              <a:rPr sz="2000" b="1" spc="-40" dirty="0">
                <a:latin typeface="Malgun Gothic"/>
                <a:cs typeface="Malgun Gothic"/>
              </a:rPr>
              <a:t>생산양식(mode </a:t>
            </a:r>
            <a:r>
              <a:rPr sz="2000" b="1" spc="-20" dirty="0">
                <a:latin typeface="Malgun Gothic"/>
                <a:cs typeface="Malgun Gothic"/>
              </a:rPr>
              <a:t>결정한다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5336" y="2427425"/>
            <a:ext cx="6320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130" algn="l"/>
                <a:tab pos="2197100" algn="l"/>
                <a:tab pos="2601595" algn="l"/>
                <a:tab pos="3515360" algn="l"/>
              </a:tabLst>
            </a:pPr>
            <a:r>
              <a:rPr sz="2000" b="1" spc="-25" dirty="0">
                <a:latin typeface="Malgun Gothic"/>
                <a:cs typeface="Malgun Gothic"/>
              </a:rPr>
              <a:t>of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production)이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그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사회의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경제ㆍ정치ㆍ사회제도를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636" y="3546044"/>
            <a:ext cx="8549005" cy="20548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b="1" dirty="0">
                <a:latin typeface="Malgun Gothic"/>
                <a:cs typeface="Malgun Gothic"/>
              </a:rPr>
              <a:t>2)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노동착취</a:t>
            </a:r>
            <a:endParaRPr sz="2000">
              <a:latin typeface="Malgun Gothic"/>
              <a:cs typeface="Malgun Gothic"/>
            </a:endParaRPr>
          </a:p>
          <a:p>
            <a:pPr marL="351790" marR="5080" indent="-339725">
              <a:lnSpc>
                <a:spcPts val="3200"/>
              </a:lnSpc>
              <a:spcBef>
                <a:spcPts val="229"/>
              </a:spcBef>
              <a:buChar char="-"/>
              <a:tabLst>
                <a:tab pos="351790" algn="l"/>
                <a:tab pos="1545590" algn="l"/>
                <a:tab pos="3501390" algn="l"/>
                <a:tab pos="4696460" algn="l"/>
                <a:tab pos="5891530" algn="l"/>
                <a:tab pos="6577965" algn="l"/>
                <a:tab pos="7266305" algn="l"/>
              </a:tabLst>
            </a:pPr>
            <a:r>
              <a:rPr sz="2000" b="1" spc="-20" dirty="0">
                <a:latin typeface="Malgun Gothic"/>
                <a:cs typeface="Malgun Gothic"/>
              </a:rPr>
              <a:t>자본주의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생산양식하에서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대부분의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노동자는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저축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또는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생산수단을 </a:t>
            </a:r>
            <a:r>
              <a:rPr sz="2000" b="1" dirty="0">
                <a:latin typeface="Malgun Gothic"/>
                <a:cs typeface="Malgun Gothic"/>
              </a:rPr>
              <a:t>소유하지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못하므로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자신의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노동력을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판매하도록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강요당하게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된다</a:t>
            </a:r>
            <a:endParaRPr sz="2000">
              <a:latin typeface="Malgun Gothic"/>
              <a:cs typeface="Malgun Gothic"/>
            </a:endParaRPr>
          </a:p>
          <a:p>
            <a:pPr marL="323215" marR="5080" indent="-311150">
              <a:lnSpc>
                <a:spcPts val="3190"/>
              </a:lnSpc>
              <a:buChar char="-"/>
              <a:tabLst>
                <a:tab pos="323215" algn="l"/>
                <a:tab pos="1236345" algn="l"/>
                <a:tab pos="2148205" algn="l"/>
                <a:tab pos="3568700" algn="l"/>
                <a:tab pos="4735830" algn="l"/>
                <a:tab pos="6409055" algn="l"/>
              </a:tabLst>
            </a:pPr>
            <a:r>
              <a:rPr sz="2000" b="1" spc="-25" dirty="0">
                <a:latin typeface="Malgun Gothic"/>
                <a:cs typeface="Malgun Gothic"/>
              </a:rPr>
              <a:t>이러한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강제적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상황하에서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자본가는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노동자로부터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잉여가치(노동자가 </a:t>
            </a:r>
            <a:r>
              <a:rPr sz="2000" b="1" dirty="0">
                <a:latin typeface="Malgun Gothic"/>
                <a:cs typeface="Malgun Gothic"/>
              </a:rPr>
              <a:t>생산한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생산물의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가치와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임금의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차이)를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착취한다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29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7923530" cy="28676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b="1" dirty="0">
                <a:latin typeface="Malgun Gothic"/>
                <a:cs typeface="Malgun Gothic"/>
              </a:rPr>
              <a:t>3)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자본주의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사회에서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정부의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역할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근본주의자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75" dirty="0">
                <a:latin typeface="Malgun Gothic"/>
                <a:cs typeface="Malgun Gothic"/>
              </a:rPr>
              <a:t>vs.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상대적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자율성론자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Malgun Gothic"/>
                <a:cs typeface="Malgun Gothic"/>
              </a:rPr>
              <a:t>4)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마르크스주의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국가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실질적인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평등과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경제적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보장을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포괄하는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개념으로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사용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마르크스주의자의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목표는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평등이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아니라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필요를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해결하는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것이다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생산의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국유화를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강조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30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제5절</a:t>
            </a:r>
            <a:r>
              <a:rPr spc="285" dirty="0"/>
              <a:t> </a:t>
            </a:r>
            <a:r>
              <a:rPr dirty="0"/>
              <a:t>국가의</a:t>
            </a:r>
            <a:r>
              <a:rPr spc="285" dirty="0"/>
              <a:t> </a:t>
            </a:r>
            <a:r>
              <a:rPr dirty="0"/>
              <a:t>역할에</a:t>
            </a:r>
            <a:r>
              <a:rPr spc="285" dirty="0"/>
              <a:t> </a:t>
            </a:r>
            <a:r>
              <a:rPr dirty="0"/>
              <a:t>대한</a:t>
            </a:r>
            <a:r>
              <a:rPr spc="285" dirty="0"/>
              <a:t> </a:t>
            </a:r>
            <a:r>
              <a:rPr spc="-25" dirty="0"/>
              <a:t>함의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293624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1.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이론적인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문제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1)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진보주의에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대한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비판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3546044"/>
            <a:ext cx="8549005" cy="83629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90"/>
              </a:spcBef>
              <a:tabLst>
                <a:tab pos="317500" algn="l"/>
                <a:tab pos="1744345" algn="l"/>
                <a:tab pos="1987550" algn="l"/>
                <a:tab pos="3161665" algn="l"/>
                <a:tab pos="4081145" algn="l"/>
                <a:tab pos="5254625" algn="l"/>
                <a:tab pos="6174105" algn="l"/>
                <a:tab pos="7095490" algn="l"/>
                <a:tab pos="8014970" algn="l"/>
              </a:tabLst>
            </a:pPr>
            <a:r>
              <a:rPr sz="2000" b="1" spc="370" dirty="0">
                <a:latin typeface="Malgun Gothic"/>
                <a:cs typeface="Malgun Gothic"/>
              </a:rPr>
              <a:t>-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자유주의자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85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최소한의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생존권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이상으로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경제적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안정이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보장될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R="6350" algn="r">
              <a:lnSpc>
                <a:spcPct val="100000"/>
              </a:lnSpc>
              <a:spcBef>
                <a:spcPts val="790"/>
              </a:spcBef>
            </a:pPr>
            <a:r>
              <a:rPr sz="2000" b="1" spc="-25" dirty="0">
                <a:latin typeface="Malgun Gothic"/>
                <a:cs typeface="Malgun Gothic"/>
              </a:rPr>
              <a:t>경도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4804" y="3949686"/>
            <a:ext cx="7552055" cy="83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  <a:tabLst>
                <a:tab pos="1196975" algn="l"/>
                <a:tab pos="2455545" algn="l"/>
                <a:tab pos="3641725" algn="l"/>
                <a:tab pos="5591810" algn="l"/>
                <a:tab pos="6270625" algn="l"/>
              </a:tabLst>
            </a:pPr>
            <a:r>
              <a:rPr sz="2000" b="1" spc="-20" dirty="0">
                <a:latin typeface="Malgun Gothic"/>
                <a:cs typeface="Malgun Gothic"/>
              </a:rPr>
              <a:t>효율성이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감소되고,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자연권의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박탈(Nozick)과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점차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전체주의로 </a:t>
            </a:r>
            <a:r>
              <a:rPr sz="2000" b="1" dirty="0">
                <a:latin typeface="Malgun Gothic"/>
                <a:cs typeface="Malgun Gothic"/>
              </a:rPr>
              <a:t>(Hayek)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S PGothic"/>
                <a:cs typeface="MS PGothic"/>
              </a:rPr>
              <a:t>⟹</a:t>
            </a:r>
            <a:r>
              <a:rPr sz="2000" spc="405" dirty="0">
                <a:latin typeface="MS PGothic"/>
                <a:cs typeface="MS P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자유우선의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원칙에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의해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보호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636" y="4764584"/>
            <a:ext cx="8549005" cy="124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marR="5080" indent="-318770">
              <a:lnSpc>
                <a:spcPct val="132900"/>
              </a:lnSpc>
              <a:spcBef>
                <a:spcPts val="100"/>
              </a:spcBef>
              <a:buChar char="-"/>
              <a:tabLst>
                <a:tab pos="330835" algn="l"/>
                <a:tab pos="1504315" algn="l"/>
                <a:tab pos="1746250" algn="l"/>
                <a:tab pos="2667000" algn="l"/>
                <a:tab pos="4093845" algn="l"/>
                <a:tab pos="5014595" algn="l"/>
                <a:tab pos="5934075" algn="l"/>
                <a:tab pos="6599555" algn="l"/>
                <a:tab pos="7773034" algn="l"/>
              </a:tabLst>
            </a:pPr>
            <a:r>
              <a:rPr sz="2000" b="1" spc="-20" dirty="0">
                <a:latin typeface="Malgun Gothic"/>
                <a:cs typeface="Malgun Gothic"/>
              </a:rPr>
              <a:t>집단주의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85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롤즈의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자유원칙은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정치적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자유에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따라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나타나는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경제적 </a:t>
            </a:r>
            <a:r>
              <a:rPr sz="2000" b="1" dirty="0">
                <a:latin typeface="Malgun Gothic"/>
                <a:cs typeface="Malgun Gothic"/>
              </a:rPr>
              <a:t>불평등의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효과를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과소평가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마르크스주의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계급갈등을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제대로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설명하지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못하고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있다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31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2)</a:t>
            </a:r>
            <a:r>
              <a:rPr spc="300" dirty="0"/>
              <a:t> </a:t>
            </a:r>
            <a:r>
              <a:rPr dirty="0"/>
              <a:t>자유주의에</a:t>
            </a:r>
            <a:r>
              <a:rPr spc="300" dirty="0"/>
              <a:t> </a:t>
            </a:r>
            <a:r>
              <a:rPr dirty="0"/>
              <a:t>대한</a:t>
            </a:r>
            <a:r>
              <a:rPr spc="300" dirty="0"/>
              <a:t> </a:t>
            </a:r>
            <a:r>
              <a:rPr spc="-25" dirty="0"/>
              <a:t>비판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marR="6350" indent="-297180">
              <a:lnSpc>
                <a:spcPct val="133400"/>
              </a:lnSpc>
              <a:spcBef>
                <a:spcPts val="100"/>
              </a:spcBef>
              <a:buChar char="-"/>
              <a:tabLst>
                <a:tab pos="310515" algn="l"/>
                <a:tab pos="1714500" algn="l"/>
                <a:tab pos="1936750" algn="l"/>
                <a:tab pos="2581910" algn="l"/>
                <a:tab pos="3480435" algn="l"/>
                <a:tab pos="4632325" algn="l"/>
                <a:tab pos="5784850" algn="l"/>
                <a:tab pos="6757670" algn="l"/>
              </a:tabLst>
            </a:pPr>
            <a:r>
              <a:rPr spc="-10" dirty="0">
                <a:solidFill>
                  <a:srgbClr val="000000"/>
                </a:solidFill>
              </a:rPr>
              <a:t>진보주의자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85" dirty="0">
                <a:solidFill>
                  <a:srgbClr val="000000"/>
                </a:solidFill>
              </a:rPr>
              <a:t>: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시장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자체에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대해서는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반대하지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않지만,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자유주의자들이 	</a:t>
            </a:r>
            <a:r>
              <a:rPr dirty="0">
                <a:solidFill>
                  <a:srgbClr val="000000"/>
                </a:solidFill>
              </a:rPr>
              <a:t>자유시장을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지나치게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강조한다</a:t>
            </a:r>
          </a:p>
          <a:p>
            <a:pPr marL="306070" marR="5080" indent="-294005">
              <a:lnSpc>
                <a:spcPct val="133400"/>
              </a:lnSpc>
              <a:spcBef>
                <a:spcPts val="3190"/>
              </a:spcBef>
              <a:buChar char="-"/>
              <a:tabLst>
                <a:tab pos="310515" algn="l"/>
                <a:tab pos="1202690" algn="l"/>
                <a:tab pos="2098040" algn="l"/>
                <a:tab pos="2994660" algn="l"/>
                <a:tab pos="3890010" algn="l"/>
                <a:tab pos="4531995" algn="l"/>
                <a:tab pos="5428615" algn="l"/>
                <a:tab pos="6071235" algn="l"/>
                <a:tab pos="8027670" algn="l"/>
              </a:tabLst>
            </a:pPr>
            <a:r>
              <a:rPr spc="-25" dirty="0">
                <a:solidFill>
                  <a:srgbClr val="000000"/>
                </a:solidFill>
              </a:rPr>
              <a:t>시장을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승자와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패자가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게임을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하는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곳으로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보는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Hayek(1976)의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견해 	</a:t>
            </a:r>
            <a:r>
              <a:rPr dirty="0">
                <a:solidFill>
                  <a:srgbClr val="000000"/>
                </a:solidFill>
              </a:rPr>
              <a:t>는</a:t>
            </a:r>
            <a:r>
              <a:rPr spc="2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복싱에서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체급별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구분없이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이루어지는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규칙이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없는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게임에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비유</a:t>
            </a:r>
          </a:p>
          <a:p>
            <a:pPr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pc="-25" dirty="0">
              <a:solidFill>
                <a:srgbClr val="000000"/>
              </a:solidFill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dirty="0">
                <a:solidFill>
                  <a:srgbClr val="000000"/>
                </a:solidFill>
              </a:rPr>
              <a:t>집단주의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spc="135" dirty="0">
                <a:solidFill>
                  <a:srgbClr val="000000"/>
                </a:solidFill>
              </a:rPr>
              <a:t>: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자유주의자들의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정의의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개념이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너무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협소하다</a:t>
            </a:r>
          </a:p>
          <a:p>
            <a:pPr marL="519430" marR="6350" indent="-252729">
              <a:lnSpc>
                <a:spcPct val="132900"/>
              </a:lnSpc>
              <a:spcBef>
                <a:spcPts val="15"/>
              </a:spcBef>
              <a:tabLst>
                <a:tab pos="1933575" algn="l"/>
                <a:tab pos="2840990" algn="l"/>
                <a:tab pos="3746500" algn="l"/>
                <a:tab pos="4653915" algn="l"/>
                <a:tab pos="5561330" algn="l"/>
                <a:tab pos="6466840" algn="l"/>
                <a:tab pos="6865620" algn="l"/>
                <a:tab pos="7519034" algn="l"/>
              </a:tabLst>
            </a:pPr>
            <a:r>
              <a:rPr b="0" spc="150" dirty="0">
                <a:solidFill>
                  <a:srgbClr val="000000"/>
                </a:solidFill>
                <a:latin typeface="MS PGothic"/>
                <a:cs typeface="MS PGothic"/>
              </a:rPr>
              <a:t>▸</a:t>
            </a:r>
            <a:r>
              <a:rPr spc="150" dirty="0">
                <a:solidFill>
                  <a:srgbClr val="000000"/>
                </a:solidFill>
              </a:rPr>
              <a:t>집단주의는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평등과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경제적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안정을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자유와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분리할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50" dirty="0">
                <a:solidFill>
                  <a:srgbClr val="000000"/>
                </a:solidFill>
              </a:rPr>
              <a:t>수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없는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개념으로 </a:t>
            </a:r>
            <a:r>
              <a:rPr spc="-25" dirty="0">
                <a:solidFill>
                  <a:srgbClr val="000000"/>
                </a:solidFill>
              </a:rPr>
              <a:t>간주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32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7735" cy="20548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3)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집단주의에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대한</a:t>
            </a:r>
            <a:r>
              <a:rPr sz="2000" b="1" spc="30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비판</a:t>
            </a:r>
            <a:endParaRPr sz="2000">
              <a:latin typeface="Malgun Gothic"/>
              <a:cs typeface="Malgun Gothic"/>
            </a:endParaRPr>
          </a:p>
          <a:p>
            <a:pPr marL="300355" marR="5080" indent="-288290">
              <a:lnSpc>
                <a:spcPts val="3200"/>
              </a:lnSpc>
              <a:spcBef>
                <a:spcPts val="229"/>
              </a:spcBef>
              <a:buChar char="-"/>
              <a:tabLst>
                <a:tab pos="301625" algn="l"/>
              </a:tabLst>
            </a:pPr>
            <a:r>
              <a:rPr sz="2000" b="1" dirty="0">
                <a:latin typeface="Malgun Gothic"/>
                <a:cs typeface="Malgun Gothic"/>
              </a:rPr>
              <a:t>자연권적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자원을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동등하게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또는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필요에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따라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재분배하려는 	</a:t>
            </a:r>
            <a:r>
              <a:rPr sz="2000" b="1" dirty="0">
                <a:latin typeface="Malgun Gothic"/>
                <a:cs typeface="Malgun Gothic"/>
              </a:rPr>
              <a:t>집단주의의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시도가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침해</a:t>
            </a:r>
            <a:endParaRPr sz="2000">
              <a:latin typeface="Malgun Gothic"/>
              <a:cs typeface="Malgun Gothic"/>
            </a:endParaRPr>
          </a:p>
          <a:p>
            <a:pPr marL="300355" marR="5080" indent="-288290">
              <a:lnSpc>
                <a:spcPts val="3190"/>
              </a:lnSpc>
              <a:buChar char="-"/>
              <a:tabLst>
                <a:tab pos="301625" algn="l"/>
              </a:tabLst>
            </a:pPr>
            <a:r>
              <a:rPr sz="2000" b="1" dirty="0">
                <a:latin typeface="Malgun Gothic"/>
                <a:cs typeface="Malgun Gothic"/>
              </a:rPr>
              <a:t>경험적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와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진보주의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필요의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충족을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가장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중요한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목표로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간 	</a:t>
            </a:r>
            <a:r>
              <a:rPr sz="2000" b="1" dirty="0">
                <a:latin typeface="Malgun Gothic"/>
                <a:cs typeface="Malgun Gothic"/>
              </a:rPr>
              <a:t>주하는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것을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35" dirty="0">
                <a:latin typeface="Malgun Gothic"/>
                <a:cs typeface="Malgun Gothic"/>
              </a:rPr>
              <a:t>비판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33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7735" cy="520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2.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정책적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spc="-35" dirty="0">
                <a:latin typeface="Malgun Gothic"/>
                <a:cs typeface="Malgun Gothic"/>
              </a:rPr>
              <a:t>함의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384175" indent="-371475">
              <a:lnSpc>
                <a:spcPct val="100000"/>
              </a:lnSpc>
              <a:buAutoNum type="arabicParenR"/>
              <a:tabLst>
                <a:tab pos="384175" algn="l"/>
              </a:tabLst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사적</a:t>
            </a:r>
            <a:r>
              <a:rPr sz="2000" b="1" spc="29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소유권</a:t>
            </a:r>
            <a:endParaRPr sz="2000">
              <a:latin typeface="Malgun Gothic"/>
              <a:cs typeface="Malgun Gothic"/>
            </a:endParaRPr>
          </a:p>
          <a:p>
            <a:pPr marL="297815" lvl="1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자연권적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소유권에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신성한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의미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부여</a:t>
            </a:r>
            <a:endParaRPr sz="2000">
              <a:latin typeface="Malgun Gothic"/>
              <a:cs typeface="Malgun Gothic"/>
            </a:endParaRPr>
          </a:p>
          <a:p>
            <a:pPr marL="297815" lvl="1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마르크스주의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자원의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소유권을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강조</a:t>
            </a:r>
            <a:endParaRPr sz="2000">
              <a:latin typeface="Malgun Gothic"/>
              <a:cs typeface="Malgun Gothic"/>
            </a:endParaRPr>
          </a:p>
          <a:p>
            <a:pPr marL="297815" lvl="1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진보주의자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소유권과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소유권의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실용적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혼합을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주장</a:t>
            </a:r>
            <a:endParaRPr sz="2000">
              <a:latin typeface="Malgun Gothic"/>
              <a:cs typeface="Malgun Gothic"/>
            </a:endParaRPr>
          </a:p>
          <a:p>
            <a:pPr marL="297815" lvl="1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사회민주주의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소유권을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보다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중시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2)</a:t>
            </a:r>
            <a:r>
              <a:rPr sz="2000" b="1" spc="33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조세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자연권적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조세는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정부를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강제로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것</a:t>
            </a:r>
            <a:endParaRPr sz="2000">
              <a:latin typeface="Malgun Gothic"/>
              <a:cs typeface="Malgun Gothic"/>
            </a:endParaRPr>
          </a:p>
          <a:p>
            <a:pPr marL="300355" marR="5080" indent="-288290">
              <a:lnSpc>
                <a:spcPct val="132900"/>
              </a:lnSpc>
              <a:spcBef>
                <a:spcPts val="15"/>
              </a:spcBef>
              <a:buChar char="-"/>
              <a:tabLst>
                <a:tab pos="301625" algn="l"/>
              </a:tabLst>
            </a:pPr>
            <a:r>
              <a:rPr sz="2000" b="1" dirty="0">
                <a:latin typeface="Malgun Gothic"/>
                <a:cs typeface="Malgun Gothic"/>
              </a:rPr>
              <a:t>경험적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자유주의자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공공재의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공급과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빈곤구제를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위한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조세의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필요성 	</a:t>
            </a:r>
            <a:r>
              <a:rPr sz="2000" b="1" dirty="0">
                <a:latin typeface="Malgun Gothic"/>
                <a:cs typeface="Malgun Gothic"/>
              </a:rPr>
              <a:t>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어느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수요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집단주의자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특정한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사회목적을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조세는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전적으로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합법적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진보주의자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조세를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정책목표를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달성하기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하나의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적절한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수단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34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7735" cy="48983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3)</a:t>
            </a:r>
            <a:r>
              <a:rPr sz="2000" b="1" spc="33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재분배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마르크스주의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필요에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따라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집단적으로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배분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자연권적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생산한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자원에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배타적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권리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중시</a:t>
            </a: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경험적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재분배를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전적으로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거부하지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않는다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4)</a:t>
            </a:r>
            <a:r>
              <a:rPr sz="2000" b="1" spc="33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0" dirty="0">
                <a:solidFill>
                  <a:srgbClr val="001AFF"/>
                </a:solidFill>
                <a:latin typeface="Malgun Gothic"/>
                <a:cs typeface="Malgun Gothic"/>
              </a:rPr>
              <a:t>공공생산</a:t>
            </a:r>
            <a:endParaRPr sz="2000">
              <a:latin typeface="Malgun Gothic"/>
              <a:cs typeface="Malgun Gothic"/>
            </a:endParaRPr>
          </a:p>
          <a:p>
            <a:pPr marL="301625" marR="5080" indent="-289560">
              <a:lnSpc>
                <a:spcPct val="132900"/>
              </a:lnSpc>
              <a:spcBef>
                <a:spcPts val="10"/>
              </a:spcBef>
              <a:buChar char="-"/>
              <a:tabLst>
                <a:tab pos="301625" algn="l"/>
                <a:tab pos="306070" algn="l"/>
                <a:tab pos="1457325" algn="l"/>
                <a:tab pos="1676400" algn="l"/>
                <a:tab pos="2320290" algn="l"/>
                <a:tab pos="3216910" algn="l"/>
                <a:tab pos="4113529" algn="l"/>
                <a:tab pos="5337175" algn="l"/>
                <a:tab pos="6741159" algn="l"/>
                <a:tab pos="7383780" algn="l"/>
                <a:tab pos="8280400" algn="l"/>
              </a:tabLst>
            </a:pP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자유주의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85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법과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질서의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유지에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필요하고,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시장기능에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의해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공급될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0" dirty="0">
                <a:latin typeface="Malgun Gothic"/>
                <a:cs typeface="Malgun Gothic"/>
              </a:rPr>
              <a:t>수 </a:t>
            </a:r>
            <a:r>
              <a:rPr sz="2000" b="1" dirty="0">
                <a:latin typeface="Malgun Gothic"/>
                <a:cs typeface="Malgun Gothic"/>
              </a:rPr>
              <a:t>없는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제한적인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공공재를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직접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공급하는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것은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인정</a:t>
            </a:r>
            <a:endParaRPr sz="2000">
              <a:latin typeface="Malgun Gothic"/>
              <a:cs typeface="Malgun Gothic"/>
            </a:endParaRPr>
          </a:p>
          <a:p>
            <a:pPr marL="300355" marR="5080" indent="-288290">
              <a:lnSpc>
                <a:spcPct val="133400"/>
              </a:lnSpc>
              <a:buChar char="-"/>
              <a:tabLst>
                <a:tab pos="301625" algn="l"/>
              </a:tabLst>
            </a:pPr>
            <a:r>
              <a:rPr sz="2000" b="1" dirty="0">
                <a:latin typeface="Malgun Gothic"/>
                <a:cs typeface="Malgun Gothic"/>
              </a:rPr>
              <a:t>마르크스주의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모든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기본적인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재화와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용역을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구가가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생산하여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개인의 	</a:t>
            </a:r>
            <a:r>
              <a:rPr sz="2000" b="1" dirty="0">
                <a:latin typeface="Malgun Gothic"/>
                <a:cs typeface="Malgun Gothic"/>
              </a:rPr>
              <a:t>필요에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따라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35" dirty="0">
                <a:latin typeface="Malgun Gothic"/>
                <a:cs typeface="Malgun Gothic"/>
              </a:rPr>
              <a:t>분배</a:t>
            </a:r>
            <a:endParaRPr sz="2000">
              <a:latin typeface="Malgun Gothic"/>
              <a:cs typeface="Malgun Gothic"/>
            </a:endParaRPr>
          </a:p>
          <a:p>
            <a:pPr marL="300355" marR="5080" indent="-288290">
              <a:lnSpc>
                <a:spcPts val="3200"/>
              </a:lnSpc>
              <a:spcBef>
                <a:spcPts val="95"/>
              </a:spcBef>
              <a:buChar char="-"/>
              <a:tabLst>
                <a:tab pos="301625" algn="l"/>
              </a:tabLst>
            </a:pPr>
            <a:r>
              <a:rPr sz="2000" b="1" dirty="0">
                <a:latin typeface="Malgun Gothic"/>
                <a:cs typeface="Malgun Gothic"/>
              </a:rPr>
              <a:t>진보주의자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공공생산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시장생산의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문제와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분배의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문제는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효율성과 	</a:t>
            </a:r>
            <a:r>
              <a:rPr sz="2000" b="1" dirty="0">
                <a:latin typeface="Malgun Gothic"/>
                <a:cs typeface="Malgun Gothic"/>
              </a:rPr>
              <a:t>실용성의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관점에서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판단할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사안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35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305" dirty="0"/>
              <a:t> </a:t>
            </a:r>
            <a:r>
              <a:rPr dirty="0"/>
              <a:t>복지국가에</a:t>
            </a:r>
            <a:r>
              <a:rPr spc="310" dirty="0"/>
              <a:t> </a:t>
            </a:r>
            <a:r>
              <a:rPr dirty="0"/>
              <a:t>대한</a:t>
            </a:r>
            <a:r>
              <a:rPr spc="310" dirty="0"/>
              <a:t> </a:t>
            </a:r>
            <a:r>
              <a:rPr spc="-25" dirty="0"/>
              <a:t>입장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143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384175" algn="l"/>
              </a:tabLst>
            </a:pPr>
            <a:r>
              <a:rPr spc="-20" dirty="0"/>
              <a:t>자유주의</a:t>
            </a:r>
          </a:p>
          <a:p>
            <a:pPr marL="300355" marR="5715" lvl="1" indent="-288290">
              <a:lnSpc>
                <a:spcPct val="133400"/>
              </a:lnSpc>
              <a:spcBef>
                <a:spcPts val="3190"/>
              </a:spcBef>
              <a:buChar char="-"/>
              <a:tabLst>
                <a:tab pos="301625" algn="l"/>
              </a:tabLst>
            </a:pPr>
            <a:r>
              <a:rPr sz="2000" b="1" dirty="0">
                <a:latin typeface="Malgun Gothic"/>
                <a:cs typeface="Malgun Gothic"/>
              </a:rPr>
              <a:t>자연권적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자유주의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어떠한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복지국가도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개인의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침해하고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비논 	</a:t>
            </a:r>
            <a:r>
              <a:rPr sz="2000" b="1" dirty="0">
                <a:latin typeface="Malgun Gothic"/>
                <a:cs typeface="Malgun Gothic"/>
              </a:rPr>
              <a:t>리적으로</a:t>
            </a:r>
            <a:r>
              <a:rPr sz="2000" b="1" spc="2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평등을</a:t>
            </a:r>
            <a:r>
              <a:rPr sz="2000" b="1" spc="2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추구하므로</a:t>
            </a:r>
            <a:r>
              <a:rPr sz="2000" b="1" spc="2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일종의</a:t>
            </a:r>
            <a:r>
              <a:rPr sz="2000" b="1" spc="21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저주(anathema)로</a:t>
            </a:r>
            <a:r>
              <a:rPr sz="2000" b="1" spc="21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간주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97815" lvl="1" indent="-285115">
              <a:lnSpc>
                <a:spcPct val="100000"/>
              </a:lnSpc>
              <a:spcBef>
                <a:spcPts val="5"/>
              </a:spcBef>
              <a:buChar char="-"/>
              <a:tabLst>
                <a:tab pos="297815" algn="l"/>
              </a:tabLst>
            </a:pPr>
            <a:r>
              <a:rPr sz="2000" b="1" dirty="0">
                <a:latin typeface="Malgun Gothic"/>
                <a:cs typeface="Malgun Gothic"/>
              </a:rPr>
              <a:t>경험적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자유주의</a:t>
            </a:r>
            <a:endParaRPr sz="2000">
              <a:latin typeface="Malgun Gothic"/>
              <a:cs typeface="Malgun Gothic"/>
            </a:endParaRPr>
          </a:p>
          <a:p>
            <a:pPr marL="519430" marR="5080" indent="-252729">
              <a:lnSpc>
                <a:spcPct val="133400"/>
              </a:lnSpc>
              <a:tabLst>
                <a:tab pos="1718945" algn="l"/>
                <a:tab pos="3423920" algn="l"/>
                <a:tab pos="4369435" algn="l"/>
                <a:tab pos="5060315" algn="l"/>
                <a:tab pos="6005830" algn="l"/>
              </a:tabLst>
            </a:pPr>
            <a:r>
              <a:rPr b="0" spc="180" dirty="0">
                <a:solidFill>
                  <a:srgbClr val="000000"/>
                </a:solidFill>
                <a:latin typeface="MS PGothic"/>
                <a:cs typeface="MS PGothic"/>
              </a:rPr>
              <a:t>▸</a:t>
            </a:r>
            <a:r>
              <a:rPr spc="180" dirty="0">
                <a:solidFill>
                  <a:srgbClr val="000000"/>
                </a:solidFill>
              </a:rPr>
              <a:t>적극적인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10" dirty="0">
                <a:solidFill>
                  <a:srgbClr val="000000"/>
                </a:solidFill>
              </a:rPr>
              <a:t>소득재분배를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목표로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하는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제도적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0" dirty="0">
                <a:solidFill>
                  <a:srgbClr val="000000"/>
                </a:solidFill>
              </a:rPr>
              <a:t>복지국가(institutional </a:t>
            </a:r>
            <a:r>
              <a:rPr dirty="0">
                <a:solidFill>
                  <a:srgbClr val="000000"/>
                </a:solidFill>
              </a:rPr>
              <a:t>welfare</a:t>
            </a:r>
            <a:r>
              <a:rPr spc="3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state)와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잔여적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복지국가(residual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welfare</a:t>
            </a:r>
            <a:r>
              <a:rPr spc="3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state)로</a:t>
            </a:r>
            <a:r>
              <a:rPr spc="38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구분</a:t>
            </a:r>
          </a:p>
          <a:p>
            <a:pPr marL="266700">
              <a:lnSpc>
                <a:spcPct val="100000"/>
              </a:lnSpc>
              <a:spcBef>
                <a:spcPts val="790"/>
              </a:spcBef>
            </a:pPr>
            <a:r>
              <a:rPr b="0" spc="245" dirty="0">
                <a:solidFill>
                  <a:srgbClr val="000000"/>
                </a:solidFill>
                <a:latin typeface="MS PGothic"/>
                <a:cs typeface="MS PGothic"/>
              </a:rPr>
              <a:t>▸</a:t>
            </a:r>
            <a:r>
              <a:rPr spc="245" dirty="0">
                <a:solidFill>
                  <a:srgbClr val="000000"/>
                </a:solidFill>
              </a:rPr>
              <a:t>제도적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복지국가는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모든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자유주의자들이</a:t>
            </a:r>
            <a:r>
              <a:rPr spc="2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강력히</a:t>
            </a:r>
            <a:r>
              <a:rPr spc="28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반대</a:t>
            </a: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b="0" spc="245" dirty="0">
                <a:solidFill>
                  <a:srgbClr val="000000"/>
                </a:solidFill>
                <a:latin typeface="MS PGothic"/>
                <a:cs typeface="MS PGothic"/>
              </a:rPr>
              <a:t>▸</a:t>
            </a:r>
            <a:r>
              <a:rPr spc="245" dirty="0">
                <a:solidFill>
                  <a:srgbClr val="000000"/>
                </a:solidFill>
              </a:rPr>
              <a:t>잔여적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복지국가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선호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36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4798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2)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진보주의와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사회민주주의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135" dirty="0">
                <a:solidFill>
                  <a:srgbClr val="001AFF"/>
                </a:solidFill>
                <a:latin typeface="Malgun Gothic"/>
                <a:cs typeface="Malgun Gothic"/>
              </a:rPr>
              <a:t>:</a:t>
            </a:r>
            <a:r>
              <a:rPr sz="2000" b="1" spc="29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명백하게</a:t>
            </a:r>
            <a:r>
              <a:rPr sz="2000" b="1" spc="285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1AFF"/>
                </a:solidFill>
                <a:latin typeface="Malgun Gothic"/>
                <a:cs typeface="Malgun Gothic"/>
              </a:rPr>
              <a:t>복지국가를</a:t>
            </a:r>
            <a:r>
              <a:rPr sz="2000" b="1" spc="290" dirty="0">
                <a:solidFill>
                  <a:srgbClr val="001A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1AFF"/>
                </a:solidFill>
                <a:latin typeface="Malgun Gothic"/>
                <a:cs typeface="Malgun Gothic"/>
              </a:rPr>
              <a:t>지향</a:t>
            </a:r>
            <a:endParaRPr sz="2000">
              <a:latin typeface="Malgun Gothic"/>
              <a:cs typeface="Malgun Gothic"/>
            </a:endParaRPr>
          </a:p>
          <a:p>
            <a:pPr marL="320040" marR="6350" indent="-307975" algn="just">
              <a:lnSpc>
                <a:spcPct val="133400"/>
              </a:lnSpc>
              <a:spcBef>
                <a:spcPts val="3190"/>
              </a:spcBef>
              <a:buChar char="-"/>
              <a:tabLst>
                <a:tab pos="321310" algn="l"/>
              </a:tabLst>
            </a:pPr>
            <a:r>
              <a:rPr sz="2000" b="1" dirty="0">
                <a:latin typeface="Malgun Gothic"/>
                <a:cs typeface="Malgun Gothic"/>
              </a:rPr>
              <a:t>Beveridge(1944)</a:t>
            </a:r>
            <a:r>
              <a:rPr sz="2000" b="1" spc="-80" dirty="0">
                <a:latin typeface="Malgun Gothic"/>
                <a:cs typeface="Malgun Gothic"/>
              </a:rPr>
              <a:t> 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-7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다섯</a:t>
            </a:r>
            <a:r>
              <a:rPr sz="2000" b="1" spc="-8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가지의</a:t>
            </a:r>
            <a:r>
              <a:rPr sz="2000" b="1" spc="-8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거대한</a:t>
            </a:r>
            <a:r>
              <a:rPr sz="2000" b="1" spc="-8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사회악(빈곤,</a:t>
            </a:r>
            <a:r>
              <a:rPr sz="2000" b="1" spc="-85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질병,</a:t>
            </a:r>
            <a:r>
              <a:rPr sz="2000" b="1" spc="-80" dirty="0">
                <a:latin typeface="Malgun Gothic"/>
                <a:cs typeface="Malgun Gothic"/>
              </a:rPr>
              <a:t>  </a:t>
            </a:r>
            <a:r>
              <a:rPr sz="2000" b="1" dirty="0">
                <a:latin typeface="Malgun Gothic"/>
                <a:cs typeface="Malgun Gothic"/>
              </a:rPr>
              <a:t>무지,</a:t>
            </a:r>
            <a:r>
              <a:rPr sz="2000" b="1" spc="-85" dirty="0">
                <a:latin typeface="Malgun Gothic"/>
                <a:cs typeface="Malgun Gothic"/>
              </a:rPr>
              <a:t>  </a:t>
            </a:r>
            <a:r>
              <a:rPr sz="2000" b="1" spc="-50" dirty="0">
                <a:latin typeface="Malgun Gothic"/>
                <a:cs typeface="Malgun Gothic"/>
              </a:rPr>
              <a:t>불 	</a:t>
            </a:r>
            <a:r>
              <a:rPr sz="2000" b="1" dirty="0">
                <a:latin typeface="Malgun Gothic"/>
                <a:cs typeface="Malgun Gothic"/>
              </a:rPr>
              <a:t>결,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나태)을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예방하기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위해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국가의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힘은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불가피</a:t>
            </a:r>
            <a:endParaRPr sz="2000">
              <a:latin typeface="Malgun Gothic"/>
              <a:cs typeface="Malgun Gothic"/>
            </a:endParaRPr>
          </a:p>
          <a:p>
            <a:pPr marL="312420" marR="5080" indent="-300355" algn="just">
              <a:lnSpc>
                <a:spcPct val="133300"/>
              </a:lnSpc>
              <a:spcBef>
                <a:spcPts val="3195"/>
              </a:spcBef>
              <a:buChar char="-"/>
              <a:tabLst>
                <a:tab pos="321310" algn="l"/>
              </a:tabLst>
            </a:pPr>
            <a:r>
              <a:rPr sz="2000" b="1" dirty="0">
                <a:latin typeface="Malgun Gothic"/>
                <a:cs typeface="Malgun Gothic"/>
              </a:rPr>
              <a:t>Robson(1976)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spc="135" dirty="0">
                <a:latin typeface="Malgun Gothic"/>
                <a:cs typeface="Malgun Gothic"/>
              </a:rPr>
              <a:t>: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"진보주의는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...해방(emancipation)을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추구하며,</a:t>
            </a:r>
            <a:r>
              <a:rPr sz="2000" b="1" spc="34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역사 	</a:t>
            </a:r>
            <a:r>
              <a:rPr sz="2000" b="1" dirty="0">
                <a:latin typeface="Malgun Gothic"/>
                <a:cs typeface="Malgun Gothic"/>
              </a:rPr>
              <a:t>적으로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자유를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위해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투쟁한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사회적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전통의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계승자이다.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그들은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인류의 	</a:t>
            </a:r>
            <a:r>
              <a:rPr sz="2000" b="1" dirty="0">
                <a:latin typeface="Malgun Gothic"/>
                <a:cs typeface="Malgun Gothic"/>
              </a:rPr>
              <a:t>발전을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저해하는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정부와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법률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또는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사회체제에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대항하여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극렬하게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투 	</a:t>
            </a:r>
            <a:r>
              <a:rPr sz="2000" b="1" dirty="0">
                <a:latin typeface="Malgun Gothic"/>
                <a:cs typeface="Malgun Gothic"/>
              </a:rPr>
              <a:t>쟁해</a:t>
            </a:r>
            <a:r>
              <a:rPr sz="2000" b="1" spc="43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왔다.</a:t>
            </a:r>
            <a:r>
              <a:rPr sz="2000" b="1" spc="440" dirty="0">
                <a:latin typeface="Malgun Gothic"/>
                <a:cs typeface="Malgun Gothic"/>
              </a:rPr>
              <a:t> </a:t>
            </a:r>
            <a:r>
              <a:rPr sz="2000" b="1" spc="55" dirty="0">
                <a:latin typeface="Malgun Gothic"/>
                <a:cs typeface="Malgun Gothic"/>
              </a:rPr>
              <a:t>...</a:t>
            </a:r>
            <a:r>
              <a:rPr sz="2000" b="1" spc="44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그리고</a:t>
            </a:r>
            <a:r>
              <a:rPr sz="2000" b="1" spc="43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사회주의자는</a:t>
            </a:r>
            <a:r>
              <a:rPr sz="2000" b="1" spc="44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사회연대</a:t>
            </a:r>
            <a:r>
              <a:rPr sz="2000" b="1" spc="43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그리고</a:t>
            </a:r>
            <a:r>
              <a:rPr sz="2000" b="1" spc="44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약자를</a:t>
            </a:r>
            <a:r>
              <a:rPr sz="2000" b="1" spc="43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위한</a:t>
            </a:r>
            <a:r>
              <a:rPr sz="2000" b="1" spc="44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강 	</a:t>
            </a:r>
            <a:r>
              <a:rPr sz="2000" b="1" dirty="0">
                <a:latin typeface="Malgun Gothic"/>
                <a:cs typeface="Malgun Gothic"/>
              </a:rPr>
              <a:t>자들의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책임과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의무를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적극적으로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지지하고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있다.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...이러한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분석의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기 	</a:t>
            </a:r>
            <a:r>
              <a:rPr sz="2000" b="1" dirty="0">
                <a:latin typeface="Malgun Gothic"/>
                <a:cs typeface="Malgun Gothic"/>
              </a:rPr>
              <a:t>반위에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진보주의와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사회주의의</a:t>
            </a:r>
            <a:r>
              <a:rPr sz="2000" b="1" spc="4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아이디어는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충돌하기보다는</a:t>
            </a:r>
            <a:r>
              <a:rPr sz="2000" b="1" spc="3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오히려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spc="-50" dirty="0">
                <a:latin typeface="Malgun Gothic"/>
                <a:cs typeface="Malgun Gothic"/>
              </a:rPr>
              <a:t>보 	</a:t>
            </a:r>
            <a:r>
              <a:rPr sz="2000" b="1" dirty="0">
                <a:latin typeface="Malgun Gothic"/>
                <a:cs typeface="Malgun Gothic"/>
              </a:rPr>
              <a:t>완적인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것으로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보인다.“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37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3)</a:t>
            </a:r>
            <a:r>
              <a:rPr spc="335" dirty="0"/>
              <a:t> </a:t>
            </a:r>
            <a:r>
              <a:rPr spc="-10" dirty="0"/>
              <a:t>마르크스주의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8549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" algn="l"/>
                <a:tab pos="1723389" algn="l"/>
                <a:tab pos="2371725" algn="l"/>
                <a:tab pos="3528695" algn="l"/>
                <a:tab pos="4684395" algn="l"/>
                <a:tab pos="5587365" algn="l"/>
                <a:tab pos="6870700" algn="l"/>
                <a:tab pos="7773034" algn="l"/>
              </a:tabLst>
            </a:pPr>
            <a:r>
              <a:rPr sz="2000" b="1" spc="370" dirty="0">
                <a:latin typeface="Malgun Gothic"/>
                <a:cs typeface="Malgun Gothic"/>
              </a:rPr>
              <a:t>-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복지국가는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단지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자본가가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0" dirty="0">
                <a:latin typeface="Malgun Gothic"/>
                <a:cs typeface="Malgun Gothic"/>
              </a:rPr>
              <a:t>사용하는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억압의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" dirty="0">
                <a:latin typeface="Malgun Gothic"/>
                <a:cs typeface="Malgun Gothic"/>
              </a:rPr>
              <a:t>도구인가?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아니면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25" dirty="0">
                <a:latin typeface="Malgun Gothic"/>
                <a:cs typeface="Malgun Gothic"/>
              </a:rPr>
              <a:t>노동자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7586" y="2476144"/>
          <a:ext cx="8662035" cy="2689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7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R="55244" algn="r">
                        <a:lnSpc>
                          <a:spcPts val="2120"/>
                        </a:lnSpc>
                      </a:pPr>
                      <a:r>
                        <a:rPr sz="2000" b="1" spc="-25" dirty="0">
                          <a:latin typeface="Malgun Gothic"/>
                          <a:cs typeface="Malgun Gothic"/>
                        </a:rPr>
                        <a:t>계급의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2120"/>
                        </a:lnSpc>
                      </a:pPr>
                      <a:r>
                        <a:rPr sz="2000" b="1" spc="-25" dirty="0">
                          <a:latin typeface="Malgun Gothic"/>
                          <a:cs typeface="Malgun Gothic"/>
                        </a:rPr>
                        <a:t>압력에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120"/>
                        </a:lnSpc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의해</a:t>
                      </a:r>
                      <a:r>
                        <a:rPr sz="2000" b="1" spc="2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점진적으로</a:t>
                      </a:r>
                      <a:r>
                        <a:rPr sz="2000" b="1" spc="2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탄생한</a:t>
                      </a:r>
                      <a:r>
                        <a:rPr sz="2000" b="1" spc="2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10" dirty="0">
                          <a:latin typeface="Malgun Gothic"/>
                          <a:cs typeface="Malgun Gothic"/>
                        </a:rPr>
                        <a:t>제도인가?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7930"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1915"/>
                        </a:spcBef>
                      </a:pPr>
                      <a:r>
                        <a:rPr sz="2000" b="1" spc="42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2000" b="1" spc="3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25" dirty="0">
                          <a:latin typeface="Malgun Gothic"/>
                          <a:cs typeface="Malgun Gothic"/>
                        </a:rPr>
                        <a:t>전자의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3205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1915"/>
                        </a:spcBef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견해</a:t>
                      </a:r>
                      <a:r>
                        <a:rPr sz="2000" b="1" spc="3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75" dirty="0">
                          <a:latin typeface="Malgun Gothic"/>
                          <a:cs typeface="Malgun Gothic"/>
                        </a:rPr>
                        <a:t>: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3205" marB="0"/>
                </a:tc>
                <a:tc>
                  <a:txBody>
                    <a:bodyPr/>
                    <a:lstStyle/>
                    <a:p>
                      <a:pPr marL="46990" marR="24130">
                        <a:lnSpc>
                          <a:spcPct val="133400"/>
                        </a:lnSpc>
                        <a:spcBef>
                          <a:spcPts val="1110"/>
                        </a:spcBef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복지국가는</a:t>
                      </a:r>
                      <a:r>
                        <a:rPr sz="2000" b="1" spc="2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기껏해야</a:t>
                      </a:r>
                      <a:r>
                        <a:rPr sz="2000" b="1" spc="3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지배계급에</a:t>
                      </a:r>
                      <a:r>
                        <a:rPr sz="2000" b="1" spc="3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의해서</a:t>
                      </a:r>
                      <a:r>
                        <a:rPr sz="2000" b="1" spc="3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제공되는</a:t>
                      </a:r>
                      <a:r>
                        <a:rPr sz="2000" b="1" spc="3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25" dirty="0">
                          <a:latin typeface="Malgun Gothic"/>
                          <a:cs typeface="Malgun Gothic"/>
                        </a:rPr>
                        <a:t>일종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부적절한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보상금에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25" dirty="0">
                          <a:latin typeface="Malgun Gothic"/>
                          <a:cs typeface="Malgun Gothic"/>
                        </a:rPr>
                        <a:t>불과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165"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1915"/>
                        </a:spcBef>
                      </a:pPr>
                      <a:r>
                        <a:rPr sz="2000" b="1" spc="42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2000" b="1" spc="3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25" dirty="0">
                          <a:latin typeface="Malgun Gothic"/>
                          <a:cs typeface="Malgun Gothic"/>
                        </a:rPr>
                        <a:t>후자의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3205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1915"/>
                        </a:spcBef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견해</a:t>
                      </a:r>
                      <a:r>
                        <a:rPr sz="2000" b="1" spc="3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75" dirty="0">
                          <a:latin typeface="Malgun Gothic"/>
                          <a:cs typeface="Malgun Gothic"/>
                        </a:rPr>
                        <a:t>: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3205" marB="0"/>
                </a:tc>
                <a:tc>
                  <a:txBody>
                    <a:bodyPr/>
                    <a:lstStyle/>
                    <a:p>
                      <a:pPr marL="46990" marR="24130">
                        <a:lnSpc>
                          <a:spcPts val="3200"/>
                        </a:lnSpc>
                        <a:spcBef>
                          <a:spcPts val="1155"/>
                        </a:spcBef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복지국가는</a:t>
                      </a:r>
                      <a:r>
                        <a:rPr sz="2000" b="1" spc="3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공히</a:t>
                      </a:r>
                      <a:r>
                        <a:rPr sz="2000" b="1" spc="3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노동자계급과</a:t>
                      </a:r>
                      <a:r>
                        <a:rPr sz="2000" b="1" spc="3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자본가계급의</a:t>
                      </a:r>
                      <a:r>
                        <a:rPr sz="2000" b="1" spc="3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이익에</a:t>
                      </a:r>
                      <a:r>
                        <a:rPr sz="2000" b="1" spc="3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60" dirty="0">
                          <a:latin typeface="Malgun Gothic"/>
                          <a:cs typeface="Malgun Gothic"/>
                        </a:rPr>
                        <a:t>기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여하는</a:t>
                      </a:r>
                      <a:r>
                        <a:rPr sz="2000" b="1" spc="2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25" dirty="0">
                          <a:latin typeface="Malgun Gothic"/>
                          <a:cs typeface="Malgun Gothic"/>
                        </a:rPr>
                        <a:t>제도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466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3948" y="5922501"/>
            <a:ext cx="4211320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sz="1000" dirty="0">
                <a:latin typeface="Malgun Gothic"/>
                <a:cs typeface="Malgun Gothic"/>
              </a:rPr>
              <a:t>주:</a:t>
            </a:r>
            <a:r>
              <a:rPr sz="1000" spc="12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2022년</a:t>
            </a:r>
            <a:r>
              <a:rPr sz="1000" spc="110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국민부담률(32개</a:t>
            </a:r>
            <a:r>
              <a:rPr sz="1000" spc="12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국가),</a:t>
            </a:r>
            <a:r>
              <a:rPr sz="1000" spc="120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공공사회복지지출(24개</a:t>
            </a:r>
            <a:r>
              <a:rPr sz="1000" spc="11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국가)</a:t>
            </a:r>
            <a:r>
              <a:rPr sz="1000" spc="120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평균임. </a:t>
            </a:r>
            <a:r>
              <a:rPr sz="1000" dirty="0">
                <a:latin typeface="Malgun Gothic"/>
                <a:cs typeface="Malgun Gothic"/>
              </a:rPr>
              <a:t>자료:</a:t>
            </a:r>
            <a:r>
              <a:rPr sz="1000" spc="305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OECD</a:t>
            </a:r>
            <a:r>
              <a:rPr sz="1000" spc="31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Data</a:t>
            </a:r>
            <a:r>
              <a:rPr sz="1000" spc="295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Explorer에서</a:t>
            </a:r>
            <a:r>
              <a:rPr sz="1000" spc="305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2024.5.26.</a:t>
            </a:r>
            <a:r>
              <a:rPr sz="1000" spc="310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추출.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43202" y="1216501"/>
            <a:ext cx="499491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Malgun Gothic"/>
                <a:cs typeface="Malgun Gothic"/>
              </a:rPr>
              <a:t>&lt;그림</a:t>
            </a:r>
            <a:r>
              <a:rPr sz="1600" b="1" spc="9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1&gt;</a:t>
            </a:r>
            <a:r>
              <a:rPr sz="1600" b="1" spc="9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총조세부담률과</a:t>
            </a:r>
            <a:r>
              <a:rPr sz="1600" b="1" spc="10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공공사회복지지출(2022년)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9091" y="1574447"/>
            <a:ext cx="1117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Malgun Gothic"/>
                <a:cs typeface="Malgun Gothic"/>
              </a:rPr>
              <a:t>(단위:</a:t>
            </a:r>
            <a:r>
              <a:rPr sz="900" spc="20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GDP</a:t>
            </a:r>
            <a:r>
              <a:rPr sz="900" spc="204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대비</a:t>
            </a:r>
            <a:r>
              <a:rPr sz="900" spc="20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%)</a:t>
            </a:r>
            <a:endParaRPr sz="90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9013" y="1798878"/>
            <a:ext cx="6864197" cy="40973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38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39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427430" y="5064954"/>
            <a:ext cx="7661275" cy="83883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000" dirty="0">
                <a:latin typeface="Malgun Gothic"/>
                <a:cs typeface="Malgun Gothic"/>
              </a:rPr>
              <a:t>주</a:t>
            </a:r>
            <a:r>
              <a:rPr sz="1000" spc="295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1:</a:t>
            </a:r>
            <a:r>
              <a:rPr sz="1000" spc="280" dirty="0">
                <a:latin typeface="Malgun Gothic"/>
                <a:cs typeface="Malgun Gothic"/>
              </a:rPr>
              <a:t> </a:t>
            </a:r>
            <a:r>
              <a:rPr sz="1000" spc="-55" dirty="0">
                <a:latin typeface="Malgun Gothic"/>
                <a:cs typeface="Malgun Gothic"/>
              </a:rPr>
              <a:t>시장소득=근로소득+사업소득+재산소득+사적이전소득-</a:t>
            </a:r>
            <a:r>
              <a:rPr sz="1000" spc="-10" dirty="0">
                <a:latin typeface="Malgun Gothic"/>
                <a:cs typeface="Malgun Gothic"/>
              </a:rPr>
              <a:t>사적이전지출.</a:t>
            </a:r>
            <a:endParaRPr sz="1000">
              <a:latin typeface="Malgun Gothic"/>
              <a:cs typeface="Malgun Gothic"/>
            </a:endParaRPr>
          </a:p>
          <a:p>
            <a:pPr marL="202565">
              <a:lnSpc>
                <a:spcPct val="100000"/>
              </a:lnSpc>
              <a:spcBef>
                <a:spcPts val="409"/>
              </a:spcBef>
            </a:pPr>
            <a:r>
              <a:rPr sz="1000" dirty="0">
                <a:latin typeface="Malgun Gothic"/>
                <a:cs typeface="Malgun Gothic"/>
              </a:rPr>
              <a:t>2:</a:t>
            </a:r>
            <a:r>
              <a:rPr sz="1000" spc="75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공적</a:t>
            </a:r>
            <a:r>
              <a:rPr sz="1000" spc="90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이전소득은</a:t>
            </a:r>
            <a:r>
              <a:rPr sz="1000" spc="9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공적연금,</a:t>
            </a:r>
            <a:r>
              <a:rPr sz="1000" spc="8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기초연금,</a:t>
            </a:r>
            <a:r>
              <a:rPr sz="1000" spc="75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양육수당,</a:t>
            </a:r>
            <a:r>
              <a:rPr sz="1000" spc="9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장애수당,</a:t>
            </a:r>
            <a:r>
              <a:rPr sz="1000" spc="80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기초생활보장지원금,</a:t>
            </a:r>
            <a:r>
              <a:rPr sz="1000" spc="8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근로장려금,</a:t>
            </a:r>
            <a:r>
              <a:rPr sz="1000" spc="8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자녀장려금</a:t>
            </a:r>
            <a:r>
              <a:rPr sz="1000" spc="8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등</a:t>
            </a:r>
            <a:r>
              <a:rPr sz="1000" spc="9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정부의</a:t>
            </a:r>
            <a:r>
              <a:rPr sz="1000" spc="90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사회수혜금.</a:t>
            </a:r>
            <a:endParaRPr sz="1000">
              <a:latin typeface="Malgun Gothic"/>
              <a:cs typeface="Malgun Gothic"/>
            </a:endParaRPr>
          </a:p>
          <a:p>
            <a:pPr marL="202565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Malgun Gothic"/>
                <a:cs typeface="Malgun Gothic"/>
              </a:rPr>
              <a:t>3:</a:t>
            </a:r>
            <a:r>
              <a:rPr sz="1000" spc="165" dirty="0">
                <a:latin typeface="Malgun Gothic"/>
                <a:cs typeface="Malgun Gothic"/>
              </a:rPr>
              <a:t> </a:t>
            </a:r>
            <a:r>
              <a:rPr sz="1000" spc="-40" dirty="0">
                <a:latin typeface="Malgun Gothic"/>
                <a:cs typeface="Malgun Gothic"/>
              </a:rPr>
              <a:t>처분가능소득=시장소득-</a:t>
            </a:r>
            <a:r>
              <a:rPr sz="1000" spc="-30" dirty="0">
                <a:latin typeface="Malgun Gothic"/>
                <a:cs typeface="Malgun Gothic"/>
              </a:rPr>
              <a:t>세금+공적</a:t>
            </a:r>
            <a:r>
              <a:rPr sz="1000" spc="180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이전소득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Malgun Gothic"/>
                <a:cs typeface="Malgun Gothic"/>
              </a:rPr>
              <a:t>자료</a:t>
            </a:r>
            <a:r>
              <a:rPr sz="1000" spc="114" dirty="0">
                <a:latin typeface="Malgun Gothic"/>
                <a:cs typeface="Malgun Gothic"/>
              </a:rPr>
              <a:t>: </a:t>
            </a:r>
            <a:r>
              <a:rPr sz="1000" dirty="0">
                <a:latin typeface="Malgun Gothic"/>
                <a:cs typeface="Malgun Gothic"/>
              </a:rPr>
              <a:t>OECD</a:t>
            </a:r>
            <a:r>
              <a:rPr sz="1000" spc="235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Income</a:t>
            </a:r>
            <a:r>
              <a:rPr sz="1000" spc="24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distribution</a:t>
            </a:r>
            <a:r>
              <a:rPr sz="1000" spc="229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database</a:t>
            </a:r>
            <a:r>
              <a:rPr sz="1000" spc="125" dirty="0">
                <a:latin typeface="Malgun Gothic"/>
                <a:cs typeface="Malgun Gothic"/>
              </a:rPr>
              <a:t>. </a:t>
            </a:r>
            <a:r>
              <a:rPr sz="1000" dirty="0">
                <a:latin typeface="Malgun Gothic"/>
                <a:cs typeface="Malgun Gothic"/>
              </a:rPr>
              <a:t>통계청</a:t>
            </a:r>
            <a:r>
              <a:rPr sz="1000" spc="50" dirty="0">
                <a:latin typeface="Malgun Gothic"/>
                <a:cs typeface="Malgun Gothic"/>
              </a:rPr>
              <a:t>, 「</a:t>
            </a:r>
            <a:r>
              <a:rPr sz="1000" spc="-30" dirty="0">
                <a:latin typeface="Malgun Gothic"/>
                <a:cs typeface="Malgun Gothic"/>
              </a:rPr>
              <a:t>가계·금융복지조사</a:t>
            </a:r>
            <a:r>
              <a:rPr sz="1000" spc="-85" dirty="0">
                <a:latin typeface="Malgun Gothic"/>
                <a:cs typeface="Malgun Gothic"/>
              </a:rPr>
              <a:t>」</a:t>
            </a:r>
            <a:r>
              <a:rPr sz="1000" dirty="0">
                <a:latin typeface="Malgun Gothic"/>
                <a:cs typeface="Malgun Gothic"/>
              </a:rPr>
              <a:t>를</a:t>
            </a:r>
            <a:r>
              <a:rPr sz="1000" spc="25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이용하여</a:t>
            </a:r>
            <a:r>
              <a:rPr sz="1000" spc="240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산출.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61371" y="1216501"/>
            <a:ext cx="435800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Malgun Gothic"/>
                <a:cs typeface="Malgun Gothic"/>
              </a:rPr>
              <a:t>&lt;표</a:t>
            </a:r>
            <a:r>
              <a:rPr sz="1600" b="1" spc="16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1&gt;</a:t>
            </a:r>
            <a:r>
              <a:rPr sz="1600" b="1" spc="16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조세</a:t>
            </a:r>
            <a:r>
              <a:rPr sz="1600" b="1" spc="17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및</a:t>
            </a:r>
            <a:r>
              <a:rPr sz="1600" b="1" spc="17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공적</a:t>
            </a:r>
            <a:r>
              <a:rPr sz="1600" b="1" spc="17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이전소득의</a:t>
            </a:r>
            <a:r>
              <a:rPr sz="1600" b="1" spc="17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재분배</a:t>
            </a:r>
            <a:r>
              <a:rPr sz="1600" b="1" spc="170" dirty="0">
                <a:latin typeface="Malgun Gothic"/>
                <a:cs typeface="Malgun Gothic"/>
              </a:rPr>
              <a:t> </a:t>
            </a:r>
            <a:r>
              <a:rPr sz="1600" b="1" spc="-25" dirty="0">
                <a:latin typeface="Malgun Gothic"/>
                <a:cs typeface="Malgun Gothic"/>
              </a:rPr>
              <a:t>효과</a:t>
            </a:r>
            <a:endParaRPr sz="160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58112" y="1603146"/>
          <a:ext cx="7640955" cy="3287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시장소득</a:t>
                      </a:r>
                      <a:r>
                        <a:rPr sz="14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latin typeface="Malgun Gothic"/>
                          <a:cs typeface="Malgun Gothic"/>
                        </a:rPr>
                        <a:t>지니계수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ts val="1650"/>
                        </a:lnSpc>
                        <a:spcBef>
                          <a:spcPts val="550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(a)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처분가능소득</a:t>
                      </a:r>
                      <a:r>
                        <a:rPr sz="1400" spc="-20" dirty="0">
                          <a:latin typeface="Malgun Gothic"/>
                          <a:cs typeface="Malgun Gothic"/>
                        </a:rPr>
                        <a:t> 지니계수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635" algn="ctr">
                        <a:lnSpc>
                          <a:spcPts val="1650"/>
                        </a:lnSpc>
                        <a:spcBef>
                          <a:spcPts val="550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(b)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불평등개선효과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ts val="1650"/>
                        </a:lnSpc>
                        <a:spcBef>
                          <a:spcPts val="550"/>
                        </a:spcBef>
                      </a:pPr>
                      <a:r>
                        <a:rPr sz="1400" spc="90" dirty="0">
                          <a:latin typeface="Malgun Gothic"/>
                          <a:cs typeface="Malgun Gothic"/>
                        </a:rPr>
                        <a:t>(a-</a:t>
                      </a:r>
                      <a:r>
                        <a:rPr sz="1400" spc="50" dirty="0">
                          <a:latin typeface="Malgun Gothic"/>
                          <a:cs typeface="Malgun Gothic"/>
                        </a:rPr>
                        <a:t>b)/a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한국(2021년)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0.405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0.333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17.8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한국(2020년)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0.405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0.331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2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18.3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OECD(2020년)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0" dirty="0">
                          <a:solidFill>
                            <a:srgbClr val="BF0000"/>
                          </a:solidFill>
                          <a:latin typeface="Arial"/>
                          <a:cs typeface="Arial"/>
                        </a:rPr>
                        <a:t>0.469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0" dirty="0">
                          <a:solidFill>
                            <a:srgbClr val="BF0000"/>
                          </a:solidFill>
                          <a:latin typeface="Arial"/>
                          <a:cs typeface="Arial"/>
                        </a:rPr>
                        <a:t>0.323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20" dirty="0">
                          <a:solidFill>
                            <a:srgbClr val="BF0000"/>
                          </a:solidFill>
                          <a:latin typeface="Arial"/>
                          <a:cs typeface="Arial"/>
                        </a:rPr>
                        <a:t>31.1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북유럽형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0.458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0.268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41.5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서유럽형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0.489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0.281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42.5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남유럽형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0.519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0.327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37.0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영미형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0.478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0.322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32.6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979" y="1471628"/>
            <a:ext cx="7147946" cy="45358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0" dirty="0"/>
              <a:t>-</a:t>
            </a:r>
            <a:r>
              <a:rPr spc="225" dirty="0"/>
              <a:t> </a:t>
            </a:r>
            <a:fld id="{81D60167-4931-47E6-BA6A-407CBD079E47}" type="slidenum">
              <a:rPr dirty="0"/>
              <a:t>40</a:t>
            </a:fld>
            <a:r>
              <a:rPr spc="245" dirty="0"/>
              <a:t> </a:t>
            </a:r>
            <a:r>
              <a:rPr spc="229" dirty="0"/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3089</Words>
  <Application>Microsoft Office PowerPoint</Application>
  <PresentationFormat>사용자 지정</PresentationFormat>
  <Paragraphs>375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Arial MT</vt:lpstr>
      <vt:lpstr>MS PGothic</vt:lpstr>
      <vt:lpstr>Malgun Gothic</vt:lpstr>
      <vt:lpstr>Arial</vt:lpstr>
      <vt:lpstr>Times New Roman</vt:lpstr>
      <vt:lpstr>Office Theme</vt:lpstr>
      <vt:lpstr>제4강. 사회정의와 국가</vt:lpstr>
      <vt:lpstr>1. 자유주의 이론 : Libertarians</vt:lpstr>
      <vt:lpstr>2. 진보주의 이론 : Liberal Theories</vt:lpstr>
      <vt:lpstr>PowerPoint 프레젠테이션</vt:lpstr>
      <vt:lpstr>PowerPoint 프레젠테이션</vt:lpstr>
      <vt:lpstr>3. 집단주의 이론 : Collectivist Theories</vt:lpstr>
      <vt:lpstr>제2절 자유주의자의 견해</vt:lpstr>
      <vt:lpstr>PowerPoint 프레젠테이션</vt:lpstr>
      <vt:lpstr>PowerPoint 프레젠테이션</vt:lpstr>
      <vt:lpstr>PowerPoint 프레젠테이션</vt:lpstr>
      <vt:lpstr>제3절 진보주의자의 사회이론</vt:lpstr>
      <vt:lpstr>1. 功利主義 Utilitarianism</vt:lpstr>
      <vt:lpstr>PowerPoint 프레젠테이션</vt:lpstr>
      <vt:lpstr>&lt;그림 3-1&gt; 공리주의에서 소득의 최적분배</vt:lpstr>
      <vt:lpstr>2) 비판</vt:lpstr>
      <vt:lpstr>2. Rawls의 사회정의</vt:lpstr>
      <vt:lpstr>PowerPoint 프레젠테이션</vt:lpstr>
      <vt:lpstr>2) 사회정의의 원칙 : 원초적 상태에서 채택되는 정의의 두 원칙</vt:lpstr>
      <vt:lpstr>PowerPoint 프레젠테이션</vt:lpstr>
      <vt:lpstr>3) Rawls와 공리주의</vt:lpstr>
      <vt:lpstr>4) 롤즈의 이론에 대한 비판</vt:lpstr>
      <vt:lpstr>PowerPoint 프레젠테이션</vt:lpstr>
      <vt:lpstr>PowerPoint 프레젠테이션</vt:lpstr>
      <vt:lpstr>PowerPoint 프레젠테이션</vt:lpstr>
      <vt:lpstr>제4절 집단주의자들의 견해 : 집단주의의 핵심적 목표는 평등이다</vt:lpstr>
      <vt:lpstr>2) 자유시장에 대한 사회주의자의 비판</vt:lpstr>
      <vt:lpstr>3) 사회민주주의</vt:lpstr>
      <vt:lpstr>2. 마르크스주의자</vt:lpstr>
      <vt:lpstr>PowerPoint 프레젠테이션</vt:lpstr>
      <vt:lpstr>제5절 국가의 역할에 대한 함의</vt:lpstr>
      <vt:lpstr>2) 자유주의에 대한 비판</vt:lpstr>
      <vt:lpstr>PowerPoint 프레젠테이션</vt:lpstr>
      <vt:lpstr>PowerPoint 프레젠테이션</vt:lpstr>
      <vt:lpstr>PowerPoint 프레젠테이션</vt:lpstr>
      <vt:lpstr>3. 복지국가에 대한 입장</vt:lpstr>
      <vt:lpstr>PowerPoint 프레젠테이션</vt:lpstr>
      <vt:lpstr>3) 마르크스주의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노동주</cp:lastModifiedBy>
  <cp:revision>3</cp:revision>
  <dcterms:created xsi:type="dcterms:W3CDTF">2024-09-26T03:54:27Z</dcterms:created>
  <dcterms:modified xsi:type="dcterms:W3CDTF">2024-09-26T05:07:51Z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Call PDF</vt:lpwstr>
  </property>
  <property fmtid="{D5CDD505-2E9C-101B-9397-08002B2CF9AE}" pid="3" name="Producer">
    <vt:lpwstr>Call PDF v 2.4</vt:lpwstr>
  </property>
</Properties>
</file>