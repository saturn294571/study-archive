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84" r:id="rId2"/>
    <p:sldId id="285" r:id="rId3"/>
    <p:sldId id="286" r:id="rId4"/>
    <p:sldId id="28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62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77DCE6B-56A5-9C38-5C86-2AC6BE9D8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0BA763-AD5F-D6E9-526C-0FAF4623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정의</a:t>
            </a:r>
            <a:r>
              <a:rPr lang="en-US" altLang="ko-KR" dirty="0"/>
              <a:t>, </a:t>
            </a:r>
            <a:r>
              <a:rPr lang="ko-KR" altLang="en-US" dirty="0" err="1"/>
              <a:t>시간복잡도</a:t>
            </a:r>
            <a:r>
              <a:rPr lang="en-US" altLang="ko-KR" dirty="0"/>
              <a:t>, </a:t>
            </a:r>
            <a:r>
              <a:rPr lang="ko-KR" altLang="en-US" dirty="0"/>
              <a:t>순차</a:t>
            </a:r>
            <a:r>
              <a:rPr lang="en-US" altLang="ko-KR" dirty="0"/>
              <a:t>/</a:t>
            </a:r>
            <a:r>
              <a:rPr lang="ko-KR" altLang="en-US" dirty="0"/>
              <a:t>연결리스트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9EC1AA-2328-1EFA-0538-B3FFC3BEE2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827B4C-0551-FC5A-AF51-4FC7C8FEE8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자료구조</a:t>
            </a:r>
            <a:r>
              <a:rPr lang="en-US" altLang="ko-KR" dirty="0"/>
              <a:t>,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1"/>
            <a:r>
              <a:rPr lang="ko-KR" altLang="en-US" dirty="0"/>
              <a:t>자료구조 </a:t>
            </a:r>
            <a:r>
              <a:rPr lang="en-US" altLang="ko-KR" dirty="0"/>
              <a:t>: </a:t>
            </a:r>
            <a:r>
              <a:rPr lang="ko-KR" altLang="en-US" dirty="0"/>
              <a:t>자료를 효율적으로 표현</a:t>
            </a:r>
            <a:r>
              <a:rPr lang="en-US" altLang="ko-KR" dirty="0"/>
              <a:t>. </a:t>
            </a:r>
            <a:r>
              <a:rPr lang="ko-KR" altLang="en-US" dirty="0"/>
              <a:t>저장 및 </a:t>
            </a:r>
            <a:r>
              <a:rPr lang="ko-KR" altLang="en-US" dirty="0" err="1"/>
              <a:t>저리하도록</a:t>
            </a:r>
            <a:r>
              <a:rPr lang="ko-KR" altLang="en-US" dirty="0"/>
              <a:t> 정리</a:t>
            </a:r>
            <a:endParaRPr lang="en-US" altLang="ko-KR" dirty="0"/>
          </a:p>
          <a:p>
            <a:pPr lvl="1"/>
            <a:r>
              <a:rPr lang="ko-KR" altLang="en-US" dirty="0"/>
              <a:t>알고리즘 </a:t>
            </a:r>
            <a:r>
              <a:rPr lang="en-US" altLang="ko-KR" dirty="0"/>
              <a:t>: </a:t>
            </a:r>
            <a:r>
              <a:rPr lang="ko-KR" altLang="en-US" dirty="0"/>
              <a:t>문제</a:t>
            </a:r>
            <a:r>
              <a:rPr lang="en-US" altLang="ko-KR" dirty="0"/>
              <a:t> </a:t>
            </a:r>
            <a:r>
              <a:rPr lang="ko-KR" altLang="en-US" dirty="0"/>
              <a:t>해결 방법을 추상화 한 절차를 논리적으로 기술한 명세서</a:t>
            </a:r>
            <a:br>
              <a:rPr lang="en-US" altLang="ko-KR" dirty="0"/>
            </a:br>
            <a:r>
              <a:rPr lang="ko-KR" altLang="en-US" dirty="0"/>
              <a:t>목표를 수행하는 명령어들의 유한집합</a:t>
            </a:r>
            <a:endParaRPr lang="en-US" altLang="ko-KR" dirty="0"/>
          </a:p>
          <a:p>
            <a:pPr lvl="2"/>
            <a:r>
              <a:rPr lang="ko-KR" altLang="en-US" dirty="0"/>
              <a:t>조건 </a:t>
            </a:r>
            <a:r>
              <a:rPr lang="en-US" altLang="ko-KR" dirty="0"/>
              <a:t>: </a:t>
            </a: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</a:t>
            </a:r>
            <a:r>
              <a:rPr lang="en-US" altLang="ko-KR" dirty="0"/>
              <a:t>, </a:t>
            </a:r>
            <a:r>
              <a:rPr lang="ko-KR" altLang="en-US" dirty="0"/>
              <a:t>명확성</a:t>
            </a:r>
            <a:r>
              <a:rPr lang="en-US" altLang="ko-KR" dirty="0"/>
              <a:t>, </a:t>
            </a:r>
            <a:r>
              <a:rPr lang="ko-KR" altLang="en-US" dirty="0"/>
              <a:t>유한성</a:t>
            </a:r>
            <a:r>
              <a:rPr lang="en-US" altLang="ko-KR" dirty="0"/>
              <a:t>, </a:t>
            </a:r>
            <a:r>
              <a:rPr lang="ko-KR" altLang="en-US" dirty="0"/>
              <a:t>효과성</a:t>
            </a:r>
            <a:endParaRPr lang="en-US" altLang="ko-KR" dirty="0"/>
          </a:p>
          <a:p>
            <a:r>
              <a:rPr lang="ko-KR" altLang="en-US" dirty="0" err="1"/>
              <a:t>공간복잡도</a:t>
            </a:r>
            <a:r>
              <a:rPr lang="en-US" altLang="ko-KR" dirty="0"/>
              <a:t>, </a:t>
            </a:r>
            <a:r>
              <a:rPr lang="ko-KR" altLang="en-US" dirty="0" err="1"/>
              <a:t>시간복잡도</a:t>
            </a:r>
            <a:endParaRPr lang="en-US" altLang="ko-KR" dirty="0"/>
          </a:p>
          <a:p>
            <a:pPr lvl="1"/>
            <a:r>
              <a:rPr lang="ko-KR" altLang="en-US" dirty="0" err="1"/>
              <a:t>공간복잡도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프로그램 실행을 위한 메모리 공간</a:t>
            </a:r>
            <a:br>
              <a:rPr lang="en-US" altLang="ko-KR" dirty="0"/>
            </a:br>
            <a:r>
              <a:rPr lang="ko-KR" altLang="en-US" dirty="0" err="1"/>
              <a:t>시간복잡도</a:t>
            </a:r>
            <a:r>
              <a:rPr lang="en-US" altLang="ko-KR" dirty="0"/>
              <a:t> : </a:t>
            </a:r>
            <a:r>
              <a:rPr lang="ko-KR" altLang="en-US" dirty="0"/>
              <a:t>프로그램에서 대입</a:t>
            </a:r>
            <a:r>
              <a:rPr lang="en-US" altLang="ko-KR" dirty="0"/>
              <a:t>, </a:t>
            </a:r>
            <a:r>
              <a:rPr lang="ko-KR" altLang="en-US" dirty="0"/>
              <a:t>연산의 횟수</a:t>
            </a:r>
            <a:r>
              <a:rPr lang="en-US" altLang="ko-KR" dirty="0"/>
              <a:t>(</a:t>
            </a:r>
            <a:r>
              <a:rPr lang="ko-KR" altLang="en-US" dirty="0"/>
              <a:t>비교</a:t>
            </a:r>
            <a:r>
              <a:rPr lang="en-US" altLang="ko-KR" dirty="0"/>
              <a:t>, </a:t>
            </a:r>
            <a:r>
              <a:rPr lang="ko-KR" altLang="en-US" dirty="0"/>
              <a:t>반환</a:t>
            </a:r>
            <a:r>
              <a:rPr lang="en-US" altLang="ko-KR" dirty="0"/>
              <a:t>X)</a:t>
            </a:r>
            <a:br>
              <a:rPr lang="en-US" altLang="ko-KR" dirty="0"/>
            </a:br>
            <a:r>
              <a:rPr lang="en-US" altLang="ko-KR" dirty="0"/>
              <a:t>n&lt;0 → 2, 0</a:t>
            </a:r>
            <a:r>
              <a:rPr lang="ko-KR" altLang="en-US" dirty="0"/>
              <a:t>≤</a:t>
            </a:r>
            <a:r>
              <a:rPr lang="en-US" altLang="ko-KR" dirty="0"/>
              <a:t>n</a:t>
            </a:r>
            <a:r>
              <a:rPr lang="ko-KR" altLang="en-US" dirty="0"/>
              <a:t>≤</a:t>
            </a:r>
            <a:r>
              <a:rPr lang="en-US" altLang="ko-KR" dirty="0"/>
              <a:t>1 → 3, n&gt;1 → 4n+2</a:t>
            </a:r>
          </a:p>
          <a:p>
            <a:pPr lvl="2"/>
            <a:r>
              <a:rPr lang="ko-KR" altLang="en-US" dirty="0" err="1"/>
              <a:t>빅오</a:t>
            </a:r>
            <a:r>
              <a:rPr lang="ko-KR" altLang="en-US" dirty="0"/>
              <a:t> 표기법 </a:t>
            </a:r>
            <a:r>
              <a:rPr lang="en-US" altLang="ko-KR" dirty="0"/>
              <a:t>: </a:t>
            </a:r>
            <a:r>
              <a:rPr lang="ko-KR" altLang="en-US" dirty="0"/>
              <a:t>실행시간 함수에 대해 가장 큰 항만 남김</a:t>
            </a:r>
            <a:br>
              <a:rPr lang="en-US" altLang="ko-KR" dirty="0"/>
            </a:br>
            <a:r>
              <a:rPr lang="en-US" altLang="ko-KR" dirty="0"/>
              <a:t>4n+2 → O(n)</a:t>
            </a:r>
          </a:p>
          <a:p>
            <a:r>
              <a:rPr lang="ko-KR" altLang="en-US" dirty="0"/>
              <a:t>선형리스트</a:t>
            </a:r>
            <a:endParaRPr lang="en-US" altLang="ko-KR" dirty="0"/>
          </a:p>
          <a:p>
            <a:pPr lvl="1"/>
            <a:r>
              <a:rPr lang="ko-KR" altLang="en-US" dirty="0"/>
              <a:t>순차리스트</a:t>
            </a:r>
            <a:r>
              <a:rPr lang="en-US" altLang="ko-KR" dirty="0"/>
              <a:t>(</a:t>
            </a:r>
            <a:r>
              <a:rPr lang="ko-KR" altLang="en-US" dirty="0"/>
              <a:t>배열</a:t>
            </a:r>
            <a:r>
              <a:rPr lang="en-US" altLang="ko-KR" dirty="0"/>
              <a:t>) : </a:t>
            </a:r>
            <a:r>
              <a:rPr lang="ko-KR" altLang="en-US" dirty="0"/>
              <a:t>메모리상 물리적 구조 </a:t>
            </a:r>
            <a:r>
              <a:rPr lang="en-US" altLang="ko-KR" dirty="0"/>
              <a:t>= </a:t>
            </a:r>
            <a:r>
              <a:rPr lang="ko-KR" altLang="en-US" dirty="0"/>
              <a:t>논리적 구조</a:t>
            </a:r>
            <a:r>
              <a:rPr lang="en-US" altLang="ko-KR" dirty="0"/>
              <a:t> </a:t>
            </a:r>
            <a:r>
              <a:rPr lang="ko-KR" altLang="en-US" dirty="0"/>
              <a:t>일치</a:t>
            </a:r>
            <a:r>
              <a:rPr lang="en-US" altLang="ko-KR" dirty="0"/>
              <a:t> </a:t>
            </a:r>
            <a:r>
              <a:rPr lang="ko-KR" altLang="en-US" dirty="0"/>
              <a:t>및 원소 순서가 연속적임</a:t>
            </a:r>
            <a:r>
              <a:rPr lang="en-US" altLang="ko-KR" dirty="0"/>
              <a:t> </a:t>
            </a:r>
            <a:r>
              <a:rPr lang="ko-KR" altLang="en-US" dirty="0"/>
              <a:t>인덱스로 한번에 접근 가능</a:t>
            </a:r>
            <a:endParaRPr lang="en-US" altLang="ko-KR" dirty="0"/>
          </a:p>
          <a:p>
            <a:pPr lvl="2"/>
            <a:r>
              <a:rPr lang="ko-KR" altLang="en-US" dirty="0"/>
              <a:t>중간에 삽입</a:t>
            </a:r>
            <a:r>
              <a:rPr lang="en-US" altLang="ko-KR" dirty="0"/>
              <a:t>/</a:t>
            </a:r>
            <a:r>
              <a:rPr lang="ko-KR" altLang="en-US" dirty="0"/>
              <a:t>삭제 </a:t>
            </a:r>
            <a:r>
              <a:rPr lang="en-US" altLang="ko-KR" dirty="0"/>
              <a:t>: </a:t>
            </a:r>
            <a:r>
              <a:rPr lang="ko-KR" altLang="en-US" dirty="0"/>
              <a:t>메모리가 </a:t>
            </a:r>
            <a:r>
              <a:rPr lang="ko-KR" altLang="en-US" dirty="0" err="1"/>
              <a:t>한칸씩</a:t>
            </a:r>
            <a:r>
              <a:rPr lang="ko-KR" altLang="en-US" dirty="0"/>
              <a:t> 밀림</a:t>
            </a:r>
            <a:r>
              <a:rPr lang="en-US" altLang="ko-KR" dirty="0"/>
              <a:t>/</a:t>
            </a:r>
            <a:r>
              <a:rPr lang="ko-KR" altLang="en-US" dirty="0" err="1"/>
              <a:t>당겨짐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삽입</a:t>
            </a:r>
            <a:r>
              <a:rPr lang="en-US" altLang="ko-KR" dirty="0"/>
              <a:t>/</a:t>
            </a:r>
            <a:r>
              <a:rPr lang="ko-KR" altLang="en-US" dirty="0" err="1"/>
              <a:t>삭제시</a:t>
            </a:r>
            <a:r>
              <a:rPr lang="ko-KR" altLang="en-US" dirty="0"/>
              <a:t> 연속적 공간 위해 원소 이동 </a:t>
            </a:r>
            <a:r>
              <a:rPr lang="en-US" altLang="ko-KR" dirty="0"/>
              <a:t>→ </a:t>
            </a:r>
            <a:r>
              <a:rPr lang="ko-KR" altLang="en-US" dirty="0"/>
              <a:t>시간소요</a:t>
            </a:r>
            <a:r>
              <a:rPr lang="en-US" altLang="ko-KR" dirty="0"/>
              <a:t>, </a:t>
            </a:r>
            <a:r>
              <a:rPr lang="ko-KR" altLang="en-US" dirty="0"/>
              <a:t>희소배열 메모리 공간 차지</a:t>
            </a:r>
            <a:endParaRPr lang="en-US" altLang="ko-KR" dirty="0"/>
          </a:p>
          <a:p>
            <a:pPr lvl="1"/>
            <a:r>
              <a:rPr lang="ko-KR" altLang="en-US" dirty="0"/>
              <a:t>연결리스트 </a:t>
            </a:r>
            <a:r>
              <a:rPr lang="en-US" altLang="ko-KR" dirty="0"/>
              <a:t>: </a:t>
            </a:r>
            <a:r>
              <a:rPr lang="ko-KR" altLang="en-US" dirty="0"/>
              <a:t>논리순서 </a:t>
            </a:r>
            <a:r>
              <a:rPr lang="en-US" altLang="ko-KR" dirty="0"/>
              <a:t>!= </a:t>
            </a:r>
            <a:r>
              <a:rPr lang="ko-KR" altLang="en-US" dirty="0"/>
              <a:t>물리적 순서</a:t>
            </a:r>
            <a:r>
              <a:rPr lang="en-US" altLang="ko-KR" dirty="0"/>
              <a:t>; </a:t>
            </a:r>
            <a:r>
              <a:rPr lang="ko-KR" altLang="en-US" dirty="0"/>
              <a:t>다음 원소의 주소에 </a:t>
            </a:r>
            <a:br>
              <a:rPr lang="en-US" altLang="ko-KR" dirty="0"/>
            </a:br>
            <a:r>
              <a:rPr lang="ko-KR" altLang="en-US" dirty="0"/>
              <a:t>의해 연결</a:t>
            </a:r>
            <a:r>
              <a:rPr lang="en-US" altLang="ko-KR" dirty="0"/>
              <a:t>. </a:t>
            </a:r>
            <a:r>
              <a:rPr lang="ko-KR" altLang="en-US" dirty="0"/>
              <a:t>크기 변경 유연 및 효율적 메모리 공간 사용</a:t>
            </a:r>
            <a:endParaRPr lang="en-US" altLang="ko-KR" dirty="0"/>
          </a:p>
          <a:p>
            <a:pPr lvl="2"/>
            <a:r>
              <a:rPr lang="ko-KR" altLang="en-US" dirty="0"/>
              <a:t>중간 삽입</a:t>
            </a:r>
            <a:r>
              <a:rPr lang="en-US" altLang="ko-KR" dirty="0"/>
              <a:t>/</a:t>
            </a:r>
            <a:r>
              <a:rPr lang="ko-KR" altLang="en-US" dirty="0"/>
              <a:t>삭제 </a:t>
            </a:r>
            <a:r>
              <a:rPr lang="en-US" altLang="ko-KR" dirty="0"/>
              <a:t>: </a:t>
            </a:r>
            <a:r>
              <a:rPr lang="ko-KR" altLang="en-US" dirty="0"/>
              <a:t>전 노드의 포인터를 다음 노드를 </a:t>
            </a:r>
            <a:br>
              <a:rPr lang="en-US" altLang="ko-KR" dirty="0"/>
            </a:br>
            <a:r>
              <a:rPr lang="ko-KR" altLang="en-US" dirty="0"/>
              <a:t>가리키고 기존 노드 메모리 해제</a:t>
            </a:r>
            <a:r>
              <a:rPr lang="en-US" altLang="ko-KR" dirty="0"/>
              <a:t>; 	</a:t>
            </a:r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 err="1"/>
              <a:t>접근시</a:t>
            </a:r>
            <a:r>
              <a:rPr lang="ko-KR" altLang="en-US" dirty="0"/>
              <a:t> 순차접근</a:t>
            </a:r>
            <a:r>
              <a:rPr lang="en-US" altLang="ko-KR" dirty="0"/>
              <a:t>. O(n)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3CF621-B7C2-AD9E-E0C5-8A055B8CF37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16C0C5-6152-A687-3F75-17A8A1815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24" y="1280592"/>
            <a:ext cx="1231833" cy="16085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52E141F-B264-2D0D-30F4-E8165E961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678" y="3800872"/>
            <a:ext cx="1231834" cy="74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6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4EB45A9-6FAC-F40E-F6D9-71F0E93F9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B70E0FD-7BAC-3E49-6E9C-300EE8FD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스택과 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77406E-433B-8CAE-7B36-986FA33948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FCC2BD-8D60-015A-A69C-BA1FC53774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스택</a:t>
            </a:r>
            <a:r>
              <a:rPr lang="en-US" altLang="ko-KR" dirty="0"/>
              <a:t> : LIFO,</a:t>
            </a:r>
            <a:r>
              <a:rPr lang="ko-KR" altLang="en-US" dirty="0"/>
              <a:t> 늦게 추가된 순서대로 출력</a:t>
            </a:r>
            <a:r>
              <a:rPr lang="en-US" altLang="ko-KR" dirty="0"/>
              <a:t> </a:t>
            </a:r>
            <a:r>
              <a:rPr lang="ko-KR" altLang="en-US" dirty="0"/>
              <a:t>저장된 원소 </a:t>
            </a:r>
            <a:r>
              <a:rPr lang="en-US" altLang="ko-KR" dirty="0"/>
              <a:t>→ top</a:t>
            </a:r>
            <a:r>
              <a:rPr lang="ko-KR" altLang="en-US" dirty="0"/>
              <a:t>에서만 접근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입출력 연산</a:t>
            </a:r>
            <a:endParaRPr lang="en-US" altLang="ko-KR" dirty="0"/>
          </a:p>
          <a:p>
            <a:pPr lvl="2"/>
            <a:r>
              <a:rPr lang="en-US" altLang="ko-KR" dirty="0"/>
              <a:t>Push(): 1) top</a:t>
            </a:r>
            <a:r>
              <a:rPr lang="ko-KR" altLang="en-US" dirty="0"/>
              <a:t>위치</a:t>
            </a:r>
            <a:r>
              <a:rPr lang="en-US" altLang="ko-KR" dirty="0"/>
              <a:t>+1, </a:t>
            </a:r>
            <a:r>
              <a:rPr lang="ko-KR" altLang="en-US" dirty="0"/>
              <a:t>새 </a:t>
            </a:r>
            <a:r>
              <a:rPr lang="en-US" altLang="ko-KR" dirty="0"/>
              <a:t>top </a:t>
            </a:r>
            <a:r>
              <a:rPr lang="ko-KR" altLang="en-US" dirty="0"/>
              <a:t>위치</a:t>
            </a:r>
            <a:r>
              <a:rPr lang="en-US" altLang="ko-KR" dirty="0"/>
              <a:t>&gt;</a:t>
            </a:r>
            <a:r>
              <a:rPr lang="ko-KR" altLang="en-US" dirty="0" err="1"/>
              <a:t>스택크기</a:t>
            </a:r>
            <a:r>
              <a:rPr lang="en-US" altLang="ko-KR" dirty="0"/>
              <a:t>→</a:t>
            </a:r>
            <a:r>
              <a:rPr lang="ko-KR" altLang="en-US" dirty="0" err="1"/>
              <a:t>오버플로</a:t>
            </a:r>
            <a:r>
              <a:rPr lang="en-US" altLang="ko-KR" dirty="0"/>
              <a:t> 2) top</a:t>
            </a:r>
            <a:r>
              <a:rPr lang="ko-KR" altLang="en-US" dirty="0"/>
              <a:t>위치에 원소 </a:t>
            </a:r>
            <a:r>
              <a:rPr lang="en-US" altLang="ko-KR" dirty="0"/>
              <a:t>x </a:t>
            </a:r>
            <a:r>
              <a:rPr lang="ko-KR" altLang="en-US" dirty="0"/>
              <a:t>삽입</a:t>
            </a:r>
            <a:br>
              <a:rPr lang="en-US" altLang="ko-KR" dirty="0"/>
            </a:br>
            <a:r>
              <a:rPr lang="en-US" altLang="ko-KR" dirty="0"/>
              <a:t>Pop() : 1) </a:t>
            </a:r>
            <a:r>
              <a:rPr lang="ko-KR" altLang="en-US" dirty="0"/>
              <a:t>공백 스택 </a:t>
            </a:r>
            <a:r>
              <a:rPr lang="en-US" altLang="ko-KR" dirty="0"/>
              <a:t>X?→top </a:t>
            </a:r>
            <a:r>
              <a:rPr lang="ko-KR" altLang="en-US" dirty="0"/>
              <a:t>원소 반환</a:t>
            </a:r>
            <a:r>
              <a:rPr lang="en-US" altLang="ko-KR" dirty="0"/>
              <a:t> 2) top</a:t>
            </a:r>
            <a:r>
              <a:rPr lang="ko-KR" altLang="en-US" dirty="0"/>
              <a:t> 위치 </a:t>
            </a:r>
            <a:r>
              <a:rPr lang="en-US" altLang="ko-KR" dirty="0"/>
              <a:t>-1</a:t>
            </a:r>
          </a:p>
          <a:p>
            <a:pPr lvl="1"/>
            <a:r>
              <a:rPr lang="ko-KR" altLang="en-US" dirty="0"/>
              <a:t>순차자료구조로 스택 구현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차원 배열로 구현</a:t>
            </a:r>
            <a:r>
              <a:rPr lang="en-US" altLang="ko-KR" dirty="0"/>
              <a:t>; </a:t>
            </a:r>
            <a:r>
              <a:rPr lang="ko-KR" altLang="en-US" dirty="0"/>
              <a:t>스택 크기 </a:t>
            </a:r>
            <a:r>
              <a:rPr lang="en-US" altLang="ko-KR" dirty="0"/>
              <a:t>= </a:t>
            </a:r>
            <a:r>
              <a:rPr lang="ko-KR" altLang="en-US" dirty="0"/>
              <a:t>배열 크기</a:t>
            </a:r>
            <a:r>
              <a:rPr lang="en-US" altLang="ko-KR" dirty="0"/>
              <a:t>; </a:t>
            </a:r>
            <a:r>
              <a:rPr lang="ko-KR" altLang="en-US" dirty="0"/>
              <a:t>저장된 원소 순서 </a:t>
            </a:r>
            <a:r>
              <a:rPr lang="en-US" altLang="ko-KR" dirty="0"/>
              <a:t>= </a:t>
            </a:r>
            <a:r>
              <a:rPr lang="ko-KR" altLang="en-US" dirty="0"/>
              <a:t>배열 인덱스</a:t>
            </a:r>
            <a:br>
              <a:rPr lang="en-US" altLang="ko-KR" dirty="0"/>
            </a:br>
            <a:r>
              <a:rPr lang="ko-KR" altLang="en-US" dirty="0"/>
              <a:t>변수 </a:t>
            </a:r>
            <a:r>
              <a:rPr lang="en-US" altLang="ko-KR" dirty="0"/>
              <a:t>top = </a:t>
            </a:r>
            <a:r>
              <a:rPr lang="ko-KR" altLang="en-US" dirty="0"/>
              <a:t>마지막 저장</a:t>
            </a:r>
            <a:r>
              <a:rPr lang="en-US" altLang="ko-KR" dirty="0"/>
              <a:t> </a:t>
            </a:r>
            <a:r>
              <a:rPr lang="ko-KR" altLang="en-US" dirty="0"/>
              <a:t>원소 인덱스</a:t>
            </a:r>
            <a:r>
              <a:rPr lang="en-US" altLang="ko-KR" dirty="0"/>
              <a:t> (</a:t>
            </a:r>
            <a:r>
              <a:rPr lang="ko-KR" altLang="en-US" dirty="0"/>
              <a:t>공백</a:t>
            </a:r>
            <a:r>
              <a:rPr lang="en-US" altLang="ko-KR" dirty="0"/>
              <a:t> : -1, </a:t>
            </a:r>
            <a:r>
              <a:rPr lang="ko-KR" altLang="en-US" dirty="0"/>
              <a:t>포화 </a:t>
            </a:r>
            <a:r>
              <a:rPr lang="en-US" altLang="ko-KR" dirty="0"/>
              <a:t>: n-1)</a:t>
            </a:r>
          </a:p>
          <a:p>
            <a:pPr lvl="2"/>
            <a:r>
              <a:rPr lang="ko-KR" altLang="en-US" dirty="0"/>
              <a:t>장단점 </a:t>
            </a:r>
            <a:r>
              <a:rPr lang="en-US" altLang="ko-KR" dirty="0"/>
              <a:t>: </a:t>
            </a:r>
            <a:r>
              <a:rPr lang="ko-KR" altLang="en-US" dirty="0"/>
              <a:t>장 </a:t>
            </a:r>
            <a:r>
              <a:rPr lang="en-US" altLang="ko-KR" dirty="0"/>
              <a:t>: 1D</a:t>
            </a:r>
            <a:r>
              <a:rPr lang="ko-KR" altLang="en-US" dirty="0"/>
              <a:t> 배열 </a:t>
            </a:r>
            <a:r>
              <a:rPr lang="en-US" altLang="ko-KR" dirty="0"/>
              <a:t>→ </a:t>
            </a:r>
            <a:r>
              <a:rPr lang="ko-KR" altLang="en-US" dirty="0"/>
              <a:t>손쉽게 구현</a:t>
            </a:r>
            <a:r>
              <a:rPr lang="en-US" altLang="ko-KR" dirty="0"/>
              <a:t>; </a:t>
            </a:r>
            <a:r>
              <a:rPr lang="ko-KR" altLang="en-US" dirty="0"/>
              <a:t>단 </a:t>
            </a:r>
            <a:r>
              <a:rPr lang="en-US" altLang="ko-KR" dirty="0"/>
              <a:t>: </a:t>
            </a:r>
            <a:r>
              <a:rPr lang="ko-KR" altLang="en-US" dirty="0"/>
              <a:t>크기 고정 배열 </a:t>
            </a:r>
            <a:r>
              <a:rPr lang="en-US" altLang="ko-KR" dirty="0"/>
              <a:t>→ </a:t>
            </a:r>
            <a:r>
              <a:rPr lang="ko-KR" altLang="en-US" dirty="0"/>
              <a:t>스택 크기 변경 어렵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순차자구 문제점 그대로</a:t>
            </a:r>
            <a:endParaRPr lang="en-US" altLang="ko-KR" dirty="0"/>
          </a:p>
          <a:p>
            <a:pPr lvl="1"/>
            <a:r>
              <a:rPr lang="ko-KR" altLang="en-US" dirty="0"/>
              <a:t>연결자료구조로 스택 구현</a:t>
            </a:r>
            <a:endParaRPr lang="en-US" altLang="ko-KR" dirty="0"/>
          </a:p>
          <a:p>
            <a:pPr lvl="2"/>
            <a:r>
              <a:rPr lang="ko-KR" altLang="en-US" dirty="0"/>
              <a:t>연결리스트 구현</a:t>
            </a:r>
            <a:r>
              <a:rPr lang="en-US" altLang="ko-KR" dirty="0"/>
              <a:t>, </a:t>
            </a:r>
            <a:r>
              <a:rPr lang="ko-KR" altLang="en-US" dirty="0"/>
              <a:t>원소</a:t>
            </a:r>
            <a:r>
              <a:rPr lang="en-US" altLang="ko-KR" dirty="0"/>
              <a:t>=</a:t>
            </a:r>
            <a:r>
              <a:rPr lang="ko-KR" altLang="en-US" dirty="0"/>
              <a:t>노드</a:t>
            </a:r>
            <a:r>
              <a:rPr lang="en-US" altLang="ko-KR" dirty="0"/>
              <a:t>,  push=</a:t>
            </a:r>
            <a:r>
              <a:rPr lang="ko-KR" altLang="en-US" dirty="0"/>
              <a:t>막 노드 추가</a:t>
            </a:r>
            <a:r>
              <a:rPr lang="en-US" altLang="ko-KR" dirty="0"/>
              <a:t>, pop=</a:t>
            </a:r>
            <a:r>
              <a:rPr lang="ko-KR" altLang="en-US" dirty="0"/>
              <a:t>막 노드 제거</a:t>
            </a:r>
            <a:r>
              <a:rPr lang="en-US" altLang="ko-KR" dirty="0"/>
              <a:t>,  </a:t>
            </a:r>
            <a:br>
              <a:rPr lang="en-US" altLang="ko-KR" dirty="0"/>
            </a:br>
            <a:r>
              <a:rPr lang="en-US" altLang="ko-KR" dirty="0"/>
              <a:t>top=</a:t>
            </a:r>
            <a:r>
              <a:rPr lang="ko-KR" altLang="en-US" dirty="0"/>
              <a:t>마지막 노드를 가리키는 포인터</a:t>
            </a:r>
            <a:endParaRPr lang="en-US" altLang="ko-KR" dirty="0"/>
          </a:p>
          <a:p>
            <a:r>
              <a:rPr lang="ko-KR" altLang="en-US" dirty="0"/>
              <a:t>큐</a:t>
            </a:r>
            <a:r>
              <a:rPr lang="en-US" altLang="ko-KR" dirty="0"/>
              <a:t> : FIFO,</a:t>
            </a:r>
            <a:r>
              <a:rPr lang="ko-KR" altLang="en-US" dirty="0"/>
              <a:t> 빨리 추가된 순서대로 출력</a:t>
            </a:r>
            <a:r>
              <a:rPr lang="en-US" altLang="ko-KR" dirty="0"/>
              <a:t>; </a:t>
            </a:r>
            <a:r>
              <a:rPr lang="ko-KR" altLang="en-US" dirty="0"/>
              <a:t>큐 뒤</a:t>
            </a:r>
            <a:r>
              <a:rPr lang="en-US" altLang="ko-KR" dirty="0"/>
              <a:t>(rear)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삽입만</a:t>
            </a:r>
            <a:r>
              <a:rPr lang="en-US" altLang="ko-KR" dirty="0"/>
              <a:t>, </a:t>
            </a:r>
            <a:r>
              <a:rPr lang="ko-KR" altLang="en-US" dirty="0"/>
              <a:t>큐</a:t>
            </a:r>
            <a:r>
              <a:rPr lang="en-US" altLang="ko-KR" dirty="0"/>
              <a:t>(front)</a:t>
            </a:r>
            <a:r>
              <a:rPr lang="ko-KR" altLang="en-US" dirty="0"/>
              <a:t> 앞 </a:t>
            </a:r>
            <a:r>
              <a:rPr lang="en-US" altLang="ko-KR" dirty="0"/>
              <a:t>→ </a:t>
            </a:r>
            <a:r>
              <a:rPr lang="ko-KR" altLang="en-US" dirty="0"/>
              <a:t>삭제만</a:t>
            </a:r>
            <a:endParaRPr lang="en-US" altLang="ko-KR" dirty="0"/>
          </a:p>
          <a:p>
            <a:pPr lvl="1"/>
            <a:r>
              <a:rPr lang="en-US" altLang="ko-KR" dirty="0"/>
              <a:t>1D</a:t>
            </a:r>
            <a:r>
              <a:rPr lang="ko-KR" altLang="en-US" dirty="0"/>
              <a:t> 배열을 이용한 선형 큐</a:t>
            </a:r>
            <a:endParaRPr lang="en-US" altLang="ko-KR" dirty="0"/>
          </a:p>
          <a:p>
            <a:pPr lvl="2"/>
            <a:r>
              <a:rPr lang="ko-KR" altLang="en-US" dirty="0"/>
              <a:t>큐 크기</a:t>
            </a:r>
            <a:r>
              <a:rPr lang="en-US" altLang="ko-KR" dirty="0"/>
              <a:t>= </a:t>
            </a:r>
            <a:r>
              <a:rPr lang="ko-KR" altLang="en-US" dirty="0"/>
              <a:t>배열 크기</a:t>
            </a:r>
            <a:r>
              <a:rPr lang="en-US" altLang="ko-KR" dirty="0"/>
              <a:t>; front/rear =</a:t>
            </a:r>
            <a:r>
              <a:rPr lang="ko-KR" altLang="en-US" dirty="0"/>
              <a:t> 첫</a:t>
            </a:r>
            <a:r>
              <a:rPr lang="en-US" altLang="ko-KR" dirty="0"/>
              <a:t>/</a:t>
            </a:r>
            <a:r>
              <a:rPr lang="ko-KR" altLang="en-US" dirty="0"/>
              <a:t>마지막 원소 인덱스</a:t>
            </a:r>
            <a:br>
              <a:rPr lang="en-US" altLang="ko-KR" dirty="0"/>
            </a:br>
            <a:r>
              <a:rPr lang="ko-KR" altLang="en-US" dirty="0"/>
              <a:t>초기값 </a:t>
            </a:r>
            <a:r>
              <a:rPr lang="en-US" altLang="ko-KR" dirty="0"/>
              <a:t>: front = rear = -1 ; </a:t>
            </a:r>
            <a:r>
              <a:rPr lang="ko-KR" altLang="en-US" dirty="0"/>
              <a:t>공백 </a:t>
            </a:r>
            <a:r>
              <a:rPr lang="en-US" altLang="ko-KR" dirty="0"/>
              <a:t>: front = rear;  </a:t>
            </a:r>
            <a:r>
              <a:rPr lang="ko-KR" altLang="en-US" dirty="0"/>
              <a:t>포화 </a:t>
            </a:r>
            <a:r>
              <a:rPr lang="en-US" altLang="ko-KR" dirty="0"/>
              <a:t>: rear = n-1(n=</a:t>
            </a:r>
            <a:r>
              <a:rPr lang="ko-KR" altLang="en-US" dirty="0"/>
              <a:t>배열크기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입출력 연산 및 검색</a:t>
            </a:r>
            <a:r>
              <a:rPr lang="en-US" altLang="ko-KR" dirty="0"/>
              <a:t>(peek)</a:t>
            </a:r>
          </a:p>
          <a:p>
            <a:pPr lvl="3"/>
            <a:r>
              <a:rPr lang="en-US" altLang="ko-KR" dirty="0" err="1"/>
              <a:t>enQueue</a:t>
            </a:r>
            <a:r>
              <a:rPr lang="en-US" altLang="ko-KR" dirty="0"/>
              <a:t>(): 1) rear+1(</a:t>
            </a:r>
            <a:r>
              <a:rPr lang="ko-KR" altLang="en-US" dirty="0"/>
              <a:t>삽입 자리 준비</a:t>
            </a:r>
            <a:r>
              <a:rPr lang="en-US" altLang="ko-KR" dirty="0"/>
              <a:t>) 2) Q[rear]</a:t>
            </a:r>
            <a:r>
              <a:rPr lang="ko-KR" altLang="en-US" dirty="0"/>
              <a:t>에</a:t>
            </a:r>
            <a:r>
              <a:rPr lang="en-US" altLang="ko-KR" dirty="0"/>
              <a:t> item</a:t>
            </a:r>
            <a:r>
              <a:rPr lang="ko-KR" altLang="en-US" dirty="0"/>
              <a:t> 저장</a:t>
            </a:r>
            <a:br>
              <a:rPr lang="en-US" altLang="ko-KR" dirty="0"/>
            </a:br>
            <a:r>
              <a:rPr lang="en-US" altLang="ko-KR" dirty="0" err="1"/>
              <a:t>deQueue</a:t>
            </a:r>
            <a:r>
              <a:rPr lang="en-US" altLang="ko-KR" dirty="0"/>
              <a:t>(), delete() : 1) front+1(</a:t>
            </a:r>
            <a:r>
              <a:rPr lang="ko-KR" altLang="en-US" dirty="0"/>
              <a:t>삭제 자리 준비</a:t>
            </a:r>
            <a:r>
              <a:rPr lang="en-US" altLang="ko-KR" dirty="0"/>
              <a:t>) 2) Q[front]</a:t>
            </a:r>
            <a:r>
              <a:rPr lang="ko-KR" altLang="en-US" dirty="0"/>
              <a:t>반환</a:t>
            </a:r>
            <a:br>
              <a:rPr lang="en-US" altLang="ko-KR" dirty="0"/>
            </a:br>
            <a:r>
              <a:rPr lang="en-US" altLang="ko-KR" dirty="0"/>
              <a:t>peek(): front+1</a:t>
            </a:r>
            <a:r>
              <a:rPr lang="ko-KR" altLang="en-US" dirty="0"/>
              <a:t>의 원소를 반환</a:t>
            </a:r>
            <a:r>
              <a:rPr lang="en-US" altLang="ko-KR" dirty="0"/>
              <a:t>(</a:t>
            </a:r>
            <a:r>
              <a:rPr lang="ko-KR" altLang="en-US" dirty="0"/>
              <a:t>초기값이 </a:t>
            </a:r>
            <a:r>
              <a:rPr lang="en-US" altLang="ko-KR" dirty="0"/>
              <a:t>-1</a:t>
            </a:r>
            <a:r>
              <a:rPr lang="ko-KR" altLang="en-US" dirty="0"/>
              <a:t>이므로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연결리스트로 연결 큐 구현</a:t>
            </a:r>
            <a:endParaRPr lang="en-US" altLang="ko-KR" dirty="0"/>
          </a:p>
          <a:p>
            <a:pPr lvl="2"/>
            <a:r>
              <a:rPr lang="ko-KR" altLang="en-US" dirty="0"/>
              <a:t>원소</a:t>
            </a:r>
            <a:r>
              <a:rPr lang="en-US" altLang="ko-KR" dirty="0"/>
              <a:t>=</a:t>
            </a:r>
            <a:r>
              <a:rPr lang="ko-KR" altLang="en-US" dirty="0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원소 순서</a:t>
            </a:r>
            <a:r>
              <a:rPr lang="en-US" altLang="ko-KR" dirty="0"/>
              <a:t>=</a:t>
            </a:r>
            <a:r>
              <a:rPr lang="ko-KR" altLang="en-US" dirty="0"/>
              <a:t>포인터 연결 순서</a:t>
            </a:r>
            <a:r>
              <a:rPr lang="en-US" altLang="ko-KR" dirty="0"/>
              <a:t> front/rear=</a:t>
            </a:r>
            <a:r>
              <a:rPr lang="ko-KR" altLang="en-US" dirty="0"/>
              <a:t>첫</a:t>
            </a:r>
            <a:r>
              <a:rPr lang="en-US" altLang="ko-KR" dirty="0"/>
              <a:t>/</a:t>
            </a:r>
            <a:r>
              <a:rPr lang="ko-KR" altLang="en-US" dirty="0"/>
              <a:t>마지막 노드의 포인터</a:t>
            </a:r>
            <a:br>
              <a:rPr lang="en-US" altLang="ko-KR" dirty="0"/>
            </a:br>
            <a:r>
              <a:rPr lang="ko-KR" altLang="en-US" dirty="0"/>
              <a:t>초기</a:t>
            </a:r>
            <a:r>
              <a:rPr lang="en-US" altLang="ko-KR" dirty="0"/>
              <a:t> </a:t>
            </a:r>
            <a:r>
              <a:rPr lang="ko-KR" altLang="en-US" dirty="0"/>
              <a:t>및 공백 </a:t>
            </a:r>
            <a:r>
              <a:rPr lang="en-US" altLang="ko-KR" dirty="0"/>
              <a:t>: front = rear = null</a:t>
            </a:r>
          </a:p>
          <a:p>
            <a:pPr lvl="2"/>
            <a:r>
              <a:rPr lang="ko-KR" altLang="en-US" dirty="0"/>
              <a:t>입출력</a:t>
            </a:r>
            <a:r>
              <a:rPr lang="en-US" altLang="ko-KR" dirty="0"/>
              <a:t> </a:t>
            </a:r>
            <a:r>
              <a:rPr lang="ko-KR" altLang="en-US" dirty="0"/>
              <a:t>연산 및 검색</a:t>
            </a:r>
            <a:endParaRPr lang="en-US" altLang="ko-KR" dirty="0"/>
          </a:p>
          <a:p>
            <a:pPr lvl="3"/>
            <a:r>
              <a:rPr lang="en-US" altLang="ko-KR" dirty="0"/>
              <a:t>enqueue() : 1)</a:t>
            </a:r>
            <a:r>
              <a:rPr lang="ko-KR" altLang="en-US" dirty="0"/>
              <a:t>노드 생성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item </a:t>
            </a:r>
            <a:r>
              <a:rPr lang="ko-KR" altLang="en-US" dirty="0"/>
              <a:t>저장</a:t>
            </a:r>
            <a:r>
              <a:rPr lang="en-US" altLang="ko-KR" dirty="0"/>
              <a:t> 2) front=rear=</a:t>
            </a:r>
            <a:r>
              <a:rPr lang="ko-KR" altLang="en-US" dirty="0"/>
              <a:t>해당 노드</a:t>
            </a:r>
            <a:r>
              <a:rPr lang="en-US" altLang="ko-KR" dirty="0"/>
              <a:t> 3) </a:t>
            </a:r>
            <a:r>
              <a:rPr lang="ko-KR" altLang="en-US" dirty="0"/>
              <a:t>공백</a:t>
            </a:r>
            <a:r>
              <a:rPr lang="en-US" altLang="ko-KR" dirty="0"/>
              <a:t>X?→</a:t>
            </a:r>
            <a:r>
              <a:rPr lang="ko-KR" altLang="en-US" dirty="0"/>
              <a:t>막 노드 뒤에 새 노드 연결</a:t>
            </a:r>
            <a:r>
              <a:rPr lang="en-US" altLang="ko-KR" dirty="0"/>
              <a:t>, rear=</a:t>
            </a:r>
            <a:r>
              <a:rPr lang="ko-KR" altLang="en-US" dirty="0"/>
              <a:t>새 노드</a:t>
            </a:r>
            <a:br>
              <a:rPr lang="en-US" altLang="ko-KR" dirty="0"/>
            </a:br>
            <a:r>
              <a:rPr lang="en-US" altLang="ko-KR" dirty="0"/>
              <a:t>dequeue() : 1) old→</a:t>
            </a:r>
            <a:r>
              <a:rPr lang="ko-KR" altLang="en-US" dirty="0"/>
              <a:t>삭제 노드 </a:t>
            </a:r>
            <a:r>
              <a:rPr lang="en-US" altLang="ko-KR" dirty="0"/>
              <a:t>2)front = </a:t>
            </a:r>
            <a:r>
              <a:rPr lang="ko-KR" altLang="en-US" dirty="0"/>
              <a:t>다음 노드</a:t>
            </a:r>
            <a:r>
              <a:rPr lang="en-US" altLang="ko-KR" dirty="0"/>
              <a:t> 3) </a:t>
            </a:r>
            <a:r>
              <a:rPr lang="ko-KR" altLang="en-US" dirty="0"/>
              <a:t>현재 큐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? → rear=null</a:t>
            </a:r>
            <a:r>
              <a:rPr lang="ko-KR" altLang="en-US" dirty="0"/>
              <a:t> </a:t>
            </a:r>
            <a:r>
              <a:rPr lang="en-US" altLang="ko-KR" dirty="0"/>
              <a:t>4)</a:t>
            </a:r>
            <a:r>
              <a:rPr lang="ko-KR" altLang="en-US" dirty="0"/>
              <a:t> </a:t>
            </a:r>
            <a:r>
              <a:rPr lang="en-US" altLang="ko-KR" dirty="0"/>
              <a:t>old</a:t>
            </a:r>
            <a:r>
              <a:rPr lang="ko-KR" altLang="en-US" dirty="0"/>
              <a:t> </a:t>
            </a:r>
            <a:r>
              <a:rPr lang="en-US" altLang="ko-KR" dirty="0"/>
              <a:t>X &amp;</a:t>
            </a:r>
            <a:r>
              <a:rPr lang="ko-KR" altLang="en-US" dirty="0"/>
              <a:t> 메모리 반환</a:t>
            </a:r>
            <a:r>
              <a:rPr lang="en-US" altLang="ko-KR" dirty="0"/>
              <a:t>(</a:t>
            </a:r>
            <a:r>
              <a:rPr lang="en-US" altLang="ko-KR" dirty="0" err="1"/>
              <a:t>returnNode</a:t>
            </a:r>
            <a:r>
              <a:rPr lang="en-US" altLang="ko-KR" dirty="0"/>
              <a:t>())</a:t>
            </a:r>
          </a:p>
          <a:p>
            <a:r>
              <a:rPr lang="ko-KR" altLang="en-US" dirty="0"/>
              <a:t>스택</a:t>
            </a:r>
            <a:r>
              <a:rPr lang="en-US" altLang="ko-KR" dirty="0"/>
              <a:t>, </a:t>
            </a:r>
            <a:r>
              <a:rPr lang="ko-KR" altLang="en-US" dirty="0"/>
              <a:t>큐의 응용 </a:t>
            </a:r>
            <a:r>
              <a:rPr lang="en-US" altLang="ko-KR" dirty="0"/>
              <a:t>: </a:t>
            </a:r>
            <a:r>
              <a:rPr lang="ko-KR" altLang="en-US" dirty="0"/>
              <a:t>수식 괄호검사</a:t>
            </a:r>
            <a:r>
              <a:rPr lang="en-US" altLang="ko-KR" dirty="0"/>
              <a:t>, </a:t>
            </a:r>
            <a:r>
              <a:rPr lang="ko-KR" altLang="en-US" dirty="0"/>
              <a:t>회문</a:t>
            </a:r>
            <a:r>
              <a:rPr lang="en-US" altLang="ko-KR" dirty="0"/>
              <a:t>(palindrome)</a:t>
            </a:r>
            <a:r>
              <a:rPr lang="ko-KR" altLang="en-US" dirty="0"/>
              <a:t>검사</a:t>
            </a:r>
            <a:endParaRPr lang="en-US" altLang="ko-KR" dirty="0"/>
          </a:p>
          <a:p>
            <a:pPr lvl="1"/>
            <a:r>
              <a:rPr lang="ko-KR" altLang="en-US" dirty="0" err="1"/>
              <a:t>수식괄호</a:t>
            </a:r>
            <a:r>
              <a:rPr lang="ko-KR" altLang="en-US" dirty="0"/>
              <a:t> 검사 </a:t>
            </a:r>
            <a:r>
              <a:rPr lang="en-US" altLang="ko-KR" dirty="0"/>
              <a:t>: '(', '{', '['</a:t>
            </a:r>
            <a:r>
              <a:rPr lang="ko-KR" altLang="en-US" dirty="0"/>
              <a:t> </a:t>
            </a:r>
            <a:r>
              <a:rPr lang="ko-KR" altLang="en-US" dirty="0" err="1"/>
              <a:t>입력시</a:t>
            </a:r>
            <a:r>
              <a:rPr lang="ko-KR" altLang="en-US" dirty="0"/>
              <a:t> </a:t>
            </a:r>
            <a:r>
              <a:rPr lang="ko-KR" altLang="en-US" dirty="0" err="1"/>
              <a:t>스에</a:t>
            </a:r>
            <a:r>
              <a:rPr lang="ko-KR" altLang="en-US" dirty="0"/>
              <a:t> 저장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')', '}', ']'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만났을 때 </a:t>
            </a:r>
            <a:r>
              <a:rPr lang="en-US" altLang="ko-KR" dirty="0"/>
              <a:t>pop. </a:t>
            </a:r>
            <a:r>
              <a:rPr lang="ko-KR" altLang="en-US" dirty="0"/>
              <a:t>스택 </a:t>
            </a:r>
            <a:r>
              <a:rPr lang="ko-KR" altLang="en-US" dirty="0" err="1"/>
              <a:t>비어있지</a:t>
            </a:r>
            <a:r>
              <a:rPr lang="ko-KR" altLang="en-US" dirty="0"/>
              <a:t> </a:t>
            </a:r>
            <a:r>
              <a:rPr lang="en-US" altLang="ko-KR" dirty="0"/>
              <a:t>X? → </a:t>
            </a:r>
            <a:r>
              <a:rPr lang="ko-KR" altLang="en-US" dirty="0"/>
              <a:t>수식 괄호 에러</a:t>
            </a:r>
            <a:endParaRPr lang="en-US" altLang="ko-KR" dirty="0"/>
          </a:p>
          <a:p>
            <a:pPr lvl="1"/>
            <a:r>
              <a:rPr lang="ko-KR" altLang="en-US" dirty="0" err="1"/>
              <a:t>회문검사</a:t>
            </a:r>
            <a:r>
              <a:rPr lang="ko-KR" altLang="en-US" dirty="0"/>
              <a:t> </a:t>
            </a:r>
            <a:r>
              <a:rPr lang="en-US" altLang="ko-KR" dirty="0"/>
              <a:t>: 1)</a:t>
            </a:r>
            <a:r>
              <a:rPr lang="ko-KR" altLang="en-US" dirty="0"/>
              <a:t> 문장을 모두 소문자</a:t>
            </a:r>
            <a:r>
              <a:rPr lang="en-US" altLang="ko-KR" dirty="0"/>
              <a:t>, </a:t>
            </a:r>
            <a:r>
              <a:rPr lang="ko-KR" altLang="en-US" dirty="0"/>
              <a:t>띄어쓰기 및 문장부호 제거 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문장을 각각 스택과 큐에 넣음 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큐의 </a:t>
            </a:r>
            <a:r>
              <a:rPr lang="en-US" altLang="ko-KR" dirty="0"/>
              <a:t>dequeue </a:t>
            </a:r>
            <a:r>
              <a:rPr lang="ko-KR" altLang="en-US" dirty="0"/>
              <a:t>글자와</a:t>
            </a:r>
            <a:r>
              <a:rPr lang="en-US" altLang="ko-KR" dirty="0"/>
              <a:t>, </a:t>
            </a:r>
            <a:r>
              <a:rPr lang="ko-KR" altLang="en-US" dirty="0"/>
              <a:t>스택의 </a:t>
            </a:r>
            <a:r>
              <a:rPr lang="en-US" altLang="ko-KR" dirty="0"/>
              <a:t>pop </a:t>
            </a:r>
            <a:r>
              <a:rPr lang="ko-KR" altLang="en-US" dirty="0"/>
              <a:t>글자 동일한지 반복하여  확인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396076-1E75-EE0A-E676-1BD74D8666D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DAF919-85A9-F3CA-2546-B4C2BD04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666" y="5961112"/>
            <a:ext cx="1224135" cy="83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6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AC375F-611B-7742-EC8F-7CD84559A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693370-609D-A202-61BD-FDB91291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분할정복 및 재귀</a:t>
            </a:r>
            <a:r>
              <a:rPr lang="en-US" altLang="ko-KR" dirty="0"/>
              <a:t>, </a:t>
            </a:r>
            <a:r>
              <a:rPr lang="ko-KR" altLang="en-US" dirty="0"/>
              <a:t>최근접점</a:t>
            </a:r>
            <a:r>
              <a:rPr lang="en-US" altLang="ko-KR" dirty="0"/>
              <a:t> </a:t>
            </a:r>
            <a:r>
              <a:rPr lang="ko-KR" altLang="en-US" dirty="0"/>
              <a:t>찾기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E75A9-AF9A-CAA8-1EDC-E381D7E62C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26E2894-624E-F0FC-735D-2D5585C5D7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분할정복 알고리즘</a:t>
            </a:r>
            <a:endParaRPr lang="en-US" altLang="ko-KR" dirty="0"/>
          </a:p>
          <a:p>
            <a:pPr lvl="1"/>
            <a:r>
              <a:rPr lang="ko-KR" altLang="en-US" dirty="0"/>
              <a:t>문제의 입력 분할</a:t>
            </a:r>
            <a:r>
              <a:rPr lang="en-US" altLang="ko-KR" dirty="0"/>
              <a:t> →</a:t>
            </a:r>
            <a:r>
              <a:rPr lang="ko-KR" altLang="en-US" dirty="0"/>
              <a:t> 문제해결</a:t>
            </a:r>
            <a:r>
              <a:rPr lang="en-US" altLang="ko-KR" dirty="0"/>
              <a:t>. </a:t>
            </a:r>
            <a:r>
              <a:rPr lang="ko-KR" altLang="en-US" dirty="0"/>
              <a:t>각 분할 </a:t>
            </a:r>
            <a:r>
              <a:rPr lang="en-US" altLang="ko-KR" dirty="0"/>
              <a:t>→</a:t>
            </a:r>
            <a:r>
              <a:rPr lang="ko-KR" altLang="en-US" dirty="0"/>
              <a:t> 동일 알고리즘 적용</a:t>
            </a:r>
            <a:r>
              <a:rPr lang="en-US" altLang="ko-KR" dirty="0"/>
              <a:t>.</a:t>
            </a:r>
            <a:r>
              <a:rPr lang="ko-KR" altLang="en-US" dirty="0"/>
              <a:t> 작은 문제의 해 취합</a:t>
            </a:r>
            <a:endParaRPr lang="en-US" altLang="ko-KR" dirty="0"/>
          </a:p>
          <a:p>
            <a:r>
              <a:rPr lang="ko-KR" altLang="en-US" dirty="0"/>
              <a:t>분할 </a:t>
            </a:r>
            <a:r>
              <a:rPr lang="en-US" altLang="ko-KR" dirty="0"/>
              <a:t>: n</a:t>
            </a:r>
            <a:r>
              <a:rPr lang="ko-KR" altLang="en-US" dirty="0"/>
              <a:t>의 입력을 </a:t>
            </a:r>
            <a:r>
              <a:rPr lang="en-US" altLang="ko-KR" dirty="0"/>
              <a:t>2</a:t>
            </a:r>
            <a:r>
              <a:rPr lang="ko-KR" altLang="en-US" dirty="0"/>
              <a:t>개로 분할</a:t>
            </a:r>
            <a:r>
              <a:rPr lang="en-US" altLang="ko-KR" dirty="0"/>
              <a:t>, </a:t>
            </a:r>
            <a:r>
              <a:rPr lang="ko-KR" altLang="en-US" dirty="0"/>
              <a:t>각 부분문제는 </a:t>
            </a:r>
            <a:r>
              <a:rPr lang="en-US" altLang="ko-KR" dirty="0"/>
              <a:t>n½</a:t>
            </a:r>
            <a:r>
              <a:rPr lang="ko-KR" altLang="en-US" dirty="0"/>
              <a:t>크기일때</a:t>
            </a:r>
            <a:endParaRPr lang="en-US" altLang="ko-KR" dirty="0"/>
          </a:p>
          <a:p>
            <a:pPr lvl="1"/>
            <a:r>
              <a:rPr lang="en-US" altLang="ko-KR" dirty="0"/>
              <a:t>n</a:t>
            </a:r>
            <a:r>
              <a:rPr lang="ko-KR" altLang="en-US" dirty="0"/>
              <a:t>에 대한 총 분할 횟수 </a:t>
            </a:r>
            <a:r>
              <a:rPr lang="en-US" altLang="ko-KR" dirty="0"/>
              <a:t>= k; 1</a:t>
            </a:r>
            <a:r>
              <a:rPr lang="ko-KR" altLang="en-US" dirty="0"/>
              <a:t>번 </a:t>
            </a:r>
            <a:r>
              <a:rPr lang="en-US" altLang="ko-KR" dirty="0"/>
              <a:t>→ n½. 2</a:t>
            </a:r>
            <a:r>
              <a:rPr lang="ko-KR" altLang="en-US" dirty="0"/>
              <a:t>번 </a:t>
            </a:r>
            <a:r>
              <a:rPr lang="en-US" altLang="ko-KR" dirty="0"/>
              <a:t>→ n/2² … k</a:t>
            </a:r>
            <a:r>
              <a:rPr lang="ko-KR" altLang="en-US" dirty="0"/>
              <a:t>번 </a:t>
            </a:r>
            <a:r>
              <a:rPr lang="en-US" altLang="ko-KR" dirty="0"/>
              <a:t>→ n/2^k. </a:t>
            </a:r>
            <a:br>
              <a:rPr lang="en-US" altLang="ko-KR" dirty="0"/>
            </a:br>
            <a:r>
              <a:rPr lang="en-US" altLang="ko-KR" dirty="0"/>
              <a:t>n/2^k = 1</a:t>
            </a:r>
            <a:r>
              <a:rPr lang="ko-KR" altLang="en-US" dirty="0" err="1"/>
              <a:t>일때</a:t>
            </a:r>
            <a:r>
              <a:rPr lang="ko-KR" altLang="en-US" dirty="0"/>
              <a:t> 더 이상 분할 </a:t>
            </a:r>
            <a:r>
              <a:rPr lang="en-US" altLang="ko-KR" dirty="0"/>
              <a:t>X → k=log2(n)</a:t>
            </a:r>
          </a:p>
          <a:p>
            <a:r>
              <a:rPr lang="ko-KR" altLang="en-US" dirty="0"/>
              <a:t>정복</a:t>
            </a:r>
            <a:r>
              <a:rPr lang="en-US" altLang="ko-KR" dirty="0"/>
              <a:t> </a:t>
            </a:r>
            <a:r>
              <a:rPr lang="ko-KR" altLang="en-US" dirty="0"/>
              <a:t>과정 </a:t>
            </a:r>
            <a:r>
              <a:rPr lang="en-US" altLang="ko-KR" dirty="0"/>
              <a:t>: </a:t>
            </a:r>
            <a:r>
              <a:rPr lang="ko-KR" altLang="en-US" dirty="0"/>
              <a:t>분할된 부분문제들을 정복하여 해를 취합</a:t>
            </a:r>
            <a:endParaRPr lang="en-US" altLang="ko-KR" dirty="0"/>
          </a:p>
          <a:p>
            <a:pPr lvl="1"/>
            <a:r>
              <a:rPr lang="ko-KR" altLang="en-US" dirty="0" err="1"/>
              <a:t>머지</a:t>
            </a:r>
            <a:r>
              <a:rPr lang="ko-KR" altLang="en-US" dirty="0"/>
              <a:t> 소트 </a:t>
            </a:r>
            <a:r>
              <a:rPr lang="en-US" altLang="ko-KR" dirty="0"/>
              <a:t>: a</a:t>
            </a:r>
            <a:r>
              <a:rPr lang="ko-KR" altLang="en-US" dirty="0"/>
              <a:t>개로 문제 분할</a:t>
            </a:r>
            <a:r>
              <a:rPr lang="en-US" altLang="ko-KR" dirty="0"/>
              <a:t> → </a:t>
            </a:r>
            <a:r>
              <a:rPr lang="ko-KR" altLang="en-US" dirty="0"/>
              <a:t>부분문제는 </a:t>
            </a:r>
            <a:r>
              <a:rPr lang="en-US" altLang="ko-KR" dirty="0"/>
              <a:t>1/b</a:t>
            </a:r>
            <a:r>
              <a:rPr lang="ko-KR" altLang="en-US" dirty="0"/>
              <a:t>크기</a:t>
            </a:r>
            <a:r>
              <a:rPr lang="en-US" altLang="ko-KR" dirty="0"/>
              <a:t>. O(</a:t>
            </a:r>
            <a:r>
              <a:rPr lang="en-US" altLang="ko-KR" dirty="0" err="1"/>
              <a:t>nlogn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 err="1"/>
              <a:t>퀵</a:t>
            </a:r>
            <a:r>
              <a:rPr lang="ko-KR" altLang="en-US" dirty="0"/>
              <a:t> 소트 </a:t>
            </a:r>
            <a:r>
              <a:rPr lang="en-US" altLang="ko-KR" dirty="0"/>
              <a:t>: </a:t>
            </a:r>
            <a:r>
              <a:rPr lang="ko-KR" altLang="en-US" dirty="0"/>
              <a:t>문제</a:t>
            </a:r>
            <a:r>
              <a:rPr lang="en-US" altLang="ko-KR" dirty="0"/>
              <a:t> 2</a:t>
            </a:r>
            <a:r>
              <a:rPr lang="ko-KR" altLang="en-US" dirty="0"/>
              <a:t>개 분할</a:t>
            </a:r>
            <a:r>
              <a:rPr lang="en-US" altLang="ko-KR" dirty="0"/>
              <a:t> → </a:t>
            </a:r>
            <a:r>
              <a:rPr lang="ko-KR" altLang="en-US" dirty="0"/>
              <a:t>부분문제</a:t>
            </a:r>
            <a:r>
              <a:rPr lang="en-US" altLang="ko-KR" dirty="0"/>
              <a:t> </a:t>
            </a:r>
            <a:r>
              <a:rPr lang="ko-KR" altLang="en-US" dirty="0"/>
              <a:t>크기는 일정</a:t>
            </a:r>
            <a:r>
              <a:rPr lang="en-US" altLang="ko-KR" dirty="0"/>
              <a:t>X O(</a:t>
            </a:r>
            <a:r>
              <a:rPr lang="en-US" altLang="ko-KR" dirty="0" err="1"/>
              <a:t>nlogn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이진탐색</a:t>
            </a:r>
            <a:r>
              <a:rPr lang="en-US" altLang="ko-KR" dirty="0"/>
              <a:t>: </a:t>
            </a:r>
            <a:r>
              <a:rPr lang="ko-KR" altLang="en-US" dirty="0"/>
              <a:t>문제가</a:t>
            </a:r>
            <a:r>
              <a:rPr lang="en-US" altLang="ko-KR" dirty="0"/>
              <a:t> 2</a:t>
            </a:r>
            <a:r>
              <a:rPr lang="ko-KR" altLang="en-US" dirty="0"/>
              <a:t>개로 분할되나 절반은 고려</a:t>
            </a:r>
            <a:r>
              <a:rPr lang="en-US" altLang="ko-KR" dirty="0"/>
              <a:t>X. </a:t>
            </a:r>
            <a:r>
              <a:rPr lang="ko-KR" altLang="en-US" dirty="0"/>
              <a:t>부분문제는 </a:t>
            </a:r>
            <a:r>
              <a:rPr lang="en-US" altLang="ko-KR" dirty="0"/>
              <a:t>½</a:t>
            </a:r>
            <a:r>
              <a:rPr lang="ko-KR" altLang="en-US" dirty="0"/>
              <a:t>크기로 감소 </a:t>
            </a:r>
            <a:r>
              <a:rPr lang="en-US" altLang="ko-KR" dirty="0"/>
              <a:t>O(</a:t>
            </a:r>
            <a:r>
              <a:rPr lang="en-US" altLang="ko-KR" dirty="0" err="1"/>
              <a:t>logn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재귀 </a:t>
            </a:r>
            <a:r>
              <a:rPr lang="en-US" altLang="ko-KR" dirty="0"/>
              <a:t>:</a:t>
            </a:r>
            <a:r>
              <a:rPr lang="ko-KR" altLang="en-US" dirty="0"/>
              <a:t>풀이 더 명확히</a:t>
            </a:r>
            <a:r>
              <a:rPr lang="en-US" altLang="ko-KR" dirty="0"/>
              <a:t>; </a:t>
            </a:r>
            <a:r>
              <a:rPr lang="ko-KR" altLang="en-US" dirty="0"/>
              <a:t>상황 따라 </a:t>
            </a:r>
            <a:r>
              <a:rPr lang="ko-KR" altLang="en-US" dirty="0" err="1"/>
              <a:t>반복문</a:t>
            </a:r>
            <a:r>
              <a:rPr lang="en-US" altLang="ko-KR" dirty="0"/>
              <a:t>/</a:t>
            </a:r>
            <a:r>
              <a:rPr lang="ko-KR" altLang="en-US" dirty="0"/>
              <a:t>재귀 선택</a:t>
            </a:r>
            <a:endParaRPr lang="en-US" altLang="ko-KR" dirty="0"/>
          </a:p>
          <a:p>
            <a:pPr lvl="1"/>
            <a:r>
              <a:rPr lang="ko-KR" altLang="en-US" dirty="0"/>
              <a:t>기본단계</a:t>
            </a:r>
            <a:r>
              <a:rPr lang="en-US" altLang="ko-KR" dirty="0"/>
              <a:t>(base case. </a:t>
            </a:r>
            <a:r>
              <a:rPr lang="ko-KR" altLang="en-US" dirty="0"/>
              <a:t>호출 </a:t>
            </a:r>
            <a:r>
              <a:rPr lang="en-US" altLang="ko-KR" dirty="0"/>
              <a:t>X</a:t>
            </a:r>
            <a:r>
              <a:rPr lang="ko-KR" altLang="en-US" dirty="0"/>
              <a:t> 조건</a:t>
            </a:r>
            <a:r>
              <a:rPr lang="en-US" altLang="ko-KR" dirty="0"/>
              <a:t>), </a:t>
            </a:r>
            <a:r>
              <a:rPr lang="ko-KR" altLang="en-US" dirty="0"/>
              <a:t>재귀단계</a:t>
            </a:r>
            <a:r>
              <a:rPr lang="en-US" altLang="ko-KR" dirty="0"/>
              <a:t>(recursive case </a:t>
            </a:r>
            <a:r>
              <a:rPr lang="ko-KR" altLang="en-US" dirty="0"/>
              <a:t>재귀호출 조건</a:t>
            </a:r>
            <a:r>
              <a:rPr lang="en-US" altLang="ko-KR" dirty="0"/>
              <a:t>);</a:t>
            </a:r>
          </a:p>
          <a:p>
            <a:pPr lvl="2"/>
            <a:r>
              <a:rPr lang="ko-KR" altLang="en-US" dirty="0"/>
              <a:t>스택 사용은 편리하지만 메모리 소비 과다 </a:t>
            </a:r>
            <a:r>
              <a:rPr lang="en-US" altLang="ko-KR" dirty="0"/>
              <a:t>→ </a:t>
            </a:r>
            <a:r>
              <a:rPr lang="ko-KR" altLang="en-US" dirty="0"/>
              <a:t>반복문을 대신 사용</a:t>
            </a:r>
            <a:endParaRPr lang="en-US" altLang="ko-KR" dirty="0"/>
          </a:p>
          <a:p>
            <a:r>
              <a:rPr lang="ko-KR" altLang="en-US" dirty="0"/>
              <a:t>최근접 점 쌍 분할 정복 알고리즘</a:t>
            </a:r>
            <a:endParaRPr lang="en-US" altLang="ko-KR" dirty="0"/>
          </a:p>
          <a:p>
            <a:pPr lvl="1"/>
            <a:r>
              <a:rPr lang="en-US" altLang="ko-KR" dirty="0" err="1"/>
              <a:t>CloseestPair</a:t>
            </a:r>
            <a:r>
              <a:rPr lang="en-US" altLang="ko-KR" dirty="0"/>
              <a:t>(S)</a:t>
            </a:r>
            <a:br>
              <a:rPr lang="en-US" altLang="ko-KR" dirty="0"/>
            </a:br>
            <a:r>
              <a:rPr lang="en-US" altLang="ko-KR" dirty="0"/>
              <a:t>1) if</a:t>
            </a:r>
            <a:r>
              <a:rPr lang="ko-KR" altLang="en-US" dirty="0"/>
              <a:t> </a:t>
            </a:r>
            <a:r>
              <a:rPr lang="en-US" altLang="ko-KR" dirty="0"/>
              <a:t>(I &lt;= 3) : return (2 </a:t>
            </a:r>
            <a:r>
              <a:rPr lang="ko-KR" altLang="en-US" dirty="0"/>
              <a:t>또는 </a:t>
            </a:r>
            <a:r>
              <a:rPr lang="en-US" altLang="ko-KR" dirty="0"/>
              <a:t>3</a:t>
            </a:r>
            <a:r>
              <a:rPr lang="ko-KR" altLang="en-US" dirty="0"/>
              <a:t>개 점 사이의 최근접 쌍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정렬된 </a:t>
            </a:r>
            <a:r>
              <a:rPr lang="en-US" altLang="ko-KR" dirty="0"/>
              <a:t>S</a:t>
            </a:r>
            <a:r>
              <a:rPr lang="ko-KR" altLang="en-US" dirty="0"/>
              <a:t>를 같은 점의 </a:t>
            </a:r>
            <a:r>
              <a:rPr lang="ko-KR" altLang="en-US" dirty="0" err="1"/>
              <a:t>갯수의</a:t>
            </a:r>
            <a:r>
              <a:rPr lang="ko-KR" altLang="en-US" dirty="0"/>
              <a:t> </a:t>
            </a:r>
            <a:r>
              <a:rPr lang="en-US" altLang="ko-KR" dirty="0"/>
              <a:t>SL,SR</a:t>
            </a:r>
            <a:r>
              <a:rPr lang="ko-KR" altLang="en-US" dirty="0"/>
              <a:t>로 분할</a:t>
            </a:r>
            <a:r>
              <a:rPr lang="en-US" altLang="ko-KR" dirty="0"/>
              <a:t>(S</a:t>
            </a:r>
            <a:r>
              <a:rPr lang="ko-KR" altLang="en-US" dirty="0"/>
              <a:t>가 홀수면 </a:t>
            </a:r>
            <a:r>
              <a:rPr lang="en-US" altLang="ko-KR" dirty="0"/>
              <a:t>SL=SR+1)</a:t>
            </a:r>
            <a:br>
              <a:rPr lang="en-US" altLang="ko-KR" dirty="0"/>
            </a:br>
            <a:r>
              <a:rPr lang="en-US" altLang="ko-KR" dirty="0"/>
              <a:t>3) CPL = </a:t>
            </a:r>
            <a:r>
              <a:rPr lang="en-US" altLang="ko-KR" dirty="0" err="1"/>
              <a:t>closetPair</a:t>
            </a:r>
            <a:r>
              <a:rPr lang="en-US" altLang="ko-KR" dirty="0"/>
              <a:t>(SL), CPR = </a:t>
            </a:r>
            <a:r>
              <a:rPr lang="en-US" altLang="ko-KR" dirty="0" err="1"/>
              <a:t>closetPair</a:t>
            </a:r>
            <a:r>
              <a:rPr lang="en-US" altLang="ko-KR" dirty="0"/>
              <a:t>(SR)	(CPL/R SL/R</a:t>
            </a:r>
            <a:r>
              <a:rPr lang="ko-KR" altLang="en-US" dirty="0"/>
              <a:t>의 </a:t>
            </a:r>
            <a:r>
              <a:rPr lang="ko-KR" altLang="en-US" dirty="0" err="1"/>
              <a:t>최근접쌍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4) d = min(</a:t>
            </a:r>
            <a:r>
              <a:rPr lang="en-US" altLang="ko-KR" dirty="0" err="1"/>
              <a:t>dist</a:t>
            </a:r>
            <a:r>
              <a:rPr lang="en-US" altLang="ko-KR" dirty="0"/>
              <a:t>(CPL),</a:t>
            </a:r>
            <a:r>
              <a:rPr lang="en-US" altLang="ko-KR" dirty="0" err="1"/>
              <a:t>dist</a:t>
            </a:r>
            <a:r>
              <a:rPr lang="en-US" altLang="ko-KR" dirty="0"/>
              <a:t>(CPR). </a:t>
            </a:r>
            <a:r>
              <a:rPr lang="ko-KR" altLang="en-US" dirty="0"/>
              <a:t>각 </a:t>
            </a:r>
            <a:r>
              <a:rPr lang="en-US" altLang="ko-KR" dirty="0"/>
              <a:t>SL,</a:t>
            </a:r>
            <a:r>
              <a:rPr lang="ko-KR" altLang="en-US" dirty="0"/>
              <a:t> </a:t>
            </a:r>
            <a:r>
              <a:rPr lang="en-US" altLang="ko-KR" dirty="0"/>
              <a:t>SR</a:t>
            </a:r>
            <a:r>
              <a:rPr lang="ko-KR" altLang="en-US" dirty="0"/>
              <a:t> </a:t>
            </a:r>
            <a:r>
              <a:rPr lang="en-US" altLang="ko-KR" dirty="0"/>
              <a:t>d</a:t>
            </a:r>
            <a:r>
              <a:rPr lang="ko-KR" altLang="en-US" dirty="0"/>
              <a:t>구간 내 최근접 쌍 </a:t>
            </a:r>
            <a:r>
              <a:rPr lang="en-US" altLang="ko-KR" dirty="0"/>
              <a:t>= CPC</a:t>
            </a:r>
            <a:br>
              <a:rPr lang="en-US" altLang="ko-KR" dirty="0"/>
            </a:br>
            <a:r>
              <a:rPr lang="en-US" altLang="ko-KR" dirty="0"/>
              <a:t>5) return</a:t>
            </a:r>
            <a:r>
              <a:rPr lang="ko-KR" altLang="en-US" dirty="0"/>
              <a:t> </a:t>
            </a:r>
            <a:r>
              <a:rPr lang="en-US" altLang="ko-KR" dirty="0"/>
              <a:t>CPL, CLC, CPR</a:t>
            </a:r>
            <a:r>
              <a:rPr lang="ko-KR" altLang="en-US" dirty="0"/>
              <a:t>중 최소 </a:t>
            </a:r>
            <a:r>
              <a:rPr lang="en-US" altLang="ko-KR" dirty="0" err="1"/>
              <a:t>dist</a:t>
            </a:r>
            <a:r>
              <a:rPr lang="en-US" altLang="ko-KR" dirty="0"/>
              <a:t>()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1440D5-6E08-9067-FC2E-70CF220A6E8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D6A151-3D16-60C6-2794-1114C8E2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15" y="5925687"/>
            <a:ext cx="1368152" cy="9368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51C689D-099E-E9AD-9087-26A492B3A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68" y="5061572"/>
            <a:ext cx="636767" cy="93681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20C28FA-EA05-9E01-06D7-3993C49E9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883" y="5025232"/>
            <a:ext cx="1014671" cy="100949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7AC8F56-8067-F323-DFB2-F29F660D26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6212"/>
          <a:stretch>
            <a:fillRect/>
          </a:stretch>
        </p:blipFill>
        <p:spPr>
          <a:xfrm>
            <a:off x="3961822" y="4520485"/>
            <a:ext cx="254899" cy="93681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0D5DE54-D3FA-BCCC-B8E1-F3814629FF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88"/>
          <a:stretch>
            <a:fillRect/>
          </a:stretch>
        </p:blipFill>
        <p:spPr>
          <a:xfrm>
            <a:off x="4446210" y="6752134"/>
            <a:ext cx="820854" cy="93681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60ACFC7-52DA-C266-A325-F9546752B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570"/>
          <a:stretch>
            <a:fillRect/>
          </a:stretch>
        </p:blipFill>
        <p:spPr>
          <a:xfrm>
            <a:off x="3934813" y="5529979"/>
            <a:ext cx="299384" cy="93681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E91DF55-51D6-4B6D-8C9C-6B8871BAC0AA}"/>
              </a:ext>
            </a:extLst>
          </p:cNvPr>
          <p:cNvSpPr txBox="1"/>
          <p:nvPr/>
        </p:nvSpPr>
        <p:spPr>
          <a:xfrm>
            <a:off x="3281257" y="7035875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ADEF3C-1880-EE7A-4036-EDD3994CF1BB}"/>
              </a:ext>
            </a:extLst>
          </p:cNvPr>
          <p:cNvSpPr txBox="1"/>
          <p:nvPr/>
        </p:nvSpPr>
        <p:spPr>
          <a:xfrm>
            <a:off x="3924695" y="7035875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120DD80-C1B6-B417-1756-E2A54E2635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96"/>
          <a:stretch>
            <a:fillRect/>
          </a:stretch>
        </p:blipFill>
        <p:spPr>
          <a:xfrm>
            <a:off x="5384633" y="5674753"/>
            <a:ext cx="1368152" cy="11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4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6561FBA-A741-8080-A386-E9610775F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B7ED1A-9E7B-4320-0CE2-F58AEF87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탐색과 정렬 알고리즘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CBC88D-5FED-D418-1149-87BFE3BC01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0CE7DD-D529-249C-298C-F37E62E937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탐색 알고리즘 </a:t>
            </a:r>
            <a:r>
              <a:rPr lang="en-US" altLang="ko-KR" dirty="0"/>
              <a:t>: </a:t>
            </a:r>
            <a:r>
              <a:rPr lang="ko-KR" altLang="en-US" dirty="0"/>
              <a:t>순차탐색</a:t>
            </a:r>
            <a:r>
              <a:rPr lang="en-US" altLang="ko-KR" dirty="0"/>
              <a:t>, </a:t>
            </a:r>
            <a:r>
              <a:rPr lang="ko-KR" altLang="en-US" dirty="0"/>
              <a:t>이진탐색</a:t>
            </a:r>
            <a:endParaRPr lang="en-US" altLang="ko-KR" dirty="0"/>
          </a:p>
          <a:p>
            <a:pPr lvl="1"/>
            <a:r>
              <a:rPr lang="ko-KR" altLang="en-US" dirty="0"/>
              <a:t>순차탐색 </a:t>
            </a:r>
            <a:r>
              <a:rPr lang="en-US" altLang="ko-KR" dirty="0"/>
              <a:t>: </a:t>
            </a:r>
            <a:r>
              <a:rPr lang="ko-KR" altLang="en-US" dirty="0"/>
              <a:t>정렬</a:t>
            </a:r>
            <a:r>
              <a:rPr lang="en-US" altLang="ko-KR" dirty="0"/>
              <a:t>X? → </a:t>
            </a:r>
            <a:r>
              <a:rPr lang="ko-KR" altLang="en-US" dirty="0"/>
              <a:t>모든 원소를 전수조사 </a:t>
            </a:r>
            <a:r>
              <a:rPr lang="en-US" altLang="ko-KR" dirty="0"/>
              <a:t>→</a:t>
            </a:r>
            <a:r>
              <a:rPr lang="ko-KR" altLang="en-US" dirty="0"/>
              <a:t> 인덱스 반환</a:t>
            </a:r>
            <a:r>
              <a:rPr lang="en-US" altLang="ko-KR" dirty="0"/>
              <a:t>. O(n)</a:t>
            </a:r>
          </a:p>
          <a:p>
            <a:pPr lvl="1"/>
            <a:r>
              <a:rPr lang="ko-KR" altLang="en-US" dirty="0"/>
              <a:t>이진탐색 </a:t>
            </a:r>
            <a:r>
              <a:rPr lang="en-US" altLang="ko-KR" dirty="0"/>
              <a:t>: </a:t>
            </a:r>
            <a:r>
              <a:rPr lang="ko-KR" altLang="en-US" dirty="0"/>
              <a:t>정렬</a:t>
            </a:r>
            <a:r>
              <a:rPr lang="en-US" altLang="ko-KR" dirty="0"/>
              <a:t>O? → </a:t>
            </a:r>
            <a:r>
              <a:rPr lang="ko-KR" altLang="en-US" dirty="0"/>
              <a:t>찾는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(</a:t>
            </a:r>
            <a:r>
              <a:rPr lang="ko-KR" altLang="en-US" dirty="0"/>
              <a:t>있으면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인덱스</a:t>
            </a:r>
            <a:r>
              <a:rPr lang="en-US" altLang="ko-KR" dirty="0"/>
              <a:t>) (</a:t>
            </a:r>
            <a:r>
              <a:rPr lang="ko-KR" altLang="en-US" dirty="0"/>
              <a:t>없으면</a:t>
            </a:r>
            <a:r>
              <a:rPr lang="en-US" altLang="ko-KR" dirty="0"/>
              <a:t>? → null). O(</a:t>
            </a:r>
            <a:r>
              <a:rPr lang="en-US" altLang="ko-KR" dirty="0" err="1"/>
              <a:t>logn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매 단계마다 탐색의 범위 절반씩 감소</a:t>
            </a:r>
            <a:endParaRPr lang="en-US" altLang="ko-KR" dirty="0"/>
          </a:p>
          <a:p>
            <a:r>
              <a:rPr lang="en-US" altLang="ko-KR" dirty="0"/>
              <a:t>O(n²) </a:t>
            </a:r>
            <a:r>
              <a:rPr lang="ko-KR" altLang="en-US" dirty="0"/>
              <a:t>정렬 알고리즘 </a:t>
            </a:r>
            <a:r>
              <a:rPr lang="en-US" altLang="ko-KR" dirty="0"/>
              <a:t>: </a:t>
            </a:r>
            <a:r>
              <a:rPr lang="ko-KR" altLang="en-US" dirty="0" err="1"/>
              <a:t>버블정렬</a:t>
            </a:r>
            <a:r>
              <a:rPr lang="en-US" altLang="ko-KR" dirty="0"/>
              <a:t>, </a:t>
            </a:r>
            <a:r>
              <a:rPr lang="ko-KR" altLang="en-US" dirty="0" err="1"/>
              <a:t>삽입정렬</a:t>
            </a:r>
            <a:endParaRPr lang="en-US" altLang="ko-KR" dirty="0"/>
          </a:p>
          <a:p>
            <a:pPr lvl="1"/>
            <a:r>
              <a:rPr lang="ko-KR" altLang="en-US" dirty="0" err="1"/>
              <a:t>버블정렬</a:t>
            </a:r>
            <a:r>
              <a:rPr lang="en-US" altLang="ko-KR" dirty="0"/>
              <a:t> : 0</a:t>
            </a:r>
            <a:r>
              <a:rPr lang="ko-KR" altLang="en-US" dirty="0"/>
              <a:t>번째 </a:t>
            </a:r>
            <a:r>
              <a:rPr lang="en-US" altLang="ko-KR" dirty="0"/>
              <a:t>~ n-1</a:t>
            </a:r>
            <a:r>
              <a:rPr lang="ko-KR" altLang="en-US" dirty="0"/>
              <a:t>번째 까지 이웃한 두 원소를 </a:t>
            </a:r>
            <a:r>
              <a:rPr lang="ko-KR" altLang="en-US" dirty="0" err="1"/>
              <a:t>비교후</a:t>
            </a:r>
            <a:r>
              <a:rPr lang="ko-KR" altLang="en-US" dirty="0"/>
              <a:t> 자리 교환</a:t>
            </a:r>
            <a:r>
              <a:rPr lang="en-US" altLang="ko-KR" dirty="0"/>
              <a:t>?→  </a:t>
            </a:r>
            <a:r>
              <a:rPr lang="ko-KR" altLang="en-US" dirty="0"/>
              <a:t>끝까지</a:t>
            </a:r>
            <a:endParaRPr lang="en-US" altLang="ko-KR" dirty="0"/>
          </a:p>
          <a:p>
            <a:pPr lvl="2"/>
            <a:r>
              <a:rPr lang="ko-KR" altLang="en-US" dirty="0" err="1"/>
              <a:t>시간복잡도</a:t>
            </a:r>
            <a:r>
              <a:rPr lang="en-US" altLang="ko-KR" dirty="0"/>
              <a:t> :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원소들에 대해 </a:t>
            </a:r>
            <a:r>
              <a:rPr lang="en-US" altLang="ko-KR" dirty="0"/>
              <a:t>n-1 + n-2 … 2 + 1 → n(n-1)/2 → O(n²)</a:t>
            </a:r>
          </a:p>
          <a:p>
            <a:pPr lvl="1"/>
            <a:r>
              <a:rPr lang="ko-KR" altLang="en-US" dirty="0" err="1"/>
              <a:t>삽입정렬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정렬된 부분 </a:t>
            </a:r>
            <a:r>
              <a:rPr lang="en-US" altLang="ko-KR" dirty="0"/>
              <a:t>vs </a:t>
            </a:r>
            <a:r>
              <a:rPr lang="ko-KR" altLang="en-US" dirty="0"/>
              <a:t>정렬 </a:t>
            </a:r>
            <a:r>
              <a:rPr lang="en-US" altLang="ko-KR" dirty="0"/>
              <a:t>X </a:t>
            </a:r>
            <a:r>
              <a:rPr lang="ko-KR" altLang="en-US" dirty="0"/>
              <a:t>부분으로 나눠</a:t>
            </a:r>
            <a:r>
              <a:rPr lang="en-US" altLang="ko-KR" dirty="0"/>
              <a:t>, </a:t>
            </a:r>
            <a:r>
              <a:rPr lang="ko-KR" altLang="en-US" dirty="0"/>
              <a:t>정렬 안된 부분 왼쪽 원소를 정렬 부분의 적절한 위치 삽입 과정 반복 </a:t>
            </a:r>
            <a:r>
              <a:rPr lang="en-US" altLang="ko-KR" dirty="0"/>
              <a:t>→ </a:t>
            </a:r>
            <a:r>
              <a:rPr lang="ko-KR" altLang="en-US" dirty="0"/>
              <a:t>각 단계마다 정렬부분</a:t>
            </a:r>
            <a:r>
              <a:rPr lang="en-US" altLang="ko-KR" dirty="0"/>
              <a:t>+1, </a:t>
            </a:r>
            <a:r>
              <a:rPr lang="ko-KR" altLang="en-US" dirty="0"/>
              <a:t>정렬</a:t>
            </a:r>
            <a:r>
              <a:rPr lang="en-US" altLang="ko-KR" dirty="0"/>
              <a:t>X-1</a:t>
            </a:r>
          </a:p>
          <a:p>
            <a:pPr lvl="2"/>
            <a:r>
              <a:rPr lang="ko-KR" altLang="en-US" dirty="0" err="1"/>
              <a:t>시간복잡도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이미 정렬</a:t>
            </a:r>
            <a:r>
              <a:rPr lang="en-US" altLang="ko-KR" dirty="0"/>
              <a:t>O? → O(n); </a:t>
            </a:r>
            <a:r>
              <a:rPr lang="ko-KR" altLang="en-US" dirty="0"/>
              <a:t>최악</a:t>
            </a:r>
            <a:r>
              <a:rPr lang="en-US" altLang="ko-KR" dirty="0"/>
              <a:t>? → </a:t>
            </a:r>
            <a:r>
              <a:rPr lang="ko-KR" altLang="en-US" dirty="0"/>
              <a:t>바깥 루프에 대해 안쪽 루프는 </a:t>
            </a:r>
            <a:r>
              <a:rPr lang="en-US" altLang="ko-KR" dirty="0"/>
              <a:t>1 + 2+ 3 … n-2 + n-1 = n(n-1)/2 </a:t>
            </a:r>
            <a:r>
              <a:rPr lang="ko-KR" altLang="en-US" dirty="0"/>
              <a:t>번 수행됨</a:t>
            </a:r>
            <a:r>
              <a:rPr lang="en-US" altLang="ko-KR" dirty="0"/>
              <a:t>. → O(n²)</a:t>
            </a:r>
          </a:p>
          <a:p>
            <a:r>
              <a:rPr lang="en-US" altLang="ko-KR" dirty="0"/>
              <a:t>O(</a:t>
            </a:r>
            <a:r>
              <a:rPr lang="en-US" altLang="ko-KR" dirty="0" err="1"/>
              <a:t>nlogn</a:t>
            </a:r>
            <a:r>
              <a:rPr lang="en-US" altLang="ko-KR" dirty="0"/>
              <a:t>) </a:t>
            </a:r>
            <a:r>
              <a:rPr lang="ko-KR" altLang="en-US" dirty="0"/>
              <a:t>정렬 알고리즘 </a:t>
            </a:r>
            <a:r>
              <a:rPr lang="en-US" altLang="ko-KR" dirty="0"/>
              <a:t>: </a:t>
            </a:r>
            <a:r>
              <a:rPr lang="ko-KR" altLang="en-US" dirty="0" err="1"/>
              <a:t>합병정렬</a:t>
            </a:r>
            <a:r>
              <a:rPr lang="en-US" altLang="ko-KR" dirty="0"/>
              <a:t>, </a:t>
            </a:r>
            <a:r>
              <a:rPr lang="ko-KR" altLang="en-US" dirty="0" err="1"/>
              <a:t>퀵</a:t>
            </a:r>
            <a:r>
              <a:rPr lang="ko-KR" altLang="en-US" dirty="0"/>
              <a:t> 정렬</a:t>
            </a:r>
            <a:endParaRPr lang="en-US" altLang="ko-KR" dirty="0"/>
          </a:p>
          <a:p>
            <a:pPr lvl="1"/>
            <a:r>
              <a:rPr lang="ko-KR" altLang="en-US" dirty="0" err="1"/>
              <a:t>합별정렬</a:t>
            </a:r>
            <a:r>
              <a:rPr lang="en-US" altLang="ko-KR" dirty="0"/>
              <a:t>(merge sort)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 부분문제로 분할</a:t>
            </a:r>
            <a:r>
              <a:rPr lang="en-US" altLang="ko-KR" dirty="0"/>
              <a:t>. </a:t>
            </a:r>
            <a:r>
              <a:rPr lang="ko-KR" altLang="en-US" dirty="0"/>
              <a:t>크기 </a:t>
            </a:r>
            <a:r>
              <a:rPr lang="en-US" altLang="ko-KR" dirty="0"/>
              <a:t>½</a:t>
            </a:r>
            <a:r>
              <a:rPr lang="ko-KR" altLang="en-US" dirty="0"/>
              <a:t>로 축소 </a:t>
            </a:r>
            <a:r>
              <a:rPr lang="en-US" altLang="ko-KR" dirty="0"/>
              <a:t>→ 1</a:t>
            </a:r>
            <a:r>
              <a:rPr lang="ko-KR" altLang="en-US" dirty="0"/>
              <a:t>까지</a:t>
            </a:r>
            <a:r>
              <a:rPr lang="en-US" altLang="ko-KR" dirty="0"/>
              <a:t>. </a:t>
            </a:r>
            <a:r>
              <a:rPr lang="ko-KR" altLang="en-US" dirty="0"/>
              <a:t>각 문제 합병</a:t>
            </a:r>
            <a:endParaRPr lang="en-US" altLang="ko-KR" dirty="0"/>
          </a:p>
          <a:p>
            <a:pPr lvl="2"/>
            <a:r>
              <a:rPr lang="ko-KR" altLang="en-US" dirty="0" err="1"/>
              <a:t>시간복잡도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분할</a:t>
            </a:r>
            <a:r>
              <a:rPr lang="en-US" altLang="ko-KR" dirty="0"/>
              <a:t> </a:t>
            </a:r>
            <a:r>
              <a:rPr lang="ko-KR" altLang="en-US" dirty="0"/>
              <a:t>부분은 배열 중간 인덱스</a:t>
            </a:r>
            <a:r>
              <a:rPr lang="en-US" altLang="ko-KR" dirty="0"/>
              <a:t>, 2</a:t>
            </a:r>
            <a:r>
              <a:rPr lang="ko-KR" altLang="en-US" dirty="0"/>
              <a:t>번의 재귀 호출</a:t>
            </a:r>
            <a:r>
              <a:rPr lang="en-US" altLang="ko-KR" dirty="0"/>
              <a:t> → O(1)</a:t>
            </a:r>
            <a:r>
              <a:rPr lang="ko-KR" altLang="en-US" dirty="0"/>
              <a:t>의 시간 소요</a:t>
            </a:r>
            <a:br>
              <a:rPr lang="en-US" altLang="ko-KR" dirty="0"/>
            </a:br>
            <a:r>
              <a:rPr lang="ko-KR" altLang="en-US" dirty="0"/>
              <a:t>합병 수행시간 </a:t>
            </a:r>
            <a:r>
              <a:rPr lang="en-US" altLang="ko-KR" dirty="0"/>
              <a:t>: </a:t>
            </a:r>
            <a:r>
              <a:rPr lang="ko-KR" altLang="en-US" dirty="0"/>
              <a:t>각 배열 크기가 </a:t>
            </a:r>
            <a:r>
              <a:rPr lang="en-US" altLang="ko-KR" dirty="0" err="1"/>
              <a:t>m,n</a:t>
            </a:r>
            <a:r>
              <a:rPr lang="ko-KR" altLang="en-US" dirty="0"/>
              <a:t>이면 </a:t>
            </a:r>
            <a:r>
              <a:rPr lang="en-US" altLang="ko-KR" dirty="0"/>
              <a:t> </a:t>
            </a:r>
            <a:r>
              <a:rPr lang="ko-KR" altLang="en-US" dirty="0"/>
              <a:t>최대</a:t>
            </a:r>
            <a:r>
              <a:rPr lang="en-US" altLang="ko-KR" dirty="0"/>
              <a:t> </a:t>
            </a:r>
            <a:r>
              <a:rPr lang="ko-KR" altLang="en-US" dirty="0" err="1"/>
              <a:t>비교수</a:t>
            </a:r>
            <a:r>
              <a:rPr lang="ko-KR" altLang="en-US" dirty="0"/>
              <a:t> </a:t>
            </a:r>
            <a:r>
              <a:rPr lang="en-US" altLang="ko-KR" dirty="0"/>
              <a:t>= m+n-1. O(</a:t>
            </a:r>
            <a:r>
              <a:rPr lang="en-US" altLang="ko-KR" dirty="0" err="1"/>
              <a:t>n+m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각 층 비교 수</a:t>
            </a:r>
            <a:r>
              <a:rPr lang="en-US" altLang="ko-KR" dirty="0"/>
              <a:t>= O(n); </a:t>
            </a:r>
            <a:r>
              <a:rPr lang="ko-KR" altLang="en-US" dirty="0"/>
              <a:t>각 층의 개수 </a:t>
            </a:r>
            <a:r>
              <a:rPr lang="en-US" altLang="ko-KR" dirty="0"/>
              <a:t>= </a:t>
            </a:r>
            <a:r>
              <a:rPr lang="en-US" altLang="ko-KR" dirty="0" err="1"/>
              <a:t>logn</a:t>
            </a:r>
            <a:r>
              <a:rPr lang="en-US" altLang="ko-KR" dirty="0"/>
              <a:t>; </a:t>
            </a:r>
            <a:r>
              <a:rPr lang="ko-KR" altLang="en-US" dirty="0"/>
              <a:t>최대 비교 수 </a:t>
            </a:r>
            <a:r>
              <a:rPr lang="en-US" altLang="ko-KR" dirty="0"/>
              <a:t>= </a:t>
            </a:r>
            <a:r>
              <a:rPr lang="en-US" altLang="ko-KR" dirty="0" err="1"/>
              <a:t>logn</a:t>
            </a:r>
            <a:r>
              <a:rPr lang="en-US" altLang="ko-KR" dirty="0"/>
              <a:t> * O(n) = O(</a:t>
            </a:r>
            <a:r>
              <a:rPr lang="en-US" altLang="ko-KR" dirty="0" err="1"/>
              <a:t>nlogn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퀵</a:t>
            </a:r>
            <a:r>
              <a:rPr lang="ko-KR" altLang="en-US" dirty="0"/>
              <a:t> 정렬 </a:t>
            </a:r>
            <a:r>
              <a:rPr lang="en-US" altLang="ko-KR" dirty="0"/>
              <a:t>: 1) pivot </a:t>
            </a:r>
            <a:r>
              <a:rPr lang="ko-KR" altLang="en-US" dirty="0"/>
              <a:t>원소 선택</a:t>
            </a:r>
            <a:r>
              <a:rPr lang="en-US" altLang="ko-KR" dirty="0"/>
              <a:t>, </a:t>
            </a:r>
            <a:r>
              <a:rPr lang="ko-KR" altLang="en-US" dirty="0"/>
              <a:t>이것보다 큰</a:t>
            </a:r>
            <a:r>
              <a:rPr lang="en-US" altLang="ko-KR" dirty="0"/>
              <a:t>/</a:t>
            </a:r>
            <a:r>
              <a:rPr lang="ko-KR" altLang="en-US" dirty="0"/>
              <a:t>작은 그룹으로 분할 </a:t>
            </a:r>
            <a:r>
              <a:rPr lang="en-US" altLang="ko-KR" dirty="0"/>
              <a:t>→ 2) </a:t>
            </a:r>
            <a:r>
              <a:rPr lang="ko-KR" altLang="en-US" dirty="0"/>
              <a:t>하위 배열에 대해 재귀적으로 </a:t>
            </a:r>
            <a:r>
              <a:rPr lang="ko-KR" altLang="en-US" dirty="0" err="1"/>
              <a:t>퀵</a:t>
            </a:r>
            <a:r>
              <a:rPr lang="ko-KR" altLang="en-US" dirty="0"/>
              <a:t> 정렬 호출해 정렬</a:t>
            </a:r>
            <a:endParaRPr lang="en-US" altLang="ko-KR" dirty="0"/>
          </a:p>
          <a:p>
            <a:pPr lvl="2"/>
            <a:r>
              <a:rPr lang="ko-KR" altLang="en-US" dirty="0"/>
              <a:t>최악</a:t>
            </a:r>
            <a:r>
              <a:rPr lang="en-US" altLang="ko-KR" dirty="0"/>
              <a:t>/</a:t>
            </a:r>
            <a:r>
              <a:rPr lang="ko-KR" altLang="en-US" dirty="0"/>
              <a:t>최선의 경우 총 호출 스택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최악 </a:t>
            </a:r>
            <a:r>
              <a:rPr lang="en-US" altLang="ko-KR" dirty="0"/>
              <a:t>: </a:t>
            </a:r>
            <a:r>
              <a:rPr lang="ko-KR" altLang="en-US" dirty="0"/>
              <a:t>가장 작은 만 </a:t>
            </a:r>
            <a:r>
              <a:rPr lang="en-US" altLang="ko-KR" dirty="0"/>
              <a:t>pivot → O(n); </a:t>
            </a:r>
            <a:r>
              <a:rPr lang="ko-KR" altLang="en-US" dirty="0"/>
              <a:t>최선 </a:t>
            </a:r>
            <a:r>
              <a:rPr lang="en-US" altLang="ko-KR" dirty="0"/>
              <a:t>: </a:t>
            </a:r>
            <a:r>
              <a:rPr lang="ko-KR" altLang="en-US" dirty="0"/>
              <a:t>항상</a:t>
            </a:r>
            <a:r>
              <a:rPr lang="en-US" altLang="ko-KR" dirty="0"/>
              <a:t> </a:t>
            </a:r>
            <a:r>
              <a:rPr lang="ko-KR" altLang="en-US" dirty="0"/>
              <a:t>중간 값을 </a:t>
            </a:r>
            <a:r>
              <a:rPr lang="en-US" altLang="ko-KR" dirty="0"/>
              <a:t>pivot → O(</a:t>
            </a:r>
            <a:r>
              <a:rPr lang="en-US" altLang="ko-KR" dirty="0" err="1"/>
              <a:t>logn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따라서 최선 </a:t>
            </a:r>
            <a:r>
              <a:rPr lang="en-US" altLang="ko-KR" dirty="0"/>
              <a:t>: O(n)*O(</a:t>
            </a:r>
            <a:r>
              <a:rPr lang="en-US" altLang="ko-KR" dirty="0" err="1"/>
              <a:t>logn</a:t>
            </a:r>
            <a:r>
              <a:rPr lang="en-US" altLang="ko-KR" dirty="0"/>
              <a:t>) = O(</a:t>
            </a:r>
            <a:r>
              <a:rPr lang="en-US" altLang="ko-KR" dirty="0" err="1"/>
              <a:t>nlogn</a:t>
            </a:r>
            <a:r>
              <a:rPr lang="en-US" altLang="ko-KR" dirty="0"/>
              <a:t>) ; </a:t>
            </a:r>
            <a:r>
              <a:rPr lang="ko-KR" altLang="en-US" dirty="0"/>
              <a:t>최악 </a:t>
            </a:r>
            <a:r>
              <a:rPr lang="en-US" altLang="ko-KR" dirty="0"/>
              <a:t>: O(n)*O(n) = O(n²)</a:t>
            </a:r>
          </a:p>
          <a:p>
            <a:r>
              <a:rPr lang="en-US" altLang="ko-KR" dirty="0"/>
              <a:t>O(n^1.25) ~ O(n^1.5) </a:t>
            </a:r>
            <a:r>
              <a:rPr lang="ko-KR" altLang="en-US" dirty="0"/>
              <a:t>정렬 알고리즘 </a:t>
            </a:r>
            <a:r>
              <a:rPr lang="en-US" altLang="ko-KR" dirty="0"/>
              <a:t>: </a:t>
            </a:r>
            <a:r>
              <a:rPr lang="ko-KR" altLang="en-US" dirty="0"/>
              <a:t>쉘 정렬 알고리즘</a:t>
            </a:r>
            <a:endParaRPr lang="en-US" altLang="ko-KR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간격 </a:t>
            </a:r>
            <a:r>
              <a:rPr lang="en-US" altLang="ko-KR" dirty="0"/>
              <a:t>h0 </a:t>
            </a:r>
            <a:r>
              <a:rPr lang="ko-KR" altLang="en-US" dirty="0"/>
              <a:t>를 설정 후 각 그룹을 정렬 </a:t>
            </a:r>
            <a:r>
              <a:rPr lang="en-US" altLang="ko-KR" dirty="0"/>
              <a:t>→ 2) h0 </a:t>
            </a:r>
            <a:r>
              <a:rPr lang="ko-KR" altLang="en-US" dirty="0"/>
              <a:t>보다</a:t>
            </a:r>
            <a:r>
              <a:rPr lang="en-US" altLang="ko-KR" dirty="0"/>
              <a:t> </a:t>
            </a:r>
            <a:r>
              <a:rPr lang="ko-KR" altLang="en-US" dirty="0"/>
              <a:t>작은 </a:t>
            </a:r>
            <a:r>
              <a:rPr lang="en-US" altLang="ko-KR" dirty="0"/>
              <a:t>h1</a:t>
            </a:r>
            <a:r>
              <a:rPr lang="ko-KR" altLang="en-US" dirty="0"/>
              <a:t>을 설정 후 각 그룹 정렬 </a:t>
            </a:r>
            <a:r>
              <a:rPr lang="en-US" altLang="ko-KR" dirty="0"/>
              <a:t>→ … → 3) </a:t>
            </a:r>
            <a:r>
              <a:rPr lang="en-US" altLang="ko-KR" dirty="0" err="1"/>
              <a:t>hk</a:t>
            </a:r>
            <a:r>
              <a:rPr lang="en-US" altLang="ko-KR" dirty="0"/>
              <a:t>=1</a:t>
            </a:r>
            <a:r>
              <a:rPr lang="ko-KR" altLang="en-US" dirty="0"/>
              <a:t>이 될 </a:t>
            </a:r>
            <a:r>
              <a:rPr lang="ko-KR" altLang="en-US" dirty="0" err="1"/>
              <a:t>떄</a:t>
            </a:r>
            <a:r>
              <a:rPr lang="ko-KR" altLang="en-US" dirty="0"/>
              <a:t> 까지 반복</a:t>
            </a:r>
            <a:r>
              <a:rPr lang="en-US" altLang="ko-KR" dirty="0"/>
              <a:t>(</a:t>
            </a:r>
            <a:r>
              <a:rPr lang="ko-KR" altLang="en-US" dirty="0"/>
              <a:t>간격이 </a:t>
            </a:r>
            <a:r>
              <a:rPr lang="en-US" altLang="ko-KR" dirty="0"/>
              <a:t>1</a:t>
            </a:r>
            <a:r>
              <a:rPr lang="ko-KR" altLang="en-US" dirty="0"/>
              <a:t>이면 삽입 정렬과 동일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 err="1"/>
              <a:t>시간복잡도</a:t>
            </a:r>
            <a:r>
              <a:rPr lang="en-US" altLang="ko-KR" dirty="0"/>
              <a:t> : </a:t>
            </a:r>
            <a:r>
              <a:rPr lang="ko-KR" altLang="en-US" dirty="0"/>
              <a:t>최악의</a:t>
            </a:r>
            <a:r>
              <a:rPr lang="en-US" altLang="ko-KR" dirty="0"/>
              <a:t> </a:t>
            </a:r>
            <a:r>
              <a:rPr lang="ko-KR" altLang="en-US" dirty="0"/>
              <a:t>경우 </a:t>
            </a:r>
            <a:r>
              <a:rPr lang="en-US" altLang="ko-KR" dirty="0"/>
              <a:t>O(n²), </a:t>
            </a:r>
            <a:r>
              <a:rPr lang="ko-KR" altLang="en-US" dirty="0"/>
              <a:t>그러나 성능이 간격선정에 의해 좌우되고</a:t>
            </a:r>
            <a:r>
              <a:rPr lang="en-US" altLang="ko-KR" dirty="0"/>
              <a:t>, </a:t>
            </a:r>
            <a:r>
              <a:rPr lang="ko-KR" altLang="en-US" dirty="0"/>
              <a:t>입력 크기가 작을수록 좋은 성능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9AF550C-4DBD-1062-8ADC-320A90427EE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585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26971</TotalTime>
  <Words>1455</Words>
  <Application>Microsoft Office PowerPoint</Application>
  <PresentationFormat>A4 용지(210x297mm)</PresentationFormat>
  <Paragraphs>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디자인 사용자 지정</vt:lpstr>
      <vt:lpstr>알고리즘 정의, 시간복잡도, 순차/연결리스트</vt:lpstr>
      <vt:lpstr>스택과 큐</vt:lpstr>
      <vt:lpstr>분할정복 및 재귀, 최근접점 찾기</vt:lpstr>
      <vt:lpstr>탐색과 정렬 알고리즘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614</cp:revision>
  <dcterms:created xsi:type="dcterms:W3CDTF">2021-05-24T07:27:04Z</dcterms:created>
  <dcterms:modified xsi:type="dcterms:W3CDTF">2025-07-02T14:43:23Z</dcterms:modified>
</cp:coreProperties>
</file>