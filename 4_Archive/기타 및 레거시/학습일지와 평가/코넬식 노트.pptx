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80" r:id="rId2"/>
    <p:sldId id="282" r:id="rId3"/>
    <p:sldId id="281" r:id="rId4"/>
    <p:sldId id="283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51" autoAdjust="0"/>
    <p:restoredTop sz="96234" autoAdjust="0"/>
  </p:normalViewPr>
  <p:slideViewPr>
    <p:cSldViewPr>
      <p:cViewPr varScale="1">
        <p:scale>
          <a:sx n="76" d="100"/>
          <a:sy n="76" d="100"/>
        </p:scale>
        <p:origin x="370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2025-03-10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2025-03-10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8B635B8-F3A9-3C2C-3245-7CF873845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008727B-9909-D37E-E4F9-97C1FAF2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후생경제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4970A0-E720-CE5F-B2D8-D3ED148589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C8C41AA-920A-7B91-4673-00A4AE7699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전반부 </a:t>
            </a:r>
            <a:r>
              <a:rPr lang="en-US" altLang="ko-KR" dirty="0"/>
              <a:t>= </a:t>
            </a:r>
            <a:r>
              <a:rPr lang="ko-KR" altLang="en-US" dirty="0"/>
              <a:t>이론</a:t>
            </a:r>
            <a:endParaRPr lang="en-US" altLang="ko-KR" dirty="0"/>
          </a:p>
          <a:p>
            <a:r>
              <a:rPr lang="ko-KR" altLang="en-US" dirty="0" err="1"/>
              <a:t>주교재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현대공공경제학 부교재 </a:t>
            </a:r>
            <a:r>
              <a:rPr lang="en-US" altLang="ko-KR" dirty="0"/>
              <a:t>= </a:t>
            </a:r>
          </a:p>
          <a:p>
            <a:r>
              <a:rPr lang="en-US" altLang="ko-KR" dirty="0"/>
              <a:t>1. </a:t>
            </a:r>
            <a:r>
              <a:rPr lang="ko-KR" altLang="en-US" dirty="0" err="1"/>
              <a:t>생산의효율성</a:t>
            </a:r>
            <a:r>
              <a:rPr lang="ko-KR" altLang="en-US" dirty="0"/>
              <a:t> 조건 </a:t>
            </a:r>
            <a:r>
              <a:rPr lang="en-US" altLang="ko-KR" dirty="0"/>
              <a:t>MRTS = W/V = MPL/MPX</a:t>
            </a:r>
          </a:p>
          <a:p>
            <a:pPr lvl="1"/>
            <a:r>
              <a:rPr lang="ko-KR" altLang="en-US" dirty="0"/>
              <a:t>등량곡선의 기울기와 제약곡선의 기울</a:t>
            </a:r>
            <a:r>
              <a:rPr lang="en-US" altLang="ko-KR"/>
              <a:t>(-W/V)</a:t>
            </a:r>
            <a:r>
              <a:rPr lang="ko-KR" altLang="en-US" dirty="0"/>
              <a:t>기가 같을 때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소비의효율성</a:t>
            </a:r>
            <a:r>
              <a:rPr lang="ko-KR" altLang="en-US" dirty="0"/>
              <a:t> 조건 </a:t>
            </a:r>
            <a:r>
              <a:rPr lang="en-US" altLang="ko-KR" dirty="0"/>
              <a:t>MRS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생산가능곡선</a:t>
            </a:r>
            <a:endParaRPr lang="en-US" altLang="ko-KR" dirty="0"/>
          </a:p>
          <a:p>
            <a:r>
              <a:rPr lang="ko-KR" altLang="en-US" dirty="0" err="1"/>
              <a:t>파래토효율성</a:t>
            </a:r>
            <a:r>
              <a:rPr lang="ko-KR" altLang="en-US" dirty="0"/>
              <a:t> 조건 </a:t>
            </a:r>
            <a:r>
              <a:rPr lang="en-US" altLang="ko-KR" dirty="0"/>
              <a:t>= 1+2+3</a:t>
            </a:r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193A81-4C7F-C992-536D-D20BC926460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69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DDF4ABA-00F1-D98D-98E7-9CC4F4F22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AF3F059-5E62-E942-BFDD-EE02117E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후생경제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ACB48C-A9A0-4AF6-ED95-0BB279A69E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823D4C3-7D45-CADD-69D1-BBB9391278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73C965-4897-7919-FF3C-5A6FADD5496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21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2A5FF46-6562-A2AF-FC8A-49D71BBBB3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190AAC1-9084-0D00-61B6-481871AAE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CBED49-48A1-5095-0806-F18B4E01CB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4915CA9-9276-3C6A-3606-68E5CF753C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ko-KR" altLang="en-US" dirty="0"/>
              <a:t>주차 </a:t>
            </a:r>
            <a:r>
              <a:rPr lang="en-US" altLang="ko-KR" dirty="0"/>
              <a:t>= </a:t>
            </a:r>
            <a:r>
              <a:rPr lang="ko-KR" altLang="en-US" dirty="0"/>
              <a:t>중간 </a:t>
            </a:r>
            <a:r>
              <a:rPr lang="en-US" altLang="ko-KR" dirty="0"/>
              <a:t>; </a:t>
            </a:r>
            <a:r>
              <a:rPr lang="ko-KR" altLang="en-US" dirty="0"/>
              <a:t>채권 </a:t>
            </a:r>
            <a:r>
              <a:rPr lang="en-US" altLang="ko-KR" dirty="0"/>
              <a:t>&amp; </a:t>
            </a:r>
            <a:r>
              <a:rPr lang="ko-KR" altLang="en-US" dirty="0"/>
              <a:t>주식 </a:t>
            </a:r>
            <a:r>
              <a:rPr lang="en-US" altLang="ko-KR" dirty="0"/>
              <a:t>; </a:t>
            </a:r>
            <a:r>
              <a:rPr lang="ko-KR" altLang="en-US" dirty="0" err="1"/>
              <a:t>파금상</a:t>
            </a:r>
            <a:r>
              <a:rPr lang="ko-KR" altLang="en-US" dirty="0"/>
              <a:t> </a:t>
            </a:r>
            <a:r>
              <a:rPr lang="ko-KR" altLang="en-US" dirty="0" err="1"/>
              <a:t>스왑</a:t>
            </a:r>
            <a:r>
              <a:rPr lang="ko-KR" altLang="en-US" dirty="0"/>
              <a:t> </a:t>
            </a:r>
            <a:r>
              <a:rPr lang="en-US" altLang="ko-KR" dirty="0"/>
              <a:t>; </a:t>
            </a:r>
          </a:p>
          <a:p>
            <a:r>
              <a:rPr lang="ko-KR" altLang="en-US" dirty="0"/>
              <a:t>과제 연습문제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022BE2-2501-3676-07F3-0C17BE4AB0B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23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1D99D2-BCD0-2B91-297A-FC78C8B7D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0BCDF0-1EDA-A414-CB45-AC245021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기술경제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0CFC8D-CD4B-051C-D626-5872F8CCB2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C2EFF23-2B30-CF4D-A5E4-650B4351BF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DA2708-F7F6-6CE5-B4E2-1E18EF6E490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65833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23901</TotalTime>
  <Words>62</Words>
  <Application>Microsoft Office PowerPoint</Application>
  <PresentationFormat>A4 용지(210x297mm)</PresentationFormat>
  <Paragraphs>12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디자인 사용자 지정</vt:lpstr>
      <vt:lpstr>후생경제</vt:lpstr>
      <vt:lpstr>후생경제</vt:lpstr>
      <vt:lpstr>PowerPoint 프레젠테이션</vt:lpstr>
      <vt:lpstr>기술경제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542</cp:revision>
  <dcterms:created xsi:type="dcterms:W3CDTF">2021-05-24T07:27:04Z</dcterms:created>
  <dcterms:modified xsi:type="dcterms:W3CDTF">2025-03-12T13:21:54Z</dcterms:modified>
</cp:coreProperties>
</file>