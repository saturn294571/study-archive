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7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6234" autoAdjust="0"/>
  </p:normalViewPr>
  <p:slideViewPr>
    <p:cSldViewPr>
      <p:cViewPr>
        <p:scale>
          <a:sx n="80" d="100"/>
          <a:sy n="80" d="100"/>
        </p:scale>
        <p:origin x="264" y="-38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6792" y="416495"/>
            <a:ext cx="5256583" cy="35821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공부할 것을 계획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 err="1"/>
              <a:t>아침루틴</a:t>
            </a:r>
            <a:r>
              <a:rPr lang="ko-KR" altLang="en-US" dirty="0"/>
              <a:t> 후 </a:t>
            </a:r>
            <a:r>
              <a:rPr lang="en-US" altLang="ko-KR" dirty="0"/>
              <a:t>&amp; </a:t>
            </a:r>
            <a:r>
              <a:rPr lang="ko-KR" altLang="en-US" dirty="0"/>
              <a:t>취침 전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작성방법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각 과목별로 오늘 수행해야 할 일에 대해 구체적으로 적기</a:t>
            </a:r>
            <a:br>
              <a:rPr lang="en-US" altLang="ko-KR" dirty="0"/>
            </a:br>
            <a:r>
              <a:rPr lang="ko-KR" altLang="en-US" dirty="0"/>
              <a:t>학습</a:t>
            </a:r>
            <a:r>
              <a:rPr lang="en-US" altLang="ko-KR" dirty="0"/>
              <a:t>/</a:t>
            </a:r>
            <a:r>
              <a:rPr lang="ko-KR" altLang="en-US" dirty="0"/>
              <a:t>복습</a:t>
            </a:r>
            <a:r>
              <a:rPr lang="en-US" altLang="ko-KR" dirty="0"/>
              <a:t>/</a:t>
            </a:r>
            <a:r>
              <a:rPr lang="ko-KR" altLang="en-US" dirty="0"/>
              <a:t>암기</a:t>
            </a:r>
            <a:r>
              <a:rPr lang="en-US" altLang="ko-KR" dirty="0"/>
              <a:t>/</a:t>
            </a:r>
            <a:r>
              <a:rPr lang="ko-KR" altLang="en-US" dirty="0"/>
              <a:t>과제 등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ex1)</a:t>
            </a:r>
            <a:r>
              <a:rPr lang="ko-KR" altLang="en-US" dirty="0"/>
              <a:t> 파이썬 백준 자료구조 문제 </a:t>
            </a:r>
            <a:r>
              <a:rPr lang="en-US" altLang="ko-KR" dirty="0"/>
              <a:t>2</a:t>
            </a:r>
            <a:r>
              <a:rPr lang="ko-KR" altLang="en-US" dirty="0"/>
              <a:t>개 풀기</a:t>
            </a:r>
            <a:br>
              <a:rPr lang="en-US" altLang="ko-KR" dirty="0"/>
            </a:br>
            <a:r>
              <a:rPr lang="en-US" altLang="ko-KR" dirty="0"/>
              <a:t>ex2)</a:t>
            </a:r>
            <a:r>
              <a:rPr lang="ko-KR" altLang="en-US" dirty="0"/>
              <a:t> 거시경제학 </a:t>
            </a:r>
            <a:r>
              <a:rPr lang="en-US" altLang="ko-KR" dirty="0"/>
              <a:t>IS-LM </a:t>
            </a:r>
            <a:r>
              <a:rPr lang="ko-KR" altLang="en-US" dirty="0"/>
              <a:t>수업 복습 및 </a:t>
            </a:r>
            <a:r>
              <a:rPr lang="en-US" altLang="ko-KR" dirty="0"/>
              <a:t>1</a:t>
            </a:r>
            <a:r>
              <a:rPr lang="ko-KR" altLang="en-US" dirty="0"/>
              <a:t>차 암기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7761312"/>
            <a:ext cx="6768752" cy="20882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388938" indent="-171450">
              <a:lnSpc>
                <a:spcPct val="100000"/>
              </a:lnSpc>
              <a:buFont typeface="Wingdings" panose="05000000000000000000" pitchFamily="2" charset="2"/>
              <a:buChar char="ü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오늘 배운 개념에 대해 한 문장으로 설명</a:t>
            </a:r>
            <a:br>
              <a:rPr lang="en-US" altLang="ko-KR" dirty="0"/>
            </a:br>
            <a:r>
              <a:rPr lang="ko-KR" altLang="en-US" dirty="0"/>
              <a:t>또는 키워드별로 나열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CF77FE5-B7BA-86BE-3773-E3BC09C1277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551052" y="4037708"/>
            <a:ext cx="5256583" cy="36515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공부했던 것을 평가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취침 전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작성방법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각 계획들에 대해 약속을 지켰는가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지키지 못했다면 그 이유는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지켰다면 어떤 부분에서 잘</a:t>
            </a:r>
            <a:r>
              <a:rPr lang="en-US" altLang="ko-KR" dirty="0"/>
              <a:t>/</a:t>
            </a:r>
            <a:r>
              <a:rPr lang="ko-KR" altLang="en-US" dirty="0"/>
              <a:t>잘못 되었나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오늘 학습 전반에 대한 감상은</a:t>
            </a:r>
            <a:r>
              <a:rPr lang="en-US" altLang="ko-KR" dirty="0"/>
              <a:t>?</a:t>
            </a:r>
            <a:endParaRPr lang="ko-KR" altLang="en-US" dirty="0"/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C9A3C02D-2C3D-04EE-609A-66468EEDF7B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5"/>
            <a:ext cx="2376264" cy="2916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YYYY</a:t>
            </a:r>
            <a:r>
              <a:rPr lang="ko-KR" altLang="en-US" dirty="0"/>
              <a:t>년 </a:t>
            </a:r>
            <a:r>
              <a:rPr lang="en-US" altLang="ko-KR" dirty="0"/>
              <a:t>MM</a:t>
            </a:r>
            <a:r>
              <a:rPr lang="ko-KR" altLang="en-US" dirty="0"/>
              <a:t>월 </a:t>
            </a:r>
            <a:r>
              <a:rPr lang="en-US" altLang="ko-KR" dirty="0"/>
              <a:t>DD</a:t>
            </a:r>
            <a:r>
              <a:rPr lang="ko-KR" altLang="en-US" dirty="0"/>
              <a:t>일 </a:t>
            </a:r>
            <a:r>
              <a:rPr lang="en-US" altLang="ko-KR" dirty="0"/>
              <a:t>N</a:t>
            </a:r>
            <a:r>
              <a:rPr lang="ko-KR" altLang="en-US" dirty="0"/>
              <a:t>주차 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3A77706-B059-EBBF-4E26-6F8E123A80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5"/>
            <a:ext cx="4320480" cy="2916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프로젝트명 </a:t>
            </a:r>
            <a:r>
              <a:rPr lang="en-US" altLang="ko-KR" dirty="0"/>
              <a:t>[</a:t>
            </a:r>
            <a:r>
              <a:rPr lang="ko-KR" altLang="en-US" dirty="0"/>
              <a:t>세부 주제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EFF36D76-9940-E322-EDD7-BEB2DF310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3" y="416495"/>
            <a:ext cx="1440161" cy="72728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계획을 수행하면서 타임라인을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ex) 13:00~14:30 </a:t>
            </a:r>
            <a:r>
              <a:rPr lang="ko-KR" altLang="en-US" dirty="0"/>
              <a:t>미시경제학 과제 조사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42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84" r:id="rId3"/>
    <p:sldLayoutId id="2147483674" r:id="rId4"/>
    <p:sldLayoutId id="2147483675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B682906-CBB2-2E22-B90A-ED9F60A07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416495"/>
            <a:ext cx="6768752" cy="3240361"/>
          </a:xfrm>
        </p:spPr>
        <p:txBody>
          <a:bodyPr/>
          <a:lstStyle/>
          <a:p>
            <a:r>
              <a:rPr lang="ko-KR" altLang="en-US" dirty="0"/>
              <a:t>글로벌 경제론 수강 및 필기</a:t>
            </a:r>
            <a:endParaRPr lang="en-US" altLang="ko-KR" dirty="0"/>
          </a:p>
          <a:p>
            <a:pPr lvl="1"/>
            <a:r>
              <a:rPr lang="en-US" altLang="ko-KR" dirty="0"/>
              <a:t>08:00~10:30</a:t>
            </a:r>
          </a:p>
          <a:p>
            <a:r>
              <a:rPr lang="ko-KR" altLang="en-US" dirty="0" err="1"/>
              <a:t>안키</a:t>
            </a:r>
            <a:r>
              <a:rPr lang="ko-KR" altLang="en-US" dirty="0"/>
              <a:t> </a:t>
            </a:r>
            <a:r>
              <a:rPr lang="ko-KR" altLang="en-US" dirty="0" err="1"/>
              <a:t>오늘치</a:t>
            </a:r>
            <a:endParaRPr lang="en-US" altLang="ko-KR" dirty="0"/>
          </a:p>
          <a:p>
            <a:pPr lvl="1"/>
            <a:r>
              <a:rPr lang="ko-KR" altLang="en-US" dirty="0"/>
              <a:t>오전 </a:t>
            </a:r>
            <a:r>
              <a:rPr lang="en-US" altLang="ko-KR" dirty="0"/>
              <a:t>10:30 ~ 11:30</a:t>
            </a:r>
          </a:p>
          <a:p>
            <a:r>
              <a:rPr lang="ko-KR" altLang="en-US" dirty="0" err="1"/>
              <a:t>점심루틴</a:t>
            </a:r>
            <a:endParaRPr lang="en-US" altLang="ko-KR" dirty="0"/>
          </a:p>
          <a:p>
            <a:pPr lvl="1"/>
            <a:r>
              <a:rPr lang="en-US" altLang="ko-KR" dirty="0"/>
              <a:t>11:30 ~ 13:00</a:t>
            </a:r>
          </a:p>
          <a:p>
            <a:r>
              <a:rPr lang="ko-KR" altLang="en-US" dirty="0"/>
              <a:t>컴퓨팅사고와 데이터분석 수강 및 필기</a:t>
            </a:r>
            <a:endParaRPr lang="en-US" altLang="ko-KR" dirty="0"/>
          </a:p>
          <a:p>
            <a:pPr lvl="1"/>
            <a:r>
              <a:rPr lang="en-US" altLang="ko-KR" dirty="0"/>
              <a:t>13:00~14:45</a:t>
            </a:r>
          </a:p>
          <a:p>
            <a:r>
              <a:rPr lang="ko-KR" altLang="en-US" dirty="0"/>
              <a:t>사회보장론 정리 및 </a:t>
            </a:r>
            <a:r>
              <a:rPr lang="ko-KR" altLang="en-US" dirty="0" err="1"/>
              <a:t>안키</a:t>
            </a:r>
            <a:r>
              <a:rPr lang="ko-KR" altLang="en-US" dirty="0"/>
              <a:t> 등록</a:t>
            </a:r>
            <a:endParaRPr lang="en-US" altLang="ko-KR" dirty="0"/>
          </a:p>
          <a:p>
            <a:pPr lvl="1"/>
            <a:r>
              <a:rPr lang="en-US" altLang="ko-KR" dirty="0"/>
              <a:t>16:30 ~ 17:45</a:t>
            </a:r>
          </a:p>
          <a:p>
            <a:r>
              <a:rPr lang="ko-KR" altLang="en-US" dirty="0"/>
              <a:t>알고리즘 프로젝트 </a:t>
            </a:r>
            <a:r>
              <a:rPr lang="en-US" altLang="ko-KR" dirty="0"/>
              <a:t>1</a:t>
            </a:r>
            <a:r>
              <a:rPr lang="ko-KR" altLang="en-US" dirty="0"/>
              <a:t>일차 구현문제</a:t>
            </a:r>
            <a:r>
              <a:rPr lang="en-US" altLang="ko-KR" dirty="0"/>
              <a:t>(</a:t>
            </a:r>
            <a:r>
              <a:rPr lang="ko-KR" altLang="en-US" dirty="0"/>
              <a:t>새싹문제 </a:t>
            </a:r>
            <a:r>
              <a:rPr lang="en-US" altLang="ko-KR" dirty="0"/>
              <a:t>5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깃허브에</a:t>
            </a:r>
            <a:r>
              <a:rPr lang="ko-KR" altLang="en-US" dirty="0"/>
              <a:t> 올리기</a:t>
            </a:r>
            <a:endParaRPr lang="en-US" altLang="ko-KR" dirty="0"/>
          </a:p>
          <a:p>
            <a:pPr lvl="1"/>
            <a:r>
              <a:rPr lang="en-US" altLang="ko-KR" dirty="0"/>
              <a:t>22:00 ~ 2400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6ACD60-189F-E18B-F5A8-5724C4623B6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사회보장론</a:t>
            </a:r>
            <a:endParaRPr lang="en-US" altLang="ko-KR" dirty="0"/>
          </a:p>
          <a:p>
            <a:pPr lvl="1"/>
            <a:r>
              <a:rPr lang="ko-KR" altLang="en-US" dirty="0"/>
              <a:t>정책목표의 규범적</a:t>
            </a:r>
            <a:r>
              <a:rPr lang="en-US" altLang="ko-KR" dirty="0"/>
              <a:t>/</a:t>
            </a:r>
            <a:r>
              <a:rPr lang="ko-KR" altLang="en-US" dirty="0"/>
              <a:t>실증적 접근</a:t>
            </a:r>
            <a:r>
              <a:rPr lang="en-US" altLang="ko-KR" dirty="0"/>
              <a:t>; </a:t>
            </a:r>
            <a:r>
              <a:rPr lang="ko-KR" altLang="en-US" dirty="0"/>
              <a:t>복지국가의 특성</a:t>
            </a:r>
            <a:r>
              <a:rPr lang="en-US" altLang="ko-KR" dirty="0"/>
              <a:t>;</a:t>
            </a:r>
          </a:p>
          <a:p>
            <a:r>
              <a:rPr lang="ko-KR" altLang="en-US" dirty="0"/>
              <a:t>글로벌경제론</a:t>
            </a:r>
            <a:endParaRPr lang="en-US" altLang="ko-KR" dirty="0"/>
          </a:p>
          <a:p>
            <a:pPr lvl="1"/>
            <a:r>
              <a:rPr lang="en-US" altLang="ko-KR" dirty="0"/>
              <a:t>20</a:t>
            </a:r>
            <a:r>
              <a:rPr lang="ko-KR" altLang="en-US" dirty="0"/>
              <a:t>세기 이전 제국주의의 시작과 토대</a:t>
            </a:r>
            <a:r>
              <a:rPr lang="en-US" altLang="ko-KR" dirty="0"/>
              <a:t>, </a:t>
            </a:r>
            <a:r>
              <a:rPr lang="ko-KR" altLang="en-US" dirty="0"/>
              <a:t>자유무역과 </a:t>
            </a:r>
            <a:r>
              <a:rPr lang="en-US" altLang="ko-KR" dirty="0"/>
              <a:t>1</a:t>
            </a:r>
            <a:r>
              <a:rPr lang="ko-KR" altLang="en-US" dirty="0"/>
              <a:t>차세계화</a:t>
            </a:r>
            <a:endParaRPr lang="en-US" altLang="ko-KR" dirty="0"/>
          </a:p>
          <a:p>
            <a:r>
              <a:rPr lang="ko-KR" altLang="en-US" dirty="0"/>
              <a:t>컴퓨터네트워크</a:t>
            </a:r>
            <a:endParaRPr lang="en-US" altLang="ko-KR" dirty="0"/>
          </a:p>
          <a:p>
            <a:pPr lvl="1"/>
            <a:r>
              <a:rPr lang="en-US" altLang="ko-KR" dirty="0"/>
              <a:t>Osi 7</a:t>
            </a:r>
            <a:r>
              <a:rPr lang="ko-KR" altLang="en-US" dirty="0"/>
              <a:t>계층과 호스트대 호스트가 통신하는 절차</a:t>
            </a:r>
            <a:r>
              <a:rPr lang="en-US" altLang="ko-KR" dirty="0"/>
              <a:t>, </a:t>
            </a:r>
            <a:r>
              <a:rPr lang="ko-KR" altLang="en-US" dirty="0"/>
              <a:t>라우터</a:t>
            </a:r>
            <a:r>
              <a:rPr lang="en-US" altLang="ko-KR" dirty="0"/>
              <a:t>, </a:t>
            </a:r>
            <a:r>
              <a:rPr lang="ko-KR" altLang="en-US" dirty="0"/>
              <a:t>컴퓨터 네트워크의 역사와 구조</a:t>
            </a:r>
            <a:endParaRPr lang="en-US" altLang="ko-KR" dirty="0"/>
          </a:p>
          <a:p>
            <a:r>
              <a:rPr lang="ko-KR" altLang="en-US" dirty="0"/>
              <a:t>기타</a:t>
            </a:r>
            <a:endParaRPr lang="en-US" altLang="ko-KR" dirty="0"/>
          </a:p>
          <a:p>
            <a:pPr lvl="1"/>
            <a:r>
              <a:rPr lang="ko-KR" altLang="en-US" dirty="0" err="1"/>
              <a:t>공부법</a:t>
            </a:r>
            <a:r>
              <a:rPr lang="en-US" altLang="ko-KR" dirty="0"/>
              <a:t>: </a:t>
            </a:r>
            <a:r>
              <a:rPr lang="ko-KR" altLang="en-US" dirty="0"/>
              <a:t>메타인지와 목적감각</a:t>
            </a:r>
            <a:r>
              <a:rPr lang="en-US" altLang="ko-KR" dirty="0"/>
              <a:t>, </a:t>
            </a:r>
            <a:r>
              <a:rPr lang="ko-KR" altLang="en-US" dirty="0"/>
              <a:t>순서감각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92A32C-4FE9-C81D-1AA7-20A916F4A09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8884" y="3725230"/>
            <a:ext cx="6768751" cy="3964074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/>
              <a:t>아침루틴</a:t>
            </a:r>
            <a:endParaRPr lang="en-US" altLang="ko-KR" dirty="0"/>
          </a:p>
          <a:p>
            <a:pPr lvl="1"/>
            <a:r>
              <a:rPr lang="en-US" altLang="ko-KR" dirty="0"/>
              <a:t>6</a:t>
            </a:r>
            <a:r>
              <a:rPr lang="ko-KR" altLang="en-US" dirty="0"/>
              <a:t>시에 처음으로 눈을 떴고 </a:t>
            </a:r>
            <a:r>
              <a:rPr lang="en-US" altLang="ko-KR" dirty="0"/>
              <a:t>6</a:t>
            </a:r>
            <a:r>
              <a:rPr lang="ko-KR" altLang="en-US" dirty="0"/>
              <a:t>시 반에 루틴이 </a:t>
            </a:r>
            <a:r>
              <a:rPr lang="ko-KR" altLang="en-US" dirty="0" err="1"/>
              <a:t>시작하는걸</a:t>
            </a:r>
            <a:r>
              <a:rPr lang="ko-KR" altLang="en-US" dirty="0"/>
              <a:t> 알고 다시 잤다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6</a:t>
            </a:r>
            <a:r>
              <a:rPr lang="ko-KR" altLang="en-US" dirty="0"/>
              <a:t>시 반엔 조금만 더 자야지 라는 생각으로 </a:t>
            </a:r>
            <a:r>
              <a:rPr lang="en-US" altLang="ko-KR" dirty="0"/>
              <a:t>7</a:t>
            </a:r>
            <a:r>
              <a:rPr lang="ko-KR" altLang="en-US" dirty="0"/>
              <a:t>시에 알람을 세팅하고 </a:t>
            </a:r>
            <a:r>
              <a:rPr lang="en-US" altLang="ko-KR" dirty="0"/>
              <a:t>7</a:t>
            </a:r>
            <a:r>
              <a:rPr lang="ko-KR" altLang="en-US" dirty="0"/>
              <a:t>시 </a:t>
            </a:r>
            <a:r>
              <a:rPr lang="en-US" altLang="ko-KR" dirty="0"/>
              <a:t>25</a:t>
            </a:r>
            <a:r>
              <a:rPr lang="ko-KR" altLang="en-US" dirty="0"/>
              <a:t>분에 다시 일어났다</a:t>
            </a:r>
            <a:endParaRPr lang="en-US" altLang="ko-KR" dirty="0"/>
          </a:p>
          <a:p>
            <a:pPr lvl="1"/>
            <a:r>
              <a:rPr lang="ko-KR" altLang="en-US" dirty="0"/>
              <a:t>조금만 더 자야지 했던 마음가짐이 문제였던 것 같다</a:t>
            </a:r>
            <a:endParaRPr lang="en-US" altLang="ko-KR" dirty="0"/>
          </a:p>
          <a:p>
            <a:pPr lvl="1"/>
            <a:r>
              <a:rPr lang="ko-KR" altLang="en-US" dirty="0"/>
              <a:t>권혁</a:t>
            </a:r>
            <a:r>
              <a:rPr lang="en-US" altLang="ko-KR" dirty="0"/>
              <a:t>tv</a:t>
            </a:r>
            <a:r>
              <a:rPr lang="ko-KR" altLang="en-US" dirty="0"/>
              <a:t>는 </a:t>
            </a:r>
            <a:r>
              <a:rPr lang="ko-KR" altLang="en-US" dirty="0" err="1"/>
              <a:t>홈트는</a:t>
            </a:r>
            <a:r>
              <a:rPr lang="ko-KR" altLang="en-US" dirty="0"/>
              <a:t> 바닥이 딱딱하고 </a:t>
            </a:r>
            <a:r>
              <a:rPr lang="ko-KR" altLang="en-US" dirty="0" err="1"/>
              <a:t>층간소음때문에</a:t>
            </a:r>
            <a:r>
              <a:rPr lang="ko-KR" altLang="en-US" dirty="0"/>
              <a:t> 집에서 매트를 챙기던지 </a:t>
            </a:r>
            <a:r>
              <a:rPr lang="ko-KR" altLang="en-US" dirty="0" err="1"/>
              <a:t>해야겠다</a:t>
            </a:r>
            <a:endParaRPr lang="en-US" altLang="ko-KR" dirty="0"/>
          </a:p>
          <a:p>
            <a:r>
              <a:rPr lang="ko-KR" altLang="en-US" dirty="0" err="1"/>
              <a:t>안키</a:t>
            </a:r>
            <a:r>
              <a:rPr lang="ko-KR" altLang="en-US" dirty="0"/>
              <a:t> </a:t>
            </a:r>
            <a:r>
              <a:rPr lang="ko-KR" altLang="en-US" dirty="0" err="1"/>
              <a:t>오늘치</a:t>
            </a:r>
            <a:endParaRPr lang="en-US" altLang="ko-KR" dirty="0"/>
          </a:p>
          <a:p>
            <a:pPr lvl="1"/>
            <a:r>
              <a:rPr lang="ko-KR" altLang="en-US" dirty="0" err="1"/>
              <a:t>오늘치</a:t>
            </a:r>
            <a:r>
              <a:rPr lang="ko-KR" altLang="en-US" dirty="0"/>
              <a:t> 공부는 성공하였으나 머리에서 떠올리는 </a:t>
            </a:r>
            <a:r>
              <a:rPr lang="ko-KR" altLang="en-US" dirty="0" err="1"/>
              <a:t>과정중에</a:t>
            </a:r>
            <a:r>
              <a:rPr lang="ko-KR" altLang="en-US" dirty="0"/>
              <a:t> 딴생각을 많이 하게 된 것 같다</a:t>
            </a:r>
            <a:r>
              <a:rPr lang="en-US" altLang="ko-KR" dirty="0"/>
              <a:t>. </a:t>
            </a:r>
            <a:r>
              <a:rPr lang="ko-KR" altLang="en-US" dirty="0"/>
              <a:t>직접 </a:t>
            </a:r>
            <a:r>
              <a:rPr lang="ko-KR" altLang="en-US" dirty="0" err="1"/>
              <a:t>떠올리는건</a:t>
            </a:r>
            <a:r>
              <a:rPr lang="ko-KR" altLang="en-US" dirty="0"/>
              <a:t> 아주 간단한 영역에서만 하고 직접 타이핑이라도 해보는 것을 </a:t>
            </a:r>
            <a:r>
              <a:rPr lang="ko-KR" altLang="en-US" dirty="0" err="1"/>
              <a:t>해보는게</a:t>
            </a:r>
            <a:r>
              <a:rPr lang="ko-KR" altLang="en-US" dirty="0"/>
              <a:t> 좋을 것 같다</a:t>
            </a:r>
            <a:endParaRPr lang="en-US" altLang="ko-KR" dirty="0"/>
          </a:p>
          <a:p>
            <a:r>
              <a:rPr lang="ko-KR" altLang="en-US" dirty="0" err="1"/>
              <a:t>글경론</a:t>
            </a:r>
            <a:r>
              <a:rPr lang="ko-KR" altLang="en-US" dirty="0"/>
              <a:t> 수강 및 정리</a:t>
            </a:r>
            <a:endParaRPr lang="en-US" altLang="ko-KR" dirty="0"/>
          </a:p>
          <a:p>
            <a:pPr lvl="1"/>
            <a:r>
              <a:rPr lang="ko-KR" altLang="en-US" dirty="0"/>
              <a:t>교수님 수업이 설명이 </a:t>
            </a:r>
            <a:r>
              <a:rPr lang="ko-KR" altLang="en-US" dirty="0" err="1"/>
              <a:t>여러곳에서</a:t>
            </a:r>
            <a:r>
              <a:rPr lang="ko-KR" altLang="en-US" dirty="0"/>
              <a:t> </a:t>
            </a:r>
            <a:r>
              <a:rPr lang="ko-KR" altLang="en-US" dirty="0" err="1"/>
              <a:t>분산되서</a:t>
            </a:r>
            <a:r>
              <a:rPr lang="ko-KR" altLang="en-US" dirty="0"/>
              <a:t> 핵심을 잡기엔 힘들었던 것 같다</a:t>
            </a:r>
            <a:r>
              <a:rPr lang="en-US" altLang="ko-KR" dirty="0"/>
              <a:t>. </a:t>
            </a:r>
            <a:r>
              <a:rPr lang="ko-KR" altLang="en-US" dirty="0"/>
              <a:t>겨우 요약 및 정리만 마쳤다</a:t>
            </a:r>
            <a:endParaRPr lang="en-US" altLang="ko-KR" dirty="0"/>
          </a:p>
          <a:p>
            <a:r>
              <a:rPr lang="ko-KR" altLang="en-US" dirty="0"/>
              <a:t>사회보장론 정리 및 </a:t>
            </a:r>
            <a:r>
              <a:rPr lang="ko-KR" altLang="en-US" dirty="0" err="1"/>
              <a:t>안키</a:t>
            </a:r>
            <a:r>
              <a:rPr lang="ko-KR" altLang="en-US" dirty="0"/>
              <a:t> 등록</a:t>
            </a:r>
            <a:endParaRPr lang="en-US" altLang="ko-KR" dirty="0"/>
          </a:p>
          <a:p>
            <a:pPr lvl="1"/>
            <a:r>
              <a:rPr lang="ko-KR" altLang="en-US" dirty="0" err="1"/>
              <a:t>글경론에서</a:t>
            </a:r>
            <a:r>
              <a:rPr lang="ko-KR" altLang="en-US" dirty="0"/>
              <a:t> 시간을 뺏기니</a:t>
            </a:r>
            <a:r>
              <a:rPr lang="en-US" altLang="ko-KR" dirty="0"/>
              <a:t>(</a:t>
            </a:r>
            <a:r>
              <a:rPr lang="ko-KR" altLang="en-US" dirty="0"/>
              <a:t>변명이긴 하지만</a:t>
            </a:r>
            <a:r>
              <a:rPr lang="en-US" altLang="ko-KR" dirty="0"/>
              <a:t>) </a:t>
            </a:r>
            <a:r>
              <a:rPr lang="ko-KR" altLang="en-US" dirty="0"/>
              <a:t>사회보장을 겨우 정리만 하고 </a:t>
            </a:r>
            <a:endParaRPr lang="en-US" altLang="ko-KR" dirty="0"/>
          </a:p>
          <a:p>
            <a:r>
              <a:rPr lang="ko-KR" altLang="en-US" dirty="0"/>
              <a:t>컴퓨터네트워크</a:t>
            </a:r>
            <a:endParaRPr lang="en-US" altLang="ko-KR" dirty="0"/>
          </a:p>
          <a:p>
            <a:pPr lvl="1"/>
            <a:r>
              <a:rPr lang="en-US" altLang="ko-KR" dirty="0"/>
              <a:t>OSI7</a:t>
            </a:r>
            <a:r>
              <a:rPr lang="ko-KR" altLang="en-US" dirty="0"/>
              <a:t>계층에 대한 전반적인 설명</a:t>
            </a:r>
            <a:r>
              <a:rPr lang="en-US" altLang="ko-KR" dirty="0"/>
              <a:t>; </a:t>
            </a:r>
            <a:r>
              <a:rPr lang="ko-KR" altLang="en-US" dirty="0" err="1"/>
              <a:t>엔드각</a:t>
            </a:r>
            <a:r>
              <a:rPr lang="ko-KR" altLang="en-US" dirty="0"/>
              <a:t> 계층이 </a:t>
            </a:r>
            <a:endParaRPr lang="en-US" altLang="ko-KR" dirty="0"/>
          </a:p>
          <a:p>
            <a:r>
              <a:rPr lang="ko-KR" altLang="en-US" dirty="0"/>
              <a:t>알고리즘 </a:t>
            </a:r>
            <a:r>
              <a:rPr lang="ko-KR" altLang="en-US" dirty="0" err="1"/>
              <a:t>프젝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일차 구현문제</a:t>
            </a:r>
            <a:endParaRPr lang="en-US" altLang="ko-KR" dirty="0"/>
          </a:p>
          <a:p>
            <a:pPr lvl="1"/>
            <a:r>
              <a:rPr lang="ko-KR" altLang="en-US" dirty="0"/>
              <a:t>현재시각 </a:t>
            </a:r>
            <a:r>
              <a:rPr lang="en-US" altLang="ko-KR" dirty="0"/>
              <a:t>11</a:t>
            </a:r>
            <a:r>
              <a:rPr lang="ko-KR" altLang="en-US" dirty="0"/>
              <a:t>시 </a:t>
            </a:r>
            <a:r>
              <a:rPr lang="en-US" altLang="ko-KR" dirty="0"/>
              <a:t>36</a:t>
            </a:r>
            <a:r>
              <a:rPr lang="ko-KR" altLang="en-US" dirty="0"/>
              <a:t>분이다</a:t>
            </a:r>
            <a:r>
              <a:rPr lang="en-US" altLang="ko-KR" dirty="0"/>
              <a:t>… </a:t>
            </a:r>
            <a:r>
              <a:rPr lang="ko-KR" altLang="en-US" dirty="0" err="1"/>
              <a:t>밥먹고</a:t>
            </a:r>
            <a:r>
              <a:rPr lang="ko-KR" altLang="en-US" dirty="0"/>
              <a:t> 씻고 </a:t>
            </a:r>
            <a:r>
              <a:rPr lang="ko-KR" altLang="en-US" dirty="0" err="1"/>
              <a:t>폰보니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시간이 벌써 지났다</a:t>
            </a:r>
            <a:r>
              <a:rPr lang="en-US" altLang="ko-KR" dirty="0"/>
              <a:t>… </a:t>
            </a:r>
            <a:r>
              <a:rPr lang="ko-KR" altLang="en-US" dirty="0"/>
              <a:t>딱 두문제만 풀자</a:t>
            </a:r>
            <a:endParaRPr lang="en-US" altLang="ko-KR" dirty="0"/>
          </a:p>
          <a:p>
            <a:r>
              <a:rPr lang="ko-KR" altLang="en-US" dirty="0"/>
              <a:t>컴퓨팅사고와 데이터분석 수강 및 필기</a:t>
            </a:r>
            <a:r>
              <a:rPr lang="en-US" altLang="ko-KR" dirty="0"/>
              <a:t>: </a:t>
            </a:r>
            <a:r>
              <a:rPr lang="ko-KR" altLang="en-US" dirty="0" err="1"/>
              <a:t>글경론에</a:t>
            </a:r>
            <a:r>
              <a:rPr lang="ko-KR" altLang="en-US" dirty="0"/>
              <a:t> 시간을 뺏겨 못하였다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ECA1B1-BBB0-FA04-20EC-D6C45B90E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2024/09/10 1</a:t>
            </a:r>
            <a:r>
              <a:rPr lang="ko-KR" altLang="en-US" dirty="0"/>
              <a:t>일차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7F21B7BD-66DB-3746-9CF5-DEC6AA4D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3-1 </a:t>
            </a:r>
            <a:r>
              <a:rPr lang="ko-KR" altLang="en-US" dirty="0"/>
              <a:t>학부 프로젝트 </a:t>
            </a:r>
            <a:r>
              <a:rPr lang="en-US" altLang="ko-KR" dirty="0"/>
              <a:t>/ </a:t>
            </a:r>
            <a:r>
              <a:rPr lang="ko-KR" altLang="en-US" dirty="0" err="1"/>
              <a:t>캐글</a:t>
            </a:r>
            <a:r>
              <a:rPr lang="ko-KR" altLang="en-US" dirty="0"/>
              <a:t> 프로젝트 </a:t>
            </a:r>
            <a:r>
              <a:rPr lang="en-US" altLang="ko-KR" dirty="0"/>
              <a:t>/ </a:t>
            </a:r>
            <a:r>
              <a:rPr lang="ko-KR" altLang="en-US" dirty="0"/>
              <a:t>알고리즘 </a:t>
            </a:r>
            <a:r>
              <a:rPr lang="ko-KR" altLang="en-US" dirty="0" err="1"/>
              <a:t>프젝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740586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16294</TotalTime>
  <Words>260</Words>
  <Application>Microsoft Office PowerPoint</Application>
  <PresentationFormat>A4 용지(210x297mm)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디자인 사용자 지정</vt:lpstr>
      <vt:lpstr>3-1 학부 프로젝트 / 캐글 프로젝트 / 알고리즘 프젝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536</cp:revision>
  <dcterms:created xsi:type="dcterms:W3CDTF">2021-05-24T07:27:04Z</dcterms:created>
  <dcterms:modified xsi:type="dcterms:W3CDTF">2024-09-11T01:22:45Z</dcterms:modified>
</cp:coreProperties>
</file>