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0" roundtripDataSignature="AMtx7mhYFNQ80AetIIAuqeieIIBDhU74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fccbb37cb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fccbb37cbf_0_6:notes"/>
          <p:cNvSpPr/>
          <p:nvPr>
            <p:ph idx="2" type="sldImg"/>
          </p:nvPr>
        </p:nvSpPr>
        <p:spPr>
          <a:xfrm>
            <a:off x="2360613" y="1143000"/>
            <a:ext cx="2136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ccbb37cb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fccbb37cbf_0_14:notes"/>
          <p:cNvSpPr/>
          <p:nvPr>
            <p:ph idx="2" type="sldImg"/>
          </p:nvPr>
        </p:nvSpPr>
        <p:spPr>
          <a:xfrm>
            <a:off x="2360613" y="1143000"/>
            <a:ext cx="2136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ccbb37cbf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fccbb37cbf_0_22:notes"/>
          <p:cNvSpPr/>
          <p:nvPr>
            <p:ph idx="2" type="sldImg"/>
          </p:nvPr>
        </p:nvSpPr>
        <p:spPr>
          <a:xfrm>
            <a:off x="2360613" y="1143000"/>
            <a:ext cx="2136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ccbb37cbf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fccbb37cbf_0_30:notes"/>
          <p:cNvSpPr/>
          <p:nvPr>
            <p:ph idx="2" type="sldImg"/>
          </p:nvPr>
        </p:nvSpPr>
        <p:spPr>
          <a:xfrm>
            <a:off x="2360613" y="1143000"/>
            <a:ext cx="2136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코넬식 노트 기본">
  <p:cSld name="코넬식 노트 기본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437113" y="128464"/>
            <a:ext cx="2304256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116631" y="128464"/>
            <a:ext cx="4248473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  <a:defRPr b="0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body"/>
          </p:nvPr>
        </p:nvSpPr>
        <p:spPr>
          <a:xfrm>
            <a:off x="116632" y="776536"/>
            <a:ext cx="1877392" cy="72728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Char char="✔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ￚ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→"/>
              <a:defRPr sz="11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2060848" y="776536"/>
            <a:ext cx="4685705" cy="72728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#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ￚ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→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body"/>
          </p:nvPr>
        </p:nvSpPr>
        <p:spPr>
          <a:xfrm>
            <a:off x="116632" y="8121352"/>
            <a:ext cx="6624736" cy="16561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ￚ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→"/>
              <a:defRPr sz="11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286544" y="2821782"/>
            <a:ext cx="6284912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1450181" y="3985418"/>
            <a:ext cx="8394700" cy="1477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-1583531" y="2582069"/>
            <a:ext cx="8394700" cy="4284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idx="1" type="body"/>
          </p:nvPr>
        </p:nvSpPr>
        <p:spPr>
          <a:xfrm>
            <a:off x="4437113" y="128464"/>
            <a:ext cx="2304256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 txBox="1"/>
          <p:nvPr>
            <p:ph type="title"/>
          </p:nvPr>
        </p:nvSpPr>
        <p:spPr>
          <a:xfrm>
            <a:off x="116631" y="128464"/>
            <a:ext cx="4248473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 txBox="1"/>
          <p:nvPr>
            <p:ph idx="2" type="body"/>
          </p:nvPr>
        </p:nvSpPr>
        <p:spPr>
          <a:xfrm>
            <a:off x="116632" y="776536"/>
            <a:ext cx="1877392" cy="72728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3" name="Google Shape;83;p1"/>
          <p:cNvSpPr txBox="1"/>
          <p:nvPr>
            <p:ph idx="3" type="body"/>
          </p:nvPr>
        </p:nvSpPr>
        <p:spPr>
          <a:xfrm>
            <a:off x="2060848" y="776536"/>
            <a:ext cx="4685705" cy="72728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 txBox="1"/>
          <p:nvPr>
            <p:ph idx="4" type="body"/>
          </p:nvPr>
        </p:nvSpPr>
        <p:spPr>
          <a:xfrm>
            <a:off x="116632" y="8121352"/>
            <a:ext cx="6624736" cy="16561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ccbb37cbf_0_6"/>
          <p:cNvSpPr txBox="1"/>
          <p:nvPr>
            <p:ph idx="1" type="body"/>
          </p:nvPr>
        </p:nvSpPr>
        <p:spPr>
          <a:xfrm>
            <a:off x="4437113" y="128464"/>
            <a:ext cx="23043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0" name="Google Shape;90;gfccbb37cbf_0_6"/>
          <p:cNvSpPr txBox="1"/>
          <p:nvPr>
            <p:ph type="title"/>
          </p:nvPr>
        </p:nvSpPr>
        <p:spPr>
          <a:xfrm>
            <a:off x="116631" y="128464"/>
            <a:ext cx="42486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rPr lang="ko-KR"/>
              <a:t>은행제도와 화폐공급</a:t>
            </a:r>
            <a:endParaRPr/>
          </a:p>
        </p:txBody>
      </p:sp>
      <p:sp>
        <p:nvSpPr>
          <p:cNvPr id="91" name="Google Shape;91;gfccbb37cbf_0_6"/>
          <p:cNvSpPr txBox="1"/>
          <p:nvPr>
            <p:ph idx="2" type="body"/>
          </p:nvPr>
        </p:nvSpPr>
        <p:spPr>
          <a:xfrm>
            <a:off x="116632" y="776536"/>
            <a:ext cx="18774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92" name="Google Shape;92;gfccbb37cbf_0_6"/>
          <p:cNvSpPr txBox="1"/>
          <p:nvPr>
            <p:ph idx="3" type="body"/>
          </p:nvPr>
        </p:nvSpPr>
        <p:spPr>
          <a:xfrm>
            <a:off x="2060848" y="776536"/>
            <a:ext cx="46857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93" name="Google Shape;93;gfccbb37cbf_0_6"/>
          <p:cNvSpPr txBox="1"/>
          <p:nvPr>
            <p:ph idx="4" type="body"/>
          </p:nvPr>
        </p:nvSpPr>
        <p:spPr>
          <a:xfrm>
            <a:off x="116632" y="8121352"/>
            <a:ext cx="6624600" cy="165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fccbb37cbf_0_14"/>
          <p:cNvSpPr txBox="1"/>
          <p:nvPr>
            <p:ph idx="1" type="body"/>
          </p:nvPr>
        </p:nvSpPr>
        <p:spPr>
          <a:xfrm>
            <a:off x="4437113" y="128464"/>
            <a:ext cx="23043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9" name="Google Shape;99;gfccbb37cbf_0_14"/>
          <p:cNvSpPr txBox="1"/>
          <p:nvPr>
            <p:ph type="title"/>
          </p:nvPr>
        </p:nvSpPr>
        <p:spPr>
          <a:xfrm>
            <a:off x="116631" y="128464"/>
            <a:ext cx="42486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00" name="Google Shape;100;gfccbb37cbf_0_14"/>
          <p:cNvSpPr txBox="1"/>
          <p:nvPr>
            <p:ph idx="2" type="body"/>
          </p:nvPr>
        </p:nvSpPr>
        <p:spPr>
          <a:xfrm>
            <a:off x="116632" y="776536"/>
            <a:ext cx="18774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01" name="Google Shape;101;gfccbb37cbf_0_14"/>
          <p:cNvSpPr txBox="1"/>
          <p:nvPr>
            <p:ph idx="3" type="body"/>
          </p:nvPr>
        </p:nvSpPr>
        <p:spPr>
          <a:xfrm>
            <a:off x="2060848" y="776536"/>
            <a:ext cx="46857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02" name="Google Shape;102;gfccbb37cbf_0_14"/>
          <p:cNvSpPr txBox="1"/>
          <p:nvPr>
            <p:ph idx="4" type="body"/>
          </p:nvPr>
        </p:nvSpPr>
        <p:spPr>
          <a:xfrm>
            <a:off x="116632" y="8121352"/>
            <a:ext cx="6624600" cy="165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ccbb37cbf_0_22"/>
          <p:cNvSpPr txBox="1"/>
          <p:nvPr>
            <p:ph idx="1" type="body"/>
          </p:nvPr>
        </p:nvSpPr>
        <p:spPr>
          <a:xfrm>
            <a:off x="4437113" y="128464"/>
            <a:ext cx="23043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8" name="Google Shape;108;gfccbb37cbf_0_22"/>
          <p:cNvSpPr txBox="1"/>
          <p:nvPr>
            <p:ph type="title"/>
          </p:nvPr>
        </p:nvSpPr>
        <p:spPr>
          <a:xfrm>
            <a:off x="116631" y="128464"/>
            <a:ext cx="42486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09" name="Google Shape;109;gfccbb37cbf_0_22"/>
          <p:cNvSpPr txBox="1"/>
          <p:nvPr>
            <p:ph idx="2" type="body"/>
          </p:nvPr>
        </p:nvSpPr>
        <p:spPr>
          <a:xfrm>
            <a:off x="116632" y="776536"/>
            <a:ext cx="18774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0" name="Google Shape;110;gfccbb37cbf_0_22"/>
          <p:cNvSpPr txBox="1"/>
          <p:nvPr>
            <p:ph idx="3" type="body"/>
          </p:nvPr>
        </p:nvSpPr>
        <p:spPr>
          <a:xfrm>
            <a:off x="2060848" y="776536"/>
            <a:ext cx="46857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11" name="Google Shape;111;gfccbb37cbf_0_22"/>
          <p:cNvSpPr txBox="1"/>
          <p:nvPr>
            <p:ph idx="4" type="body"/>
          </p:nvPr>
        </p:nvSpPr>
        <p:spPr>
          <a:xfrm>
            <a:off x="116632" y="8121352"/>
            <a:ext cx="6624600" cy="165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ccbb37cbf_0_30"/>
          <p:cNvSpPr txBox="1"/>
          <p:nvPr>
            <p:ph idx="1" type="body"/>
          </p:nvPr>
        </p:nvSpPr>
        <p:spPr>
          <a:xfrm>
            <a:off x="4437113" y="128464"/>
            <a:ext cx="23043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7" name="Google Shape;117;gfccbb37cbf_0_30"/>
          <p:cNvSpPr txBox="1"/>
          <p:nvPr>
            <p:ph type="title"/>
          </p:nvPr>
        </p:nvSpPr>
        <p:spPr>
          <a:xfrm>
            <a:off x="116631" y="128464"/>
            <a:ext cx="42486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18" name="Google Shape;118;gfccbb37cbf_0_30"/>
          <p:cNvSpPr txBox="1"/>
          <p:nvPr>
            <p:ph idx="2" type="body"/>
          </p:nvPr>
        </p:nvSpPr>
        <p:spPr>
          <a:xfrm>
            <a:off x="116632" y="776536"/>
            <a:ext cx="18774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9" name="Google Shape;119;gfccbb37cbf_0_30"/>
          <p:cNvSpPr txBox="1"/>
          <p:nvPr>
            <p:ph idx="3" type="body"/>
          </p:nvPr>
        </p:nvSpPr>
        <p:spPr>
          <a:xfrm>
            <a:off x="2060848" y="776536"/>
            <a:ext cx="46857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20" name="Google Shape;120;gfccbb37cbf_0_30"/>
          <p:cNvSpPr txBox="1"/>
          <p:nvPr>
            <p:ph idx="4" type="body"/>
          </p:nvPr>
        </p:nvSpPr>
        <p:spPr>
          <a:xfrm>
            <a:off x="116632" y="8121352"/>
            <a:ext cx="6624600" cy="165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2021-05-24T07:27:04Z</dcterms:created>
  <dc:creator>13640</dc:creator>
</cp:coreProperties>
</file>