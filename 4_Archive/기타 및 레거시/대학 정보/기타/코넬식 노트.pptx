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iiElt7JBiDZWGC5sGw6NzIT0tD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코넬식 노트 기본">
  <p:cSld name="코넬식 노트 기본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437113" y="128464"/>
            <a:ext cx="2304256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16631" y="128464"/>
            <a:ext cx="4248473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  <a:defRPr b="0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body"/>
          </p:nvPr>
        </p:nvSpPr>
        <p:spPr>
          <a:xfrm>
            <a:off x="116632" y="776536"/>
            <a:ext cx="1877392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Char char="✔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ￚ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→"/>
              <a:defRPr sz="11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2060848" y="776536"/>
            <a:ext cx="4685705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#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ￚ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→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body"/>
          </p:nvPr>
        </p:nvSpPr>
        <p:spPr>
          <a:xfrm>
            <a:off x="116632" y="8121352"/>
            <a:ext cx="6624736" cy="16561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ￚ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→"/>
              <a:defRPr sz="1100"/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86544" y="2821782"/>
            <a:ext cx="6284912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1450181" y="3985419"/>
            <a:ext cx="8394700" cy="1477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-1583531" y="2582069"/>
            <a:ext cx="8394700" cy="4284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idx="1" type="body"/>
          </p:nvPr>
        </p:nvSpPr>
        <p:spPr>
          <a:xfrm>
            <a:off x="4437113" y="128464"/>
            <a:ext cx="2304256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 txBox="1"/>
          <p:nvPr>
            <p:ph type="title"/>
          </p:nvPr>
        </p:nvSpPr>
        <p:spPr>
          <a:xfrm>
            <a:off x="116631" y="128464"/>
            <a:ext cx="4248473" cy="5760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 txBox="1"/>
          <p:nvPr>
            <p:ph idx="2" type="body"/>
          </p:nvPr>
        </p:nvSpPr>
        <p:spPr>
          <a:xfrm>
            <a:off x="116632" y="776536"/>
            <a:ext cx="1877392" cy="72728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3" name="Google Shape;83;p1"/>
          <p:cNvSpPr txBox="1"/>
          <p:nvPr>
            <p:ph idx="3" type="body"/>
          </p:nvPr>
        </p:nvSpPr>
        <p:spPr>
          <a:xfrm>
            <a:off x="2060848" y="776536"/>
            <a:ext cx="4685700" cy="727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 txBox="1"/>
          <p:nvPr>
            <p:ph idx="4" type="body"/>
          </p:nvPr>
        </p:nvSpPr>
        <p:spPr>
          <a:xfrm>
            <a:off x="116632" y="8121352"/>
            <a:ext cx="6624736" cy="16561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2021-05-24T07:27:04Z</dcterms:created>
  <dc:creator>13640</dc:creator>
</cp:coreProperties>
</file>