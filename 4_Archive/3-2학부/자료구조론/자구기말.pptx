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84" r:id="rId2"/>
    <p:sldId id="285" r:id="rId3"/>
    <p:sldId id="286" r:id="rId4"/>
    <p:sldId id="289" r:id="rId5"/>
    <p:sldId id="290" r:id="rId6"/>
    <p:sldId id="291" r:id="rId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1" autoAdjust="0"/>
    <p:restoredTop sz="96234" autoAdjust="0"/>
  </p:normalViewPr>
  <p:slideViewPr>
    <p:cSldViewPr>
      <p:cViewPr varScale="1">
        <p:scale>
          <a:sx n="74" d="100"/>
          <a:sy n="74" d="100"/>
        </p:scale>
        <p:origin x="115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2025-06-12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2025-06-12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AE80367-9207-B6A9-A4D2-5348E787A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B5B11D8-6B28-FAA7-F666-F780E94D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3FFDCA-39A4-6D94-DBEB-3BC90E7A1A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9CC8090-EE7F-62E3-C153-DD0FF74462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난수와 </a:t>
            </a:r>
            <a:r>
              <a:rPr lang="ko-KR" altLang="en-US" dirty="0" err="1"/>
              <a:t>시드</a:t>
            </a:r>
            <a:endParaRPr lang="en-US" altLang="ko-KR" dirty="0"/>
          </a:p>
          <a:p>
            <a:pPr lvl="1"/>
            <a:r>
              <a:rPr lang="ko-KR" altLang="en-US" dirty="0"/>
              <a:t>난수 </a:t>
            </a:r>
            <a:r>
              <a:rPr lang="en-US" altLang="ko-KR" dirty="0"/>
              <a:t>: </a:t>
            </a:r>
            <a:r>
              <a:rPr lang="ko-KR" altLang="en-US" dirty="0"/>
              <a:t>어떤 값이 나올지 예측 불가능한 수</a:t>
            </a:r>
            <a:r>
              <a:rPr lang="en-US" altLang="ko-KR" dirty="0"/>
              <a:t>, </a:t>
            </a:r>
            <a:r>
              <a:rPr lang="ko-KR" altLang="en-US" dirty="0"/>
              <a:t>현실의</a:t>
            </a:r>
            <a:br>
              <a:rPr lang="en-US" altLang="ko-KR" dirty="0"/>
            </a:br>
            <a:r>
              <a:rPr lang="ko-KR" altLang="en-US" dirty="0"/>
              <a:t> 불규칙성을 시뮬레이션 하는 경우 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en-US" altLang="ko-KR" dirty="0"/>
              <a:t>True random number</a:t>
            </a:r>
            <a:r>
              <a:rPr lang="ko-KR" altLang="en-US" dirty="0"/>
              <a:t> </a:t>
            </a:r>
            <a:r>
              <a:rPr lang="en-US" altLang="ko-KR" dirty="0"/>
              <a:t>X,</a:t>
            </a:r>
            <a:r>
              <a:rPr lang="ko-KR" altLang="en-US" dirty="0"/>
              <a:t> </a:t>
            </a:r>
            <a:r>
              <a:rPr lang="en-US" altLang="ko-KR" dirty="0"/>
              <a:t>pseudo random number</a:t>
            </a:r>
            <a:br>
              <a:rPr lang="en-US" altLang="ko-KR" dirty="0"/>
            </a:br>
            <a:r>
              <a:rPr lang="ko-KR" altLang="en-US" dirty="0"/>
              <a:t>만 가능 </a:t>
            </a:r>
            <a:r>
              <a:rPr lang="en-US" altLang="ko-KR" dirty="0"/>
              <a:t>-&gt; </a:t>
            </a:r>
            <a:r>
              <a:rPr lang="ko-KR" altLang="en-US" dirty="0"/>
              <a:t>나머지 함수와 같은 것으로 난수 생성</a:t>
            </a:r>
            <a:endParaRPr lang="en-US" altLang="ko-KR" dirty="0"/>
          </a:p>
          <a:p>
            <a:pPr lvl="1"/>
            <a:r>
              <a:rPr lang="ko-KR" altLang="en-US" dirty="0" err="1"/>
              <a:t>시드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난수 생성시 사용하는 초기값</a:t>
            </a:r>
            <a:r>
              <a:rPr lang="en-US" altLang="ko-KR" dirty="0"/>
              <a:t>, </a:t>
            </a:r>
            <a:r>
              <a:rPr lang="ko-KR" altLang="en-US" dirty="0" err="1"/>
              <a:t>시드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실행할 때 마다 다른 난수</a:t>
            </a:r>
            <a:r>
              <a:rPr lang="en-US" altLang="ko-KR" dirty="0"/>
              <a:t>. </a:t>
            </a:r>
            <a:r>
              <a:rPr lang="ko-KR" altLang="en-US" dirty="0" err="1"/>
              <a:t>시드</a:t>
            </a:r>
            <a:r>
              <a:rPr lang="en-US" altLang="ko-KR" dirty="0"/>
              <a:t>O-&gt;</a:t>
            </a:r>
            <a:r>
              <a:rPr lang="ko-KR" altLang="en-US" dirty="0"/>
              <a:t>동일</a:t>
            </a:r>
            <a:r>
              <a:rPr lang="en-US" altLang="ko-KR" dirty="0"/>
              <a:t> </a:t>
            </a:r>
            <a:r>
              <a:rPr lang="ko-KR" altLang="en-US" dirty="0"/>
              <a:t>난수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디버깅 시 </a:t>
            </a:r>
            <a:r>
              <a:rPr lang="en-US" altLang="ko-KR" dirty="0"/>
              <a:t>or </a:t>
            </a:r>
            <a:r>
              <a:rPr lang="ko-KR" altLang="en-US" dirty="0"/>
              <a:t>실험 결과의 재현성이 필요할 때</a:t>
            </a:r>
            <a:endParaRPr lang="en-US" altLang="ko-KR" dirty="0"/>
          </a:p>
          <a:p>
            <a:r>
              <a:rPr lang="ko-KR" altLang="en-US" dirty="0"/>
              <a:t>트리</a:t>
            </a:r>
            <a:endParaRPr lang="en-US" altLang="ko-KR" dirty="0"/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</a:t>
            </a:r>
            <a:r>
              <a:rPr lang="ko-KR" altLang="en-US" dirty="0"/>
              <a:t>계층적 데이터를 표현</a:t>
            </a:r>
            <a:r>
              <a:rPr lang="en-US" altLang="ko-KR" dirty="0"/>
              <a:t>. </a:t>
            </a:r>
            <a:r>
              <a:rPr lang="ko-KR" altLang="en-US" dirty="0"/>
              <a:t>여러 노드들이 부모</a:t>
            </a:r>
            <a:r>
              <a:rPr lang="en-US" altLang="ko-KR" dirty="0"/>
              <a:t>-</a:t>
            </a:r>
            <a:br>
              <a:rPr lang="en-US" altLang="ko-KR" dirty="0"/>
            </a:br>
            <a:r>
              <a:rPr lang="ko-KR" altLang="en-US" dirty="0"/>
              <a:t>자식 관계</a:t>
            </a:r>
            <a:r>
              <a:rPr lang="en-US" altLang="ko-KR" dirty="0"/>
              <a:t>; (</a:t>
            </a:r>
            <a:r>
              <a:rPr lang="ko-KR" altLang="en-US" dirty="0"/>
              <a:t>최상위 노드</a:t>
            </a:r>
            <a:r>
              <a:rPr lang="en-US" altLang="ko-KR" dirty="0"/>
              <a:t>)=root, (</a:t>
            </a:r>
            <a:r>
              <a:rPr lang="ko-KR" altLang="en-US" dirty="0"/>
              <a:t>자식</a:t>
            </a:r>
            <a:r>
              <a:rPr lang="en-US" altLang="ko-KR" dirty="0"/>
              <a:t>X</a:t>
            </a:r>
            <a:r>
              <a:rPr lang="ko-KR" altLang="en-US" dirty="0"/>
              <a:t> 노드</a:t>
            </a:r>
            <a:r>
              <a:rPr lang="en-US" altLang="ko-KR" dirty="0"/>
              <a:t>)=leaf</a:t>
            </a:r>
          </a:p>
          <a:p>
            <a:pPr lvl="1"/>
            <a:r>
              <a:rPr lang="ko-KR" altLang="en-US" dirty="0"/>
              <a:t>필요성 </a:t>
            </a:r>
            <a:r>
              <a:rPr lang="en-US" altLang="ko-KR" dirty="0"/>
              <a:t>: </a:t>
            </a:r>
            <a:r>
              <a:rPr lang="ko-KR" altLang="en-US" dirty="0"/>
              <a:t>파일 시스템 구조</a:t>
            </a:r>
            <a:r>
              <a:rPr lang="en-US" altLang="ko-KR" dirty="0"/>
              <a:t>, </a:t>
            </a:r>
            <a:r>
              <a:rPr lang="ko-KR" altLang="en-US" dirty="0"/>
              <a:t>조직도</a:t>
            </a:r>
            <a:r>
              <a:rPr lang="en-US" altLang="ko-KR" dirty="0"/>
              <a:t>, </a:t>
            </a:r>
            <a:r>
              <a:rPr lang="ko-KR" altLang="en-US" dirty="0"/>
              <a:t>웹페이지</a:t>
            </a:r>
            <a:r>
              <a:rPr lang="en-US" altLang="ko-KR" dirty="0"/>
              <a:t>(DOM)</a:t>
            </a:r>
            <a:r>
              <a:rPr lang="ko-KR" altLang="en-US" dirty="0"/>
              <a:t>등</a:t>
            </a:r>
            <a:br>
              <a:rPr lang="en-US" altLang="ko-KR" dirty="0"/>
            </a:br>
            <a:r>
              <a:rPr lang="ko-KR" altLang="en-US" dirty="0"/>
              <a:t> 데이터가 계층적 관계를 가질 때 효율적 저장 및 관리</a:t>
            </a:r>
            <a:endParaRPr lang="en-US" altLang="ko-KR" dirty="0"/>
          </a:p>
          <a:p>
            <a:r>
              <a:rPr lang="ko-KR" altLang="en-US" dirty="0"/>
              <a:t>리스트 구현 트리</a:t>
            </a:r>
            <a:endParaRPr lang="en-US" altLang="ko-KR" dirty="0"/>
          </a:p>
          <a:p>
            <a:pPr lvl="1"/>
            <a:r>
              <a:rPr lang="ko-KR" altLang="en-US" dirty="0"/>
              <a:t>공통 원리 </a:t>
            </a:r>
            <a:r>
              <a:rPr lang="en-US" altLang="ko-KR" dirty="0"/>
              <a:t>: </a:t>
            </a:r>
            <a:r>
              <a:rPr lang="ko-KR" altLang="en-US" dirty="0"/>
              <a:t>탐색할 노드의 </a:t>
            </a:r>
            <a:r>
              <a:rPr lang="ko-KR" altLang="en-US" dirty="0" err="1"/>
              <a:t>자식노드를</a:t>
            </a:r>
            <a:r>
              <a:rPr lang="ko-KR" altLang="en-US" dirty="0"/>
              <a:t> 큐에 추가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큐에서 노드를 꺼내고</a:t>
            </a:r>
            <a:r>
              <a:rPr lang="en-US" altLang="ko-KR" dirty="0"/>
              <a:t>, </a:t>
            </a:r>
            <a:r>
              <a:rPr lang="ko-KR" altLang="en-US" dirty="0"/>
              <a:t>꺼낸 노드의 자식 노드도</a:t>
            </a:r>
            <a:br>
              <a:rPr lang="en-US" altLang="ko-KR" dirty="0"/>
            </a:br>
            <a:r>
              <a:rPr lang="ko-KR" altLang="en-US" dirty="0"/>
              <a:t>큐에 추가</a:t>
            </a:r>
            <a:r>
              <a:rPr lang="en-US" altLang="ko-KR" dirty="0"/>
              <a:t>.(</a:t>
            </a:r>
            <a:r>
              <a:rPr lang="ko-KR" altLang="en-US" dirty="0"/>
              <a:t>리프는 큐의 결과를 담음</a:t>
            </a:r>
            <a:r>
              <a:rPr lang="en-US" altLang="ko-KR" dirty="0"/>
              <a:t>)-&gt; FIFO </a:t>
            </a:r>
            <a:r>
              <a:rPr lang="ko-KR" altLang="en-US" dirty="0"/>
              <a:t>특성</a:t>
            </a:r>
            <a:r>
              <a:rPr lang="en-US" altLang="ko-KR" dirty="0"/>
              <a:t>, BSF</a:t>
            </a:r>
            <a:r>
              <a:rPr lang="ko-KR" altLang="en-US" dirty="0"/>
              <a:t>와 같음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Array</a:t>
            </a:r>
            <a:r>
              <a:rPr lang="ko-KR" altLang="en-US" dirty="0"/>
              <a:t>로 구현할 경우</a:t>
            </a:r>
            <a:endParaRPr lang="en-US" altLang="ko-KR" dirty="0"/>
          </a:p>
          <a:p>
            <a:pPr lvl="2"/>
            <a:r>
              <a:rPr lang="ko-KR" altLang="en-US" dirty="0"/>
              <a:t>노드를 인덱스에 순서대로 매핑</a:t>
            </a:r>
            <a:r>
              <a:rPr lang="en-US" altLang="ko-KR" dirty="0"/>
              <a:t>. </a:t>
            </a:r>
            <a:r>
              <a:rPr lang="ko-KR" altLang="en-US" dirty="0"/>
              <a:t>부모</a:t>
            </a:r>
            <a:r>
              <a:rPr lang="en-US" altLang="ko-KR" dirty="0"/>
              <a:t>-</a:t>
            </a:r>
            <a:r>
              <a:rPr lang="ko-KR" altLang="en-US" dirty="0"/>
              <a:t>자식관계는 인덱스 계산을 통해 파악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en-US" altLang="ko-KR" dirty="0" err="1"/>
              <a:t>i</a:t>
            </a:r>
            <a:r>
              <a:rPr lang="en-US" altLang="ko-KR" dirty="0"/>
              <a:t>-&gt;</a:t>
            </a:r>
            <a:r>
              <a:rPr lang="ko-KR" altLang="en-US" dirty="0" err="1"/>
              <a:t>왼자</a:t>
            </a:r>
            <a:r>
              <a:rPr lang="ko-KR" altLang="en-US" dirty="0"/>
              <a:t> </a:t>
            </a:r>
            <a:r>
              <a:rPr lang="en-US" altLang="ko-KR" dirty="0"/>
              <a:t>: 2i, </a:t>
            </a:r>
            <a:r>
              <a:rPr lang="ko-KR" altLang="en-US" dirty="0"/>
              <a:t>오자</a:t>
            </a:r>
            <a:r>
              <a:rPr lang="en-US" altLang="ko-KR" dirty="0"/>
              <a:t>: 2i+1, </a:t>
            </a:r>
            <a:r>
              <a:rPr lang="ko-KR" altLang="en-US" dirty="0"/>
              <a:t>부모</a:t>
            </a:r>
            <a:r>
              <a:rPr lang="en-US" altLang="ko-KR" dirty="0"/>
              <a:t>: </a:t>
            </a:r>
            <a:r>
              <a:rPr lang="en-US" altLang="ko-KR" dirty="0" err="1"/>
              <a:t>i</a:t>
            </a:r>
            <a:r>
              <a:rPr lang="en-US" altLang="ko-KR" dirty="0"/>
              <a:t>/2)</a:t>
            </a:r>
          </a:p>
          <a:p>
            <a:pPr lvl="2"/>
            <a:r>
              <a:rPr lang="ko-KR" altLang="en-US" dirty="0"/>
              <a:t>단점</a:t>
            </a:r>
            <a:r>
              <a:rPr lang="en-US" altLang="ko-KR" dirty="0"/>
              <a:t> : </a:t>
            </a:r>
            <a:r>
              <a:rPr lang="ko-KR" altLang="en-US" dirty="0"/>
              <a:t>완벽히 </a:t>
            </a:r>
            <a:r>
              <a:rPr lang="en-US" altLang="ko-KR" dirty="0"/>
              <a:t>balanced tree</a:t>
            </a:r>
            <a:r>
              <a:rPr lang="ko-KR" altLang="en-US" dirty="0"/>
              <a:t>가 아닐 경우</a:t>
            </a:r>
            <a:r>
              <a:rPr lang="en-US" altLang="ko-KR" dirty="0"/>
              <a:t>, </a:t>
            </a:r>
            <a:r>
              <a:rPr lang="ko-KR" altLang="en-US" dirty="0"/>
              <a:t>중간</a:t>
            </a:r>
            <a:r>
              <a:rPr lang="en-US" altLang="ko-KR" dirty="0"/>
              <a:t> </a:t>
            </a:r>
            <a:r>
              <a:rPr lang="ko-KR" altLang="en-US" dirty="0"/>
              <a:t>노드 </a:t>
            </a:r>
            <a:r>
              <a:rPr lang="ko-KR" altLang="en-US" dirty="0" err="1"/>
              <a:t>비어있으면</a:t>
            </a:r>
            <a:r>
              <a:rPr lang="ko-KR" altLang="en-US" dirty="0"/>
              <a:t> 메모리 낭비</a:t>
            </a:r>
            <a:r>
              <a:rPr lang="en-US" altLang="ko-KR" dirty="0"/>
              <a:t>. </a:t>
            </a:r>
            <a:r>
              <a:rPr lang="ko-KR" altLang="en-US" dirty="0"/>
              <a:t>트리가</a:t>
            </a:r>
            <a:r>
              <a:rPr lang="en-US" altLang="ko-KR" dirty="0"/>
              <a:t> </a:t>
            </a:r>
            <a:r>
              <a:rPr lang="ko-KR" altLang="en-US" dirty="0"/>
              <a:t>치우칠수록</a:t>
            </a:r>
            <a:r>
              <a:rPr lang="en-US" altLang="ko-KR" dirty="0"/>
              <a:t>(</a:t>
            </a:r>
            <a:r>
              <a:rPr lang="ko-KR" altLang="en-US" dirty="0"/>
              <a:t>편향적</a:t>
            </a:r>
            <a:r>
              <a:rPr lang="en-US" altLang="ko-KR" dirty="0"/>
              <a:t>) </a:t>
            </a:r>
            <a:r>
              <a:rPr lang="ko-KR" altLang="en-US" dirty="0"/>
              <a:t>비효율적</a:t>
            </a:r>
            <a:endParaRPr lang="en-US" altLang="ko-KR" dirty="0"/>
          </a:p>
          <a:p>
            <a:pPr lvl="1"/>
            <a:r>
              <a:rPr lang="en-US" altLang="ko-KR" dirty="0"/>
              <a:t>Linked</a:t>
            </a:r>
            <a:r>
              <a:rPr lang="ko-KR" altLang="en-US" dirty="0"/>
              <a:t> </a:t>
            </a:r>
            <a:r>
              <a:rPr lang="en-US" altLang="ko-KR" dirty="0"/>
              <a:t>List</a:t>
            </a:r>
            <a:r>
              <a:rPr lang="ko-KR" altLang="en-US" dirty="0"/>
              <a:t>로 구현할 경우 </a:t>
            </a:r>
            <a:r>
              <a:rPr lang="en-US" altLang="ko-KR" dirty="0"/>
              <a:t>: </a:t>
            </a:r>
            <a:r>
              <a:rPr lang="ko-KR" altLang="en-US" dirty="0"/>
              <a:t>각</a:t>
            </a:r>
            <a:r>
              <a:rPr lang="en-US" altLang="ko-KR" dirty="0"/>
              <a:t> </a:t>
            </a:r>
            <a:r>
              <a:rPr lang="ko-KR" altLang="en-US" dirty="0"/>
              <a:t>노드가 실제로 있는 경우만 메모리 할당 및 주소로 연결</a:t>
            </a:r>
            <a:r>
              <a:rPr lang="en-US" altLang="ko-KR" dirty="0"/>
              <a:t>, </a:t>
            </a:r>
            <a:r>
              <a:rPr lang="ko-KR" altLang="en-US" dirty="0"/>
              <a:t>트리가 편향되어도 메모리 낭비 적음</a:t>
            </a:r>
            <a:r>
              <a:rPr lang="en-US" altLang="ko-KR" dirty="0"/>
              <a:t>. But, </a:t>
            </a:r>
            <a:r>
              <a:rPr lang="ko-KR" altLang="en-US" dirty="0" err="1"/>
              <a:t>탐색시</a:t>
            </a:r>
            <a:r>
              <a:rPr lang="ko-KR" altLang="en-US" dirty="0"/>
              <a:t> 주소를 따라가야 함</a:t>
            </a:r>
            <a:r>
              <a:rPr lang="en-US" altLang="ko-KR" dirty="0"/>
              <a:t> -&gt; array list </a:t>
            </a:r>
            <a:r>
              <a:rPr lang="ko-KR" altLang="en-US" dirty="0"/>
              <a:t>보단 탐색 비효율적</a:t>
            </a:r>
            <a:endParaRPr lang="en-US" altLang="ko-KR" dirty="0"/>
          </a:p>
          <a:p>
            <a:r>
              <a:rPr lang="ko-KR" altLang="en-US" dirty="0"/>
              <a:t>재귀</a:t>
            </a:r>
            <a:endParaRPr lang="en-US" altLang="ko-KR" dirty="0"/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</a:t>
            </a:r>
            <a:r>
              <a:rPr lang="ko-KR" altLang="en-US" dirty="0"/>
              <a:t>어떤 함수</a:t>
            </a:r>
            <a:r>
              <a:rPr lang="en-US" altLang="ko-KR" dirty="0"/>
              <a:t>/</a:t>
            </a:r>
            <a:r>
              <a:rPr lang="ko-KR" altLang="en-US" dirty="0"/>
              <a:t>알고리즘이 자기 자신을 재호출</a:t>
            </a:r>
            <a:r>
              <a:rPr lang="en-US" altLang="ko-KR" dirty="0"/>
              <a:t>. </a:t>
            </a:r>
            <a:r>
              <a:rPr lang="ko-KR" altLang="en-US" dirty="0"/>
              <a:t>문제를</a:t>
            </a:r>
            <a:r>
              <a:rPr lang="en-US" altLang="ko-KR" dirty="0"/>
              <a:t> </a:t>
            </a:r>
            <a:r>
              <a:rPr lang="ko-KR" altLang="en-US" dirty="0"/>
              <a:t>더 작은 동일한 문제로 분할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필요성 </a:t>
            </a:r>
            <a:r>
              <a:rPr lang="en-US" altLang="ko-KR" dirty="0"/>
              <a:t>: </a:t>
            </a:r>
            <a:r>
              <a:rPr lang="ko-KR" altLang="en-US" dirty="0"/>
              <a:t>복잡한 문제를 더 간결하게 해결</a:t>
            </a:r>
            <a:r>
              <a:rPr lang="en-US" altLang="ko-KR" dirty="0"/>
              <a:t>. </a:t>
            </a:r>
            <a:r>
              <a:rPr lang="ko-KR" altLang="en-US" dirty="0"/>
              <a:t>트리와 같은 계층적 </a:t>
            </a:r>
            <a:r>
              <a:rPr lang="en-US" altLang="ko-KR" dirty="0"/>
              <a:t>or </a:t>
            </a:r>
            <a:r>
              <a:rPr lang="ko-KR" altLang="en-US" dirty="0"/>
              <a:t>자기 유사적 구조</a:t>
            </a:r>
            <a:br>
              <a:rPr lang="en-US" altLang="ko-KR" dirty="0"/>
            </a:br>
            <a:r>
              <a:rPr lang="ko-KR" altLang="en-US" dirty="0"/>
              <a:t>의 알고리즘에서 유용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원리 </a:t>
            </a:r>
            <a:r>
              <a:rPr lang="en-US" altLang="ko-KR" dirty="0"/>
              <a:t>: </a:t>
            </a:r>
            <a:r>
              <a:rPr lang="ko-KR" altLang="en-US" dirty="0"/>
              <a:t>자기호출 </a:t>
            </a:r>
            <a:r>
              <a:rPr lang="en-US" altLang="ko-KR" dirty="0"/>
              <a:t>= </a:t>
            </a:r>
            <a:r>
              <a:rPr lang="ko-KR" altLang="en-US" dirty="0"/>
              <a:t>함수 내에서 자신을 호출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en-US" altLang="ko-KR" dirty="0"/>
              <a:t>base case : </a:t>
            </a:r>
            <a:r>
              <a:rPr lang="ko-KR" altLang="en-US" dirty="0"/>
              <a:t>재귀</a:t>
            </a:r>
            <a:r>
              <a:rPr lang="en-US" altLang="ko-KR" dirty="0"/>
              <a:t> </a:t>
            </a:r>
            <a:r>
              <a:rPr lang="ko-KR" altLang="en-US" dirty="0"/>
              <a:t>호출이 멈추는 조건</a:t>
            </a:r>
            <a:r>
              <a:rPr lang="en-US" altLang="ko-KR" dirty="0"/>
              <a:t>. </a:t>
            </a:r>
            <a:r>
              <a:rPr lang="ko-KR" altLang="en-US" dirty="0"/>
              <a:t>없으면</a:t>
            </a:r>
            <a:r>
              <a:rPr lang="en-US" altLang="ko-KR" dirty="0"/>
              <a:t> </a:t>
            </a:r>
            <a:r>
              <a:rPr lang="ko-KR" altLang="en-US" dirty="0"/>
              <a:t>자기 자신을 무한히 호출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en-US" altLang="ko-KR" dirty="0"/>
              <a:t>return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자신을 호출한 다음 </a:t>
            </a:r>
            <a:r>
              <a:rPr lang="ko-KR" altLang="en-US" dirty="0" err="1"/>
              <a:t>반드시결과값에</a:t>
            </a:r>
            <a:r>
              <a:rPr lang="ko-KR" altLang="en-US" dirty="0"/>
              <a:t> 대한 </a:t>
            </a:r>
            <a:r>
              <a:rPr lang="ko-KR" altLang="en-US" dirty="0" err="1"/>
              <a:t>리턴문이</a:t>
            </a:r>
            <a:r>
              <a:rPr lang="ko-KR" altLang="en-US" dirty="0"/>
              <a:t> 있어야 함</a:t>
            </a:r>
            <a:r>
              <a:rPr lang="en-US" altLang="ko-KR" dirty="0"/>
              <a:t>. </a:t>
            </a:r>
            <a:r>
              <a:rPr lang="ko-KR" altLang="en-US" dirty="0"/>
              <a:t>없다면 답을 주지 </a:t>
            </a:r>
            <a:r>
              <a:rPr lang="ko-KR" altLang="en-US" dirty="0" err="1"/>
              <a:t>않는것</a:t>
            </a:r>
            <a:r>
              <a:rPr lang="en-US" altLang="ko-KR" dirty="0"/>
              <a:t>. </a:t>
            </a:r>
            <a:r>
              <a:rPr lang="ko-KR" altLang="en-US" dirty="0"/>
              <a:t>요청한</a:t>
            </a:r>
            <a:r>
              <a:rPr lang="en-US" altLang="ko-KR" dirty="0"/>
              <a:t> </a:t>
            </a:r>
            <a:r>
              <a:rPr lang="ko-KR" altLang="en-US" dirty="0"/>
              <a:t>쪽에선 영원히 답을 받지 못해 무한루프</a:t>
            </a:r>
            <a:endParaRPr lang="en-US" altLang="ko-KR" dirty="0"/>
          </a:p>
          <a:p>
            <a:pPr lvl="2"/>
            <a:r>
              <a:rPr lang="ko-KR" altLang="en-US" dirty="0"/>
              <a:t>재귀호출은 </a:t>
            </a:r>
            <a:r>
              <a:rPr lang="en-US" altLang="ko-KR" dirty="0"/>
              <a:t>stack</a:t>
            </a:r>
            <a:r>
              <a:rPr lang="ko-KR" altLang="en-US" dirty="0"/>
              <a:t>을 통해 구현</a:t>
            </a:r>
            <a:r>
              <a:rPr lang="en-US" altLang="ko-KR" dirty="0"/>
              <a:t>. </a:t>
            </a:r>
            <a:r>
              <a:rPr lang="ko-KR" altLang="en-US" dirty="0"/>
              <a:t>재귀가 반복되어 </a:t>
            </a:r>
            <a:r>
              <a:rPr lang="en-US" altLang="ko-KR" dirty="0"/>
              <a:t>Stack</a:t>
            </a:r>
            <a:r>
              <a:rPr lang="ko-KR" altLang="en-US" dirty="0"/>
              <a:t> 메모리를 넘어서면 스택 </a:t>
            </a:r>
            <a:r>
              <a:rPr lang="ko-KR" altLang="en-US" dirty="0" err="1"/>
              <a:t>오버플로우</a:t>
            </a:r>
            <a:r>
              <a:rPr lang="en-US" altLang="ko-KR" dirty="0"/>
              <a:t>, </a:t>
            </a:r>
            <a:r>
              <a:rPr lang="ko-KR" altLang="en-US" dirty="0" err="1"/>
              <a:t>언더플로우는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보다 작은 숫자를 계속 계산하다가 컴퓨터가 표현가능한 소수점 한계를 넘어서서 결국 </a:t>
            </a:r>
            <a:r>
              <a:rPr lang="en-US" altLang="ko-KR" dirty="0"/>
              <a:t>0</a:t>
            </a:r>
            <a:r>
              <a:rPr lang="ko-KR" altLang="en-US" dirty="0"/>
              <a:t>이 됨</a:t>
            </a: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수학적으론 </a:t>
            </a:r>
            <a:br>
              <a:rPr lang="en-US" altLang="ko-KR" dirty="0"/>
            </a:br>
            <a:r>
              <a:rPr lang="en-US" altLang="ko-KR" dirty="0"/>
              <a:t>0</a:t>
            </a:r>
            <a:r>
              <a:rPr lang="ko-KR" altLang="en-US" dirty="0"/>
              <a:t>이 아님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8CE5256-EEE1-4674-56D2-F0FB23FDAFD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5318728-E136-DFD5-B60D-CC7F56BE6CD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17017" y="651961"/>
            <a:ext cx="2166317" cy="226537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8EDE3EE-8DAA-A944-C7D4-469016473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224" y="2989342"/>
            <a:ext cx="1317000" cy="78959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EEB5651-EC54-CAB5-E739-C35FF447D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952" y="7185248"/>
            <a:ext cx="1523192" cy="78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94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EB47F68-86D0-8798-C859-525194090B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1A9B019-E696-BDA1-6C3F-EE0119FC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트리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A3F0AC-C400-DD64-BDDF-D18AF0C572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0980D70-A054-8BE5-499D-D71574D3A0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이진 트리의 순회 알고리즘</a:t>
            </a:r>
            <a:endParaRPr lang="en-US" altLang="ko-KR" dirty="0"/>
          </a:p>
          <a:p>
            <a:pPr lvl="1"/>
            <a:r>
              <a:rPr lang="ko-KR" altLang="en-US" dirty="0"/>
              <a:t>정의</a:t>
            </a:r>
            <a:r>
              <a:rPr lang="en-US" altLang="ko-KR" dirty="0"/>
              <a:t>, </a:t>
            </a:r>
            <a:r>
              <a:rPr lang="ko-KR" altLang="en-US" dirty="0"/>
              <a:t>필요성</a:t>
            </a:r>
            <a:r>
              <a:rPr lang="en-US" altLang="ko-KR" dirty="0"/>
              <a:t>: </a:t>
            </a:r>
            <a:r>
              <a:rPr lang="ko-KR" altLang="en-US" dirty="0"/>
              <a:t>트리의 모든 노드를 한번씩 방문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ko-KR" altLang="en-US" dirty="0"/>
              <a:t>트리에 저장된 모든 데이터를 읽거나 처리 필요시</a:t>
            </a:r>
            <a:endParaRPr lang="en-US" altLang="ko-KR" dirty="0"/>
          </a:p>
          <a:p>
            <a:pPr lvl="1"/>
            <a:r>
              <a:rPr lang="en-US" altLang="ko-KR" dirty="0"/>
              <a:t>Preorder : </a:t>
            </a:r>
            <a:r>
              <a:rPr lang="ko-KR" altLang="en-US" dirty="0"/>
              <a:t>방문</a:t>
            </a:r>
            <a:r>
              <a:rPr lang="en-US" altLang="ko-KR" dirty="0"/>
              <a:t>(=</a:t>
            </a:r>
            <a:r>
              <a:rPr lang="ko-KR" altLang="en-US" dirty="0"/>
              <a:t>처리</a:t>
            </a:r>
            <a:r>
              <a:rPr lang="en-US" altLang="ko-KR" dirty="0"/>
              <a:t>) -&gt; </a:t>
            </a:r>
            <a:r>
              <a:rPr lang="ko-KR" altLang="en-US" dirty="0"/>
              <a:t>좌 재귀</a:t>
            </a:r>
            <a:r>
              <a:rPr lang="en-US" altLang="ko-KR" dirty="0"/>
              <a:t> -&gt; </a:t>
            </a:r>
            <a:r>
              <a:rPr lang="ko-KR" altLang="en-US" dirty="0"/>
              <a:t>우 재귀</a:t>
            </a:r>
            <a:br>
              <a:rPr lang="en-US" altLang="ko-KR" dirty="0"/>
            </a:br>
            <a:r>
              <a:rPr lang="en-US" altLang="ko-KR" dirty="0"/>
              <a:t>(A → B → D → H → E → I → J → C → F → G → K)</a:t>
            </a:r>
            <a:br>
              <a:rPr lang="en-US" altLang="ko-KR" dirty="0"/>
            </a:br>
            <a:r>
              <a:rPr lang="en-US" altLang="ko-KR" dirty="0" err="1"/>
              <a:t>Inorder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좌 재귀 </a:t>
            </a:r>
            <a:r>
              <a:rPr lang="en-US" altLang="ko-KR" dirty="0"/>
              <a:t>-&gt; </a:t>
            </a:r>
            <a:r>
              <a:rPr lang="ko-KR" altLang="en-US" dirty="0"/>
              <a:t>방문 </a:t>
            </a:r>
            <a:r>
              <a:rPr lang="en-US" altLang="ko-KR" dirty="0"/>
              <a:t>-&gt; </a:t>
            </a:r>
            <a:r>
              <a:rPr lang="ko-KR" altLang="en-US" dirty="0"/>
              <a:t>우 재귀</a:t>
            </a:r>
            <a:br>
              <a:rPr lang="en-US" altLang="ko-KR" dirty="0"/>
            </a:br>
            <a:r>
              <a:rPr lang="en-US" altLang="ko-KR" dirty="0"/>
              <a:t>(H → D → B → I → E → J → A → F → C → G → K)</a:t>
            </a:r>
            <a:br>
              <a:rPr lang="en-US" altLang="ko-KR" dirty="0"/>
            </a:br>
            <a:r>
              <a:rPr lang="en-US" altLang="ko-KR" dirty="0" err="1"/>
              <a:t>Postorder</a:t>
            </a:r>
            <a:r>
              <a:rPr lang="en-US" altLang="ko-KR" dirty="0"/>
              <a:t> : </a:t>
            </a:r>
            <a:r>
              <a:rPr lang="ko-KR" altLang="en-US" dirty="0"/>
              <a:t>좌</a:t>
            </a:r>
            <a:r>
              <a:rPr lang="en-US" altLang="ko-KR" dirty="0"/>
              <a:t> </a:t>
            </a:r>
            <a:r>
              <a:rPr lang="ko-KR" altLang="en-US" dirty="0"/>
              <a:t>재귀 </a:t>
            </a:r>
            <a:r>
              <a:rPr lang="en-US" altLang="ko-KR" dirty="0"/>
              <a:t>-&gt; </a:t>
            </a:r>
            <a:r>
              <a:rPr lang="ko-KR" altLang="en-US" dirty="0"/>
              <a:t>우 재귀 </a:t>
            </a:r>
            <a:r>
              <a:rPr lang="en-US" altLang="ko-KR" dirty="0"/>
              <a:t>-&gt; </a:t>
            </a:r>
            <a:r>
              <a:rPr lang="ko-KR" altLang="en-US" dirty="0"/>
              <a:t>방문</a:t>
            </a:r>
            <a:br>
              <a:rPr lang="en-US" altLang="ko-KR" dirty="0"/>
            </a:br>
            <a:r>
              <a:rPr lang="en-US" altLang="ko-KR" dirty="0"/>
              <a:t>(H → D → I → J → E → B → F → K → G → C → A)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트리의</a:t>
            </a:r>
            <a:r>
              <a:rPr lang="en-US" altLang="ko-KR" dirty="0"/>
              <a:t> </a:t>
            </a:r>
            <a:r>
              <a:rPr lang="ko-KR" altLang="en-US" dirty="0"/>
              <a:t>높이 계산</a:t>
            </a:r>
            <a:endParaRPr lang="en-US" altLang="ko-KR" dirty="0"/>
          </a:p>
          <a:p>
            <a:pPr lvl="1"/>
            <a:r>
              <a:rPr lang="ko-KR" altLang="en-US" dirty="0"/>
              <a:t>정의</a:t>
            </a:r>
            <a:r>
              <a:rPr lang="en-US" altLang="ko-KR" dirty="0"/>
              <a:t> : </a:t>
            </a:r>
            <a:r>
              <a:rPr lang="ko-KR" altLang="en-US" dirty="0"/>
              <a:t>트리의 루트부터 말단의 리프까지 가장</a:t>
            </a:r>
            <a:br>
              <a:rPr lang="en-US" altLang="ko-KR" dirty="0"/>
            </a:br>
            <a:r>
              <a:rPr lang="ko-KR" altLang="en-US" dirty="0"/>
              <a:t>긴 경로에 포함된 노드의 </a:t>
            </a:r>
            <a:r>
              <a:rPr lang="ko-KR" altLang="en-US" dirty="0" err="1"/>
              <a:t>갯수</a:t>
            </a:r>
            <a:br>
              <a:rPr lang="en-US" altLang="ko-KR" dirty="0"/>
            </a:br>
            <a:r>
              <a:rPr lang="ko-KR" altLang="en-US" dirty="0"/>
              <a:t>필요성 </a:t>
            </a:r>
            <a:r>
              <a:rPr lang="en-US" altLang="ko-KR" dirty="0"/>
              <a:t>: </a:t>
            </a:r>
            <a:r>
              <a:rPr lang="ko-KR" altLang="en-US" dirty="0"/>
              <a:t>트리의 균형상태 </a:t>
            </a:r>
            <a:r>
              <a:rPr lang="en-US" altLang="ko-KR" dirty="0"/>
              <a:t>or </a:t>
            </a:r>
            <a:r>
              <a:rPr lang="ko-KR" altLang="en-US" dirty="0"/>
              <a:t>성능 파악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탐색</a:t>
            </a:r>
            <a:r>
              <a:rPr lang="en-US" altLang="ko-KR" dirty="0"/>
              <a:t>, </a:t>
            </a:r>
            <a:r>
              <a:rPr lang="ko-KR" altLang="en-US" dirty="0"/>
              <a:t>삽입</a:t>
            </a:r>
            <a:r>
              <a:rPr lang="en-US" altLang="ko-KR" dirty="0"/>
              <a:t>/</a:t>
            </a:r>
            <a:r>
              <a:rPr lang="ko-KR" altLang="en-US" dirty="0"/>
              <a:t>삭제 시 </a:t>
            </a:r>
            <a:r>
              <a:rPr lang="ko-KR" altLang="en-US" dirty="0" err="1"/>
              <a:t>시간복잡도</a:t>
            </a:r>
            <a:r>
              <a:rPr lang="ko-KR" altLang="en-US" dirty="0"/>
              <a:t> 파악</a:t>
            </a:r>
            <a:endParaRPr lang="en-US" altLang="ko-KR" dirty="0"/>
          </a:p>
          <a:p>
            <a:pPr lvl="1"/>
            <a:r>
              <a:rPr lang="ko-KR" altLang="en-US" dirty="0"/>
              <a:t>원리 </a:t>
            </a:r>
            <a:r>
              <a:rPr lang="en-US" altLang="ko-KR" dirty="0"/>
              <a:t>: </a:t>
            </a:r>
            <a:r>
              <a:rPr lang="ko-KR" altLang="en-US" dirty="0"/>
              <a:t>현재 노드가 </a:t>
            </a:r>
            <a:r>
              <a:rPr lang="en-US" altLang="ko-KR" dirty="0"/>
              <a:t>None</a:t>
            </a:r>
            <a:r>
              <a:rPr lang="ko-KR" altLang="en-US" dirty="0"/>
              <a:t>이면 높이</a:t>
            </a:r>
            <a:r>
              <a:rPr lang="en-US" altLang="ko-KR" dirty="0"/>
              <a:t>=0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기저 조건</a:t>
            </a:r>
            <a:r>
              <a:rPr lang="en-US" altLang="ko-KR" dirty="0"/>
              <a:t>); None</a:t>
            </a:r>
            <a:r>
              <a:rPr lang="ko-KR" altLang="en-US" dirty="0"/>
              <a:t>이 아니면</a:t>
            </a:r>
            <a:r>
              <a:rPr lang="en-US" altLang="ko-KR" dirty="0"/>
              <a:t> </a:t>
            </a:r>
            <a:r>
              <a:rPr lang="ko-KR" altLang="en-US" dirty="0" err="1"/>
              <a:t>왼자</a:t>
            </a:r>
            <a:r>
              <a:rPr lang="ko-KR" altLang="en-US" dirty="0"/>
              <a:t> </a:t>
            </a:r>
            <a:r>
              <a:rPr lang="en-US" altLang="ko-KR" dirty="0"/>
              <a:t>or </a:t>
            </a:r>
            <a:r>
              <a:rPr lang="ko-KR" altLang="en-US" dirty="0"/>
              <a:t>오자 </a:t>
            </a:r>
            <a:br>
              <a:rPr lang="en-US" altLang="ko-KR" dirty="0"/>
            </a:br>
            <a:r>
              <a:rPr lang="ko-KR" altLang="en-US" dirty="0"/>
              <a:t>높이 중 더 큰 값을 선택</a:t>
            </a:r>
            <a:r>
              <a:rPr lang="en-US" altLang="ko-KR" dirty="0"/>
              <a:t>. </a:t>
            </a:r>
            <a:r>
              <a:rPr lang="ko-KR" altLang="en-US" dirty="0"/>
              <a:t>그 값에 </a:t>
            </a:r>
            <a:r>
              <a:rPr lang="en-US" altLang="ko-KR" dirty="0"/>
              <a:t>+1</a:t>
            </a:r>
            <a:r>
              <a:rPr lang="ko-KR" altLang="en-US" dirty="0"/>
              <a:t>을 해서</a:t>
            </a:r>
            <a:br>
              <a:rPr lang="en-US" altLang="ko-KR" dirty="0"/>
            </a:br>
            <a:r>
              <a:rPr lang="ko-KR" altLang="en-US" dirty="0"/>
              <a:t> 자신 높이 리턴</a:t>
            </a:r>
            <a:endParaRPr lang="en-US" altLang="ko-KR" dirty="0"/>
          </a:p>
          <a:p>
            <a:r>
              <a:rPr lang="en-US" altLang="ko-KR" dirty="0"/>
              <a:t>Heap</a:t>
            </a:r>
            <a:r>
              <a:rPr lang="ko-KR" altLang="en-US" dirty="0"/>
              <a:t> 자료구조</a:t>
            </a:r>
            <a:endParaRPr lang="en-US" altLang="ko-KR" dirty="0"/>
          </a:p>
          <a:p>
            <a:pPr lvl="1"/>
            <a:r>
              <a:rPr lang="ko-KR" altLang="en-US" dirty="0"/>
              <a:t>정의</a:t>
            </a:r>
            <a:r>
              <a:rPr lang="en-US" altLang="ko-KR" dirty="0"/>
              <a:t> : </a:t>
            </a:r>
            <a:r>
              <a:rPr lang="ko-KR" altLang="en-US" dirty="0" err="1"/>
              <a:t>이진트리</a:t>
            </a:r>
            <a:r>
              <a:rPr lang="ko-KR" altLang="en-US" dirty="0"/>
              <a:t> 중 </a:t>
            </a:r>
            <a:r>
              <a:rPr lang="en-US" altLang="ko-KR" dirty="0"/>
              <a:t>heap </a:t>
            </a:r>
            <a:r>
              <a:rPr lang="ko-KR" altLang="en-US" dirty="0"/>
              <a:t>속성을 가지는 경우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항상 </a:t>
            </a:r>
            <a:r>
              <a:rPr lang="en-US" altLang="ko-KR" dirty="0"/>
              <a:t>(</a:t>
            </a:r>
            <a:r>
              <a:rPr lang="ko-KR" altLang="en-US" dirty="0" err="1"/>
              <a:t>부모노드값</a:t>
            </a:r>
            <a:r>
              <a:rPr lang="en-US" altLang="ko-KR" dirty="0"/>
              <a:t>) (&gt;, max heap) or (&lt;, min heap) (</a:t>
            </a:r>
            <a:r>
              <a:rPr lang="ko-KR" altLang="en-US" dirty="0" err="1"/>
              <a:t>자식노드값</a:t>
            </a:r>
            <a:r>
              <a:rPr lang="en-US" altLang="ko-KR" dirty="0"/>
              <a:t>)</a:t>
            </a:r>
            <a:r>
              <a:rPr lang="ko-KR" altLang="en-US" dirty="0"/>
              <a:t> 만족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필요성 </a:t>
            </a:r>
            <a:r>
              <a:rPr lang="en-US" altLang="ko-KR" dirty="0"/>
              <a:t>: </a:t>
            </a:r>
            <a:r>
              <a:rPr lang="ko-KR" altLang="en-US" dirty="0"/>
              <a:t>데이터에서 최댓값</a:t>
            </a:r>
            <a:r>
              <a:rPr lang="en-US" altLang="ko-KR" dirty="0"/>
              <a:t>, </a:t>
            </a:r>
            <a:r>
              <a:rPr lang="ko-KR" altLang="en-US" dirty="0"/>
              <a:t>최솟값을 빠르게 찾는 경우</a:t>
            </a:r>
            <a:r>
              <a:rPr lang="en-US" altLang="ko-KR" dirty="0"/>
              <a:t>(</a:t>
            </a:r>
            <a:r>
              <a:rPr lang="ko-KR" altLang="en-US" dirty="0"/>
              <a:t>상품가격비교</a:t>
            </a:r>
            <a:r>
              <a:rPr lang="en-US" altLang="ko-KR" dirty="0"/>
              <a:t>,</a:t>
            </a:r>
            <a:r>
              <a:rPr lang="ko-KR" altLang="en-US" dirty="0" err="1"/>
              <a:t>우선순위큐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O(1)</a:t>
            </a:r>
            <a:r>
              <a:rPr lang="ko-KR" altLang="en-US" dirty="0"/>
              <a:t>의 속도로 탐색 </a:t>
            </a:r>
            <a:r>
              <a:rPr lang="en-US" altLang="ko-KR" dirty="0"/>
              <a:t>OK</a:t>
            </a:r>
          </a:p>
          <a:p>
            <a:pPr lvl="1"/>
            <a:r>
              <a:rPr lang="en-US" altLang="ko-KR" dirty="0" err="1"/>
              <a:t>Heapfify</a:t>
            </a:r>
            <a:r>
              <a:rPr lang="en-US" altLang="ko-KR" dirty="0"/>
              <a:t> : </a:t>
            </a:r>
            <a:r>
              <a:rPr lang="ko-KR" altLang="en-US" dirty="0" err="1"/>
              <a:t>힙에</a:t>
            </a:r>
            <a:r>
              <a:rPr lang="ko-KR" altLang="en-US" dirty="0"/>
              <a:t> 데이터 추가</a:t>
            </a:r>
            <a:r>
              <a:rPr lang="en-US" altLang="ko-KR" dirty="0"/>
              <a:t> or </a:t>
            </a:r>
            <a:r>
              <a:rPr lang="ko-KR" altLang="en-US" dirty="0"/>
              <a:t>최대</a:t>
            </a:r>
            <a:r>
              <a:rPr lang="en-US" altLang="ko-KR" dirty="0"/>
              <a:t>/</a:t>
            </a:r>
            <a:r>
              <a:rPr lang="ko-KR" altLang="en-US" dirty="0"/>
              <a:t>최소값 제거될 때 </a:t>
            </a:r>
            <a:r>
              <a:rPr lang="ko-KR" altLang="en-US" dirty="0" err="1"/>
              <a:t>힙</a:t>
            </a:r>
            <a:r>
              <a:rPr lang="ko-KR" altLang="en-US" dirty="0"/>
              <a:t> 속성이 깨질 수 있음</a:t>
            </a:r>
            <a:r>
              <a:rPr lang="en-US" altLang="ko-KR" dirty="0"/>
              <a:t>(violation). </a:t>
            </a:r>
            <a:r>
              <a:rPr lang="ko-KR" altLang="en-US" dirty="0"/>
              <a:t>이 상태에서 노드를 재위치</a:t>
            </a:r>
            <a:r>
              <a:rPr lang="en-US" altLang="ko-KR" dirty="0"/>
              <a:t> </a:t>
            </a:r>
            <a:r>
              <a:rPr lang="ko-KR" altLang="en-US" dirty="0"/>
              <a:t>하는 과정</a:t>
            </a:r>
            <a:endParaRPr lang="en-US" altLang="ko-KR" dirty="0"/>
          </a:p>
          <a:p>
            <a:pPr lvl="2"/>
            <a:r>
              <a:rPr lang="en-US" altLang="ko-KR" dirty="0"/>
              <a:t>Push : </a:t>
            </a:r>
            <a:r>
              <a:rPr lang="ko-KR" altLang="en-US" dirty="0"/>
              <a:t>새 노드를 트리의 마지막에</a:t>
            </a:r>
            <a:r>
              <a:rPr lang="en-US" altLang="ko-KR" dirty="0"/>
              <a:t>. (max heap</a:t>
            </a:r>
            <a:r>
              <a:rPr lang="ko-KR" altLang="en-US" dirty="0"/>
              <a:t> 일 때</a:t>
            </a:r>
            <a:r>
              <a:rPr lang="en-US" altLang="ko-KR" dirty="0"/>
              <a:t>) </a:t>
            </a:r>
            <a:r>
              <a:rPr lang="ko-KR" altLang="en-US" dirty="0"/>
              <a:t>부모</a:t>
            </a:r>
            <a:r>
              <a:rPr lang="en-US" altLang="ko-KR" dirty="0"/>
              <a:t>&lt;</a:t>
            </a:r>
            <a:r>
              <a:rPr lang="ko-KR" altLang="en-US" dirty="0"/>
              <a:t>자식 이면</a:t>
            </a:r>
            <a:r>
              <a:rPr lang="en-US" altLang="ko-KR" dirty="0"/>
              <a:t>, </a:t>
            </a:r>
            <a:r>
              <a:rPr lang="ko-KR" altLang="en-US" dirty="0"/>
              <a:t>부모와 자리바꿈 </a:t>
            </a:r>
            <a:r>
              <a:rPr lang="en-US" altLang="ko-KR" dirty="0"/>
              <a:t>-&gt; </a:t>
            </a:r>
            <a:r>
              <a:rPr lang="ko-KR" altLang="en-US" dirty="0"/>
              <a:t>이 과정을 </a:t>
            </a:r>
            <a:r>
              <a:rPr lang="en-US" altLang="ko-KR" dirty="0"/>
              <a:t>heap</a:t>
            </a:r>
            <a:r>
              <a:rPr lang="ko-KR" altLang="en-US" dirty="0"/>
              <a:t> 속성 만족 까지 루트 방향으로 반복</a:t>
            </a:r>
            <a:br>
              <a:rPr lang="en-US" altLang="ko-KR" dirty="0"/>
            </a:br>
            <a:r>
              <a:rPr lang="en-US" altLang="ko-KR" dirty="0"/>
              <a:t>Pop : (max</a:t>
            </a:r>
            <a:r>
              <a:rPr lang="ko-KR" altLang="en-US" dirty="0"/>
              <a:t> </a:t>
            </a:r>
            <a:r>
              <a:rPr lang="en-US" altLang="ko-KR" dirty="0"/>
              <a:t>heap) </a:t>
            </a:r>
            <a:r>
              <a:rPr lang="ko-KR" altLang="en-US" dirty="0"/>
              <a:t>최댓값</a:t>
            </a:r>
            <a:r>
              <a:rPr lang="en-US" altLang="ko-KR" dirty="0"/>
              <a:t>(</a:t>
            </a:r>
            <a:r>
              <a:rPr lang="ko-KR" altLang="en-US" dirty="0"/>
              <a:t>루트</a:t>
            </a:r>
            <a:r>
              <a:rPr lang="en-US" altLang="ko-KR" dirty="0"/>
              <a:t>)</a:t>
            </a:r>
            <a:r>
              <a:rPr lang="ko-KR" altLang="en-US" dirty="0"/>
              <a:t>를 제거하려면 루트와 리프를 자리바꿈 </a:t>
            </a:r>
            <a:r>
              <a:rPr lang="en-US" altLang="ko-KR" dirty="0"/>
              <a:t>-&gt; </a:t>
            </a:r>
            <a:r>
              <a:rPr lang="ko-KR" altLang="en-US" dirty="0"/>
              <a:t>리프 제거</a:t>
            </a:r>
            <a:r>
              <a:rPr lang="en-US" altLang="ko-KR" dirty="0"/>
              <a:t>. </a:t>
            </a:r>
            <a:r>
              <a:rPr lang="ko-KR" altLang="en-US" dirty="0"/>
              <a:t>이제 다시 </a:t>
            </a:r>
            <a:r>
              <a:rPr lang="en-US" altLang="ko-KR" dirty="0" err="1"/>
              <a:t>heapfify</a:t>
            </a:r>
            <a:r>
              <a:rPr lang="en-US" altLang="ko-KR" dirty="0"/>
              <a:t> </a:t>
            </a:r>
            <a:r>
              <a:rPr lang="ko-KR" altLang="en-US" dirty="0"/>
              <a:t>과정</a:t>
            </a:r>
            <a:r>
              <a:rPr lang="en-US" altLang="ko-KR" dirty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D2DAA11-B98C-8010-B5DE-0C3903539CA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3CC8CB1-4B52-DB91-C5F7-06F7E87BEF8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53137" y="646752"/>
            <a:ext cx="2152578" cy="237817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F664E3B-B0C4-3DE1-398D-6E22E5B7690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32911" y="6853274"/>
            <a:ext cx="2397206" cy="92455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0E4CD1B-0A7A-CE41-8127-9DC2F6499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5065" y="6493181"/>
            <a:ext cx="2763971" cy="39743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F33C86C-F982-3257-3A04-EA626E6D1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2896" y="2140750"/>
            <a:ext cx="1672472" cy="92455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0361EC1-49D6-7B21-9206-E1AF75124D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1280" y="3019175"/>
            <a:ext cx="2343420" cy="151589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B06F6D1-373E-AED2-4CAD-9E8D9399EC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5470" y="6945039"/>
            <a:ext cx="2737700" cy="92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78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72D2E8C-36E3-28AD-E8B0-96F7BA989C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106C5A1-2C5E-78F0-7885-3F9B20469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Binary</a:t>
            </a:r>
            <a:r>
              <a:rPr lang="ko-KR" altLang="en-US" dirty="0"/>
              <a:t> </a:t>
            </a:r>
            <a:r>
              <a:rPr lang="en-US" altLang="ko-KR" dirty="0"/>
              <a:t>search</a:t>
            </a:r>
            <a:r>
              <a:rPr lang="ko-KR" altLang="en-US" dirty="0"/>
              <a:t> </a:t>
            </a:r>
            <a:r>
              <a:rPr lang="en-US" altLang="ko-KR" dirty="0"/>
              <a:t>Tree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52AC8D-E54A-2B56-BB98-9C47ED7075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DD25EC6-C0E0-3528-326B-1D3A173EAA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이진</a:t>
            </a:r>
            <a:r>
              <a:rPr lang="en-US" altLang="ko-KR" dirty="0"/>
              <a:t> </a:t>
            </a:r>
            <a:r>
              <a:rPr lang="ko-KR" altLang="en-US" dirty="0"/>
              <a:t>탐색 트리</a:t>
            </a:r>
            <a:endParaRPr lang="en-US" altLang="ko-KR" dirty="0"/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</a:t>
            </a:r>
            <a:r>
              <a:rPr lang="ko-KR" altLang="en-US" dirty="0" err="1"/>
              <a:t>이진트리의</a:t>
            </a:r>
            <a:r>
              <a:rPr lang="ko-KR" altLang="en-US" dirty="0"/>
              <a:t> 한 종류</a:t>
            </a:r>
            <a:r>
              <a:rPr lang="en-US" altLang="ko-KR" dirty="0"/>
              <a:t>, </a:t>
            </a:r>
            <a:r>
              <a:rPr lang="ko-KR" altLang="en-US" dirty="0"/>
              <a:t>탐색을 목적</a:t>
            </a:r>
            <a:r>
              <a:rPr lang="en-US" altLang="ko-KR" dirty="0"/>
              <a:t>. </a:t>
            </a:r>
            <a:r>
              <a:rPr lang="ko-KR" altLang="en-US" dirty="0"/>
              <a:t>모든</a:t>
            </a:r>
            <a:br>
              <a:rPr lang="en-US" altLang="ko-KR" dirty="0"/>
            </a:br>
            <a:r>
              <a:rPr lang="ko-KR" altLang="en-US" dirty="0"/>
              <a:t> 원소는 유일한 키를 가짐</a:t>
            </a:r>
            <a:r>
              <a:rPr lang="en-US" altLang="ko-KR" dirty="0"/>
              <a:t>. </a:t>
            </a:r>
            <a:r>
              <a:rPr lang="ko-KR" altLang="en-US" dirty="0"/>
              <a:t>또한 각 </a:t>
            </a:r>
            <a:r>
              <a:rPr lang="ko-KR" altLang="en-US" dirty="0" err="1"/>
              <a:t>노드기준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왼 </a:t>
            </a:r>
            <a:r>
              <a:rPr lang="ko-KR" altLang="en-US" dirty="0" err="1"/>
              <a:t>서브트리</a:t>
            </a:r>
            <a:r>
              <a:rPr lang="en-US" altLang="ko-KR" dirty="0"/>
              <a:t>) &lt; (</a:t>
            </a:r>
            <a:r>
              <a:rPr lang="ko-KR" altLang="en-US" dirty="0"/>
              <a:t>노드</a:t>
            </a:r>
            <a:r>
              <a:rPr lang="en-US" altLang="ko-KR" dirty="0"/>
              <a:t>) &lt; (</a:t>
            </a:r>
            <a:r>
              <a:rPr lang="ko-KR" altLang="en-US" dirty="0"/>
              <a:t>오른 </a:t>
            </a:r>
            <a:r>
              <a:rPr lang="ko-KR" altLang="en-US" dirty="0" err="1"/>
              <a:t>서브트리</a:t>
            </a:r>
            <a:r>
              <a:rPr lang="ko-KR" altLang="en-US" dirty="0"/>
              <a:t> 값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을 재귀적으로 만족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필요성 </a:t>
            </a:r>
            <a:r>
              <a:rPr lang="en-US" altLang="ko-KR" dirty="0"/>
              <a:t>: DB</a:t>
            </a:r>
            <a:r>
              <a:rPr lang="ko-KR" altLang="en-US" dirty="0"/>
              <a:t>와 같은 많은 데이터를 빠르게 </a:t>
            </a:r>
            <a:br>
              <a:rPr lang="en-US" altLang="ko-KR" dirty="0"/>
            </a:br>
            <a:r>
              <a:rPr lang="ko-KR" altLang="en-US" dirty="0"/>
              <a:t>검색 시 필요</a:t>
            </a:r>
            <a:endParaRPr lang="en-US" altLang="ko-KR" dirty="0"/>
          </a:p>
          <a:p>
            <a:pPr lvl="1"/>
            <a:r>
              <a:rPr lang="ko-KR" altLang="en-US" dirty="0"/>
              <a:t>원리 </a:t>
            </a:r>
            <a:r>
              <a:rPr lang="en-US" altLang="ko-KR" dirty="0"/>
              <a:t>: </a:t>
            </a:r>
            <a:r>
              <a:rPr lang="ko-KR" altLang="en-US" dirty="0"/>
              <a:t>분할정복과 유사</a:t>
            </a:r>
            <a:r>
              <a:rPr lang="en-US" altLang="ko-KR" dirty="0"/>
              <a:t>. </a:t>
            </a:r>
            <a:r>
              <a:rPr lang="ko-KR" altLang="en-US" dirty="0" err="1"/>
              <a:t>탐색시</a:t>
            </a:r>
            <a:r>
              <a:rPr lang="ko-KR" altLang="en-US" dirty="0"/>
              <a:t> 현재 노트와 </a:t>
            </a:r>
            <a:br>
              <a:rPr lang="en-US" altLang="ko-KR" dirty="0"/>
            </a:br>
            <a:r>
              <a:rPr lang="ko-KR" altLang="en-US" dirty="0"/>
              <a:t>찾는 노드를 비교 후 어느 쪽으로 탐색할지 </a:t>
            </a:r>
            <a:br>
              <a:rPr lang="en-US" altLang="ko-KR" dirty="0"/>
            </a:br>
            <a:r>
              <a:rPr lang="ko-KR" altLang="en-US" dirty="0"/>
              <a:t>결정 </a:t>
            </a:r>
            <a:r>
              <a:rPr lang="en-US" altLang="ko-KR" dirty="0"/>
              <a:t>-&gt; </a:t>
            </a:r>
            <a:r>
              <a:rPr lang="ko-KR" altLang="en-US" dirty="0"/>
              <a:t>범위를 절반씩 </a:t>
            </a:r>
            <a:r>
              <a:rPr lang="ko-KR" altLang="en-US" dirty="0" err="1"/>
              <a:t>줄여나감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반대로 </a:t>
            </a:r>
            <a:r>
              <a:rPr lang="en-US" altLang="ko-KR" dirty="0"/>
              <a:t>sequential</a:t>
            </a:r>
            <a:r>
              <a:rPr lang="ko-KR" altLang="en-US" dirty="0"/>
              <a:t>은 처음부터 끝까지 탐색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성능 및 속도 </a:t>
            </a:r>
            <a:r>
              <a:rPr lang="en-US" altLang="ko-KR" dirty="0"/>
              <a:t>: </a:t>
            </a:r>
            <a:r>
              <a:rPr lang="ko-KR" altLang="en-US" dirty="0"/>
              <a:t>탐색속도 </a:t>
            </a:r>
            <a:r>
              <a:rPr lang="en-US" altLang="ko-KR" dirty="0"/>
              <a:t>= O(log(n))</a:t>
            </a:r>
          </a:p>
          <a:p>
            <a:pPr lvl="1"/>
            <a:r>
              <a:rPr lang="ko-KR" altLang="en-US" dirty="0"/>
              <a:t>문제점</a:t>
            </a:r>
            <a:r>
              <a:rPr lang="en-US" altLang="ko-KR" dirty="0"/>
              <a:t> : </a:t>
            </a:r>
            <a:r>
              <a:rPr lang="ko-KR" altLang="en-US" dirty="0"/>
              <a:t>트리</a:t>
            </a:r>
            <a:r>
              <a:rPr lang="en-US" altLang="ko-KR" dirty="0"/>
              <a:t> </a:t>
            </a:r>
            <a:r>
              <a:rPr lang="ko-KR" altLang="en-US" dirty="0" err="1"/>
              <a:t>편향시</a:t>
            </a:r>
            <a:r>
              <a:rPr lang="ko-KR" altLang="en-US" dirty="0"/>
              <a:t> 성능</a:t>
            </a:r>
            <a:r>
              <a:rPr lang="en-US" altLang="ko-KR" dirty="0"/>
              <a:t>↓(</a:t>
            </a:r>
            <a:r>
              <a:rPr lang="ko-KR" altLang="en-US" dirty="0"/>
              <a:t>최소 </a:t>
            </a:r>
            <a:r>
              <a:rPr lang="en-US" altLang="ko-KR" dirty="0"/>
              <a:t>O(n))</a:t>
            </a:r>
          </a:p>
          <a:p>
            <a:pPr lvl="1"/>
            <a:r>
              <a:rPr lang="en-US" altLang="ko-KR" dirty="0"/>
              <a:t>Tree sort : BST</a:t>
            </a:r>
            <a:r>
              <a:rPr lang="ko-KR" altLang="en-US" dirty="0"/>
              <a:t> </a:t>
            </a:r>
            <a:r>
              <a:rPr lang="en-US" altLang="ko-KR" dirty="0" err="1"/>
              <a:t>inorder</a:t>
            </a:r>
            <a:r>
              <a:rPr lang="en-US" altLang="ko-KR" dirty="0"/>
              <a:t> </a:t>
            </a:r>
            <a:r>
              <a:rPr lang="ko-KR" altLang="en-US" dirty="0"/>
              <a:t>순회 </a:t>
            </a:r>
            <a:r>
              <a:rPr lang="en-US" altLang="ko-KR" dirty="0"/>
              <a:t>→ </a:t>
            </a:r>
            <a:r>
              <a:rPr lang="ko-KR" altLang="en-US" dirty="0"/>
              <a:t>소트순서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대로 순회 </a:t>
            </a:r>
            <a:r>
              <a:rPr lang="en-US" altLang="ko-KR" dirty="0"/>
              <a:t>O</a:t>
            </a:r>
          </a:p>
          <a:p>
            <a:r>
              <a:rPr lang="en-US" altLang="ko-KR" dirty="0"/>
              <a:t>BST</a:t>
            </a:r>
            <a:r>
              <a:rPr lang="ko-KR" altLang="en-US" dirty="0"/>
              <a:t> 구현</a:t>
            </a:r>
            <a:endParaRPr lang="en-US" altLang="ko-KR" dirty="0"/>
          </a:p>
          <a:p>
            <a:pPr lvl="1"/>
            <a:r>
              <a:rPr lang="en-US" altLang="ko-KR" dirty="0"/>
              <a:t>def search() : </a:t>
            </a:r>
            <a:br>
              <a:rPr lang="en-US" altLang="ko-KR" dirty="0"/>
            </a:br>
            <a:r>
              <a:rPr lang="en-US" altLang="ko-KR" dirty="0"/>
              <a:t>_search()</a:t>
            </a:r>
            <a:r>
              <a:rPr lang="ko-KR" altLang="en-US" dirty="0"/>
              <a:t>를 리턴</a:t>
            </a:r>
            <a:endParaRPr lang="en-US" altLang="ko-KR" dirty="0"/>
          </a:p>
          <a:p>
            <a:pPr lvl="1"/>
            <a:r>
              <a:rPr lang="en-US" altLang="ko-KR" dirty="0"/>
              <a:t>def</a:t>
            </a:r>
            <a:r>
              <a:rPr lang="ko-KR" altLang="en-US" dirty="0"/>
              <a:t> </a:t>
            </a:r>
            <a:r>
              <a:rPr lang="en-US" altLang="ko-KR" dirty="0"/>
              <a:t>_search() : </a:t>
            </a:r>
          </a:p>
          <a:p>
            <a:pPr lvl="2"/>
            <a:r>
              <a:rPr lang="en-US" altLang="ko-KR" dirty="0"/>
              <a:t>1) </a:t>
            </a:r>
            <a:r>
              <a:rPr lang="en-US" altLang="ko-KR" dirty="0" err="1"/>
              <a:t>Curnode</a:t>
            </a:r>
            <a:r>
              <a:rPr lang="en-US" altLang="ko-KR" dirty="0"/>
              <a:t> = none</a:t>
            </a:r>
            <a:r>
              <a:rPr lang="ko-KR" altLang="en-US" dirty="0"/>
              <a:t>이면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'item</a:t>
            </a:r>
            <a:r>
              <a:rPr lang="ko-KR" altLang="en-US" dirty="0"/>
              <a:t> </a:t>
            </a:r>
            <a:r>
              <a:rPr lang="en-US" altLang="ko-KR" dirty="0"/>
              <a:t>not</a:t>
            </a:r>
            <a:r>
              <a:rPr lang="ko-KR" altLang="en-US" dirty="0"/>
              <a:t> </a:t>
            </a:r>
            <a:r>
              <a:rPr lang="en-US" altLang="ko-KR" dirty="0"/>
              <a:t>found' </a:t>
            </a:r>
            <a:r>
              <a:rPr lang="ko-KR" altLang="en-US" dirty="0"/>
              <a:t>출력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en-US" altLang="ko-KR" dirty="0" err="1"/>
              <a:t>Curnode.item</a:t>
            </a:r>
            <a:r>
              <a:rPr lang="en-US" altLang="ko-KR" dirty="0"/>
              <a:t> = item</a:t>
            </a:r>
            <a:r>
              <a:rPr lang="ko-KR" altLang="en-US" dirty="0"/>
              <a:t>이면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아이템 리턴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en-US" altLang="ko-KR" dirty="0" err="1"/>
              <a:t>Curnode.item</a:t>
            </a:r>
            <a:r>
              <a:rPr lang="en-US" altLang="ko-KR" dirty="0"/>
              <a:t> &lt; item</a:t>
            </a:r>
            <a:r>
              <a:rPr lang="ko-KR" altLang="en-US" dirty="0"/>
              <a:t>이면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왼쪽 하위 노드로 재귀</a:t>
            </a:r>
            <a:br>
              <a:rPr lang="en-US" altLang="ko-KR" dirty="0"/>
            </a:br>
            <a:r>
              <a:rPr lang="en-US" altLang="ko-KR" dirty="0"/>
              <a:t>return </a:t>
            </a:r>
            <a:r>
              <a:rPr lang="en-US" altLang="ko-KR" dirty="0" err="1"/>
              <a:t>self._search</a:t>
            </a:r>
            <a:r>
              <a:rPr lang="en-US" altLang="ko-KR" dirty="0"/>
              <a:t>(</a:t>
            </a:r>
            <a:r>
              <a:rPr lang="en-US" altLang="ko-KR" dirty="0" err="1"/>
              <a:t>curnode.left</a:t>
            </a:r>
            <a:r>
              <a:rPr lang="en-US" altLang="ko-KR" dirty="0"/>
              <a:t>, item)</a:t>
            </a:r>
          </a:p>
          <a:p>
            <a:pPr lvl="1"/>
            <a:r>
              <a:rPr lang="en-US" altLang="ko-KR" dirty="0"/>
              <a:t>Def</a:t>
            </a:r>
            <a:r>
              <a:rPr lang="ko-KR" altLang="en-US" dirty="0"/>
              <a:t> </a:t>
            </a:r>
            <a:r>
              <a:rPr lang="en-US" altLang="ko-KR" dirty="0"/>
              <a:t>insert() : _insert</a:t>
            </a:r>
            <a:r>
              <a:rPr lang="ko-KR" altLang="en-US" dirty="0"/>
              <a:t> 리턴</a:t>
            </a:r>
            <a:endParaRPr lang="en-US" altLang="ko-KR" dirty="0"/>
          </a:p>
          <a:p>
            <a:pPr lvl="1"/>
            <a:r>
              <a:rPr lang="en-US" altLang="ko-KR" dirty="0"/>
              <a:t>_insert()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탐색시와 마찬가지로</a:t>
            </a:r>
            <a:br>
              <a:rPr lang="en-US" altLang="ko-KR" dirty="0"/>
            </a:br>
            <a:r>
              <a:rPr lang="ko-KR" altLang="en-US" dirty="0"/>
              <a:t>목표위치에 재귀적으로 접근</a:t>
            </a:r>
            <a:br>
              <a:rPr lang="en-US" altLang="ko-KR" dirty="0"/>
            </a:br>
            <a:r>
              <a:rPr lang="ko-KR" altLang="en-US" dirty="0"/>
              <a:t>그리고 </a:t>
            </a:r>
            <a:r>
              <a:rPr lang="en-US" altLang="ko-KR" dirty="0"/>
              <a:t>none</a:t>
            </a:r>
            <a:r>
              <a:rPr lang="ko-KR" altLang="en-US" dirty="0"/>
              <a:t>인 자리에 해당</a:t>
            </a:r>
            <a:br>
              <a:rPr lang="en-US" altLang="ko-KR" dirty="0"/>
            </a:br>
            <a:r>
              <a:rPr lang="ko-KR" altLang="en-US" dirty="0"/>
              <a:t>노드 삽입</a:t>
            </a:r>
            <a:endParaRPr lang="en-US" altLang="ko-KR" dirty="0"/>
          </a:p>
          <a:p>
            <a:r>
              <a:rPr lang="en-US" altLang="ko-KR" dirty="0"/>
              <a:t>Red black Tree, KD tree</a:t>
            </a:r>
          </a:p>
          <a:p>
            <a:pPr lvl="1"/>
            <a:r>
              <a:rPr lang="en-US" altLang="ko-KR" dirty="0"/>
              <a:t>Red</a:t>
            </a:r>
            <a:r>
              <a:rPr lang="ko-KR" altLang="en-US" dirty="0"/>
              <a:t> </a:t>
            </a:r>
            <a:r>
              <a:rPr lang="en-US" altLang="ko-KR" dirty="0"/>
              <a:t>black tree : </a:t>
            </a:r>
            <a:r>
              <a:rPr lang="ko-KR" altLang="en-US" dirty="0"/>
              <a:t>삽입</a:t>
            </a:r>
            <a:r>
              <a:rPr lang="en-US" altLang="ko-KR" dirty="0"/>
              <a:t>/</a:t>
            </a:r>
            <a:r>
              <a:rPr lang="ko-KR" altLang="en-US" dirty="0"/>
              <a:t>탐색</a:t>
            </a:r>
            <a:r>
              <a:rPr lang="en-US" altLang="ko-KR" dirty="0"/>
              <a:t>/</a:t>
            </a:r>
            <a:r>
              <a:rPr lang="ko-KR" altLang="en-US" dirty="0"/>
              <a:t>삭제 모두 </a:t>
            </a:r>
            <a:r>
              <a:rPr lang="en-US" altLang="ko-KR" dirty="0"/>
              <a:t>O(log(n)). </a:t>
            </a:r>
            <a:r>
              <a:rPr lang="ko-KR" altLang="en-US" dirty="0" err="1"/>
              <a:t>균형이진탐색트리</a:t>
            </a:r>
            <a:r>
              <a:rPr lang="en-US" altLang="ko-KR" dirty="0"/>
              <a:t>, </a:t>
            </a:r>
            <a:r>
              <a:rPr lang="ko-KR" altLang="en-US" dirty="0"/>
              <a:t>스스로 대칭 만족</a:t>
            </a:r>
            <a:r>
              <a:rPr lang="en-US" altLang="ko-KR" dirty="0"/>
              <a:t>. </a:t>
            </a:r>
            <a:r>
              <a:rPr lang="ko-KR" altLang="en-US" dirty="0"/>
              <a:t>삽입</a:t>
            </a:r>
            <a:r>
              <a:rPr lang="en-US" altLang="ko-KR" dirty="0"/>
              <a:t>/</a:t>
            </a:r>
            <a:r>
              <a:rPr lang="ko-KR" altLang="en-US" dirty="0" err="1"/>
              <a:t>삭제시</a:t>
            </a:r>
            <a:r>
              <a:rPr lang="ko-KR" altLang="en-US" dirty="0"/>
              <a:t> 트리 높이를 </a:t>
            </a:r>
            <a:r>
              <a:rPr lang="en-US" altLang="ko-KR" dirty="0"/>
              <a:t>log(n)</a:t>
            </a:r>
            <a:r>
              <a:rPr lang="ko-KR" altLang="en-US" dirty="0"/>
              <a:t>이 되도록 재배열 작업 </a:t>
            </a:r>
            <a:r>
              <a:rPr lang="en-US" altLang="ko-KR" dirty="0"/>
              <a:t>(</a:t>
            </a:r>
            <a:r>
              <a:rPr lang="ko-KR" altLang="en-US" dirty="0"/>
              <a:t>파이썬</a:t>
            </a:r>
            <a:r>
              <a:rPr lang="en-US" altLang="ko-KR" dirty="0"/>
              <a:t> </a:t>
            </a:r>
            <a:r>
              <a:rPr lang="en-US" altLang="ko-KR" dirty="0" err="1"/>
              <a:t>bintrees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KD Tree : k</a:t>
            </a:r>
            <a:r>
              <a:rPr lang="ko-KR" altLang="en-US" dirty="0"/>
              <a:t>차원 데이터 탐색</a:t>
            </a:r>
            <a:r>
              <a:rPr lang="en-US" altLang="ko-KR" dirty="0"/>
              <a:t>. KNN </a:t>
            </a:r>
            <a:r>
              <a:rPr lang="ko-KR" altLang="en-US" dirty="0"/>
              <a:t>알고리즘시 사용</a:t>
            </a:r>
            <a:r>
              <a:rPr lang="en-US" altLang="ko-KR" dirty="0"/>
              <a:t>(</a:t>
            </a:r>
            <a:r>
              <a:rPr lang="ko-KR" altLang="en-US" dirty="0"/>
              <a:t>가장</a:t>
            </a:r>
            <a:br>
              <a:rPr lang="en-US" altLang="ko-KR" dirty="0"/>
            </a:br>
            <a:r>
              <a:rPr lang="ko-KR" altLang="en-US" dirty="0"/>
              <a:t>가까운 객체</a:t>
            </a:r>
            <a:r>
              <a:rPr lang="en-US" altLang="ko-KR" dirty="0"/>
              <a:t> </a:t>
            </a:r>
            <a:r>
              <a:rPr lang="ko-KR" altLang="en-US" dirty="0"/>
              <a:t>탐색</a:t>
            </a:r>
            <a:r>
              <a:rPr lang="en-US" altLang="ko-KR" dirty="0"/>
              <a:t>, </a:t>
            </a:r>
            <a:r>
              <a:rPr lang="ko-KR" altLang="en-US" dirty="0"/>
              <a:t>유클리드 거리 </a:t>
            </a:r>
            <a:r>
              <a:rPr lang="en-US" altLang="ko-KR" dirty="0"/>
              <a:t>X)</a:t>
            </a:r>
          </a:p>
          <a:p>
            <a:pPr lvl="2"/>
            <a:r>
              <a:rPr lang="en-US" altLang="ko-KR" dirty="0"/>
              <a:t>X-Y</a:t>
            </a:r>
            <a:r>
              <a:rPr lang="ko-KR" altLang="en-US" dirty="0"/>
              <a:t>축에 대해 새 원소</a:t>
            </a:r>
            <a:r>
              <a:rPr lang="en-US" altLang="ko-KR" dirty="0"/>
              <a:t>? → </a:t>
            </a:r>
            <a:r>
              <a:rPr lang="ko-KR" altLang="en-US" dirty="0"/>
              <a:t>현재 노드와 </a:t>
            </a:r>
            <a:r>
              <a:rPr lang="en-US" altLang="ko-KR" dirty="0"/>
              <a:t>X</a:t>
            </a:r>
            <a:r>
              <a:rPr lang="ko-KR" altLang="en-US" dirty="0"/>
              <a:t>축 비교</a:t>
            </a:r>
            <a:r>
              <a:rPr lang="en-US" altLang="ko-KR" dirty="0"/>
              <a:t>→</a:t>
            </a:r>
            <a:br>
              <a:rPr lang="en-US" altLang="ko-KR" dirty="0"/>
            </a:br>
            <a:r>
              <a:rPr lang="ko-KR" altLang="en-US" dirty="0"/>
              <a:t>다음</a:t>
            </a:r>
            <a:r>
              <a:rPr lang="en-US" altLang="ko-KR" dirty="0"/>
              <a:t> </a:t>
            </a:r>
            <a:r>
              <a:rPr lang="ko-KR" altLang="en-US" dirty="0"/>
              <a:t>차원 </a:t>
            </a:r>
            <a:r>
              <a:rPr lang="ko-KR" altLang="en-US" dirty="0" err="1"/>
              <a:t>내려감</a:t>
            </a:r>
            <a:r>
              <a:rPr lang="ko-KR" altLang="en-US" dirty="0"/>
              <a:t> </a:t>
            </a:r>
            <a:r>
              <a:rPr lang="en-US" altLang="ko-KR" dirty="0"/>
              <a:t>→ Y</a:t>
            </a:r>
            <a:r>
              <a:rPr lang="ko-KR" altLang="en-US" dirty="0"/>
              <a:t>축 비교</a:t>
            </a:r>
            <a:r>
              <a:rPr lang="en-US" altLang="ko-KR" dirty="0"/>
              <a:t> → </a:t>
            </a:r>
            <a:r>
              <a:rPr lang="ko-KR" altLang="en-US" dirty="0"/>
              <a:t>다음</a:t>
            </a:r>
            <a:r>
              <a:rPr lang="en-US" altLang="ko-KR" dirty="0"/>
              <a:t> </a:t>
            </a:r>
            <a:r>
              <a:rPr lang="ko-KR" altLang="en-US" dirty="0"/>
              <a:t>차원 </a:t>
            </a:r>
            <a:r>
              <a:rPr lang="en-US" altLang="ko-KR" dirty="0"/>
              <a:t>…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BF1C42-E92E-5AF4-D9B7-B165B6A9B77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6A310D8-ED23-1D6C-E269-0903286A6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113" y="560512"/>
            <a:ext cx="2328594" cy="15554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3E375EF-5DFB-C48A-9E1F-C7104162D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334" y="3260471"/>
            <a:ext cx="2982453" cy="155542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F715148-540F-25F4-F7AB-5B93AA0EC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948" y="2187948"/>
            <a:ext cx="2328594" cy="102272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E7F8484-A9DA-4BE8-4F3D-2F032333AA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2918" y="5406442"/>
            <a:ext cx="3206018" cy="10227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6F298D-3D93-D44E-4E3D-A618E7AA8BA3}"/>
              </a:ext>
            </a:extLst>
          </p:cNvPr>
          <p:cNvSpPr txBox="1"/>
          <p:nvPr/>
        </p:nvSpPr>
        <p:spPr>
          <a:xfrm>
            <a:off x="4113075" y="4838106"/>
            <a:ext cx="2419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→ 4) </a:t>
            </a:r>
            <a:r>
              <a:rPr lang="en-US" altLang="ko-KR" sz="1000" dirty="0" err="1"/>
              <a:t>Curnode.item</a:t>
            </a:r>
            <a:r>
              <a:rPr lang="en-US" altLang="ko-KR" sz="1000" dirty="0"/>
              <a:t> &gt; item</a:t>
            </a:r>
            <a:r>
              <a:rPr lang="ko-KR" altLang="en-US" sz="1000" dirty="0"/>
              <a:t>이면</a:t>
            </a:r>
            <a:r>
              <a:rPr lang="en-US" altLang="ko-KR" sz="1000" dirty="0"/>
              <a:t>:</a:t>
            </a:r>
            <a:br>
              <a:rPr lang="en-US" altLang="ko-KR" sz="1000" dirty="0"/>
            </a:br>
            <a:r>
              <a:rPr lang="en-US" altLang="ko-KR" sz="1000" dirty="0"/>
              <a:t>return</a:t>
            </a:r>
            <a:r>
              <a:rPr lang="ko-KR" altLang="en-US" sz="1000" dirty="0"/>
              <a:t> </a:t>
            </a:r>
            <a:r>
              <a:rPr lang="en-US" altLang="ko-KR" sz="1000" dirty="0" err="1"/>
              <a:t>self._search</a:t>
            </a:r>
            <a:r>
              <a:rPr lang="en-US" altLang="ko-KR" sz="1000" dirty="0"/>
              <a:t>(</a:t>
            </a:r>
            <a:r>
              <a:rPr lang="en-US" altLang="ko-KR" sz="1000" dirty="0" err="1"/>
              <a:t>curnode.right</a:t>
            </a:r>
            <a:r>
              <a:rPr lang="en-US" altLang="ko-KR" sz="1000" dirty="0"/>
              <a:t>, item)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DD6D514-1004-4F7B-FDAE-2A511D863D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192" y="6753200"/>
            <a:ext cx="1512168" cy="122631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920FAF2-3E00-11CC-8A99-F2A056AAD8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9597" y="7512910"/>
            <a:ext cx="2407036" cy="68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990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D8D5BC0-8EEC-B581-7B59-E445057EBB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CF7D60F-89BD-6565-12CD-1EB381222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BST(</a:t>
            </a:r>
            <a:r>
              <a:rPr lang="ko-KR" altLang="en-US" dirty="0"/>
              <a:t>계속</a:t>
            </a:r>
            <a:r>
              <a:rPr lang="en-US" altLang="ko-KR" dirty="0"/>
              <a:t>) / Hash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B59479-B06A-5100-7182-6FF2F6E4BF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C2EA67C-A2E6-41EC-296F-D278230E3D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</a:p>
          <a:p>
            <a:pPr lvl="1"/>
            <a:r>
              <a:rPr lang="ko-KR" altLang="en-US" dirty="0"/>
              <a:t>정의</a:t>
            </a:r>
            <a:r>
              <a:rPr lang="en-US" altLang="ko-KR" dirty="0"/>
              <a:t> : </a:t>
            </a:r>
            <a:r>
              <a:rPr lang="ko-KR" altLang="en-US" dirty="0"/>
              <a:t>트리형태 의사결정 규칙 </a:t>
            </a:r>
            <a:r>
              <a:rPr lang="ko-KR" altLang="en-US" dirty="0" err="1"/>
              <a:t>만듬</a:t>
            </a:r>
            <a:br>
              <a:rPr lang="en-US" altLang="ko-KR" dirty="0"/>
            </a:br>
            <a:r>
              <a:rPr lang="ko-KR" altLang="en-US" dirty="0"/>
              <a:t>각 노드 </a:t>
            </a:r>
            <a:r>
              <a:rPr lang="en-US" altLang="ko-KR" dirty="0"/>
              <a:t>= </a:t>
            </a:r>
            <a:r>
              <a:rPr lang="ko-KR" altLang="en-US" dirty="0"/>
              <a:t>데이터 속성</a:t>
            </a:r>
            <a:br>
              <a:rPr lang="en-US" altLang="ko-KR" dirty="0"/>
            </a:br>
            <a:r>
              <a:rPr lang="ko-KR" altLang="en-US" dirty="0"/>
              <a:t>각 가지 </a:t>
            </a:r>
            <a:r>
              <a:rPr lang="en-US" altLang="ko-KR" dirty="0"/>
              <a:t>= </a:t>
            </a:r>
            <a:r>
              <a:rPr lang="ko-KR" altLang="en-US" dirty="0"/>
              <a:t>테스트 결과</a:t>
            </a:r>
            <a:r>
              <a:rPr lang="en-US" altLang="ko-KR" dirty="0"/>
              <a:t>, </a:t>
            </a:r>
            <a:r>
              <a:rPr lang="ko-KR" altLang="en-US" dirty="0"/>
              <a:t>각 잎 노드</a:t>
            </a:r>
            <a:r>
              <a:rPr lang="en-US" altLang="ko-KR" dirty="0"/>
              <a:t>=</a:t>
            </a:r>
            <a:br>
              <a:rPr lang="en-US" altLang="ko-KR" dirty="0"/>
            </a:br>
            <a:r>
              <a:rPr lang="ko-KR" altLang="en-US" dirty="0"/>
              <a:t>최종적 결정</a:t>
            </a:r>
            <a:endParaRPr lang="en-US" altLang="ko-KR" dirty="0"/>
          </a:p>
          <a:p>
            <a:pPr lvl="1"/>
            <a:r>
              <a:rPr lang="ko-KR" altLang="en-US" dirty="0"/>
              <a:t>필요성 </a:t>
            </a:r>
            <a:r>
              <a:rPr lang="en-US" altLang="ko-KR" dirty="0"/>
              <a:t>: </a:t>
            </a:r>
            <a:r>
              <a:rPr lang="ko-KR" altLang="en-US" dirty="0"/>
              <a:t>의사결정 자동화</a:t>
            </a:r>
            <a:br>
              <a:rPr lang="en-US" altLang="ko-KR" dirty="0"/>
            </a:br>
            <a:r>
              <a:rPr lang="en-US" altLang="ko-KR" dirty="0"/>
              <a:t>(information gain</a:t>
            </a:r>
            <a:r>
              <a:rPr lang="ko-KR" altLang="en-US" dirty="0"/>
              <a:t>이 최대화 되는</a:t>
            </a:r>
            <a:br>
              <a:rPr lang="en-US" altLang="ko-KR" dirty="0"/>
            </a:br>
            <a:r>
              <a:rPr lang="ko-KR" altLang="en-US" dirty="0"/>
              <a:t>방향으로 분기를 선택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176213" lvl="1" indent="0">
              <a:buNone/>
            </a:pPr>
            <a:endParaRPr lang="en-US" altLang="ko-KR" dirty="0"/>
          </a:p>
          <a:p>
            <a:r>
              <a:rPr lang="en-US" altLang="ko-KR" dirty="0"/>
              <a:t>Hash table</a:t>
            </a:r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</a:t>
            </a:r>
            <a:r>
              <a:rPr lang="ko-KR" altLang="en-US" dirty="0"/>
              <a:t>키</a:t>
            </a:r>
            <a:r>
              <a:rPr lang="en-US" altLang="ko-KR" dirty="0"/>
              <a:t>-</a:t>
            </a:r>
            <a:r>
              <a:rPr lang="ko-KR" altLang="en-US" dirty="0" err="1"/>
              <a:t>밸류</a:t>
            </a:r>
            <a:r>
              <a:rPr lang="ko-KR" altLang="en-US" dirty="0"/>
              <a:t> 데이터 저장</a:t>
            </a:r>
            <a:r>
              <a:rPr lang="en-US" altLang="ko-KR" dirty="0"/>
              <a:t>. O(1) </a:t>
            </a:r>
            <a:r>
              <a:rPr lang="ko-KR" altLang="en-US" dirty="0"/>
              <a:t>탐색속도</a:t>
            </a:r>
            <a:endParaRPr lang="en-US" altLang="ko-KR" dirty="0"/>
          </a:p>
          <a:p>
            <a:pPr lvl="1"/>
            <a:r>
              <a:rPr lang="ko-KR" altLang="en-US" dirty="0"/>
              <a:t>필요성 </a:t>
            </a:r>
            <a:r>
              <a:rPr lang="en-US" altLang="ko-KR" dirty="0"/>
              <a:t>: O(1)</a:t>
            </a:r>
            <a:r>
              <a:rPr lang="ko-KR" altLang="en-US" dirty="0"/>
              <a:t>의 탐색속도</a:t>
            </a:r>
            <a:r>
              <a:rPr lang="en-US" altLang="ko-KR" dirty="0"/>
              <a:t>, </a:t>
            </a:r>
            <a:r>
              <a:rPr lang="ko-KR" altLang="en-US" dirty="0"/>
              <a:t>일관된 성능보장</a:t>
            </a:r>
            <a:r>
              <a:rPr lang="en-US" altLang="ko-KR" dirty="0"/>
              <a:t>. But, </a:t>
            </a:r>
            <a:r>
              <a:rPr lang="ko-KR" altLang="en-US" dirty="0"/>
              <a:t>메모리 공간</a:t>
            </a:r>
            <a:br>
              <a:rPr lang="en-US" altLang="ko-KR" dirty="0"/>
            </a:br>
            <a:r>
              <a:rPr lang="ko-KR" altLang="en-US" dirty="0"/>
              <a:t>을 더 사용하는 대신 시간을 절약 </a:t>
            </a:r>
            <a:r>
              <a:rPr lang="en-US" altLang="ko-KR" dirty="0"/>
              <a:t>→ </a:t>
            </a:r>
            <a:r>
              <a:rPr lang="ko-KR" altLang="en-US" dirty="0"/>
              <a:t>효율적 </a:t>
            </a:r>
            <a:r>
              <a:rPr lang="en-US" altLang="ko-KR" dirty="0"/>
              <a:t>hash </a:t>
            </a:r>
            <a:r>
              <a:rPr lang="ko-KR" altLang="en-US" dirty="0"/>
              <a:t>함수 필요</a:t>
            </a:r>
            <a:endParaRPr lang="en-US" altLang="ko-KR" dirty="0"/>
          </a:p>
          <a:p>
            <a:pPr lvl="1"/>
            <a:r>
              <a:rPr lang="ko-KR" altLang="en-US" dirty="0"/>
              <a:t>해시함수 </a:t>
            </a:r>
            <a:r>
              <a:rPr lang="en-US" altLang="ko-KR" dirty="0"/>
              <a:t>: </a:t>
            </a:r>
            <a:r>
              <a:rPr lang="ko-KR" altLang="en-US" dirty="0"/>
              <a:t>키 </a:t>
            </a:r>
            <a:r>
              <a:rPr lang="en-US" altLang="ko-KR" dirty="0"/>
              <a:t>→ </a:t>
            </a:r>
            <a:r>
              <a:rPr lang="ko-KR" altLang="en-US" dirty="0"/>
              <a:t>특정 인덱스로 할당 </a:t>
            </a:r>
            <a:r>
              <a:rPr lang="en-US" altLang="ko-KR" dirty="0"/>
              <a:t>ex) </a:t>
            </a:r>
            <a:r>
              <a:rPr lang="ko-KR" altLang="en-US" dirty="0"/>
              <a:t>나머지 함수</a:t>
            </a:r>
            <a:r>
              <a:rPr lang="en-US" altLang="ko-KR" dirty="0"/>
              <a:t> :</a:t>
            </a:r>
            <a:br>
              <a:rPr lang="en-US" altLang="ko-KR" dirty="0"/>
            </a:br>
            <a:r>
              <a:rPr lang="ko-KR" altLang="en-US" dirty="0"/>
              <a:t> </a:t>
            </a:r>
            <a:r>
              <a:rPr lang="en-US" altLang="ko-KR" dirty="0"/>
              <a:t>n</a:t>
            </a:r>
            <a:r>
              <a:rPr lang="ko-KR" altLang="en-US" dirty="0"/>
              <a:t> </a:t>
            </a:r>
            <a:r>
              <a:rPr lang="en-US" altLang="ko-KR" dirty="0"/>
              <a:t>mod</a:t>
            </a:r>
            <a:r>
              <a:rPr lang="ko-KR" altLang="en-US" dirty="0"/>
              <a:t> </a:t>
            </a:r>
            <a:r>
              <a:rPr lang="en-US" altLang="ko-KR" dirty="0"/>
              <a:t>10</a:t>
            </a:r>
            <a:r>
              <a:rPr lang="ko-KR" altLang="en-US" dirty="0"/>
              <a:t> 이라면</a:t>
            </a:r>
            <a:r>
              <a:rPr lang="en-US" altLang="ko-KR" dirty="0"/>
              <a:t>,  25 → 5, 55 → 5; </a:t>
            </a:r>
            <a:r>
              <a:rPr lang="ko-KR" altLang="en-US" dirty="0"/>
              <a:t>겹치는</a:t>
            </a:r>
            <a:r>
              <a:rPr lang="en-US" altLang="ko-KR" dirty="0"/>
              <a:t> </a:t>
            </a:r>
            <a:r>
              <a:rPr lang="ko-KR" altLang="en-US" dirty="0"/>
              <a:t>인덱스</a:t>
            </a:r>
            <a:r>
              <a:rPr lang="en-US" altLang="ko-KR" dirty="0"/>
              <a:t>(collision)</a:t>
            </a:r>
            <a:br>
              <a:rPr lang="en-US" altLang="ko-KR" dirty="0"/>
            </a:b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chaining</a:t>
            </a:r>
            <a:r>
              <a:rPr lang="ko-KR" altLang="en-US" dirty="0"/>
              <a:t> 사용해 </a:t>
            </a:r>
            <a:r>
              <a:rPr lang="ko-KR" altLang="en-US" dirty="0" err="1"/>
              <a:t>링크드</a:t>
            </a:r>
            <a:r>
              <a:rPr lang="ko-KR" altLang="en-US" dirty="0"/>
              <a:t> 리스트에 순서대로 저장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최적 </a:t>
            </a:r>
            <a:r>
              <a:rPr lang="ko-KR" altLang="en-US" dirty="0" err="1"/>
              <a:t>헤시테이블</a:t>
            </a:r>
            <a:r>
              <a:rPr lang="ko-KR" altLang="en-US" dirty="0"/>
              <a:t> 크기</a:t>
            </a:r>
            <a:r>
              <a:rPr lang="en-US" altLang="ko-KR" dirty="0"/>
              <a:t>(m)? = </a:t>
            </a:r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개수</a:t>
            </a:r>
            <a:r>
              <a:rPr lang="en-US" altLang="ko-KR" dirty="0"/>
              <a:t>(n)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약 </a:t>
            </a:r>
            <a:br>
              <a:rPr lang="en-US" altLang="ko-KR" dirty="0"/>
            </a:br>
            <a:r>
              <a:rPr lang="en-US" altLang="ko-KR" dirty="0"/>
              <a:t>3</a:t>
            </a:r>
            <a:r>
              <a:rPr lang="ko-KR" altLang="en-US" dirty="0"/>
              <a:t>배에 가까운 소수</a:t>
            </a:r>
            <a:endParaRPr lang="en-US" altLang="ko-KR" dirty="0"/>
          </a:p>
          <a:p>
            <a:pPr lvl="1"/>
            <a:r>
              <a:rPr lang="ko-KR" altLang="en-US" dirty="0"/>
              <a:t>활용 </a:t>
            </a:r>
            <a:r>
              <a:rPr lang="en-US" altLang="ko-KR" dirty="0"/>
              <a:t>: </a:t>
            </a:r>
            <a:r>
              <a:rPr lang="ko-KR" altLang="en-US" dirty="0"/>
              <a:t>바코드 스캔 및 결제</a:t>
            </a:r>
            <a:r>
              <a:rPr lang="en-US" altLang="ko-KR" dirty="0"/>
              <a:t>, </a:t>
            </a:r>
            <a:r>
              <a:rPr lang="ko-KR" altLang="en-US" dirty="0"/>
              <a:t>보안 및 암호화</a:t>
            </a:r>
            <a:r>
              <a:rPr lang="en-US" altLang="ko-KR" dirty="0"/>
              <a:t>(</a:t>
            </a:r>
            <a:r>
              <a:rPr lang="ko-KR" altLang="en-US" dirty="0"/>
              <a:t>해시로 </a:t>
            </a:r>
            <a:r>
              <a:rPr lang="en-US" altLang="ko-KR" dirty="0"/>
              <a:t>pw </a:t>
            </a:r>
            <a:r>
              <a:rPr lang="ko-KR" altLang="en-US" dirty="0"/>
              <a:t>저장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 err="1"/>
              <a:t>로그인시</a:t>
            </a:r>
            <a:r>
              <a:rPr lang="ko-KR" altLang="en-US" dirty="0"/>
              <a:t> </a:t>
            </a:r>
            <a:r>
              <a:rPr lang="en-US" altLang="ko-KR" dirty="0" err="1"/>
              <a:t>db</a:t>
            </a:r>
            <a:r>
              <a:rPr lang="en-US" altLang="ko-KR" dirty="0"/>
              <a:t> </a:t>
            </a:r>
            <a:r>
              <a:rPr lang="ko-KR" altLang="en-US" dirty="0"/>
              <a:t>저장된 </a:t>
            </a:r>
            <a:r>
              <a:rPr lang="ko-KR" altLang="en-US" dirty="0" err="1"/>
              <a:t>해시값과</a:t>
            </a:r>
            <a:r>
              <a:rPr lang="ko-KR" altLang="en-US" dirty="0"/>
              <a:t> 비교</a:t>
            </a:r>
            <a:r>
              <a:rPr lang="en-US" altLang="ko-KR" dirty="0"/>
              <a:t>)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EB69FFB-3271-4F8D-F194-9B7622ECCDE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CA0D31A-E382-5622-F989-35BDC4A78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299" y="595699"/>
            <a:ext cx="2774076" cy="237626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0B3E617-8948-C707-773B-5959E5C0A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776" y="2000672"/>
            <a:ext cx="1860423" cy="180438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7ACEE92-BEBE-EC3D-EEAA-777EB149DDE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29000" y="2984361"/>
            <a:ext cx="2141955" cy="14859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00B697-2764-11BA-3332-522E0B70678F}"/>
              </a:ext>
            </a:extLst>
          </p:cNvPr>
          <p:cNvSpPr txBox="1"/>
          <p:nvPr/>
        </p:nvSpPr>
        <p:spPr>
          <a:xfrm>
            <a:off x="5289554" y="2946424"/>
            <a:ext cx="16017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Information gain</a:t>
            </a:r>
            <a:r>
              <a:rPr lang="ko-KR" altLang="en-US" sz="1000" dirty="0"/>
              <a:t> </a:t>
            </a:r>
            <a:r>
              <a:rPr lang="en-US" altLang="ko-KR" sz="1000" dirty="0"/>
              <a:t>=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r>
              <a:rPr lang="en-US" altLang="ko-KR" sz="1000" dirty="0"/>
              <a:t>0.94-0.694=0.246</a:t>
            </a:r>
          </a:p>
          <a:p>
            <a:r>
              <a:rPr lang="ko-KR" altLang="en-US" sz="1000" dirty="0" err="1"/>
              <a:t>으로</a:t>
            </a:r>
            <a:r>
              <a:rPr lang="ko-KR" altLang="en-US" sz="1000" dirty="0"/>
              <a:t> 가장 큼</a:t>
            </a:r>
            <a:r>
              <a:rPr lang="en-US" altLang="ko-KR" sz="1000" dirty="0"/>
              <a:t>. </a:t>
            </a:r>
          </a:p>
          <a:p>
            <a:r>
              <a:rPr lang="ko-KR" altLang="en-US" sz="1000" dirty="0"/>
              <a:t>첫 분기는 날씨로 정한다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848C433-A2C4-B51D-2F9F-E1DA9D284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9406" y="1959131"/>
            <a:ext cx="1443689" cy="10848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FBA3BEA-CAC1-97CB-22DB-F4D3672FA2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8294" y="4462523"/>
            <a:ext cx="1450728" cy="148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815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F96A6EF-F070-A685-6483-205B6092F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4D53F70-ABD4-3E57-05E4-7B7385BCE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Graph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878471-EC24-1891-8038-F6B968E8A6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891B51F-5E96-D828-21E5-6F5EC15C60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그래프</a:t>
            </a:r>
            <a:endParaRPr lang="en-US" altLang="ko-KR" dirty="0"/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node(vertex)(</a:t>
            </a:r>
            <a:r>
              <a:rPr lang="ko-KR" altLang="en-US" dirty="0"/>
              <a:t>그래프 구성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edge(</a:t>
            </a:r>
            <a:r>
              <a:rPr lang="ko-KR" altLang="en-US" dirty="0"/>
              <a:t>노드간 연결</a:t>
            </a:r>
            <a:r>
              <a:rPr lang="en-US" altLang="ko-KR" dirty="0"/>
              <a:t>), </a:t>
            </a:r>
            <a:r>
              <a:rPr lang="ko-KR" altLang="en-US" dirty="0"/>
              <a:t>트리와 달리 계층적</a:t>
            </a:r>
            <a:r>
              <a:rPr lang="en-US" altLang="ko-KR" dirty="0"/>
              <a:t>X</a:t>
            </a:r>
          </a:p>
          <a:p>
            <a:pPr lvl="2"/>
            <a:r>
              <a:rPr lang="ko-KR" altLang="en-US" dirty="0" err="1"/>
              <a:t>무방향</a:t>
            </a:r>
            <a:r>
              <a:rPr lang="en-US" altLang="ko-KR" dirty="0"/>
              <a:t> vs </a:t>
            </a:r>
            <a:r>
              <a:rPr lang="ko-KR" altLang="en-US" dirty="0"/>
              <a:t>방향</a:t>
            </a:r>
            <a:r>
              <a:rPr lang="en-US" altLang="ko-KR" dirty="0"/>
              <a:t> </a:t>
            </a:r>
            <a:r>
              <a:rPr lang="ko-KR" altLang="en-US" dirty="0"/>
              <a:t>그래프 </a:t>
            </a:r>
            <a:r>
              <a:rPr lang="en-US" altLang="ko-KR" dirty="0"/>
              <a:t>: </a:t>
            </a:r>
            <a:r>
              <a:rPr lang="ko-KR" altLang="en-US" dirty="0" err="1"/>
              <a:t>엣지가</a:t>
            </a:r>
            <a:r>
              <a:rPr lang="ko-KR" altLang="en-US" dirty="0"/>
              <a:t> 양방향</a:t>
            </a:r>
            <a:r>
              <a:rPr lang="en-US" altLang="ko-KR" dirty="0"/>
              <a:t>/</a:t>
            </a:r>
            <a:r>
              <a:rPr lang="ko-KR" altLang="en-US" dirty="0"/>
              <a:t>단방향</a:t>
            </a:r>
            <a:endParaRPr lang="en-US" altLang="ko-KR" dirty="0"/>
          </a:p>
          <a:p>
            <a:pPr lvl="1"/>
            <a:r>
              <a:rPr lang="ko-KR" altLang="en-US" dirty="0"/>
              <a:t>필요성 </a:t>
            </a:r>
            <a:r>
              <a:rPr lang="en-US" altLang="ko-KR" dirty="0"/>
              <a:t>: </a:t>
            </a:r>
            <a:r>
              <a:rPr lang="ko-KR" altLang="en-US" dirty="0"/>
              <a:t>현실 모델링</a:t>
            </a:r>
            <a:r>
              <a:rPr lang="en-US" altLang="ko-KR" dirty="0"/>
              <a:t>(</a:t>
            </a:r>
            <a:r>
              <a:rPr lang="ko-KR" altLang="en-US" dirty="0"/>
              <a:t>통신 네트워크</a:t>
            </a:r>
            <a:r>
              <a:rPr lang="en-US" altLang="ko-KR" dirty="0"/>
              <a:t>, </a:t>
            </a:r>
            <a:r>
              <a:rPr lang="ko-KR" altLang="en-US" dirty="0"/>
              <a:t>지하철 노선</a:t>
            </a:r>
            <a:r>
              <a:rPr lang="en-US" altLang="ko-KR" dirty="0"/>
              <a:t>, </a:t>
            </a:r>
            <a:r>
              <a:rPr lang="ko-KR" altLang="en-US" dirty="0"/>
              <a:t>교통</a:t>
            </a:r>
            <a:r>
              <a:rPr lang="en-US" altLang="ko-KR" dirty="0"/>
              <a:t>, SNS</a:t>
            </a:r>
            <a:r>
              <a:rPr lang="ko-KR" altLang="en-US" dirty="0"/>
              <a:t>관계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…), </a:t>
            </a:r>
            <a:r>
              <a:rPr lang="ko-KR" altLang="en-US" dirty="0"/>
              <a:t>최단경로</a:t>
            </a:r>
            <a:r>
              <a:rPr lang="en-US" altLang="ko-KR" dirty="0"/>
              <a:t>, </a:t>
            </a:r>
            <a:r>
              <a:rPr lang="ko-KR" altLang="en-US" dirty="0"/>
              <a:t>연결성</a:t>
            </a:r>
            <a:r>
              <a:rPr lang="en-US" altLang="ko-KR" dirty="0"/>
              <a:t>(</a:t>
            </a:r>
            <a:r>
              <a:rPr lang="ko-KR" altLang="en-US" dirty="0"/>
              <a:t>두 노드가 연결</a:t>
            </a:r>
            <a:r>
              <a:rPr lang="en-US" altLang="ko-KR" dirty="0"/>
              <a:t>? </a:t>
            </a:r>
            <a:r>
              <a:rPr lang="ko-KR" altLang="en-US" dirty="0" err="1"/>
              <a:t>몇단계</a:t>
            </a:r>
            <a:r>
              <a:rPr lang="ko-KR" altLang="en-US" dirty="0"/>
              <a:t> 걸쳐 연결</a:t>
            </a:r>
            <a:r>
              <a:rPr lang="en-US" altLang="ko-KR" dirty="0"/>
              <a:t>?), </a:t>
            </a:r>
            <a:r>
              <a:rPr lang="ko-KR" altLang="en-US" dirty="0"/>
              <a:t>사이클</a:t>
            </a:r>
            <a:r>
              <a:rPr lang="en-US" altLang="ko-KR" dirty="0"/>
              <a:t>(</a:t>
            </a:r>
            <a:r>
              <a:rPr lang="ko-KR" altLang="en-US" dirty="0"/>
              <a:t>시작점으로 돌아오는 순환 경로</a:t>
            </a:r>
            <a:r>
              <a:rPr lang="en-US" altLang="ko-KR" dirty="0"/>
              <a:t>?)</a:t>
            </a:r>
          </a:p>
          <a:p>
            <a:r>
              <a:rPr lang="ko-KR" altLang="en-US" dirty="0"/>
              <a:t>그래프 표현 방법</a:t>
            </a:r>
            <a:endParaRPr lang="en-US" altLang="ko-KR" dirty="0"/>
          </a:p>
          <a:p>
            <a:pPr lvl="1"/>
            <a:r>
              <a:rPr lang="ko-KR" altLang="en-US" dirty="0"/>
              <a:t>인접행렬 </a:t>
            </a:r>
            <a:r>
              <a:rPr lang="en-US" altLang="ko-KR" dirty="0"/>
              <a:t>: </a:t>
            </a:r>
            <a:r>
              <a:rPr lang="ko-KR" altLang="en-US" dirty="0"/>
              <a:t>노드</a:t>
            </a:r>
            <a:r>
              <a:rPr lang="en-US" altLang="ko-KR" dirty="0"/>
              <a:t>A→B </a:t>
            </a:r>
            <a:r>
              <a:rPr lang="ko-KR" altLang="en-US" dirty="0"/>
              <a:t>가능</a:t>
            </a:r>
            <a:r>
              <a:rPr lang="en-US" altLang="ko-KR" dirty="0"/>
              <a:t>? </a:t>
            </a:r>
            <a:r>
              <a:rPr lang="ko-KR" altLang="en-US" dirty="0"/>
              <a:t>해당 위치 </a:t>
            </a:r>
            <a:r>
              <a:rPr lang="en-US" altLang="ko-KR" dirty="0"/>
              <a:t>1. </a:t>
            </a:r>
            <a:r>
              <a:rPr lang="ko-KR" altLang="en-US" dirty="0"/>
              <a:t>아님</a:t>
            </a:r>
            <a:r>
              <a:rPr lang="en-US" altLang="ko-KR" dirty="0"/>
              <a:t> 0</a:t>
            </a:r>
            <a:br>
              <a:rPr lang="en-US" altLang="ko-KR" dirty="0"/>
            </a:br>
            <a:r>
              <a:rPr lang="ko-KR" altLang="en-US" dirty="0"/>
              <a:t>단점 </a:t>
            </a:r>
            <a:r>
              <a:rPr lang="en-US" altLang="ko-KR" dirty="0"/>
              <a:t>: </a:t>
            </a:r>
            <a:r>
              <a:rPr lang="ko-KR" altLang="en-US" dirty="0"/>
              <a:t>노드 수 </a:t>
            </a:r>
            <a:r>
              <a:rPr lang="en-US" altLang="ko-KR" dirty="0"/>
              <a:t>↑→</a:t>
            </a:r>
            <a:r>
              <a:rPr lang="ko-KR" altLang="en-US" dirty="0"/>
              <a:t>희소행렬</a:t>
            </a:r>
            <a:r>
              <a:rPr lang="en-US" altLang="ko-KR" dirty="0"/>
              <a:t>, </a:t>
            </a:r>
            <a:r>
              <a:rPr lang="ko-KR" altLang="en-US" dirty="0"/>
              <a:t>메모리 낭비</a:t>
            </a:r>
            <a:endParaRPr lang="en-US" altLang="ko-KR" dirty="0"/>
          </a:p>
          <a:p>
            <a:pPr lvl="1"/>
            <a:r>
              <a:rPr lang="ko-KR" altLang="en-US" dirty="0"/>
              <a:t>인접리스트 </a:t>
            </a:r>
            <a:r>
              <a:rPr lang="en-US" altLang="ko-KR" dirty="0"/>
              <a:t>: </a:t>
            </a:r>
            <a:r>
              <a:rPr lang="ko-KR" altLang="en-US" dirty="0"/>
              <a:t>각 노드당 연결된 노드를 리스트</a:t>
            </a:r>
            <a:br>
              <a:rPr lang="en-US" altLang="ko-KR" dirty="0"/>
            </a:br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 err="1"/>
              <a:t>엣지수</a:t>
            </a:r>
            <a:r>
              <a:rPr lang="ko-KR" altLang="en-US" dirty="0"/>
              <a:t> 비례해 메모리</a:t>
            </a:r>
            <a:r>
              <a:rPr lang="en-US" altLang="ko-KR" dirty="0"/>
              <a:t>. </a:t>
            </a:r>
            <a:r>
              <a:rPr lang="ko-KR" altLang="en-US" dirty="0"/>
              <a:t>인접행렬보다 낭비↓</a:t>
            </a:r>
            <a:endParaRPr lang="en-US" altLang="ko-KR" dirty="0"/>
          </a:p>
          <a:p>
            <a:pPr lvl="1"/>
            <a:r>
              <a:rPr lang="ko-KR" altLang="en-US" dirty="0" err="1"/>
              <a:t>딕셔너리</a:t>
            </a:r>
            <a:r>
              <a:rPr lang="ko-KR" altLang="en-US" dirty="0"/>
              <a:t> 활용 </a:t>
            </a:r>
            <a:r>
              <a:rPr lang="en-US" altLang="ko-KR" dirty="0"/>
              <a:t>: </a:t>
            </a:r>
            <a:r>
              <a:rPr lang="ko-KR" altLang="en-US" dirty="0"/>
              <a:t>키</a:t>
            </a:r>
            <a:r>
              <a:rPr lang="en-US" altLang="ko-KR" dirty="0"/>
              <a:t>=</a:t>
            </a:r>
            <a:r>
              <a:rPr lang="ko-KR" altLang="en-US" dirty="0"/>
              <a:t>노드</a:t>
            </a:r>
            <a:r>
              <a:rPr lang="en-US" altLang="ko-KR" dirty="0"/>
              <a:t>, </a:t>
            </a:r>
            <a:r>
              <a:rPr lang="ko-KR" altLang="en-US" dirty="0" err="1"/>
              <a:t>밸류</a:t>
            </a:r>
            <a:r>
              <a:rPr lang="en-US" altLang="ko-KR" dirty="0"/>
              <a:t>=</a:t>
            </a:r>
            <a:r>
              <a:rPr lang="ko-KR" altLang="en-US" dirty="0"/>
              <a:t>연결된 노드들</a:t>
            </a:r>
            <a:endParaRPr lang="en-US" altLang="ko-KR" dirty="0"/>
          </a:p>
          <a:p>
            <a:r>
              <a:rPr lang="en-US" altLang="ko-KR" dirty="0"/>
              <a:t>DFS(Depth First Search) </a:t>
            </a:r>
            <a:r>
              <a:rPr lang="ko-KR" altLang="en-US" dirty="0"/>
              <a:t>탐색 알고리즘</a:t>
            </a:r>
            <a:endParaRPr lang="en-US" altLang="ko-KR" dirty="0"/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</a:t>
            </a:r>
            <a:r>
              <a:rPr lang="ko-KR" altLang="en-US" dirty="0"/>
              <a:t>출발점에서 한 방향 탐색 </a:t>
            </a:r>
            <a:r>
              <a:rPr lang="en-US" altLang="ko-KR" dirty="0"/>
              <a:t>→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갈 곳이 없으면</a:t>
            </a:r>
            <a:r>
              <a:rPr lang="en-US" altLang="ko-KR" dirty="0"/>
              <a:t>? → </a:t>
            </a:r>
            <a:r>
              <a:rPr lang="ko-KR" altLang="en-US" dirty="0" err="1"/>
              <a:t>이전노드로</a:t>
            </a:r>
            <a:r>
              <a:rPr lang="ko-KR" altLang="en-US" dirty="0"/>
              <a:t> </a:t>
            </a:r>
            <a:r>
              <a:rPr lang="ko-KR" altLang="en-US" dirty="0" err="1"/>
              <a:t>되돌</a:t>
            </a:r>
            <a:br>
              <a:rPr lang="en-US" altLang="ko-KR" dirty="0"/>
            </a:br>
            <a:r>
              <a:rPr lang="ko-KR" altLang="en-US" dirty="0" err="1"/>
              <a:t>아옴</a:t>
            </a:r>
            <a:r>
              <a:rPr lang="en-US" altLang="ko-KR" dirty="0"/>
              <a:t>(</a:t>
            </a:r>
            <a:r>
              <a:rPr lang="ko-KR" altLang="en-US" dirty="0"/>
              <a:t>백트래킹</a:t>
            </a:r>
            <a:r>
              <a:rPr lang="en-US" altLang="ko-KR" dirty="0"/>
              <a:t>) → </a:t>
            </a:r>
            <a:r>
              <a:rPr lang="ko-KR" altLang="en-US" dirty="0"/>
              <a:t>다음 방향 탐사</a:t>
            </a:r>
            <a:r>
              <a:rPr lang="en-US" altLang="ko-KR" dirty="0"/>
              <a:t>;</a:t>
            </a:r>
          </a:p>
          <a:p>
            <a:pPr lvl="1"/>
            <a:r>
              <a:rPr lang="ko-KR" altLang="en-US" dirty="0"/>
              <a:t>원리 </a:t>
            </a:r>
            <a:r>
              <a:rPr lang="en-US" altLang="ko-KR" dirty="0"/>
              <a:t>: </a:t>
            </a:r>
            <a:r>
              <a:rPr lang="ko-KR" altLang="en-US" dirty="0"/>
              <a:t>스택 활용해 구현</a:t>
            </a:r>
            <a:r>
              <a:rPr lang="en-US" altLang="ko-KR" dirty="0"/>
              <a:t>,FIFO </a:t>
            </a:r>
            <a:r>
              <a:rPr lang="ko-KR" altLang="en-US" dirty="0"/>
              <a:t>특징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시작 노드를 스택 </a:t>
            </a:r>
            <a:r>
              <a:rPr lang="ko-KR" altLang="en-US" dirty="0" err="1"/>
              <a:t>넣</a:t>
            </a:r>
            <a:r>
              <a:rPr lang="en-US" altLang="ko-KR" dirty="0"/>
              <a:t>, </a:t>
            </a:r>
            <a:r>
              <a:rPr lang="ko-KR" altLang="en-US" dirty="0"/>
              <a:t>방문처리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스택에서 노드 꺼냄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꺼낸 노드의 </a:t>
            </a:r>
            <a:r>
              <a:rPr lang="ko-KR" altLang="en-US" dirty="0" err="1"/>
              <a:t>이웃노드</a:t>
            </a:r>
            <a:r>
              <a:rPr lang="ko-KR" altLang="en-US" dirty="0"/>
              <a:t> 중</a:t>
            </a:r>
            <a:r>
              <a:rPr lang="en-US" altLang="ko-KR" dirty="0"/>
              <a:t> </a:t>
            </a:r>
            <a:r>
              <a:rPr lang="ko-KR" altLang="en-US" dirty="0"/>
              <a:t>방문</a:t>
            </a:r>
            <a:r>
              <a:rPr lang="en-US" altLang="ko-KR" dirty="0"/>
              <a:t>X </a:t>
            </a:r>
            <a:br>
              <a:rPr lang="en-US" altLang="ko-KR" dirty="0"/>
            </a:br>
            <a:r>
              <a:rPr lang="ko-KR" altLang="en-US" dirty="0"/>
              <a:t>노드를 모두</a:t>
            </a:r>
            <a:r>
              <a:rPr lang="en-US" altLang="ko-KR" dirty="0"/>
              <a:t> </a:t>
            </a:r>
            <a:r>
              <a:rPr lang="ko-KR" altLang="en-US" dirty="0"/>
              <a:t>스택에 넣음</a:t>
            </a:r>
            <a:br>
              <a:rPr lang="en-US" altLang="ko-KR" dirty="0"/>
            </a:br>
            <a:r>
              <a:rPr lang="en-US" altLang="ko-KR" dirty="0"/>
              <a:t>4) </a:t>
            </a:r>
            <a:r>
              <a:rPr lang="ko-KR" altLang="en-US" dirty="0"/>
              <a:t>스택 </a:t>
            </a:r>
            <a:r>
              <a:rPr lang="ko-KR" altLang="en-US" dirty="0" err="1"/>
              <a:t>빌때까지</a:t>
            </a:r>
            <a:r>
              <a:rPr lang="ko-KR" altLang="en-US" dirty="0"/>
              <a:t> </a:t>
            </a:r>
            <a:r>
              <a:rPr lang="en-US" altLang="ko-KR" dirty="0"/>
              <a:t>2-3 </a:t>
            </a:r>
            <a:r>
              <a:rPr lang="ko-KR" altLang="en-US" dirty="0"/>
              <a:t>반복</a:t>
            </a:r>
            <a:endParaRPr lang="en-US" altLang="ko-KR" dirty="0"/>
          </a:p>
          <a:p>
            <a:pPr lvl="1"/>
            <a:r>
              <a:rPr lang="ko-KR" altLang="en-US" dirty="0"/>
              <a:t>필요 </a:t>
            </a:r>
            <a:r>
              <a:rPr lang="en-US" altLang="ko-KR" dirty="0"/>
              <a:t>: </a:t>
            </a:r>
            <a:r>
              <a:rPr lang="ko-KR" altLang="en-US" dirty="0"/>
              <a:t>특정</a:t>
            </a:r>
            <a:r>
              <a:rPr lang="en-US" altLang="ko-KR" dirty="0"/>
              <a:t> </a:t>
            </a:r>
            <a:r>
              <a:rPr lang="ko-KR" altLang="en-US" dirty="0"/>
              <a:t>경로가 존재하는지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BFS(Breadth</a:t>
            </a:r>
            <a:r>
              <a:rPr lang="ko-KR" altLang="en-US" dirty="0"/>
              <a:t> </a:t>
            </a:r>
            <a:r>
              <a:rPr lang="en-US" altLang="ko-KR" dirty="0"/>
              <a:t>First Search)</a:t>
            </a:r>
          </a:p>
          <a:p>
            <a:pPr lvl="1"/>
            <a:r>
              <a:rPr lang="ko-KR" altLang="en-US" dirty="0"/>
              <a:t>출발점부터</a:t>
            </a:r>
            <a:r>
              <a:rPr lang="en-US" altLang="ko-KR" dirty="0"/>
              <a:t> </a:t>
            </a:r>
            <a:r>
              <a:rPr lang="ko-KR" altLang="en-US" dirty="0"/>
              <a:t>가까운 노드부터</a:t>
            </a:r>
            <a:r>
              <a:rPr lang="en-US" altLang="ko-KR" dirty="0"/>
              <a:t> </a:t>
            </a:r>
            <a:r>
              <a:rPr lang="ko-KR" altLang="en-US" dirty="0"/>
              <a:t>넓게 탐색</a:t>
            </a:r>
            <a:br>
              <a:rPr lang="en-US" altLang="ko-KR" dirty="0"/>
            </a:br>
            <a:r>
              <a:rPr lang="ko-KR" altLang="en-US" dirty="0"/>
              <a:t>인접 노드를 모두 방문</a:t>
            </a:r>
            <a:r>
              <a:rPr lang="en-US" altLang="ko-KR" dirty="0"/>
              <a:t> → </a:t>
            </a:r>
            <a:r>
              <a:rPr lang="ko-KR" altLang="en-US" dirty="0"/>
              <a:t>그 다음 레벨 </a:t>
            </a:r>
            <a:br>
              <a:rPr lang="en-US" altLang="ko-KR" dirty="0"/>
            </a:br>
            <a:r>
              <a:rPr lang="ko-KR" altLang="en-US" dirty="0"/>
              <a:t>노드 방문</a:t>
            </a:r>
            <a:endParaRPr lang="en-US" altLang="ko-KR" dirty="0"/>
          </a:p>
          <a:p>
            <a:pPr lvl="1"/>
            <a:r>
              <a:rPr lang="ko-KR" altLang="en-US" dirty="0"/>
              <a:t>원리 </a:t>
            </a:r>
            <a:r>
              <a:rPr lang="en-US" altLang="ko-KR" dirty="0"/>
              <a:t>: </a:t>
            </a:r>
            <a:r>
              <a:rPr lang="ko-KR" altLang="en-US" dirty="0"/>
              <a:t>큐를</a:t>
            </a:r>
            <a:r>
              <a:rPr lang="en-US" altLang="ko-KR" dirty="0"/>
              <a:t> </a:t>
            </a:r>
            <a:r>
              <a:rPr lang="ko-KR" altLang="en-US" dirty="0"/>
              <a:t>이용해 구현</a:t>
            </a:r>
            <a:r>
              <a:rPr lang="en-US" altLang="ko-KR" dirty="0"/>
              <a:t>.LIFO</a:t>
            </a:r>
            <a:br>
              <a:rPr lang="en-US" altLang="ko-KR" dirty="0"/>
            </a:br>
            <a:r>
              <a:rPr lang="en-US" altLang="ko-KR" dirty="0"/>
              <a:t>1)</a:t>
            </a:r>
            <a:r>
              <a:rPr lang="ko-KR" altLang="en-US" dirty="0"/>
              <a:t> 시작 노드를 큐에 넣고 방문처리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큐에서 노드 꺼냄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꺼낸 노드의 인접 </a:t>
            </a:r>
            <a:r>
              <a:rPr lang="ko-KR" altLang="en-US" dirty="0" err="1"/>
              <a:t>노드중</a:t>
            </a:r>
            <a:r>
              <a:rPr lang="ko-KR" altLang="en-US" dirty="0"/>
              <a:t> 방문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ko-KR" altLang="en-US" dirty="0"/>
              <a:t>노드들을 모두 큐에</a:t>
            </a:r>
            <a:r>
              <a:rPr lang="en-US" altLang="ko-KR" dirty="0"/>
              <a:t> </a:t>
            </a:r>
            <a:r>
              <a:rPr lang="ko-KR" altLang="en-US" dirty="0" err="1"/>
              <a:t>넣</a:t>
            </a:r>
            <a:r>
              <a:rPr lang="en-US" altLang="ko-KR" dirty="0"/>
              <a:t>; 4) </a:t>
            </a:r>
            <a:r>
              <a:rPr lang="ko-KR" altLang="en-US" dirty="0"/>
              <a:t>큐</a:t>
            </a:r>
            <a:r>
              <a:rPr lang="en-US" altLang="ko-KR" dirty="0"/>
              <a:t>X </a:t>
            </a:r>
            <a:r>
              <a:rPr lang="ko-KR" altLang="en-US" dirty="0"/>
              <a:t>까지 </a:t>
            </a:r>
            <a:r>
              <a:rPr lang="en-US" altLang="ko-KR" dirty="0"/>
              <a:t>2-3 </a:t>
            </a:r>
            <a:r>
              <a:rPr lang="ko-KR" altLang="en-US" dirty="0"/>
              <a:t>반복</a:t>
            </a:r>
            <a:r>
              <a:rPr lang="en-US" altLang="ko-KR" dirty="0"/>
              <a:t>; </a:t>
            </a:r>
            <a:r>
              <a:rPr lang="ko-KR" altLang="en-US" dirty="0"/>
              <a:t>필요성 </a:t>
            </a:r>
            <a:r>
              <a:rPr lang="en-US" altLang="ko-KR" dirty="0"/>
              <a:t>: </a:t>
            </a:r>
            <a:r>
              <a:rPr lang="ko-KR" altLang="en-US" dirty="0"/>
              <a:t>최단 경로 탐색 유용</a:t>
            </a:r>
            <a:r>
              <a:rPr lang="en-US" altLang="ko-KR" dirty="0"/>
              <a:t>(</a:t>
            </a:r>
            <a:r>
              <a:rPr lang="ko-KR" altLang="en-US" dirty="0" err="1"/>
              <a:t>네비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최소비용 </a:t>
            </a:r>
            <a:r>
              <a:rPr lang="ko-KR" altLang="en-US" dirty="0" err="1"/>
              <a:t>신장트리</a:t>
            </a:r>
            <a:endParaRPr lang="en-US" altLang="ko-KR" dirty="0"/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</a:t>
            </a:r>
            <a:r>
              <a:rPr lang="ko-KR" altLang="en-US" dirty="0"/>
              <a:t>네트워크상 모든 노드를 </a:t>
            </a:r>
            <a:r>
              <a:rPr lang="ko-KR" altLang="en-US" dirty="0" err="1"/>
              <a:t>연결시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최소 비용 트리</a:t>
            </a:r>
            <a:r>
              <a:rPr lang="en-US" altLang="ko-KR" dirty="0"/>
              <a:t>(</a:t>
            </a:r>
            <a:r>
              <a:rPr lang="ko-KR" altLang="en-US" dirty="0"/>
              <a:t>그래프지만 사이클이 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ko-KR" altLang="en-US" dirty="0"/>
              <a:t>때문</a:t>
            </a:r>
            <a:r>
              <a:rPr lang="en-US" altLang="ko-KR" dirty="0"/>
              <a:t>), </a:t>
            </a:r>
            <a:r>
              <a:rPr lang="ko-KR" altLang="en-US" dirty="0"/>
              <a:t>네트워크 구축</a:t>
            </a:r>
            <a:r>
              <a:rPr lang="en-US" altLang="ko-KR" dirty="0"/>
              <a:t>/</a:t>
            </a:r>
            <a:r>
              <a:rPr lang="ko-KR" altLang="en-US" dirty="0"/>
              <a:t>복구 및 회선 </a:t>
            </a:r>
            <a:br>
              <a:rPr lang="en-US" altLang="ko-KR" dirty="0"/>
            </a:br>
            <a:r>
              <a:rPr lang="ko-KR" altLang="en-US" dirty="0" err="1"/>
              <a:t>연결시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0960B3-F747-8ED4-F53F-BA00183D6C0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00A5495-15AE-B298-EAAC-499AC77F7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176" y="1568624"/>
            <a:ext cx="1743106" cy="123413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D73F347-0EFD-A54D-F79A-057498505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486" y="2904656"/>
            <a:ext cx="2746889" cy="217840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4A3D3AC-364B-1DF8-23DC-84DC79051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486" y="5122118"/>
            <a:ext cx="2746889" cy="111455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92828A3-E632-93EC-94CB-5B0389CEF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72" y="5122118"/>
            <a:ext cx="1109828" cy="131412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5195701-4BA4-86A6-CE78-F2CCE8B4D2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7781" y="6436243"/>
            <a:ext cx="2705593" cy="119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492121-A9E0-A84A-3C7B-C94250ED7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93838B6-A119-F859-8A4E-0C2B7FF71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그래프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7B5EB0-DB88-0CB5-9CA8-AE925162E0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3B64826-8A19-6DDE-6081-D17F84F34F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err="1"/>
              <a:t>다익스트라</a:t>
            </a:r>
            <a:r>
              <a:rPr lang="ko-KR" altLang="en-US" dirty="0"/>
              <a:t> 알고리즘</a:t>
            </a:r>
            <a:endParaRPr lang="en-US" altLang="ko-KR" dirty="0"/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</a:t>
            </a:r>
            <a:r>
              <a:rPr lang="ko-KR" altLang="en-US" dirty="0" err="1"/>
              <a:t>엣지의</a:t>
            </a:r>
            <a:r>
              <a:rPr lang="ko-KR" altLang="en-US" dirty="0"/>
              <a:t> 비용</a:t>
            </a:r>
            <a:r>
              <a:rPr lang="en-US" altLang="ko-KR" dirty="0"/>
              <a:t>(</a:t>
            </a:r>
            <a:r>
              <a:rPr lang="ko-KR" altLang="en-US" dirty="0"/>
              <a:t>시간</a:t>
            </a:r>
            <a:r>
              <a:rPr lang="en-US" altLang="ko-KR" dirty="0"/>
              <a:t>,</a:t>
            </a:r>
            <a:r>
              <a:rPr lang="ko-KR" altLang="en-US" dirty="0"/>
              <a:t>혼잡도</a:t>
            </a:r>
            <a:r>
              <a:rPr lang="en-US" altLang="ko-KR" dirty="0"/>
              <a:t>,</a:t>
            </a:r>
            <a:r>
              <a:rPr lang="ko-KR" altLang="en-US" dirty="0"/>
              <a:t>통행료</a:t>
            </a:r>
            <a:r>
              <a:rPr lang="en-US" altLang="ko-KR" dirty="0"/>
              <a:t>,</a:t>
            </a:r>
            <a:r>
              <a:rPr lang="ko-KR" altLang="en-US" dirty="0"/>
              <a:t>스트레스</a:t>
            </a:r>
            <a:r>
              <a:rPr lang="en-US" altLang="ko-KR" dirty="0"/>
              <a:t>)</a:t>
            </a:r>
            <a:r>
              <a:rPr lang="ko-KR" altLang="en-US" dirty="0"/>
              <a:t> 주어질 때 최단경로 찾는 알고리즘</a:t>
            </a:r>
            <a:endParaRPr lang="en-US" altLang="ko-KR" dirty="0"/>
          </a:p>
          <a:p>
            <a:pPr lvl="1"/>
            <a:r>
              <a:rPr lang="ko-KR" altLang="en-US" dirty="0"/>
              <a:t>필요성 </a:t>
            </a:r>
            <a:r>
              <a:rPr lang="en-US" altLang="ko-KR" dirty="0"/>
              <a:t>: </a:t>
            </a:r>
            <a:r>
              <a:rPr lang="ko-KR" altLang="en-US" dirty="0"/>
              <a:t>가중치 </a:t>
            </a:r>
            <a:r>
              <a:rPr lang="ko-KR" altLang="en-US" dirty="0" err="1"/>
              <a:t>고려시</a:t>
            </a:r>
            <a:r>
              <a:rPr lang="ko-KR" altLang="en-US" dirty="0"/>
              <a:t> 최단경로</a:t>
            </a:r>
            <a:r>
              <a:rPr lang="en-US" altLang="ko-KR" dirty="0"/>
              <a:t>, np-hard </a:t>
            </a:r>
            <a:r>
              <a:rPr lang="ko-KR" altLang="en-US" dirty="0"/>
              <a:t>문제 해결</a:t>
            </a:r>
            <a:r>
              <a:rPr lang="en-US" altLang="ko-KR" dirty="0"/>
              <a:t>(</a:t>
            </a:r>
            <a:r>
              <a:rPr lang="ko-KR" altLang="en-US" dirty="0"/>
              <a:t>모든 가능 경로 계산 </a:t>
            </a:r>
            <a:r>
              <a:rPr lang="en-US" altLang="ko-KR" dirty="0"/>
              <a:t>= </a:t>
            </a:r>
            <a:r>
              <a:rPr lang="ko-KR" altLang="en-US" dirty="0"/>
              <a:t>무한</a:t>
            </a:r>
            <a:r>
              <a:rPr lang="en-US" altLang="ko-KR" dirty="0"/>
              <a:t>, </a:t>
            </a:r>
            <a:r>
              <a:rPr lang="ko-KR" altLang="en-US" dirty="0" err="1"/>
              <a:t>다익스트라는</a:t>
            </a:r>
            <a:r>
              <a:rPr lang="ko-KR" altLang="en-US" dirty="0"/>
              <a:t> </a:t>
            </a:r>
            <a:r>
              <a:rPr lang="en-US" altLang="ko-KR" dirty="0"/>
              <a:t>greedy </a:t>
            </a:r>
            <a:r>
              <a:rPr lang="ko-KR" altLang="en-US" dirty="0"/>
              <a:t>알고리즘을 적용해 가장 최적 경로 계산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원리와 </a:t>
            </a:r>
            <a:r>
              <a:rPr lang="en-US" altLang="ko-KR" dirty="0"/>
              <a:t>greedy </a:t>
            </a:r>
            <a:r>
              <a:rPr lang="ko-KR" altLang="en-US" dirty="0"/>
              <a:t>알고리즘</a:t>
            </a:r>
            <a:endParaRPr lang="en-US" altLang="ko-KR" dirty="0"/>
          </a:p>
          <a:p>
            <a:pPr lvl="1"/>
            <a:r>
              <a:rPr lang="en-US" altLang="ko-KR" dirty="0"/>
              <a:t>Greedy </a:t>
            </a:r>
            <a:r>
              <a:rPr lang="ko-KR" altLang="en-US" dirty="0"/>
              <a:t>알고리즘 </a:t>
            </a:r>
            <a:r>
              <a:rPr lang="en-US" altLang="ko-KR" dirty="0"/>
              <a:t>: </a:t>
            </a:r>
            <a:r>
              <a:rPr lang="ko-KR" altLang="en-US" dirty="0"/>
              <a:t>매 순간 가장 이익 되는 방향 결정</a:t>
            </a:r>
            <a:r>
              <a:rPr lang="en-US" altLang="ko-KR" dirty="0"/>
              <a:t>(not </a:t>
            </a:r>
            <a:r>
              <a:rPr lang="ko-KR" altLang="en-US" dirty="0"/>
              <a:t>최적</a:t>
            </a:r>
            <a:r>
              <a:rPr lang="en-US" altLang="ko-KR" dirty="0"/>
              <a:t>, but, </a:t>
            </a:r>
            <a:r>
              <a:rPr lang="ko-KR" altLang="en-US" dirty="0"/>
              <a:t>합리적 근사치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단계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모든 노드에 대해 시작</a:t>
            </a:r>
            <a:r>
              <a:rPr lang="en-US" altLang="ko-KR" dirty="0"/>
              <a:t>→(</a:t>
            </a:r>
            <a:r>
              <a:rPr lang="ko-KR" altLang="en-US" dirty="0"/>
              <a:t>해당 노드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∞</a:t>
            </a:r>
            <a:r>
              <a:rPr lang="en-US" altLang="ko-KR" dirty="0"/>
              <a:t>,(</a:t>
            </a:r>
            <a:r>
              <a:rPr lang="ko-KR" altLang="en-US" dirty="0"/>
              <a:t>부모</a:t>
            </a:r>
            <a:r>
              <a:rPr lang="en-US" altLang="ko-KR" dirty="0"/>
              <a:t>)=?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자기자신은 </a:t>
            </a:r>
            <a:r>
              <a:rPr lang="en-US" altLang="ko-KR" dirty="0"/>
              <a:t>0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방문 완료 노드 저장할 집합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최소비용 노드 선택 </a:t>
            </a:r>
            <a:r>
              <a:rPr lang="en-US" altLang="ko-KR" dirty="0"/>
              <a:t>: </a:t>
            </a:r>
            <a:r>
              <a:rPr lang="ko-KR" altLang="en-US" dirty="0"/>
              <a:t>방문</a:t>
            </a:r>
            <a:r>
              <a:rPr lang="en-US" altLang="ko-KR" dirty="0"/>
              <a:t>X </a:t>
            </a:r>
            <a:r>
              <a:rPr lang="ko-KR" altLang="en-US" dirty="0" err="1"/>
              <a:t>노드중</a:t>
            </a:r>
            <a:r>
              <a:rPr lang="ko-KR" altLang="en-US" dirty="0"/>
              <a:t> 시작부터 현재까지 가장 비용 적은 노드 선택</a:t>
            </a:r>
            <a:r>
              <a:rPr lang="en-US" altLang="ko-KR" dirty="0"/>
              <a:t> = '</a:t>
            </a:r>
            <a:r>
              <a:rPr lang="ko-KR" altLang="en-US" dirty="0"/>
              <a:t>탐욕적</a:t>
            </a:r>
            <a:r>
              <a:rPr lang="en-US" altLang="ko-KR" dirty="0"/>
              <a:t>' </a:t>
            </a:r>
            <a:r>
              <a:rPr lang="ko-KR" altLang="en-US" dirty="0"/>
              <a:t>선택</a:t>
            </a:r>
            <a:br>
              <a:rPr lang="en-US" altLang="ko-KR" dirty="0"/>
            </a:br>
            <a:r>
              <a:rPr lang="en-US" altLang="ko-KR" dirty="0"/>
              <a:t>4) </a:t>
            </a:r>
            <a:r>
              <a:rPr lang="ko-KR" altLang="en-US" dirty="0"/>
              <a:t>인접 노드 비용 갱신 </a:t>
            </a:r>
            <a:r>
              <a:rPr lang="en-US" altLang="ko-KR" dirty="0"/>
              <a:t>:(</a:t>
            </a:r>
            <a:r>
              <a:rPr lang="ko-KR" altLang="en-US" dirty="0"/>
              <a:t>새경로비용</a:t>
            </a:r>
            <a:r>
              <a:rPr lang="en-US" altLang="ko-KR" dirty="0"/>
              <a:t>)&lt;(</a:t>
            </a:r>
            <a:r>
              <a:rPr lang="ko-KR" altLang="en-US" dirty="0"/>
              <a:t>기존경로비용</a:t>
            </a:r>
            <a:r>
              <a:rPr lang="en-US" altLang="ko-KR" dirty="0"/>
              <a:t>)?→</a:t>
            </a:r>
            <a:r>
              <a:rPr lang="ko-KR" altLang="en-US" dirty="0"/>
              <a:t>업데이트</a:t>
            </a:r>
            <a:r>
              <a:rPr lang="en-US" altLang="ko-KR" dirty="0"/>
              <a:t>, (</a:t>
            </a:r>
            <a:r>
              <a:rPr lang="ko-KR" altLang="en-US" dirty="0"/>
              <a:t>부모</a:t>
            </a:r>
            <a:r>
              <a:rPr lang="en-US" altLang="ko-KR" dirty="0"/>
              <a:t>)=(</a:t>
            </a:r>
            <a:r>
              <a:rPr lang="ko-KR" altLang="en-US" dirty="0"/>
              <a:t>현재 노드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5) </a:t>
            </a:r>
            <a:r>
              <a:rPr lang="ko-KR" altLang="en-US" dirty="0" err="1"/>
              <a:t>모든노드</a:t>
            </a:r>
            <a:r>
              <a:rPr lang="ko-KR" altLang="en-US" dirty="0"/>
              <a:t> 방문 </a:t>
            </a:r>
            <a:r>
              <a:rPr lang="en-US" altLang="ko-KR" dirty="0"/>
              <a:t>or </a:t>
            </a:r>
            <a:r>
              <a:rPr lang="ko-KR" altLang="en-US" dirty="0"/>
              <a:t>갱신 </a:t>
            </a:r>
            <a:r>
              <a:rPr lang="en-US" altLang="ko-KR" dirty="0"/>
              <a:t>X </a:t>
            </a:r>
            <a:r>
              <a:rPr lang="ko-KR" altLang="en-US" dirty="0"/>
              <a:t>까지 </a:t>
            </a:r>
            <a:r>
              <a:rPr lang="en-US" altLang="ko-KR" dirty="0"/>
              <a:t>3~4 </a:t>
            </a:r>
            <a:r>
              <a:rPr lang="ko-KR" altLang="en-US" dirty="0"/>
              <a:t>반복</a:t>
            </a:r>
            <a:r>
              <a:rPr lang="en-US" altLang="ko-KR" dirty="0"/>
              <a:t>. 6) </a:t>
            </a:r>
            <a:r>
              <a:rPr lang="ko-KR" altLang="en-US" dirty="0"/>
              <a:t>최단거리 확정시 목적지</a:t>
            </a:r>
            <a:r>
              <a:rPr lang="en-US" altLang="ko-KR" dirty="0"/>
              <a:t> → </a:t>
            </a:r>
            <a:r>
              <a:rPr lang="ko-KR" altLang="en-US" dirty="0" err="1"/>
              <a:t>부모노드로</a:t>
            </a:r>
            <a:r>
              <a:rPr lang="ko-KR" altLang="en-US" dirty="0"/>
              <a:t> </a:t>
            </a:r>
            <a:r>
              <a:rPr lang="ko-KR" altLang="en-US" dirty="0" err="1"/>
              <a:t>역추적</a:t>
            </a:r>
            <a:r>
              <a:rPr lang="en-US" altLang="ko-KR" dirty="0"/>
              <a:t>, </a:t>
            </a:r>
            <a:r>
              <a:rPr lang="ko-KR" altLang="en-US" dirty="0"/>
              <a:t>노드까지의 최단 경로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577466-5FAB-61BE-6EB5-D5A7B3B1F6B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3242383-3C41-87D2-B326-DD3E1A182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835" y="2992602"/>
            <a:ext cx="2893540" cy="134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8930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25458</TotalTime>
  <Words>1721</Words>
  <Application>Microsoft Office PowerPoint</Application>
  <PresentationFormat>A4 용지(210x297mm)</PresentationFormat>
  <Paragraphs>99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Wingdings</vt:lpstr>
      <vt:lpstr>디자인 사용자 지정</vt:lpstr>
      <vt:lpstr>트리</vt:lpstr>
      <vt:lpstr>트리(계속)</vt:lpstr>
      <vt:lpstr>Binary search Tree</vt:lpstr>
      <vt:lpstr>BST(계속) / Hash</vt:lpstr>
      <vt:lpstr>Graph</vt:lpstr>
      <vt:lpstr>그래프(계속)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571</cp:revision>
  <dcterms:created xsi:type="dcterms:W3CDTF">2021-05-24T07:27:04Z</dcterms:created>
  <dcterms:modified xsi:type="dcterms:W3CDTF">2025-06-12T03:04:54Z</dcterms:modified>
</cp:coreProperties>
</file>