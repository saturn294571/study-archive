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5CD1C-E226-44A5-9100-47ED0EB8F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668E59-F81D-4769-A8A6-F28669D60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9E8D1E-C023-466F-A88F-56F10EB4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D40B96-08DE-4A7A-B73B-E3903FDBF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6C3A53-375A-460B-9910-EE6F27701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22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1D164-3241-4AF2-89DA-3AFFBBAF7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36247-6D24-4240-8A84-309D149A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D60316-99CB-4C71-BC70-13861854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AC467-C47D-4658-8129-9A9E8B5D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16BF6C-2176-4154-805B-C243548C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86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DA3CA-D98F-4936-A01B-B9F1CC06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9E816E-35D9-437F-8DC9-70F5CAE23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37D662-CDD6-453D-BCF6-AF999486F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3AAF9-BB5F-4DF3-9D9F-E8D29F75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91BCF3-54C6-471C-8AD1-167CE59C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9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44AE1-B644-4AA4-BE4F-A5B38839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F9B71-2EC1-4061-B939-D60838313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DB08E9-C5B8-436E-90F2-AD39BE0CF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CE8933-22A7-4C96-BFAD-C0EDED9E4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BD6648-7EA6-4807-B764-F04091D2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E8550D-10F5-4A2C-90BE-583F7EC1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07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ACAA9-FA7F-4236-AC6C-9C5A05EF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9D57B-8CF9-4F52-A595-A476806E8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787E63-3E31-4133-8C90-B96477829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866C91D-9CB1-4D82-9807-0C9D65377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5CC4F7-3DD9-4941-98D6-4DE97B5A7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42607B-0A9F-4720-8E03-ED3F58A8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886158-BBA7-46D8-9E49-83CA07455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379973-4A7B-4017-912D-B2D3C28D4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8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7BCD1-087C-408E-AE40-1797ED8BA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95A165-4D2B-4744-BF86-C9BC0622C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68E49B6-4E13-44BA-91B1-193449F7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3D1DD2-8E80-4241-B1BA-3FB23ED4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23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2F22763-D027-4093-BCE6-FF1C9E57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7DD8698-92D5-4789-9621-5A1C9C719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757DE-ED49-4849-B8A7-DB5D36C5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03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6E6BE-55FC-4EE4-85A1-B5093EBA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0E2216-9097-4B96-BEB4-42BB78CAF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40C1C2-7696-4617-9B12-4556F27F2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345EC1-CD0E-4434-911E-3BC8541BB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53F32F-C1D5-4293-8326-956537BED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D2A763-ED2D-43D1-A87C-C388F0591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11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DC566-30D2-4587-A0A5-48851BCA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783711A-F93F-45F0-9072-5E59563E0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DC6C21-C485-4881-8471-F4DCAAE86D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FBE364-CDCD-41DD-BC82-4A411336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68330D-571D-4A61-AA10-FC795790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803F5A-F0C1-41F7-8944-BE8E2B433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21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66027-82BA-4911-A627-958A2F31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844326-2C20-4B0E-AC40-9DE5C07D1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F2773-F000-469F-867A-1E7039193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2DA821-F6FA-4F0A-AE58-795BFBBFA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3E4011-B116-4B86-95EA-F0F50C65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740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B39B66-504D-488E-B300-B0336AA82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4F909C-E218-479A-BF2E-F5B6417A7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0417B0-AF3D-443A-92BD-3DECD852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CFE7AE-6DEC-4372-9B03-94D9EDE0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A431-CEED-4179-9243-CB0D13576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732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4B3E67-C78F-4EFD-944F-CFF0722E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C3DFC-9480-49C4-B207-7CA1DDB4E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35C565-231E-4FD1-AB61-C6FC5E8D0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1773-3B86-4DCF-84DB-F042B5FB9FBF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030F0D-481F-4ED1-8D03-046ED4C2AB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B2E9D-2B4E-4BCB-A6A4-73F3DC72F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1A139-E018-48D7-82D1-53F9800ACB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883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EB9A23B7-8E3C-4F29-99DE-41CB5575BB36}"/>
              </a:ext>
            </a:extLst>
          </p:cNvPr>
          <p:cNvSpPr/>
          <p:nvPr/>
        </p:nvSpPr>
        <p:spPr>
          <a:xfrm>
            <a:off x="4666696" y="541538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C3A9A4D-54C3-4818-922A-F78FB4A0768A}"/>
              </a:ext>
            </a:extLst>
          </p:cNvPr>
          <p:cNvSpPr/>
          <p:nvPr/>
        </p:nvSpPr>
        <p:spPr>
          <a:xfrm>
            <a:off x="3082031" y="1337569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838293C-47A3-4D06-977F-A1E4307373B0}"/>
              </a:ext>
            </a:extLst>
          </p:cNvPr>
          <p:cNvSpPr/>
          <p:nvPr/>
        </p:nvSpPr>
        <p:spPr>
          <a:xfrm>
            <a:off x="6288349" y="1343487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CA32E4E-AAD3-414E-BAD1-145AC5A7B5EB}"/>
              </a:ext>
            </a:extLst>
          </p:cNvPr>
          <p:cNvSpPr/>
          <p:nvPr/>
        </p:nvSpPr>
        <p:spPr>
          <a:xfrm>
            <a:off x="2062584" y="2209060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22FDE9D-202B-4D8A-B394-E1B8E52B2C2F}"/>
              </a:ext>
            </a:extLst>
          </p:cNvPr>
          <p:cNvSpPr/>
          <p:nvPr/>
        </p:nvSpPr>
        <p:spPr>
          <a:xfrm>
            <a:off x="4114800" y="2209060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AFC2D45-FA65-4D3C-B9E9-9A4B592107EF}"/>
              </a:ext>
            </a:extLst>
          </p:cNvPr>
          <p:cNvSpPr/>
          <p:nvPr/>
        </p:nvSpPr>
        <p:spPr>
          <a:xfrm>
            <a:off x="1086041" y="3015451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H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D3DBBC9-BB45-4297-A38A-A6BD8813E8E4}"/>
              </a:ext>
            </a:extLst>
          </p:cNvPr>
          <p:cNvSpPr/>
          <p:nvPr/>
        </p:nvSpPr>
        <p:spPr>
          <a:xfrm>
            <a:off x="3138257" y="3015451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5EAC722-A38D-43AA-B16A-0E30A5979F14}"/>
              </a:ext>
            </a:extLst>
          </p:cNvPr>
          <p:cNvSpPr/>
          <p:nvPr/>
        </p:nvSpPr>
        <p:spPr>
          <a:xfrm>
            <a:off x="4941904" y="3015451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54B67C4-7A4D-42B0-89BB-535D18A94D3E}"/>
              </a:ext>
            </a:extLst>
          </p:cNvPr>
          <p:cNvSpPr/>
          <p:nvPr/>
        </p:nvSpPr>
        <p:spPr>
          <a:xfrm>
            <a:off x="5394665" y="2209060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858F04D-9B74-4DCE-A52B-05FCB570C26E}"/>
              </a:ext>
            </a:extLst>
          </p:cNvPr>
          <p:cNvSpPr/>
          <p:nvPr/>
        </p:nvSpPr>
        <p:spPr>
          <a:xfrm>
            <a:off x="7198312" y="2209060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1DDD0B1-3D80-4B0F-9B8C-494327D80D85}"/>
              </a:ext>
            </a:extLst>
          </p:cNvPr>
          <p:cNvSpPr/>
          <p:nvPr/>
        </p:nvSpPr>
        <p:spPr>
          <a:xfrm>
            <a:off x="7989904" y="3015451"/>
            <a:ext cx="550416" cy="5237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</a:t>
            </a:r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5688618-E629-43C4-88C8-E330931DE930}"/>
              </a:ext>
            </a:extLst>
          </p:cNvPr>
          <p:cNvCxnSpPr>
            <a:cxnSpLocks/>
            <a:stCxn id="4" idx="3"/>
            <a:endCxn id="5" idx="6"/>
          </p:cNvCxnSpPr>
          <p:nvPr/>
        </p:nvCxnSpPr>
        <p:spPr>
          <a:xfrm flipH="1">
            <a:off x="3632447" y="988614"/>
            <a:ext cx="1114856" cy="610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10DD33-ADD3-4390-A60C-5F93F9891226}"/>
              </a:ext>
            </a:extLst>
          </p:cNvPr>
          <p:cNvCxnSpPr>
            <a:stCxn id="4" idx="5"/>
            <a:endCxn id="6" idx="1"/>
          </p:cNvCxnSpPr>
          <p:nvPr/>
        </p:nvCxnSpPr>
        <p:spPr>
          <a:xfrm>
            <a:off x="5136505" y="988614"/>
            <a:ext cx="1232451" cy="431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C65ABA68-58EE-47CB-817D-65B81820A953}"/>
              </a:ext>
            </a:extLst>
          </p:cNvPr>
          <p:cNvCxnSpPr>
            <a:cxnSpLocks/>
            <a:stCxn id="5" idx="3"/>
            <a:endCxn id="7" idx="7"/>
          </p:cNvCxnSpPr>
          <p:nvPr/>
        </p:nvCxnSpPr>
        <p:spPr>
          <a:xfrm flipH="1">
            <a:off x="2532393" y="1784645"/>
            <a:ext cx="630245" cy="501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8281224-49E2-49E5-99B6-CD2E9C9F3BBC}"/>
              </a:ext>
            </a:extLst>
          </p:cNvPr>
          <p:cNvCxnSpPr>
            <a:stCxn id="7" idx="3"/>
            <a:endCxn id="9" idx="7"/>
          </p:cNvCxnSpPr>
          <p:nvPr/>
        </p:nvCxnSpPr>
        <p:spPr>
          <a:xfrm flipH="1">
            <a:off x="1555850" y="2656136"/>
            <a:ext cx="587341" cy="436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5AEA5CF4-2845-4EB3-A149-3A5A09A2EF19}"/>
              </a:ext>
            </a:extLst>
          </p:cNvPr>
          <p:cNvCxnSpPr>
            <a:stCxn id="5" idx="5"/>
            <a:endCxn id="8" idx="1"/>
          </p:cNvCxnSpPr>
          <p:nvPr/>
        </p:nvCxnSpPr>
        <p:spPr>
          <a:xfrm>
            <a:off x="3551840" y="1784645"/>
            <a:ext cx="643567" cy="501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E97E193-E23C-4268-BA3A-B4ED3E5FBDBB}"/>
              </a:ext>
            </a:extLst>
          </p:cNvPr>
          <p:cNvCxnSpPr>
            <a:stCxn id="8" idx="3"/>
            <a:endCxn id="10" idx="7"/>
          </p:cNvCxnSpPr>
          <p:nvPr/>
        </p:nvCxnSpPr>
        <p:spPr>
          <a:xfrm flipH="1">
            <a:off x="3608066" y="2656136"/>
            <a:ext cx="587341" cy="436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5D61C92-1DDC-4910-843B-B4F2DBD0FF3C}"/>
              </a:ext>
            </a:extLst>
          </p:cNvPr>
          <p:cNvCxnSpPr>
            <a:stCxn id="8" idx="5"/>
            <a:endCxn id="11" idx="1"/>
          </p:cNvCxnSpPr>
          <p:nvPr/>
        </p:nvCxnSpPr>
        <p:spPr>
          <a:xfrm>
            <a:off x="4584609" y="2656136"/>
            <a:ext cx="437902" cy="436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AC9EA85-C81E-4D31-84AB-627571161375}"/>
              </a:ext>
            </a:extLst>
          </p:cNvPr>
          <p:cNvCxnSpPr>
            <a:stCxn id="6" idx="3"/>
            <a:endCxn id="12" idx="7"/>
          </p:cNvCxnSpPr>
          <p:nvPr/>
        </p:nvCxnSpPr>
        <p:spPr>
          <a:xfrm flipH="1">
            <a:off x="5864474" y="1790563"/>
            <a:ext cx="504482" cy="495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B1D68D7-A3B1-49FD-95AC-594ADA0AC203}"/>
              </a:ext>
            </a:extLst>
          </p:cNvPr>
          <p:cNvCxnSpPr>
            <a:stCxn id="6" idx="5"/>
            <a:endCxn id="13" idx="1"/>
          </p:cNvCxnSpPr>
          <p:nvPr/>
        </p:nvCxnSpPr>
        <p:spPr>
          <a:xfrm>
            <a:off x="6758158" y="1790563"/>
            <a:ext cx="520761" cy="495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6DB92EF-51D6-4BD8-84CB-32E361F8BF6E}"/>
              </a:ext>
            </a:extLst>
          </p:cNvPr>
          <p:cNvCxnSpPr>
            <a:cxnSpLocks/>
            <a:stCxn id="13" idx="5"/>
            <a:endCxn id="14" idx="1"/>
          </p:cNvCxnSpPr>
          <p:nvPr/>
        </p:nvCxnSpPr>
        <p:spPr>
          <a:xfrm>
            <a:off x="7668121" y="2656136"/>
            <a:ext cx="402390" cy="436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9BB56F-84D1-4FA0-B13D-9BF4A2A28C3F}"/>
              </a:ext>
            </a:extLst>
          </p:cNvPr>
          <p:cNvSpPr/>
          <p:nvPr/>
        </p:nvSpPr>
        <p:spPr>
          <a:xfrm>
            <a:off x="9339309" y="870012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184B62B-940D-4D69-9E0E-0ECB4B16F1D1}"/>
              </a:ext>
            </a:extLst>
          </p:cNvPr>
          <p:cNvSpPr/>
          <p:nvPr/>
        </p:nvSpPr>
        <p:spPr>
          <a:xfrm>
            <a:off x="9339309" y="1599693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835FDA4-D7EB-4218-B2AB-41D3AFB83DDF}"/>
              </a:ext>
            </a:extLst>
          </p:cNvPr>
          <p:cNvSpPr/>
          <p:nvPr/>
        </p:nvSpPr>
        <p:spPr>
          <a:xfrm>
            <a:off x="9340789" y="2327430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3E11DDB-EF0A-462D-A2BE-6255F30E44A1}"/>
              </a:ext>
            </a:extLst>
          </p:cNvPr>
          <p:cNvSpPr/>
          <p:nvPr/>
        </p:nvSpPr>
        <p:spPr>
          <a:xfrm>
            <a:off x="9340789" y="3057111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33D23A0-218D-4D88-BC1A-200F0A7DE746}"/>
              </a:ext>
            </a:extLst>
          </p:cNvPr>
          <p:cNvSpPr/>
          <p:nvPr/>
        </p:nvSpPr>
        <p:spPr>
          <a:xfrm>
            <a:off x="9340789" y="3792245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A7C146D-2295-4A67-B8E0-555539F971A7}"/>
              </a:ext>
            </a:extLst>
          </p:cNvPr>
          <p:cNvSpPr/>
          <p:nvPr/>
        </p:nvSpPr>
        <p:spPr>
          <a:xfrm>
            <a:off x="9340789" y="4521926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DEF033-BFDC-480C-B18A-BF26272B589A}"/>
              </a:ext>
            </a:extLst>
          </p:cNvPr>
          <p:cNvSpPr/>
          <p:nvPr/>
        </p:nvSpPr>
        <p:spPr>
          <a:xfrm>
            <a:off x="9342269" y="5258541"/>
            <a:ext cx="1873188" cy="7294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3B24A8-FD60-4E10-94FF-CC7F0607CCBB}"/>
              </a:ext>
            </a:extLst>
          </p:cNvPr>
          <p:cNvSpPr txBox="1"/>
          <p:nvPr/>
        </p:nvSpPr>
        <p:spPr>
          <a:xfrm>
            <a:off x="970558" y="4387569"/>
            <a:ext cx="52760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preOrder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A-&gt;B-&gt;D-&gt;H-&gt;E-&gt;I-&gt;J-&gt;C-&gt;F-&gt;G-&gt;K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D8781-4055-46BF-AA2F-97F2C4D7CB82}"/>
              </a:ext>
            </a:extLst>
          </p:cNvPr>
          <p:cNvSpPr txBox="1"/>
          <p:nvPr/>
        </p:nvSpPr>
        <p:spPr>
          <a:xfrm>
            <a:off x="970558" y="5009294"/>
            <a:ext cx="5288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inOrder</a:t>
            </a:r>
            <a:r>
              <a:rPr lang="en-US" altLang="ko-KR" dirty="0"/>
              <a:t>:   H-&gt;D-&gt;B-&gt;I-&gt;E-&gt;J-&gt;A-&gt;F-&gt;C-&gt;G-&gt;K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C92BED6-1694-4B61-933A-E88C4647957D}"/>
              </a:ext>
            </a:extLst>
          </p:cNvPr>
          <p:cNvSpPr txBox="1"/>
          <p:nvPr/>
        </p:nvSpPr>
        <p:spPr>
          <a:xfrm>
            <a:off x="875090" y="5647656"/>
            <a:ext cx="53915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/>
              <a:t>postOrder</a:t>
            </a:r>
            <a:r>
              <a:rPr lang="en-US" altLang="ko-KR" dirty="0"/>
              <a:t>: H-&gt;D-&gt;I-&gt;J-&gt;E-&gt;B-&gt;F-&gt;K-&gt;G-&gt;C-&gt;A</a:t>
            </a:r>
          </a:p>
        </p:txBody>
      </p:sp>
    </p:spTree>
    <p:extLst>
      <p:ext uri="{BB962C8B-B14F-4D97-AF65-F5344CB8AC3E}">
        <p14:creationId xmlns:p14="http://schemas.microsoft.com/office/powerpoint/2010/main" val="4140953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80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승환 김</dc:creator>
  <cp:lastModifiedBy>승환 김</cp:lastModifiedBy>
  <cp:revision>6</cp:revision>
  <dcterms:created xsi:type="dcterms:W3CDTF">2019-04-15T01:28:07Z</dcterms:created>
  <dcterms:modified xsi:type="dcterms:W3CDTF">2019-04-15T03:12:38Z</dcterms:modified>
</cp:coreProperties>
</file>