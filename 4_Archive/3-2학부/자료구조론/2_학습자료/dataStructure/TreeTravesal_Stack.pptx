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666696" y="541538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082031" y="1337569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288349" y="1343487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062584" y="2209060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114800" y="2209060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086041" y="3015451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138257" y="3015451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941904" y="3015451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J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394665" y="2209060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7198312" y="2209060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G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989904" y="3015451"/>
            <a:ext cx="550416" cy="523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K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5" name="Google Shape;95;p13"/>
          <p:cNvCxnSpPr>
            <a:stCxn id="84" idx="3"/>
            <a:endCxn id="85" idx="6"/>
          </p:cNvCxnSpPr>
          <p:nvPr/>
        </p:nvCxnSpPr>
        <p:spPr>
          <a:xfrm flipH="1">
            <a:off x="3632503" y="988614"/>
            <a:ext cx="1114800" cy="61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3"/>
          <p:cNvCxnSpPr>
            <a:stCxn id="84" idx="5"/>
            <a:endCxn id="86" idx="1"/>
          </p:cNvCxnSpPr>
          <p:nvPr/>
        </p:nvCxnSpPr>
        <p:spPr>
          <a:xfrm>
            <a:off x="5136506" y="988614"/>
            <a:ext cx="1232400" cy="43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3"/>
          <p:cNvCxnSpPr>
            <a:stCxn id="85" idx="3"/>
            <a:endCxn id="87" idx="7"/>
          </p:cNvCxnSpPr>
          <p:nvPr/>
        </p:nvCxnSpPr>
        <p:spPr>
          <a:xfrm flipH="1">
            <a:off x="2532338" y="1784645"/>
            <a:ext cx="630300" cy="501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3"/>
          <p:cNvCxnSpPr>
            <a:stCxn id="87" idx="3"/>
            <a:endCxn id="89" idx="7"/>
          </p:cNvCxnSpPr>
          <p:nvPr/>
        </p:nvCxnSpPr>
        <p:spPr>
          <a:xfrm flipH="1">
            <a:off x="1555791" y="2656136"/>
            <a:ext cx="587400" cy="43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85" idx="5"/>
            <a:endCxn id="88" idx="1"/>
          </p:cNvCxnSpPr>
          <p:nvPr/>
        </p:nvCxnSpPr>
        <p:spPr>
          <a:xfrm>
            <a:off x="3551840" y="1784645"/>
            <a:ext cx="643500" cy="501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" name="Google Shape;100;p13"/>
          <p:cNvCxnSpPr>
            <a:stCxn id="88" idx="3"/>
            <a:endCxn id="90" idx="7"/>
          </p:cNvCxnSpPr>
          <p:nvPr/>
        </p:nvCxnSpPr>
        <p:spPr>
          <a:xfrm flipH="1">
            <a:off x="3608007" y="2656136"/>
            <a:ext cx="587400" cy="43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13"/>
          <p:cNvCxnSpPr>
            <a:stCxn id="88" idx="5"/>
            <a:endCxn id="91" idx="1"/>
          </p:cNvCxnSpPr>
          <p:nvPr/>
        </p:nvCxnSpPr>
        <p:spPr>
          <a:xfrm>
            <a:off x="4584609" y="2656136"/>
            <a:ext cx="438000" cy="43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86" idx="3"/>
            <a:endCxn id="92" idx="7"/>
          </p:cNvCxnSpPr>
          <p:nvPr/>
        </p:nvCxnSpPr>
        <p:spPr>
          <a:xfrm flipH="1">
            <a:off x="5864355" y="1790563"/>
            <a:ext cx="504600" cy="495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3"/>
          <p:cNvCxnSpPr>
            <a:stCxn id="86" idx="5"/>
            <a:endCxn id="93" idx="1"/>
          </p:cNvCxnSpPr>
          <p:nvPr/>
        </p:nvCxnSpPr>
        <p:spPr>
          <a:xfrm>
            <a:off x="6758158" y="1790563"/>
            <a:ext cx="520800" cy="495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3"/>
          <p:cNvCxnSpPr>
            <a:stCxn id="93" idx="5"/>
            <a:endCxn id="94" idx="1"/>
          </p:cNvCxnSpPr>
          <p:nvPr/>
        </p:nvCxnSpPr>
        <p:spPr>
          <a:xfrm>
            <a:off x="7668121" y="2656136"/>
            <a:ext cx="402300" cy="43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/>
          <p:nvPr/>
        </p:nvSpPr>
        <p:spPr>
          <a:xfrm>
            <a:off x="9339309" y="870012"/>
            <a:ext cx="1873188" cy="7294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9339309" y="1599693"/>
            <a:ext cx="1873188" cy="7294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9340789" y="2327430"/>
            <a:ext cx="1873188" cy="7294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9340789" y="3057111"/>
            <a:ext cx="1873188" cy="7294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9340789" y="3792245"/>
            <a:ext cx="1873188" cy="7294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9340789" y="4521926"/>
            <a:ext cx="1873188" cy="7294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9342269" y="5258541"/>
            <a:ext cx="1873188" cy="7294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970558" y="4387569"/>
            <a:ext cx="527606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preOrder: A-&gt;B-&gt;D-&gt;H-&gt;E-&gt;I-&gt;J-&gt;C-&gt;F-&gt;G-&gt;K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970558" y="5009294"/>
            <a:ext cx="5288948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inOrder:   H-&gt;D-&gt;B-&gt;I-&gt;E-&gt;J-&gt;A-&gt;F-&gt;C-&gt;G-&gt;K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875090" y="5647656"/>
            <a:ext cx="5391541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postOrder: H-&gt;D-&gt;I-&gt;J-&gt;E-&gt;B-&gt;F-&gt;K-&gt;G-&gt;C-&gt;A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