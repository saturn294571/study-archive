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91" r:id="rId2"/>
    <p:sldId id="292" r:id="rId3"/>
    <p:sldId id="293" r:id="rId4"/>
    <p:sldId id="294" r:id="rId5"/>
    <p:sldId id="284" r:id="rId6"/>
    <p:sldId id="285" r:id="rId7"/>
    <p:sldId id="287" r:id="rId8"/>
    <p:sldId id="288" r:id="rId9"/>
    <p:sldId id="289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3" autoAdjust="0"/>
    <p:restoredTop sz="96234" autoAdjust="0"/>
  </p:normalViewPr>
  <p:slideViewPr>
    <p:cSldViewPr>
      <p:cViewPr varScale="1">
        <p:scale>
          <a:sx n="76" d="100"/>
          <a:sy n="76" d="100"/>
        </p:scale>
        <p:origin x="67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23.jp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CDBA8E6-1E0D-FC0A-8B89-1346097D6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C78F002-4CF0-7388-4B5D-BC679A39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62242D-4337-32A2-24BC-5F220DC811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79DBB12-C5E3-7363-1A91-9842C0D46E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멀티프로세싱</a:t>
            </a:r>
            <a:r>
              <a:rPr lang="en-US" altLang="ko-KR" dirty="0"/>
              <a:t>/</a:t>
            </a:r>
            <a:r>
              <a:rPr lang="ko-KR" altLang="en-US" dirty="0"/>
              <a:t>멀티 프로그래밍</a:t>
            </a:r>
            <a:endParaRPr lang="en-US" altLang="ko-KR" dirty="0"/>
          </a:p>
          <a:p>
            <a:pPr lvl="1"/>
            <a:r>
              <a:rPr lang="ko-KR" altLang="en-US" dirty="0"/>
              <a:t>멀티프로세서 </a:t>
            </a:r>
            <a:r>
              <a:rPr lang="en-US" altLang="ko-KR" dirty="0"/>
              <a:t>: </a:t>
            </a:r>
            <a:r>
              <a:rPr lang="ko-KR" altLang="en-US" dirty="0"/>
              <a:t>여러 프로세서</a:t>
            </a:r>
            <a:r>
              <a:rPr lang="en-US" altLang="ko-KR" dirty="0"/>
              <a:t>(CPU </a:t>
            </a:r>
            <a:r>
              <a:rPr lang="ko-KR" altLang="en-US" dirty="0"/>
              <a:t>코어</a:t>
            </a:r>
            <a:r>
              <a:rPr lang="en-US" altLang="ko-KR" dirty="0"/>
              <a:t>)</a:t>
            </a:r>
            <a:r>
              <a:rPr lang="ko-KR" altLang="en-US" dirty="0"/>
              <a:t>가진 시스템</a:t>
            </a:r>
            <a:r>
              <a:rPr lang="en-US" altLang="ko-KR" dirty="0"/>
              <a:t>, </a:t>
            </a:r>
            <a:r>
              <a:rPr lang="ko-KR" altLang="en-US" dirty="0"/>
              <a:t>코어들이 작업 나눠 수행 </a:t>
            </a:r>
            <a:r>
              <a:rPr lang="en-US" altLang="ko-KR" dirty="0"/>
              <a:t>= </a:t>
            </a:r>
            <a:r>
              <a:rPr lang="ko-KR" altLang="en-US" dirty="0" err="1"/>
              <a:t>멀티프로세싱</a:t>
            </a:r>
            <a:r>
              <a:rPr lang="en-US" altLang="ko-KR" dirty="0"/>
              <a:t> ; </a:t>
            </a:r>
            <a:r>
              <a:rPr lang="ko-KR" altLang="en-US" dirty="0"/>
              <a:t>멀티프로그래밍 </a:t>
            </a:r>
            <a:r>
              <a:rPr lang="en-US" altLang="ko-KR" dirty="0"/>
              <a:t>: 1</a:t>
            </a:r>
            <a:r>
              <a:rPr lang="ko-KR" altLang="en-US" dirty="0"/>
              <a:t>개의 프로세서 </a:t>
            </a:r>
            <a:r>
              <a:rPr lang="en-US" altLang="ko-KR" dirty="0"/>
              <a:t>-&gt; </a:t>
            </a:r>
            <a:r>
              <a:rPr lang="ko-KR" altLang="en-US" dirty="0"/>
              <a:t>여러 프로그램이 시간을 나눠 사용</a:t>
            </a:r>
            <a:endParaRPr lang="en-US" altLang="ko-KR" dirty="0"/>
          </a:p>
          <a:p>
            <a:pPr lvl="2"/>
            <a:r>
              <a:rPr lang="ko-KR" altLang="en-US" dirty="0"/>
              <a:t>배치작업</a:t>
            </a:r>
            <a:r>
              <a:rPr lang="en-US" altLang="ko-KR" dirty="0"/>
              <a:t>(batch processing) : </a:t>
            </a:r>
            <a:r>
              <a:rPr lang="ko-KR" altLang="en-US" dirty="0"/>
              <a:t>한</a:t>
            </a:r>
            <a:r>
              <a:rPr lang="en-US" altLang="ko-KR" dirty="0"/>
              <a:t> PS</a:t>
            </a:r>
            <a:r>
              <a:rPr lang="ko-KR" altLang="en-US" dirty="0"/>
              <a:t>가 종료 기다림 </a:t>
            </a:r>
            <a:r>
              <a:rPr lang="en-US" altLang="ko-KR" dirty="0"/>
              <a:t>-&gt; </a:t>
            </a:r>
            <a:r>
              <a:rPr lang="ko-KR" altLang="en-US" dirty="0"/>
              <a:t>다음 </a:t>
            </a:r>
            <a:r>
              <a:rPr lang="en-US" altLang="ko-KR" dirty="0"/>
              <a:t>PS </a:t>
            </a:r>
            <a:r>
              <a:rPr lang="ko-KR" altLang="en-US" dirty="0"/>
              <a:t>수행</a:t>
            </a:r>
            <a:br>
              <a:rPr lang="en-US" altLang="ko-KR" dirty="0"/>
            </a:br>
            <a:r>
              <a:rPr lang="ko-KR" altLang="en-US" dirty="0"/>
              <a:t>시분할</a:t>
            </a:r>
            <a:r>
              <a:rPr lang="en-US" altLang="ko-KR" dirty="0"/>
              <a:t>(Time-sharing) : </a:t>
            </a:r>
            <a:r>
              <a:rPr lang="ko-KR" altLang="en-US" dirty="0"/>
              <a:t>각</a:t>
            </a:r>
            <a:r>
              <a:rPr lang="en-US" altLang="ko-KR" dirty="0"/>
              <a:t> PS</a:t>
            </a:r>
            <a:r>
              <a:rPr lang="ko-KR" altLang="en-US" dirty="0"/>
              <a:t>가 일정 시간 할당</a:t>
            </a:r>
            <a:r>
              <a:rPr lang="en-US" altLang="ko-KR" dirty="0"/>
              <a:t>. </a:t>
            </a:r>
            <a:r>
              <a:rPr lang="ko-KR" altLang="en-US" dirty="0"/>
              <a:t>시간</a:t>
            </a:r>
            <a:r>
              <a:rPr lang="en-US" altLang="ko-KR" dirty="0"/>
              <a:t>X? -&gt; </a:t>
            </a:r>
            <a:r>
              <a:rPr lang="ko-KR" altLang="en-US" dirty="0"/>
              <a:t>다음 </a:t>
            </a:r>
            <a:r>
              <a:rPr lang="en-US" altLang="ko-KR" dirty="0"/>
              <a:t>PS</a:t>
            </a:r>
          </a:p>
          <a:p>
            <a:r>
              <a:rPr lang="ko-KR" altLang="en-US" dirty="0"/>
              <a:t>프로세서</a:t>
            </a:r>
            <a:r>
              <a:rPr lang="en-US" altLang="ko-KR" dirty="0"/>
              <a:t>(CPU), </a:t>
            </a:r>
            <a:r>
              <a:rPr lang="ko-KR" altLang="en-US" dirty="0"/>
              <a:t>프로세스</a:t>
            </a:r>
            <a:endParaRPr lang="en-US" altLang="ko-KR" dirty="0"/>
          </a:p>
          <a:p>
            <a:pPr lvl="1"/>
            <a:r>
              <a:rPr lang="ko-KR" altLang="en-US" dirty="0"/>
              <a:t>프로세서 </a:t>
            </a:r>
            <a:r>
              <a:rPr lang="en-US" altLang="ko-KR" dirty="0"/>
              <a:t>: </a:t>
            </a:r>
            <a:r>
              <a:rPr lang="ko-KR" altLang="en-US" dirty="0"/>
              <a:t>실제로 프로그램이 실행되는 </a:t>
            </a:r>
            <a:r>
              <a:rPr lang="en-US" altLang="ko-KR" dirty="0"/>
              <a:t>HW</a:t>
            </a:r>
            <a:r>
              <a:rPr lang="ko-KR" altLang="en-US" dirty="0"/>
              <a:t>장치</a:t>
            </a:r>
            <a:r>
              <a:rPr lang="en-US" altLang="ko-KR" dirty="0"/>
              <a:t>; MEM-&gt;CPU</a:t>
            </a:r>
            <a:r>
              <a:rPr lang="ko-KR" altLang="en-US" dirty="0"/>
              <a:t>여만 실행 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/>
              <a:t>프로세스</a:t>
            </a:r>
            <a:r>
              <a:rPr lang="en-US" altLang="ko-KR" dirty="0"/>
              <a:t> : HDD-&gt;MEM</a:t>
            </a:r>
            <a:r>
              <a:rPr lang="ko-KR" altLang="en-US" dirty="0"/>
              <a:t>으로 프로그램 올라와 실행</a:t>
            </a:r>
            <a:r>
              <a:rPr lang="en-US" altLang="ko-KR" dirty="0"/>
              <a:t>O</a:t>
            </a:r>
            <a:r>
              <a:rPr lang="ko-KR" altLang="en-US" dirty="0"/>
              <a:t>상태</a:t>
            </a:r>
            <a:r>
              <a:rPr lang="en-US" altLang="ko-KR" dirty="0"/>
              <a:t>. CPU</a:t>
            </a:r>
            <a:r>
              <a:rPr lang="ko-KR" altLang="en-US" dirty="0"/>
              <a:t>는 </a:t>
            </a:r>
            <a:r>
              <a:rPr lang="en-US" altLang="ko-KR" dirty="0"/>
              <a:t>PS</a:t>
            </a:r>
            <a:r>
              <a:rPr lang="ko-KR" altLang="en-US" dirty="0"/>
              <a:t>중 </a:t>
            </a:r>
            <a:r>
              <a:rPr lang="en-US" altLang="ko-KR" dirty="0"/>
              <a:t>1</a:t>
            </a:r>
            <a:r>
              <a:rPr lang="ko-KR" altLang="en-US" dirty="0"/>
              <a:t>개만 처리</a:t>
            </a:r>
            <a:r>
              <a:rPr lang="en-US" altLang="ko-KR" dirty="0"/>
              <a:t>O</a:t>
            </a:r>
          </a:p>
          <a:p>
            <a:pPr lvl="2"/>
            <a:r>
              <a:rPr lang="ko-KR" altLang="en-US" dirty="0"/>
              <a:t>프로세스 리스트 </a:t>
            </a:r>
            <a:r>
              <a:rPr lang="en-US" altLang="ko-KR" dirty="0"/>
              <a:t>: OS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링크드</a:t>
            </a:r>
            <a:r>
              <a:rPr lang="ko-KR" altLang="en-US" dirty="0"/>
              <a:t> 리스트로 </a:t>
            </a:r>
            <a:r>
              <a:rPr lang="en-US" altLang="ko-KR" dirty="0"/>
              <a:t>PS </a:t>
            </a:r>
            <a:r>
              <a:rPr lang="ko-KR" altLang="en-US" dirty="0"/>
              <a:t>목록 작성</a:t>
            </a:r>
            <a:r>
              <a:rPr lang="en-US" altLang="ko-KR" dirty="0"/>
              <a:t>; </a:t>
            </a:r>
          </a:p>
          <a:p>
            <a:pPr lvl="2"/>
            <a:r>
              <a:rPr lang="ko-KR" altLang="en-US" dirty="0"/>
              <a:t>프로세스 구성 요소 </a:t>
            </a:r>
            <a:r>
              <a:rPr lang="en-US" altLang="ko-KR" dirty="0"/>
              <a:t> : 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프로그램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  <a:r>
              <a:rPr lang="en-US" altLang="ko-KR" dirty="0"/>
              <a:t> </a:t>
            </a:r>
            <a:r>
              <a:rPr lang="ko-KR" altLang="en-US" dirty="0"/>
              <a:t>영역 </a:t>
            </a:r>
            <a:r>
              <a:rPr lang="en-US" altLang="ko-KR" dirty="0"/>
              <a:t>: </a:t>
            </a:r>
            <a:r>
              <a:rPr lang="ko-KR" altLang="en-US" dirty="0"/>
              <a:t>작성한 실제 프로그램 코드가 위치</a:t>
            </a:r>
            <a:r>
              <a:rPr lang="en-US" altLang="ko-KR" dirty="0"/>
              <a:t>; 2) </a:t>
            </a:r>
            <a:r>
              <a:rPr lang="ko-KR" altLang="en-US" dirty="0"/>
              <a:t>데이터 영역 </a:t>
            </a:r>
            <a:r>
              <a:rPr lang="en-US" altLang="ko-KR" dirty="0"/>
              <a:t>: </a:t>
            </a:r>
            <a:r>
              <a:rPr lang="ko-KR" altLang="en-US" dirty="0"/>
              <a:t>프로그램 수행에 필요한 데이터</a:t>
            </a:r>
            <a:r>
              <a:rPr lang="en-US" altLang="ko-KR" dirty="0"/>
              <a:t> 3) </a:t>
            </a:r>
            <a:r>
              <a:rPr lang="ko-KR" altLang="en-US" dirty="0"/>
              <a:t>스택 영역 </a:t>
            </a:r>
            <a:r>
              <a:rPr lang="en-US" altLang="ko-KR" dirty="0"/>
              <a:t>: </a:t>
            </a:r>
            <a:r>
              <a:rPr lang="ko-KR" altLang="en-US" dirty="0"/>
              <a:t>함수호출시 반환</a:t>
            </a:r>
            <a:r>
              <a:rPr lang="en-US" altLang="ko-KR" dirty="0"/>
              <a:t>, </a:t>
            </a:r>
            <a:r>
              <a:rPr lang="ko-KR" altLang="en-US" dirty="0"/>
              <a:t>매개</a:t>
            </a:r>
            <a:r>
              <a:rPr lang="en-US" altLang="ko-KR" dirty="0"/>
              <a:t>/</a:t>
            </a:r>
            <a:r>
              <a:rPr lang="ko-KR" altLang="en-US" dirty="0"/>
              <a:t>지역 변수 저장</a:t>
            </a:r>
            <a:r>
              <a:rPr lang="en-US" altLang="ko-KR" dirty="0"/>
              <a:t>; </a:t>
            </a:r>
            <a:r>
              <a:rPr lang="ko-KR" altLang="en-US" dirty="0"/>
              <a:t>함수호출시 스택이 쌓이고 </a:t>
            </a:r>
            <a:r>
              <a:rPr lang="ko-KR" altLang="en-US" dirty="0" err="1"/>
              <a:t>종료시</a:t>
            </a:r>
            <a:r>
              <a:rPr lang="ko-KR" altLang="en-US" dirty="0"/>
              <a:t> 스택에서 제거</a:t>
            </a:r>
            <a:r>
              <a:rPr lang="en-US" altLang="ko-KR" dirty="0"/>
              <a:t> 4) </a:t>
            </a:r>
            <a:r>
              <a:rPr lang="ko-KR" altLang="en-US" dirty="0" err="1"/>
              <a:t>컨덱스트</a:t>
            </a:r>
            <a:r>
              <a:rPr lang="ko-KR" altLang="en-US" dirty="0"/>
              <a:t> </a:t>
            </a:r>
            <a:r>
              <a:rPr lang="en-US" altLang="ko-KR" dirty="0"/>
              <a:t>: CPU</a:t>
            </a:r>
            <a:r>
              <a:rPr lang="ko-KR" altLang="en-US" dirty="0"/>
              <a:t>가 </a:t>
            </a:r>
            <a:r>
              <a:rPr lang="en-US" altLang="ko-KR" dirty="0"/>
              <a:t>PS </a:t>
            </a:r>
            <a:r>
              <a:rPr lang="ko-KR" altLang="en-US" dirty="0" err="1"/>
              <a:t>실행시</a:t>
            </a:r>
            <a:r>
              <a:rPr lang="ko-KR" altLang="en-US" dirty="0"/>
              <a:t> 필요한 모든 정보</a:t>
            </a:r>
            <a:r>
              <a:rPr lang="en-US" altLang="ko-KR" dirty="0"/>
              <a:t>(CPU </a:t>
            </a:r>
            <a:r>
              <a:rPr lang="ko-KR" altLang="en-US" dirty="0"/>
              <a:t>내 </a:t>
            </a:r>
            <a:r>
              <a:rPr lang="ko-KR" altLang="en-US" dirty="0" err="1"/>
              <a:t>레지스터값</a:t>
            </a:r>
            <a:r>
              <a:rPr lang="ko-KR" altLang="en-US" dirty="0"/>
              <a:t> 등</a:t>
            </a:r>
            <a:r>
              <a:rPr lang="en-US" altLang="ko-KR" dirty="0"/>
              <a:t>); PS </a:t>
            </a:r>
            <a:r>
              <a:rPr lang="ko-KR" altLang="en-US" dirty="0"/>
              <a:t>중단 후 </a:t>
            </a:r>
            <a:r>
              <a:rPr lang="ko-KR" altLang="en-US" dirty="0" err="1"/>
              <a:t>복원시</a:t>
            </a:r>
            <a:r>
              <a:rPr lang="ko-KR" altLang="en-US" dirty="0"/>
              <a:t> 사용</a:t>
            </a:r>
            <a:r>
              <a:rPr lang="en-US" altLang="ko-KR" dirty="0"/>
              <a:t>(</a:t>
            </a:r>
            <a:r>
              <a:rPr lang="ko-KR" altLang="en-US" dirty="0"/>
              <a:t>시분할은 필수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컨텍스트 스위치</a:t>
            </a:r>
            <a:r>
              <a:rPr lang="en-US" altLang="ko-KR" dirty="0"/>
              <a:t>, </a:t>
            </a:r>
            <a:r>
              <a:rPr lang="ko-KR" altLang="en-US" dirty="0" err="1"/>
              <a:t>디스패처</a:t>
            </a:r>
            <a:r>
              <a:rPr lang="en-US" altLang="ko-KR" dirty="0"/>
              <a:t>, </a:t>
            </a:r>
            <a:r>
              <a:rPr lang="ko-KR" altLang="en-US" dirty="0" err="1"/>
              <a:t>프로그램카운터</a:t>
            </a:r>
            <a:r>
              <a:rPr lang="en-US" altLang="ko-KR" dirty="0"/>
              <a:t>(PC)</a:t>
            </a:r>
          </a:p>
          <a:p>
            <a:pPr lvl="1"/>
            <a:r>
              <a:rPr lang="ko-KR" altLang="en-US" dirty="0"/>
              <a:t>컨텍스트 스위치 </a:t>
            </a:r>
            <a:r>
              <a:rPr lang="en-US" altLang="ko-KR" dirty="0"/>
              <a:t>: CPU</a:t>
            </a:r>
            <a:r>
              <a:rPr lang="ko-KR" altLang="en-US" dirty="0"/>
              <a:t>가 </a:t>
            </a:r>
            <a:r>
              <a:rPr lang="ko-KR" altLang="en-US" dirty="0" err="1"/>
              <a:t>실행중</a:t>
            </a:r>
            <a:r>
              <a:rPr lang="ko-KR" altLang="en-US" dirty="0"/>
              <a:t> </a:t>
            </a:r>
            <a:r>
              <a:rPr lang="en-US" altLang="ko-KR" dirty="0"/>
              <a:t>PS</a:t>
            </a:r>
            <a:r>
              <a:rPr lang="ko-KR" altLang="en-US" dirty="0"/>
              <a:t>의 상태</a:t>
            </a:r>
            <a:r>
              <a:rPr lang="en-US" altLang="ko-KR" dirty="0"/>
              <a:t>(</a:t>
            </a:r>
            <a:r>
              <a:rPr lang="ko-KR" altLang="en-US" dirty="0" err="1"/>
              <a:t>컨덱스트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PCB</a:t>
            </a:r>
            <a:r>
              <a:rPr lang="ko-KR" altLang="en-US" dirty="0"/>
              <a:t> 저장 </a:t>
            </a:r>
            <a:r>
              <a:rPr lang="en-US" altLang="ko-KR" dirty="0"/>
              <a:t>-&gt; </a:t>
            </a:r>
            <a:r>
              <a:rPr lang="ko-KR" altLang="en-US" dirty="0"/>
              <a:t>다음 </a:t>
            </a:r>
            <a:r>
              <a:rPr lang="en-US" altLang="ko-KR" dirty="0"/>
              <a:t>PS</a:t>
            </a:r>
            <a:r>
              <a:rPr lang="ko-KR" altLang="en-US" dirty="0"/>
              <a:t>의 이전상태를 </a:t>
            </a:r>
            <a:r>
              <a:rPr lang="en-US" altLang="ko-KR" dirty="0"/>
              <a:t>PCB</a:t>
            </a:r>
            <a:r>
              <a:rPr lang="ko-KR" altLang="en-US" dirty="0"/>
              <a:t>에서 로드</a:t>
            </a:r>
            <a:endParaRPr lang="en-US" altLang="ko-KR" dirty="0"/>
          </a:p>
          <a:p>
            <a:pPr lvl="1"/>
            <a:r>
              <a:rPr lang="ko-KR" altLang="en-US" dirty="0" err="1"/>
              <a:t>디스패처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여러 </a:t>
            </a:r>
            <a:r>
              <a:rPr lang="en-US" altLang="ko-KR" dirty="0"/>
              <a:t>Ready </a:t>
            </a:r>
            <a:r>
              <a:rPr lang="ko-KR" altLang="en-US" dirty="0"/>
              <a:t>상태의 </a:t>
            </a:r>
            <a:r>
              <a:rPr lang="en-US" altLang="ko-KR" dirty="0"/>
              <a:t>PS</a:t>
            </a:r>
            <a:r>
              <a:rPr lang="ko-KR" altLang="en-US" dirty="0"/>
              <a:t>중 </a:t>
            </a:r>
            <a:r>
              <a:rPr lang="en-US" altLang="ko-KR" dirty="0"/>
              <a:t>CPU</a:t>
            </a:r>
            <a:r>
              <a:rPr lang="ko-KR" altLang="en-US" dirty="0"/>
              <a:t>에 할당할 </a:t>
            </a:r>
            <a:r>
              <a:rPr lang="en-US" altLang="ko-KR" dirty="0"/>
              <a:t>PS</a:t>
            </a:r>
            <a:r>
              <a:rPr lang="ko-KR" altLang="en-US" dirty="0"/>
              <a:t>를 선택해 </a:t>
            </a:r>
            <a:r>
              <a:rPr lang="en-US" altLang="ko-KR" dirty="0"/>
              <a:t>Execute </a:t>
            </a:r>
            <a:r>
              <a:rPr lang="ko-KR" altLang="en-US" dirty="0"/>
              <a:t>상태로 전환</a:t>
            </a:r>
            <a:endParaRPr lang="en-US" altLang="ko-KR" dirty="0"/>
          </a:p>
          <a:p>
            <a:pPr lvl="2"/>
            <a:r>
              <a:rPr lang="ko-KR" altLang="en-US" dirty="0"/>
              <a:t>원리 </a:t>
            </a:r>
            <a:r>
              <a:rPr lang="en-US" altLang="ko-KR" dirty="0"/>
              <a:t>: (DP)Pc</a:t>
            </a:r>
            <a:r>
              <a:rPr lang="ko-KR" altLang="en-US" dirty="0"/>
              <a:t>값</a:t>
            </a:r>
            <a:r>
              <a:rPr lang="en-US" altLang="ko-KR" dirty="0"/>
              <a:t> </a:t>
            </a:r>
            <a:r>
              <a:rPr lang="ko-KR" altLang="en-US" dirty="0"/>
              <a:t>변경</a:t>
            </a:r>
            <a:r>
              <a:rPr lang="en-US" altLang="ko-KR" dirty="0"/>
              <a:t> -&gt; CPU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실행할 </a:t>
            </a:r>
            <a:r>
              <a:rPr lang="en-US" altLang="ko-KR" dirty="0"/>
              <a:t>PS </a:t>
            </a:r>
            <a:r>
              <a:rPr lang="ko-KR" altLang="en-US" dirty="0"/>
              <a:t>위치 지정</a:t>
            </a:r>
            <a:r>
              <a:rPr lang="en-US" altLang="ko-KR" dirty="0"/>
              <a:t>. -&gt; CPU</a:t>
            </a:r>
            <a:r>
              <a:rPr lang="ko-KR" altLang="en-US" dirty="0"/>
              <a:t>는 </a:t>
            </a:r>
            <a:r>
              <a:rPr lang="en-US" altLang="ko-KR" dirty="0"/>
              <a:t>DP</a:t>
            </a:r>
            <a:r>
              <a:rPr lang="ko-KR" altLang="en-US" dirty="0"/>
              <a:t>가 </a:t>
            </a:r>
            <a:r>
              <a:rPr lang="en-US" altLang="ko-KR" dirty="0"/>
              <a:t>PC</a:t>
            </a:r>
            <a:r>
              <a:rPr lang="ko-KR" altLang="en-US" dirty="0"/>
              <a:t>값에 넣어주는 주소에서 가져와 실행</a:t>
            </a:r>
            <a:r>
              <a:rPr lang="en-US" altLang="ko-KR" dirty="0"/>
              <a:t>. Ex) A:500, B:800, (DP-&gt;A?) -&gt; PC=500, A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en-US" altLang="ko-KR" dirty="0"/>
              <a:t>PC : CPU</a:t>
            </a:r>
            <a:r>
              <a:rPr lang="ko-KR" altLang="en-US" dirty="0"/>
              <a:t>내 레지스터</a:t>
            </a:r>
            <a:r>
              <a:rPr lang="en-US" altLang="ko-KR" dirty="0"/>
              <a:t>, </a:t>
            </a:r>
            <a:r>
              <a:rPr lang="ko-KR" altLang="en-US" dirty="0"/>
              <a:t>다음 실행할 </a:t>
            </a:r>
            <a:r>
              <a:rPr lang="en-US" altLang="ko-KR" dirty="0"/>
              <a:t>PS</a:t>
            </a:r>
            <a:r>
              <a:rPr lang="ko-KR" altLang="en-US" dirty="0"/>
              <a:t>의 메모리 주소 저장</a:t>
            </a:r>
            <a:r>
              <a:rPr lang="en-US" altLang="ko-KR" dirty="0"/>
              <a:t>. </a:t>
            </a:r>
            <a:r>
              <a:rPr lang="ko-KR" altLang="en-US" dirty="0"/>
              <a:t>실행 </a:t>
            </a:r>
            <a:r>
              <a:rPr lang="en-US" altLang="ko-KR" dirty="0"/>
              <a:t>PS</a:t>
            </a:r>
            <a:r>
              <a:rPr lang="ko-KR" altLang="en-US" dirty="0"/>
              <a:t>만 </a:t>
            </a:r>
            <a:r>
              <a:rPr lang="en-US" altLang="ko-KR" dirty="0"/>
              <a:t>execution, </a:t>
            </a:r>
            <a:r>
              <a:rPr lang="ko-KR" altLang="en-US" dirty="0"/>
              <a:t>나머지는</a:t>
            </a:r>
            <a:r>
              <a:rPr lang="en-US" altLang="ko-KR" dirty="0"/>
              <a:t> Ready</a:t>
            </a:r>
          </a:p>
          <a:p>
            <a:r>
              <a:rPr lang="en-US" altLang="ko-KR" dirty="0"/>
              <a:t>PCB(process control block)</a:t>
            </a:r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 : OS</a:t>
            </a:r>
            <a:r>
              <a:rPr lang="ko-KR" altLang="en-US" dirty="0"/>
              <a:t>가 </a:t>
            </a:r>
            <a:r>
              <a:rPr lang="en-US" altLang="ko-KR" dirty="0"/>
              <a:t>PS</a:t>
            </a:r>
            <a:r>
              <a:rPr lang="ko-KR" altLang="en-US" dirty="0"/>
              <a:t>를 제어</a:t>
            </a:r>
            <a:r>
              <a:rPr lang="en-US" altLang="ko-KR" dirty="0"/>
              <a:t>/</a:t>
            </a:r>
            <a:r>
              <a:rPr lang="ko-KR" altLang="en-US" dirty="0"/>
              <a:t>관리에 필요한 모든 정보를 담은 자료구조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PS </a:t>
            </a:r>
            <a:r>
              <a:rPr lang="ko-KR" altLang="en-US" dirty="0"/>
              <a:t>생성</a:t>
            </a:r>
            <a:r>
              <a:rPr lang="en-US" altLang="ko-KR" dirty="0"/>
              <a:t> </a:t>
            </a:r>
            <a:r>
              <a:rPr lang="ko-KR" altLang="en-US" dirty="0"/>
              <a:t>때 마다 고유 </a:t>
            </a:r>
            <a:r>
              <a:rPr lang="en-US" altLang="ko-KR" dirty="0"/>
              <a:t>PCB </a:t>
            </a:r>
            <a:r>
              <a:rPr lang="ko-KR" altLang="en-US" dirty="0"/>
              <a:t>생성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PS</a:t>
            </a:r>
            <a:r>
              <a:rPr lang="ko-KR" altLang="en-US" dirty="0"/>
              <a:t>종료</a:t>
            </a:r>
            <a:r>
              <a:rPr lang="en-US" altLang="ko-KR" dirty="0"/>
              <a:t>? -&gt; PCB X.</a:t>
            </a:r>
            <a:r>
              <a:rPr lang="ko-KR" altLang="en-US" dirty="0"/>
              <a:t> 같은 프로그램 </a:t>
            </a:r>
            <a:r>
              <a:rPr lang="ko-KR" altLang="en-US" dirty="0" err="1"/>
              <a:t>여러번</a:t>
            </a:r>
            <a:r>
              <a:rPr lang="en-US" altLang="ko-KR" dirty="0"/>
              <a:t>? -&gt; </a:t>
            </a:r>
            <a:r>
              <a:rPr lang="ko-KR" altLang="en-US" dirty="0"/>
              <a:t>각기</a:t>
            </a:r>
            <a:r>
              <a:rPr lang="en-US" altLang="ko-KR" dirty="0"/>
              <a:t> </a:t>
            </a:r>
            <a:r>
              <a:rPr lang="ko-KR" altLang="en-US" dirty="0"/>
              <a:t>다른 </a:t>
            </a:r>
            <a:r>
              <a:rPr lang="en-US" altLang="ko-KR" dirty="0"/>
              <a:t>PCB</a:t>
            </a:r>
          </a:p>
          <a:p>
            <a:pPr lvl="2"/>
            <a:r>
              <a:rPr lang="ko-KR" altLang="en-US" dirty="0"/>
              <a:t>내용 </a:t>
            </a:r>
            <a:r>
              <a:rPr lang="en-US" altLang="ko-KR" dirty="0"/>
              <a:t>: PID, State,</a:t>
            </a:r>
            <a:r>
              <a:rPr lang="ko-KR" altLang="en-US" dirty="0"/>
              <a:t> </a:t>
            </a:r>
            <a:r>
              <a:rPr lang="en-US" altLang="ko-KR" dirty="0"/>
              <a:t>Priority, PC</a:t>
            </a:r>
            <a:r>
              <a:rPr lang="ko-KR" altLang="en-US" dirty="0"/>
              <a:t>값</a:t>
            </a:r>
            <a:r>
              <a:rPr lang="en-US" altLang="ko-KR" dirty="0"/>
              <a:t>, memory</a:t>
            </a:r>
            <a:r>
              <a:rPr lang="ko-KR" altLang="en-US" dirty="0"/>
              <a:t> </a:t>
            </a:r>
            <a:r>
              <a:rPr lang="en-US" altLang="ko-KR" dirty="0"/>
              <a:t>pointer(PS </a:t>
            </a:r>
            <a:r>
              <a:rPr lang="ko-KR" altLang="en-US" dirty="0"/>
              <a:t>사용중인 메모리</a:t>
            </a:r>
            <a:r>
              <a:rPr lang="en-US" altLang="ko-KR" dirty="0"/>
              <a:t> </a:t>
            </a:r>
            <a:r>
              <a:rPr lang="ko-KR" altLang="en-US" dirty="0"/>
              <a:t>영역 정보</a:t>
            </a:r>
            <a:r>
              <a:rPr lang="en-US" altLang="ko-KR" dirty="0"/>
              <a:t>), context(</a:t>
            </a:r>
            <a:r>
              <a:rPr lang="ko-KR" altLang="en-US" dirty="0"/>
              <a:t>내부 </a:t>
            </a:r>
            <a:r>
              <a:rPr lang="ko-KR" altLang="en-US" dirty="0" err="1"/>
              <a:t>레지값</a:t>
            </a:r>
            <a:r>
              <a:rPr lang="en-US" altLang="ko-KR" dirty="0"/>
              <a:t>), </a:t>
            </a:r>
            <a:r>
              <a:rPr lang="ko-KR" altLang="en-US" dirty="0"/>
              <a:t>계정정보</a:t>
            </a:r>
            <a:r>
              <a:rPr lang="en-US" altLang="ko-KR" dirty="0"/>
              <a:t>, </a:t>
            </a:r>
            <a:r>
              <a:rPr lang="ko-KR" altLang="en-US" dirty="0"/>
              <a:t>할당 자원</a:t>
            </a:r>
            <a:r>
              <a:rPr lang="en-US" altLang="ko-KR" dirty="0"/>
              <a:t>, PPID/CPID, </a:t>
            </a:r>
            <a:r>
              <a:rPr lang="ko-KR" altLang="en-US" dirty="0"/>
              <a:t>포인터</a:t>
            </a:r>
            <a:endParaRPr lang="en-US" altLang="ko-KR" dirty="0"/>
          </a:p>
          <a:p>
            <a:r>
              <a:rPr lang="ko-KR" altLang="en-US" dirty="0"/>
              <a:t>프로세스 상태</a:t>
            </a:r>
            <a:endParaRPr lang="en-US" altLang="ko-KR" dirty="0"/>
          </a:p>
          <a:p>
            <a:pPr lvl="1"/>
            <a:r>
              <a:rPr lang="en-US" altLang="ko-KR" dirty="0"/>
              <a:t>Creation : HDD-&gt;MEM</a:t>
            </a:r>
            <a:r>
              <a:rPr lang="ko-KR" altLang="en-US" dirty="0"/>
              <a:t>으로 로드</a:t>
            </a:r>
            <a:r>
              <a:rPr lang="en-US" altLang="ko-KR" dirty="0"/>
              <a:t>, PS</a:t>
            </a:r>
            <a:r>
              <a:rPr lang="ko-KR" altLang="en-US" dirty="0"/>
              <a:t> 생성</a:t>
            </a:r>
            <a:br>
              <a:rPr lang="en-US" altLang="ko-KR" dirty="0"/>
            </a:br>
            <a:r>
              <a:rPr lang="en-US" altLang="ko-KR" dirty="0"/>
              <a:t>Ready : PS -&gt; CPU</a:t>
            </a:r>
            <a:r>
              <a:rPr lang="ko-KR" altLang="en-US" dirty="0"/>
              <a:t> 할당 대기</a:t>
            </a:r>
            <a:r>
              <a:rPr lang="en-US" altLang="ko-KR" dirty="0"/>
              <a:t>. </a:t>
            </a:r>
            <a:r>
              <a:rPr lang="ko-KR" altLang="en-US" dirty="0"/>
              <a:t>언제든 실행</a:t>
            </a:r>
            <a:r>
              <a:rPr lang="en-US" altLang="ko-KR" dirty="0"/>
              <a:t>O.</a:t>
            </a:r>
            <a:br>
              <a:rPr lang="en-US" altLang="ko-KR" dirty="0"/>
            </a:br>
            <a:r>
              <a:rPr lang="en-US" altLang="ko-KR" dirty="0"/>
              <a:t> but, </a:t>
            </a:r>
            <a:r>
              <a:rPr lang="ko-KR" altLang="en-US" dirty="0"/>
              <a:t>다른</a:t>
            </a:r>
            <a:r>
              <a:rPr lang="en-US" altLang="ko-KR" dirty="0"/>
              <a:t> PS</a:t>
            </a:r>
            <a:r>
              <a:rPr lang="ko-KR" altLang="en-US" dirty="0"/>
              <a:t>가 </a:t>
            </a:r>
            <a:r>
              <a:rPr lang="en-US" altLang="ko-KR" dirty="0"/>
              <a:t>CPU </a:t>
            </a:r>
            <a:r>
              <a:rPr lang="ko-KR" altLang="en-US" dirty="0" err="1"/>
              <a:t>사용중</a:t>
            </a:r>
            <a:r>
              <a:rPr lang="en-US" altLang="ko-KR" dirty="0"/>
              <a:t>. PD</a:t>
            </a:r>
            <a:r>
              <a:rPr lang="ko-KR" altLang="en-US" dirty="0"/>
              <a:t>가 </a:t>
            </a:r>
            <a:r>
              <a:rPr lang="en-US" altLang="ko-KR" dirty="0"/>
              <a:t>Ready</a:t>
            </a:r>
            <a:r>
              <a:rPr lang="ko-KR" altLang="en-US" dirty="0"/>
              <a:t>의 </a:t>
            </a:r>
            <a:r>
              <a:rPr lang="en-US" altLang="ko-KR" dirty="0"/>
              <a:t>PS</a:t>
            </a:r>
            <a:r>
              <a:rPr lang="ko-KR" altLang="en-US" dirty="0"/>
              <a:t>중 </a:t>
            </a:r>
            <a:br>
              <a:rPr lang="en-US" altLang="ko-KR" dirty="0"/>
            </a:br>
            <a:r>
              <a:rPr lang="ko-KR" altLang="en-US" dirty="0"/>
              <a:t>하나 선택 </a:t>
            </a:r>
            <a:r>
              <a:rPr lang="en-US" altLang="ko-KR" dirty="0"/>
              <a:t>-&gt; CPU </a:t>
            </a:r>
            <a:r>
              <a:rPr lang="ko-KR" altLang="en-US" dirty="0"/>
              <a:t>할당</a:t>
            </a:r>
            <a:br>
              <a:rPr lang="en-US" altLang="ko-KR" dirty="0"/>
            </a:br>
            <a:r>
              <a:rPr lang="en-US" altLang="ko-KR" dirty="0"/>
              <a:t>Execution(</a:t>
            </a:r>
            <a:r>
              <a:rPr lang="ko-KR" altLang="en-US" dirty="0"/>
              <a:t>또는 </a:t>
            </a:r>
            <a:r>
              <a:rPr lang="en-US" altLang="ko-KR" dirty="0"/>
              <a:t>Run) : </a:t>
            </a:r>
            <a:r>
              <a:rPr lang="ko-KR" altLang="en-US" dirty="0"/>
              <a:t>현재 </a:t>
            </a:r>
            <a:r>
              <a:rPr lang="en-US" altLang="ko-KR" dirty="0"/>
              <a:t>PS</a:t>
            </a:r>
            <a:r>
              <a:rPr lang="ko-KR" altLang="en-US" dirty="0"/>
              <a:t> </a:t>
            </a:r>
            <a:r>
              <a:rPr lang="ko-KR" altLang="en-US" dirty="0" err="1"/>
              <a:t>실행중</a:t>
            </a:r>
            <a:r>
              <a:rPr lang="en-US" altLang="ko-KR" dirty="0"/>
              <a:t>. </a:t>
            </a:r>
            <a:r>
              <a:rPr lang="ko-KR" altLang="en-US" dirty="0"/>
              <a:t>싱글</a:t>
            </a:r>
            <a:r>
              <a:rPr lang="en-US" altLang="ko-KR" dirty="0"/>
              <a:t> </a:t>
            </a:r>
            <a:r>
              <a:rPr lang="ko-KR" altLang="en-US" dirty="0"/>
              <a:t>코어</a:t>
            </a:r>
            <a:r>
              <a:rPr lang="en-US" altLang="ko-KR" dirty="0"/>
              <a:t>? -&gt; 1</a:t>
            </a:r>
            <a:r>
              <a:rPr lang="ko-KR" altLang="en-US" dirty="0"/>
              <a:t>번에 </a:t>
            </a: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PS</a:t>
            </a:r>
            <a:r>
              <a:rPr lang="ko-KR" altLang="en-US" dirty="0"/>
              <a:t>만</a:t>
            </a:r>
            <a:br>
              <a:rPr lang="en-US" altLang="ko-KR" dirty="0"/>
            </a:br>
            <a:r>
              <a:rPr lang="en-US" altLang="ko-KR" dirty="0"/>
              <a:t>Blocked(</a:t>
            </a:r>
            <a:r>
              <a:rPr lang="ko-KR" altLang="en-US" dirty="0"/>
              <a:t>또는 </a:t>
            </a:r>
            <a:r>
              <a:rPr lang="en-US" altLang="ko-KR" dirty="0"/>
              <a:t>waiting) : PS</a:t>
            </a:r>
            <a:r>
              <a:rPr lang="ko-KR" altLang="en-US" dirty="0"/>
              <a:t>가</a:t>
            </a:r>
            <a:r>
              <a:rPr lang="en-US" altLang="ko-KR" dirty="0"/>
              <a:t> I/O</a:t>
            </a:r>
            <a:r>
              <a:rPr lang="ko-KR" altLang="en-US" dirty="0"/>
              <a:t> 등 특정 이벤트를 기다림</a:t>
            </a:r>
            <a:r>
              <a:rPr lang="en-US" altLang="ko-KR" dirty="0"/>
              <a:t>. </a:t>
            </a:r>
            <a:r>
              <a:rPr lang="ko-KR" altLang="en-US" dirty="0"/>
              <a:t>작업이 끝나면 </a:t>
            </a:r>
            <a:r>
              <a:rPr lang="en-US" altLang="ko-KR" dirty="0"/>
              <a:t>HW</a:t>
            </a:r>
            <a:r>
              <a:rPr lang="ko-KR" altLang="en-US" dirty="0"/>
              <a:t>에서 </a:t>
            </a:r>
            <a:r>
              <a:rPr lang="en-US" altLang="ko-KR" dirty="0"/>
              <a:t>OS</a:t>
            </a:r>
            <a:r>
              <a:rPr lang="ko-KR" altLang="en-US" dirty="0"/>
              <a:t>에 인터럽트 </a:t>
            </a:r>
            <a:r>
              <a:rPr lang="en-US" altLang="ko-KR" dirty="0"/>
              <a:t>-&gt; PS</a:t>
            </a:r>
            <a:r>
              <a:rPr lang="ko-KR" altLang="en-US" dirty="0"/>
              <a:t>를 </a:t>
            </a:r>
            <a:r>
              <a:rPr lang="en-US" altLang="ko-KR" dirty="0"/>
              <a:t>wake-up. </a:t>
            </a:r>
            <a:r>
              <a:rPr lang="ko-KR" altLang="en-US" dirty="0"/>
              <a:t>다시</a:t>
            </a:r>
            <a:r>
              <a:rPr lang="en-US" altLang="ko-KR" dirty="0"/>
              <a:t> Ready</a:t>
            </a:r>
            <a:r>
              <a:rPr lang="ko-KR" altLang="en-US" dirty="0"/>
              <a:t>로</a:t>
            </a:r>
            <a:r>
              <a:rPr lang="en-US" altLang="ko-KR" dirty="0"/>
              <a:t>; Termination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PS</a:t>
            </a:r>
            <a:r>
              <a:rPr lang="ko-KR" altLang="en-US" dirty="0"/>
              <a:t> 실행 끝</a:t>
            </a:r>
            <a:r>
              <a:rPr lang="en-US" altLang="ko-KR" dirty="0"/>
              <a:t>. PCB </a:t>
            </a:r>
            <a:r>
              <a:rPr lang="ko-KR" altLang="en-US" dirty="0"/>
              <a:t>삭제</a:t>
            </a:r>
            <a:br>
              <a:rPr lang="en-US" altLang="ko-KR" dirty="0"/>
            </a:br>
            <a:r>
              <a:rPr lang="en-US" altLang="ko-KR" dirty="0"/>
              <a:t>Pause : MEM</a:t>
            </a:r>
            <a:r>
              <a:rPr lang="ko-KR" altLang="en-US" dirty="0"/>
              <a:t>부족</a:t>
            </a:r>
            <a:r>
              <a:rPr lang="en-US" altLang="ko-KR" dirty="0"/>
              <a:t>, HDD</a:t>
            </a:r>
            <a:r>
              <a:rPr lang="ko-KR" altLang="en-US" dirty="0"/>
              <a:t>로 보냄</a:t>
            </a:r>
            <a:r>
              <a:rPr lang="en-US" altLang="ko-KR" dirty="0"/>
              <a:t>.; Suspended : MEM-&gt;HDD</a:t>
            </a:r>
            <a:r>
              <a:rPr lang="ko-KR" altLang="en-US" dirty="0"/>
              <a:t>로 </a:t>
            </a:r>
            <a:r>
              <a:rPr lang="ko-KR" altLang="en-US" dirty="0" err="1"/>
              <a:t>쫒겨남</a:t>
            </a:r>
            <a:endParaRPr lang="en-US" altLang="ko-KR" dirty="0"/>
          </a:p>
          <a:p>
            <a:pPr lvl="2"/>
            <a:r>
              <a:rPr lang="en-US" altLang="ko-KR" dirty="0"/>
              <a:t>Ready queue : </a:t>
            </a:r>
            <a:r>
              <a:rPr lang="ko-KR" altLang="en-US" dirty="0"/>
              <a:t>모든 </a:t>
            </a:r>
            <a:r>
              <a:rPr lang="en-US" altLang="ko-KR" dirty="0"/>
              <a:t>Ready-&gt;Ready Queue;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/>
              <a:t>Queue</a:t>
            </a:r>
            <a:r>
              <a:rPr lang="ko-KR" altLang="en-US" dirty="0"/>
              <a:t>가 </a:t>
            </a:r>
            <a:r>
              <a:rPr lang="en-US" altLang="ko-KR" dirty="0"/>
              <a:t>FIFO</a:t>
            </a:r>
            <a:r>
              <a:rPr lang="ko-KR" altLang="en-US" dirty="0"/>
              <a:t>는</a:t>
            </a:r>
            <a:r>
              <a:rPr lang="en-US" altLang="ko-KR" dirty="0"/>
              <a:t>X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7876E7-2541-DC9C-087D-30A78EC07FE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2B7B82-612D-573E-39D8-43481784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64"/>
          <a:stretch>
            <a:fillRect/>
          </a:stretch>
        </p:blipFill>
        <p:spPr>
          <a:xfrm>
            <a:off x="4662576" y="6073000"/>
            <a:ext cx="2150800" cy="8962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9D7CD29-1A76-2027-CD7A-75BF085E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56" y="4735607"/>
            <a:ext cx="729070" cy="100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22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2BD1846-920F-2A20-48D8-6F971783D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9EC6CCF-717F-31D3-76A9-63FC523D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Process(</a:t>
            </a:r>
            <a:r>
              <a:rPr lang="ko-KR" altLang="en-US" dirty="0"/>
              <a:t>계속</a:t>
            </a:r>
            <a:r>
              <a:rPr lang="en-US" altLang="ko-KR" dirty="0"/>
              <a:t>) / Memory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6EEBC5B-BE60-61A6-00B5-2C2DCA729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7560840"/>
          </a:xfrm>
        </p:spPr>
        <p:txBody>
          <a:bodyPr/>
          <a:lstStyle/>
          <a:p>
            <a:r>
              <a:rPr lang="en-US" altLang="ko-KR" dirty="0"/>
              <a:t>Fork(), Exec()</a:t>
            </a:r>
          </a:p>
          <a:p>
            <a:pPr lvl="1"/>
            <a:r>
              <a:rPr lang="en-US" altLang="ko-KR" dirty="0"/>
              <a:t>Fork : </a:t>
            </a:r>
            <a:r>
              <a:rPr lang="ko-KR" altLang="en-US" dirty="0"/>
              <a:t>기존 </a:t>
            </a:r>
            <a:r>
              <a:rPr lang="en-US" altLang="ko-KR" dirty="0"/>
              <a:t>PS</a:t>
            </a:r>
            <a:r>
              <a:rPr lang="ko-KR" altLang="en-US" dirty="0"/>
              <a:t> 복사</a:t>
            </a:r>
            <a:r>
              <a:rPr lang="en-US" altLang="ko-KR" dirty="0"/>
              <a:t>, </a:t>
            </a:r>
            <a:r>
              <a:rPr lang="ko-KR" altLang="en-US" dirty="0"/>
              <a:t>동일 새 </a:t>
            </a:r>
            <a:r>
              <a:rPr lang="en-US" altLang="ko-KR" dirty="0"/>
              <a:t>PS(</a:t>
            </a:r>
            <a:r>
              <a:rPr lang="ko-KR" altLang="en-US" dirty="0"/>
              <a:t>자식</a:t>
            </a:r>
            <a:r>
              <a:rPr lang="en-US" altLang="ko-KR" dirty="0"/>
              <a:t> PS) </a:t>
            </a:r>
            <a:r>
              <a:rPr lang="ko-KR" altLang="en-US" dirty="0"/>
              <a:t>생성</a:t>
            </a:r>
            <a:r>
              <a:rPr lang="en-US" altLang="ko-KR" dirty="0"/>
              <a:t> system</a:t>
            </a:r>
            <a:r>
              <a:rPr lang="ko-KR" altLang="en-US" dirty="0"/>
              <a:t> </a:t>
            </a:r>
            <a:r>
              <a:rPr lang="en-US" altLang="ko-KR" dirty="0"/>
              <a:t>call.</a:t>
            </a:r>
            <a:r>
              <a:rPr lang="ko-KR" altLang="en-US" dirty="0"/>
              <a:t> 호출</a:t>
            </a:r>
            <a:r>
              <a:rPr lang="en-US" altLang="ko-KR" dirty="0"/>
              <a:t>PS?-&gt;</a:t>
            </a:r>
            <a:r>
              <a:rPr lang="ko-KR" altLang="en-US" dirty="0"/>
              <a:t>부모 </a:t>
            </a:r>
            <a:r>
              <a:rPr lang="en-US" altLang="ko-KR" dirty="0"/>
              <a:t>PS</a:t>
            </a:r>
          </a:p>
          <a:p>
            <a:pPr lvl="2"/>
            <a:r>
              <a:rPr lang="en-US" altLang="ko-KR" dirty="0"/>
              <a:t>PPS</a:t>
            </a:r>
            <a:r>
              <a:rPr lang="ko-KR" altLang="en-US" dirty="0"/>
              <a:t>의 </a:t>
            </a:r>
            <a:r>
              <a:rPr lang="en-US" altLang="ko-KR" dirty="0"/>
              <a:t>PCB </a:t>
            </a:r>
            <a:r>
              <a:rPr lang="ko-KR" altLang="en-US" dirty="0"/>
              <a:t>내용 복제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고유</a:t>
            </a:r>
            <a:r>
              <a:rPr lang="en-US" altLang="ko-KR" dirty="0"/>
              <a:t>PID (CPID) </a:t>
            </a:r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추가작업</a:t>
            </a:r>
            <a:r>
              <a:rPr lang="en-US" altLang="ko-KR" dirty="0"/>
              <a:t>X-&gt;</a:t>
            </a:r>
            <a:r>
              <a:rPr lang="ko-KR" altLang="en-US" dirty="0"/>
              <a:t>자원 상속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/>
              <a:t>Exec() : </a:t>
            </a:r>
            <a:r>
              <a:rPr lang="ko-KR" altLang="en-US" dirty="0"/>
              <a:t>같은 프로그램 코드 </a:t>
            </a:r>
            <a:r>
              <a:rPr lang="en-US" altLang="ko-KR" dirty="0"/>
              <a:t>but, </a:t>
            </a:r>
            <a:r>
              <a:rPr lang="ko-KR" altLang="en-US" dirty="0"/>
              <a:t>새</a:t>
            </a:r>
            <a:r>
              <a:rPr lang="en-US" altLang="ko-KR" dirty="0"/>
              <a:t> </a:t>
            </a:r>
            <a:r>
              <a:rPr lang="ko-KR" altLang="en-US" dirty="0"/>
              <a:t>코드로 자식 </a:t>
            </a:r>
            <a:r>
              <a:rPr lang="en-US" altLang="ko-KR" dirty="0"/>
              <a:t>PS.</a:t>
            </a:r>
          </a:p>
          <a:p>
            <a:pPr lvl="2"/>
            <a:r>
              <a:rPr lang="ko-KR" altLang="en-US" dirty="0"/>
              <a:t>자식</a:t>
            </a:r>
            <a:r>
              <a:rPr lang="en-US" altLang="ko-KR" dirty="0"/>
              <a:t>PS</a:t>
            </a:r>
            <a:r>
              <a:rPr lang="ko-KR" altLang="en-US" dirty="0"/>
              <a:t>가 부모</a:t>
            </a:r>
            <a:r>
              <a:rPr lang="en-US" altLang="ko-KR" dirty="0"/>
              <a:t>PS</a:t>
            </a:r>
            <a:r>
              <a:rPr lang="ko-KR" altLang="en-US" dirty="0"/>
              <a:t>와 다른 작업 수행</a:t>
            </a:r>
            <a:r>
              <a:rPr lang="en-US" altLang="ko-KR" dirty="0"/>
              <a:t>? -&gt; </a:t>
            </a:r>
            <a:r>
              <a:rPr lang="ko-KR" altLang="en-US" dirty="0"/>
              <a:t>새</a:t>
            </a:r>
            <a:r>
              <a:rPr lang="en-US" altLang="ko-KR" dirty="0"/>
              <a:t> </a:t>
            </a:r>
            <a:r>
              <a:rPr lang="ko-KR" altLang="en-US" dirty="0"/>
              <a:t>프로그램으로 교체</a:t>
            </a:r>
            <a:endParaRPr lang="en-US" altLang="ko-KR" dirty="0"/>
          </a:p>
          <a:p>
            <a:r>
              <a:rPr lang="ko-KR" altLang="en-US" dirty="0" err="1"/>
              <a:t>멀티프로세싱과</a:t>
            </a:r>
            <a:r>
              <a:rPr lang="ko-KR" altLang="en-US" dirty="0"/>
              <a:t> </a:t>
            </a:r>
            <a:r>
              <a:rPr lang="ko-KR" altLang="en-US" dirty="0" err="1"/>
              <a:t>멀티스레드</a:t>
            </a:r>
            <a:endParaRPr lang="en-US" altLang="ko-KR" dirty="0"/>
          </a:p>
          <a:p>
            <a:pPr lvl="1"/>
            <a:r>
              <a:rPr lang="ko-KR" altLang="en-US" dirty="0"/>
              <a:t>프로세스</a:t>
            </a:r>
            <a:r>
              <a:rPr lang="en-US" altLang="ko-KR" dirty="0"/>
              <a:t> : </a:t>
            </a:r>
            <a:r>
              <a:rPr lang="ko-KR" altLang="en-US" dirty="0"/>
              <a:t>가장 작은 실행 단위</a:t>
            </a:r>
            <a:r>
              <a:rPr lang="en-US" altLang="ko-KR" dirty="0"/>
              <a:t>(OS</a:t>
            </a:r>
            <a:r>
              <a:rPr lang="ko-KR" altLang="en-US" dirty="0"/>
              <a:t>입장</a:t>
            </a:r>
            <a:r>
              <a:rPr lang="en-US" altLang="ko-KR" dirty="0"/>
              <a:t>). </a:t>
            </a:r>
            <a:r>
              <a:rPr lang="ko-KR" altLang="en-US" dirty="0"/>
              <a:t>독립적 메모리 공간 </a:t>
            </a:r>
            <a:r>
              <a:rPr lang="en-US" altLang="ko-KR" dirty="0"/>
              <a:t>O</a:t>
            </a:r>
            <a:br>
              <a:rPr lang="en-US" altLang="ko-KR" dirty="0"/>
            </a:br>
            <a:r>
              <a:rPr lang="ko-KR" altLang="en-US" dirty="0"/>
              <a:t>스레드</a:t>
            </a:r>
            <a:r>
              <a:rPr lang="en-US" altLang="ko-KR" dirty="0"/>
              <a:t>(thread) : </a:t>
            </a:r>
            <a:r>
              <a:rPr lang="ko-KR" altLang="en-US" dirty="0"/>
              <a:t>한</a:t>
            </a:r>
            <a:r>
              <a:rPr lang="en-US" altLang="ko-KR" dirty="0"/>
              <a:t>PS </a:t>
            </a:r>
            <a:r>
              <a:rPr lang="ko-KR" altLang="en-US" dirty="0"/>
              <a:t>내에서 동시에 여러 작업</a:t>
            </a:r>
            <a:r>
              <a:rPr lang="en-US" altLang="ko-KR" dirty="0"/>
              <a:t> </a:t>
            </a:r>
            <a:r>
              <a:rPr lang="ko-KR" altLang="en-US" dirty="0"/>
              <a:t>수행하는 더 작은 단위</a:t>
            </a:r>
            <a:r>
              <a:rPr lang="en-US" altLang="ko-KR" dirty="0"/>
              <a:t>(CPU</a:t>
            </a:r>
            <a:r>
              <a:rPr lang="ko-KR" altLang="en-US" dirty="0"/>
              <a:t>입장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원리 </a:t>
            </a:r>
            <a:r>
              <a:rPr lang="en-US" altLang="ko-KR" dirty="0"/>
              <a:t>: (</a:t>
            </a:r>
            <a:r>
              <a:rPr lang="ko-KR" altLang="en-US" dirty="0" err="1"/>
              <a:t>멀티프로세싱</a:t>
            </a:r>
            <a:r>
              <a:rPr lang="en-US" altLang="ko-KR" dirty="0"/>
              <a:t>) fork</a:t>
            </a:r>
            <a:r>
              <a:rPr lang="ko-KR" altLang="en-US" dirty="0"/>
              <a:t>로 새</a:t>
            </a:r>
            <a:r>
              <a:rPr lang="en-US" altLang="ko-KR" dirty="0"/>
              <a:t>PS -&gt;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자원 복사</a:t>
            </a:r>
            <a:r>
              <a:rPr lang="en-US" altLang="ko-KR" dirty="0"/>
              <a:t>. </a:t>
            </a:r>
            <a:r>
              <a:rPr lang="ko-KR" altLang="en-US" dirty="0"/>
              <a:t>독립적 메모리</a:t>
            </a:r>
            <a:r>
              <a:rPr lang="en-US" altLang="ko-KR" dirty="0"/>
              <a:t>, </a:t>
            </a:r>
            <a:r>
              <a:rPr lang="ko-KR" altLang="en-US" dirty="0"/>
              <a:t>타</a:t>
            </a:r>
            <a:r>
              <a:rPr lang="en-US" altLang="ko-KR" dirty="0"/>
              <a:t>PS</a:t>
            </a:r>
            <a:r>
              <a:rPr lang="ko-KR" altLang="en-US" dirty="0"/>
              <a:t>영향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 err="1"/>
              <a:t>멀티스레드</a:t>
            </a:r>
            <a:r>
              <a:rPr lang="en-US" altLang="ko-KR" dirty="0"/>
              <a:t>) : </a:t>
            </a:r>
            <a:r>
              <a:rPr lang="ko-KR" altLang="en-US" dirty="0"/>
              <a:t>동일 </a:t>
            </a:r>
            <a:r>
              <a:rPr lang="en-US" altLang="ko-KR" dirty="0"/>
              <a:t>PCB</a:t>
            </a:r>
            <a:r>
              <a:rPr lang="ko-KR" altLang="en-US" dirty="0"/>
              <a:t>에서 각 스레드별</a:t>
            </a:r>
            <a:r>
              <a:rPr lang="en-US" altLang="ko-KR" dirty="0"/>
              <a:t>. </a:t>
            </a:r>
            <a:r>
              <a:rPr lang="ko-KR" altLang="en-US" dirty="0"/>
              <a:t>단</a:t>
            </a:r>
            <a:r>
              <a:rPr lang="en-US" altLang="ko-KR" dirty="0"/>
              <a:t>, stack, </a:t>
            </a:r>
            <a:r>
              <a:rPr lang="ko-KR" altLang="en-US" dirty="0"/>
              <a:t>레지는</a:t>
            </a:r>
            <a:r>
              <a:rPr lang="en-US" altLang="ko-KR" dirty="0"/>
              <a:t> </a:t>
            </a:r>
            <a:r>
              <a:rPr lang="ko-KR" altLang="en-US" dirty="0"/>
              <a:t>스레드별 독립적</a:t>
            </a:r>
            <a:endParaRPr lang="en-US" altLang="ko-KR" dirty="0"/>
          </a:p>
          <a:p>
            <a:pPr lvl="2"/>
            <a:r>
              <a:rPr lang="ko-KR" altLang="en-US" dirty="0" err="1"/>
              <a:t>멀티스레드</a:t>
            </a:r>
            <a:r>
              <a:rPr lang="ko-KR" altLang="en-US" dirty="0"/>
              <a:t> 장점 </a:t>
            </a:r>
            <a:r>
              <a:rPr lang="en-US" altLang="ko-KR" dirty="0"/>
              <a:t>: </a:t>
            </a:r>
            <a:r>
              <a:rPr lang="ko-KR" altLang="en-US" dirty="0"/>
              <a:t>코드</a:t>
            </a:r>
            <a:r>
              <a:rPr lang="en-US" altLang="ko-KR" dirty="0"/>
              <a:t>/</a:t>
            </a:r>
            <a:r>
              <a:rPr lang="ko-KR" altLang="en-US" dirty="0"/>
              <a:t>전역데이터 </a:t>
            </a:r>
            <a:r>
              <a:rPr lang="en-US" altLang="ko-KR" dirty="0"/>
              <a:t>-&gt; </a:t>
            </a:r>
            <a:r>
              <a:rPr lang="ko-KR" altLang="en-US" dirty="0"/>
              <a:t>메모리 낭비↓</a:t>
            </a:r>
            <a:r>
              <a:rPr lang="en-US" altLang="ko-KR" dirty="0"/>
              <a:t>, </a:t>
            </a:r>
            <a:r>
              <a:rPr lang="ko-KR" altLang="en-US" dirty="0"/>
              <a:t>멀티코어에서 성능 ↑</a:t>
            </a:r>
            <a:endParaRPr lang="en-US" altLang="ko-KR" dirty="0"/>
          </a:p>
          <a:p>
            <a:pPr lvl="2"/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오류전파 </a:t>
            </a:r>
            <a:r>
              <a:rPr lang="en-US" altLang="ko-KR" dirty="0"/>
              <a:t>: </a:t>
            </a:r>
            <a:r>
              <a:rPr lang="ko-KR" altLang="en-US" dirty="0"/>
              <a:t>공유메모리 </a:t>
            </a:r>
            <a:r>
              <a:rPr lang="en-US" altLang="ko-KR" dirty="0"/>
              <a:t>-&gt; </a:t>
            </a:r>
            <a:r>
              <a:rPr lang="ko-KR" altLang="en-US" dirty="0"/>
              <a:t>한 스레드 오류</a:t>
            </a:r>
            <a:r>
              <a:rPr lang="en-US" altLang="ko-KR" dirty="0"/>
              <a:t>? -&gt; </a:t>
            </a:r>
            <a:r>
              <a:rPr lang="ko-KR" altLang="en-US" dirty="0"/>
              <a:t>모든 스레드 영향 전파</a:t>
            </a:r>
            <a:r>
              <a:rPr lang="en-US" altLang="ko-KR" dirty="0"/>
              <a:t>. </a:t>
            </a:r>
            <a:r>
              <a:rPr lang="ko-KR" altLang="en-US" dirty="0"/>
              <a:t>종료</a:t>
            </a:r>
            <a:endParaRPr lang="en-US" altLang="ko-KR" dirty="0"/>
          </a:p>
          <a:p>
            <a:r>
              <a:rPr lang="ko-KR" altLang="en-US" dirty="0"/>
              <a:t>메모리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정의 </a:t>
            </a:r>
            <a:r>
              <a:rPr lang="en-US" altLang="ko-KR" dirty="0"/>
              <a:t>: CPU</a:t>
            </a:r>
            <a:r>
              <a:rPr lang="ko-KR" altLang="en-US" dirty="0"/>
              <a:t>가 직접 접근해 사용하는 주기억장치</a:t>
            </a:r>
            <a:r>
              <a:rPr lang="en-US" altLang="ko-KR" dirty="0"/>
              <a:t>(</a:t>
            </a:r>
            <a:r>
              <a:rPr lang="ko-KR" altLang="en-US" dirty="0"/>
              <a:t>물리적으론 </a:t>
            </a:r>
            <a:r>
              <a:rPr lang="en-US" altLang="ko-KR" dirty="0"/>
              <a:t>DRAM)</a:t>
            </a:r>
          </a:p>
          <a:p>
            <a:pPr lvl="1"/>
            <a:r>
              <a:rPr lang="ko-KR" altLang="en-US" dirty="0"/>
              <a:t>메모리</a:t>
            </a:r>
            <a:r>
              <a:rPr lang="en-US" altLang="ko-KR" dirty="0"/>
              <a:t> </a:t>
            </a:r>
            <a:r>
              <a:rPr lang="ko-KR" altLang="en-US" dirty="0"/>
              <a:t>주소 체계 </a:t>
            </a:r>
            <a:r>
              <a:rPr lang="en-US" altLang="ko-KR" dirty="0"/>
              <a:t>: 0</a:t>
            </a:r>
            <a:r>
              <a:rPr lang="ko-KR" altLang="en-US" dirty="0"/>
              <a:t>번지부터 시작</a:t>
            </a:r>
            <a:r>
              <a:rPr lang="en-US" altLang="ko-KR" dirty="0"/>
              <a:t>, 1</a:t>
            </a:r>
            <a:r>
              <a:rPr lang="ko-KR" altLang="en-US" dirty="0"/>
              <a:t>바이트</a:t>
            </a:r>
            <a:r>
              <a:rPr lang="en-US" altLang="ko-KR" dirty="0"/>
              <a:t>(8</a:t>
            </a:r>
            <a:r>
              <a:rPr lang="ko-KR" altLang="en-US" dirty="0"/>
              <a:t>비트</a:t>
            </a:r>
            <a:r>
              <a:rPr lang="en-US" altLang="ko-KR" dirty="0"/>
              <a:t>)</a:t>
            </a:r>
            <a:r>
              <a:rPr lang="ko-KR" altLang="en-US" dirty="0"/>
              <a:t>씩 증가</a:t>
            </a:r>
            <a:r>
              <a:rPr lang="en-US" altLang="ko-KR" dirty="0"/>
              <a:t>. 0-&gt;8-&gt;16 ...</a:t>
            </a:r>
            <a:r>
              <a:rPr lang="ko-KR" altLang="en-US" dirty="0"/>
              <a:t>번지</a:t>
            </a:r>
            <a:endParaRPr lang="en-US" altLang="ko-KR" dirty="0"/>
          </a:p>
          <a:p>
            <a:pPr lvl="1"/>
            <a:r>
              <a:rPr lang="ko-KR" altLang="en-US" dirty="0"/>
              <a:t>메모리 보호 </a:t>
            </a:r>
            <a:r>
              <a:rPr lang="en-US" altLang="ko-KR" dirty="0"/>
              <a:t>: </a:t>
            </a:r>
            <a:r>
              <a:rPr lang="ko-KR" altLang="en-US" dirty="0"/>
              <a:t>운영체제</a:t>
            </a:r>
            <a:r>
              <a:rPr lang="en-US" altLang="ko-KR" dirty="0"/>
              <a:t>+</a:t>
            </a:r>
            <a:r>
              <a:rPr lang="ko-KR" altLang="en-US" dirty="0"/>
              <a:t>사용자 영역</a:t>
            </a:r>
            <a:r>
              <a:rPr lang="en-US" altLang="ko-KR" dirty="0"/>
              <a:t>; </a:t>
            </a:r>
            <a:r>
              <a:rPr lang="ko-KR" altLang="en-US" dirty="0"/>
              <a:t>사용자가 </a:t>
            </a:r>
            <a:r>
              <a:rPr lang="en-US" altLang="ko-KR" dirty="0"/>
              <a:t>OS </a:t>
            </a:r>
            <a:r>
              <a:rPr lang="ko-KR" altLang="en-US" dirty="0"/>
              <a:t>영역 침범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-&gt; MMU</a:t>
            </a:r>
            <a:r>
              <a:rPr lang="ko-KR" altLang="en-US" dirty="0"/>
              <a:t>로 </a:t>
            </a:r>
            <a:r>
              <a:rPr lang="en-US" altLang="ko-KR" dirty="0"/>
              <a:t>HW</a:t>
            </a:r>
            <a:r>
              <a:rPr lang="ko-KR" altLang="en-US" dirty="0"/>
              <a:t>적으로 경계선</a:t>
            </a:r>
            <a:r>
              <a:rPr lang="en-US" altLang="ko-KR" dirty="0"/>
              <a:t>(ex : 0~100 </a:t>
            </a:r>
            <a:r>
              <a:rPr lang="ko-KR" altLang="en-US" dirty="0"/>
              <a:t>번지는 </a:t>
            </a:r>
            <a:r>
              <a:rPr lang="en-US" altLang="ko-KR" dirty="0"/>
              <a:t>OS)</a:t>
            </a:r>
            <a:r>
              <a:rPr lang="ko-KR" altLang="en-US" dirty="0"/>
              <a:t>을 기준으로 접근 방지</a:t>
            </a:r>
            <a:r>
              <a:rPr lang="en-US" altLang="ko-KR" dirty="0"/>
              <a:t>. OS</a:t>
            </a:r>
            <a:r>
              <a:rPr lang="ko-KR" altLang="en-US" dirty="0"/>
              <a:t>에서 </a:t>
            </a:r>
            <a:r>
              <a:rPr lang="ko-KR" altLang="en-US" dirty="0" err="1"/>
              <a:t>먼곳</a:t>
            </a:r>
            <a:r>
              <a:rPr lang="en-US" altLang="ko-KR" dirty="0"/>
              <a:t>? -&gt; </a:t>
            </a:r>
            <a:r>
              <a:rPr lang="ko-KR" altLang="en-US" dirty="0"/>
              <a:t>충돌↓</a:t>
            </a:r>
            <a:endParaRPr lang="en-US" altLang="ko-KR" dirty="0"/>
          </a:p>
          <a:p>
            <a:pPr lvl="2"/>
            <a:r>
              <a:rPr lang="ko-KR" altLang="en-US" dirty="0"/>
              <a:t>절대주소 </a:t>
            </a:r>
            <a:r>
              <a:rPr lang="en-US" altLang="ko-KR" dirty="0"/>
              <a:t>: </a:t>
            </a:r>
            <a:r>
              <a:rPr lang="ko-KR" altLang="en-US" dirty="0"/>
              <a:t>메모리의 물리적 주소</a:t>
            </a:r>
            <a:r>
              <a:rPr lang="en-US" altLang="ko-KR" dirty="0"/>
              <a:t>, </a:t>
            </a:r>
            <a:r>
              <a:rPr lang="ko-KR" altLang="en-US" dirty="0"/>
              <a:t> 상대주소</a:t>
            </a:r>
            <a:r>
              <a:rPr lang="en-US" altLang="ko-KR" dirty="0"/>
              <a:t>(offset)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기준에서 얼만큼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메모리</a:t>
            </a:r>
            <a:r>
              <a:rPr lang="en-US" altLang="ko-KR" dirty="0"/>
              <a:t> </a:t>
            </a:r>
            <a:r>
              <a:rPr lang="ko-KR" altLang="en-US" dirty="0"/>
              <a:t>할당 방식 </a:t>
            </a:r>
            <a:r>
              <a:rPr lang="en-US" altLang="ko-KR" dirty="0"/>
              <a:t>: </a:t>
            </a:r>
            <a:r>
              <a:rPr lang="ko-KR" altLang="en-US" dirty="0"/>
              <a:t>메모리 어떻게 할당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고정분할 </a:t>
            </a:r>
            <a:r>
              <a:rPr lang="en-US" altLang="ko-KR" dirty="0"/>
              <a:t>: </a:t>
            </a:r>
            <a:r>
              <a:rPr lang="ko-KR" altLang="en-US" dirty="0"/>
              <a:t>메모리 일정 크기</a:t>
            </a:r>
            <a:r>
              <a:rPr lang="en-US" altLang="ko-KR" dirty="0"/>
              <a:t>(20kb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으로 잘라 하나 할당</a:t>
            </a:r>
            <a:r>
              <a:rPr lang="en-US" altLang="ko-KR" dirty="0"/>
              <a:t> -&gt; </a:t>
            </a:r>
            <a:r>
              <a:rPr lang="ko-KR" altLang="en-US" dirty="0"/>
              <a:t>연속</a:t>
            </a:r>
            <a:r>
              <a:rPr lang="en-US" altLang="ko-KR" dirty="0"/>
              <a:t>X</a:t>
            </a:r>
            <a:r>
              <a:rPr lang="ko-KR" altLang="en-US" dirty="0"/>
              <a:t>일수도 </a:t>
            </a:r>
            <a:r>
              <a:rPr lang="en-US" altLang="ko-KR" dirty="0"/>
              <a:t>-&gt; </a:t>
            </a:r>
            <a:r>
              <a:rPr lang="ko-KR" altLang="en-US" dirty="0"/>
              <a:t>불연속</a:t>
            </a:r>
            <a:r>
              <a:rPr lang="en-US" altLang="ko-KR" dirty="0"/>
              <a:t>? </a:t>
            </a:r>
            <a:r>
              <a:rPr lang="ko-KR" altLang="en-US" dirty="0"/>
              <a:t>수행속도↓</a:t>
            </a:r>
            <a:r>
              <a:rPr lang="en-US" altLang="ko-KR" dirty="0"/>
              <a:t>, </a:t>
            </a:r>
            <a:r>
              <a:rPr lang="ko-KR" altLang="en-US" dirty="0"/>
              <a:t>낭비↑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메모리 </a:t>
            </a:r>
            <a:r>
              <a:rPr lang="en-US" altLang="ko-KR" dirty="0"/>
              <a:t>release</a:t>
            </a:r>
            <a:r>
              <a:rPr lang="ko-KR" altLang="en-US" dirty="0"/>
              <a:t>후 </a:t>
            </a:r>
            <a:r>
              <a:rPr lang="en-US" altLang="ko-KR" dirty="0"/>
              <a:t>Relocation, Reallocation </a:t>
            </a:r>
            <a:r>
              <a:rPr lang="ko-KR" altLang="en-US" dirty="0"/>
              <a:t>용이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단점 </a:t>
            </a:r>
            <a:r>
              <a:rPr lang="en-US" altLang="ko-KR" dirty="0"/>
              <a:t>: internal</a:t>
            </a:r>
            <a:r>
              <a:rPr lang="ko-KR" altLang="en-US" dirty="0"/>
              <a:t> </a:t>
            </a:r>
            <a:r>
              <a:rPr lang="en-US" altLang="ko-KR" dirty="0"/>
              <a:t>fragmentation: </a:t>
            </a:r>
            <a:r>
              <a:rPr lang="ko-KR" altLang="en-US" dirty="0"/>
              <a:t>요청크기 </a:t>
            </a:r>
            <a:r>
              <a:rPr lang="en-US" altLang="ko-KR" dirty="0"/>
              <a:t>&gt; </a:t>
            </a:r>
            <a:r>
              <a:rPr lang="ko-KR" altLang="en-US" dirty="0"/>
              <a:t>할당블록</a:t>
            </a:r>
            <a:r>
              <a:rPr lang="en-US" altLang="ko-KR" dirty="0"/>
              <a:t> </a:t>
            </a:r>
            <a:r>
              <a:rPr lang="ko-KR" altLang="en-US" dirty="0"/>
              <a:t>크기</a:t>
            </a:r>
            <a:r>
              <a:rPr lang="en-US" altLang="ko-KR" dirty="0"/>
              <a:t>, </a:t>
            </a:r>
            <a:r>
              <a:rPr lang="ko-KR" altLang="en-US" dirty="0"/>
              <a:t>낭비공간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/>
              <a:t>2) </a:t>
            </a:r>
            <a:r>
              <a:rPr lang="ko-KR" altLang="en-US" dirty="0"/>
              <a:t>가변분할 </a:t>
            </a:r>
            <a:r>
              <a:rPr lang="en-US" altLang="ko-KR" dirty="0"/>
              <a:t>: PS MEM </a:t>
            </a:r>
            <a:r>
              <a:rPr lang="ko-KR" altLang="en-US" dirty="0"/>
              <a:t>요청</a:t>
            </a:r>
            <a:r>
              <a:rPr lang="en-US" altLang="ko-KR" dirty="0"/>
              <a:t>-&gt;</a:t>
            </a:r>
            <a:r>
              <a:rPr lang="ko-KR" altLang="en-US" dirty="0"/>
              <a:t>원하는 크기만큼 잘라 할당</a:t>
            </a:r>
            <a:endParaRPr lang="en-US" altLang="ko-KR" dirty="0"/>
          </a:p>
          <a:p>
            <a:pPr lvl="2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내부파편화 </a:t>
            </a:r>
            <a:r>
              <a:rPr lang="en-US" altLang="ko-KR" dirty="0"/>
              <a:t>X, </a:t>
            </a:r>
            <a:r>
              <a:rPr lang="ko-KR" altLang="en-US" dirty="0"/>
              <a:t>메모리</a:t>
            </a:r>
            <a:r>
              <a:rPr lang="en-US" altLang="ko-KR" dirty="0"/>
              <a:t> </a:t>
            </a:r>
            <a:r>
              <a:rPr lang="ko-KR" altLang="en-US" dirty="0"/>
              <a:t>낭비↓</a:t>
            </a:r>
            <a:r>
              <a:rPr lang="en-US" altLang="ko-KR" dirty="0"/>
              <a:t>, </a:t>
            </a:r>
            <a:r>
              <a:rPr lang="ko-KR" altLang="en-US" dirty="0"/>
              <a:t>연속적</a:t>
            </a:r>
            <a:r>
              <a:rPr lang="en-US" altLang="ko-KR" dirty="0"/>
              <a:t> -&gt; </a:t>
            </a:r>
            <a:r>
              <a:rPr lang="ko-KR" altLang="en-US" dirty="0"/>
              <a:t>수행속도↑</a:t>
            </a:r>
            <a:br>
              <a:rPr lang="en-US" altLang="ko-KR" dirty="0"/>
            </a:br>
            <a:r>
              <a:rPr lang="ko-KR" altLang="en-US" dirty="0"/>
              <a:t>단점 </a:t>
            </a:r>
            <a:r>
              <a:rPr lang="en-US" altLang="ko-KR" dirty="0"/>
              <a:t>: external fragmentation : PS</a:t>
            </a:r>
            <a:r>
              <a:rPr lang="ko-KR" altLang="en-US" dirty="0"/>
              <a:t> 종료</a:t>
            </a:r>
            <a:r>
              <a:rPr lang="en-US" altLang="ko-KR" dirty="0"/>
              <a:t>, MEM </a:t>
            </a:r>
            <a:r>
              <a:rPr lang="ko-KR" altLang="en-US" dirty="0"/>
              <a:t>반환 </a:t>
            </a:r>
            <a:r>
              <a:rPr lang="en-US" altLang="ko-KR" dirty="0"/>
              <a:t>-&gt; MEM</a:t>
            </a:r>
            <a:r>
              <a:rPr lang="ko-KR" altLang="en-US" dirty="0"/>
              <a:t>에 여러 작은 </a:t>
            </a:r>
            <a:r>
              <a:rPr lang="ko-KR" altLang="en-US" dirty="0" err="1"/>
              <a:t>빈공간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dirty="0"/>
              <a:t>해결 </a:t>
            </a:r>
            <a:r>
              <a:rPr lang="en-US" altLang="ko-KR" dirty="0"/>
              <a:t>: garbage collection : </a:t>
            </a:r>
            <a:r>
              <a:rPr lang="ko-KR" altLang="en-US" dirty="0"/>
              <a:t>흩어진 빈 공간 </a:t>
            </a:r>
            <a:r>
              <a:rPr lang="en-US" altLang="ko-KR" dirty="0"/>
              <a:t>-&gt; 1</a:t>
            </a:r>
            <a:r>
              <a:rPr lang="ko-KR" altLang="en-US" dirty="0"/>
              <a:t>개의 큰 연속공간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메모리 할당 알고리즘 </a:t>
            </a:r>
            <a:r>
              <a:rPr lang="en-US" altLang="ko-KR" dirty="0"/>
              <a:t>: first fit : </a:t>
            </a:r>
            <a:r>
              <a:rPr lang="ko-KR" altLang="en-US" dirty="0"/>
              <a:t>처음</a:t>
            </a:r>
            <a:r>
              <a:rPr lang="en-US" altLang="ko-KR" dirty="0"/>
              <a:t> </a:t>
            </a:r>
            <a:r>
              <a:rPr lang="ko-KR" altLang="en-US" dirty="0"/>
              <a:t>본 </a:t>
            </a:r>
            <a:r>
              <a:rPr lang="ko-KR" altLang="en-US" dirty="0" err="1"/>
              <a:t>빈공간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best fit : </a:t>
            </a:r>
            <a:r>
              <a:rPr lang="ko-KR" altLang="en-US" dirty="0"/>
              <a:t>가장 </a:t>
            </a:r>
            <a:r>
              <a:rPr lang="en-US" altLang="ko-KR" dirty="0"/>
              <a:t>size</a:t>
            </a:r>
            <a:r>
              <a:rPr lang="ko-KR" altLang="en-US" dirty="0" err="1"/>
              <a:t>비슷</a:t>
            </a:r>
            <a:r>
              <a:rPr lang="ko-KR" altLang="en-US" dirty="0"/>
              <a:t> 공간 할당</a:t>
            </a:r>
            <a:r>
              <a:rPr lang="en-US" altLang="ko-KR" dirty="0"/>
              <a:t>, worst fit : </a:t>
            </a:r>
            <a:r>
              <a:rPr lang="ko-KR" altLang="en-US" dirty="0"/>
              <a:t>가장 큰</a:t>
            </a:r>
            <a:r>
              <a:rPr lang="en-US" altLang="ko-KR" dirty="0"/>
              <a:t> size</a:t>
            </a:r>
            <a:br>
              <a:rPr lang="en-US" altLang="ko-KR" dirty="0"/>
            </a:br>
            <a:r>
              <a:rPr lang="en-US" altLang="ko-KR" dirty="0"/>
              <a:t>-&gt; worst </a:t>
            </a:r>
            <a:r>
              <a:rPr lang="ko-KR" altLang="en-US" dirty="0"/>
              <a:t>쓰면 나중에 </a:t>
            </a:r>
            <a:r>
              <a:rPr lang="ko-KR" altLang="en-US" dirty="0" err="1"/>
              <a:t>큰걸</a:t>
            </a:r>
            <a:r>
              <a:rPr lang="ko-KR" altLang="en-US" dirty="0"/>
              <a:t> </a:t>
            </a:r>
            <a:r>
              <a:rPr lang="ko-KR" altLang="en-US" dirty="0" err="1"/>
              <a:t>되돌려받음</a:t>
            </a:r>
            <a:r>
              <a:rPr lang="en-US" altLang="ko-KR" dirty="0"/>
              <a:t>. Best</a:t>
            </a:r>
            <a:r>
              <a:rPr lang="ko-KR" altLang="en-US" dirty="0"/>
              <a:t>는 낭비 가능성</a:t>
            </a:r>
            <a:r>
              <a:rPr lang="en-US" altLang="ko-KR" dirty="0"/>
              <a:t>.</a:t>
            </a:r>
          </a:p>
          <a:p>
            <a:pPr lvl="3"/>
            <a:r>
              <a:rPr lang="en-US" altLang="ko-KR" dirty="0"/>
              <a:t>Buddy system : </a:t>
            </a:r>
            <a:r>
              <a:rPr lang="ko-KR" altLang="en-US" dirty="0"/>
              <a:t>고정</a:t>
            </a:r>
            <a:r>
              <a:rPr lang="en-US" altLang="ko-KR" dirty="0"/>
              <a:t>+</a:t>
            </a:r>
            <a:r>
              <a:rPr lang="ko-KR" altLang="en-US" dirty="0"/>
              <a:t>가변 </a:t>
            </a:r>
            <a:r>
              <a:rPr lang="ko-KR" altLang="en-US" dirty="0" err="1"/>
              <a:t>분항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전체 </a:t>
            </a:r>
            <a:r>
              <a:rPr lang="en-US" altLang="ko-KR" dirty="0"/>
              <a:t>MEM</a:t>
            </a:r>
            <a:r>
              <a:rPr lang="ko-KR" altLang="en-US" dirty="0"/>
              <a:t>을 </a:t>
            </a:r>
            <a:r>
              <a:rPr lang="en-US" altLang="ko-KR" dirty="0"/>
              <a:t>2^n </a:t>
            </a:r>
            <a:r>
              <a:rPr lang="ko-KR" altLang="en-US" dirty="0"/>
              <a:t>단위</a:t>
            </a:r>
            <a:r>
              <a:rPr lang="en-US" altLang="ko-KR" dirty="0"/>
              <a:t> </a:t>
            </a:r>
            <a:r>
              <a:rPr lang="ko-KR" altLang="en-US" dirty="0"/>
              <a:t>분할</a:t>
            </a:r>
            <a:r>
              <a:rPr lang="en-US" altLang="ko-KR" dirty="0"/>
              <a:t>. 3=2+1KB,</a:t>
            </a:r>
            <a:r>
              <a:rPr lang="ko-KR" altLang="en-US" dirty="0"/>
              <a:t> </a:t>
            </a:r>
            <a:r>
              <a:rPr lang="en-US" altLang="ko-KR" dirty="0"/>
              <a:t>7=4+2+1KB</a:t>
            </a:r>
            <a:br>
              <a:rPr lang="en-US" altLang="ko-KR" dirty="0"/>
            </a:br>
            <a:r>
              <a:rPr lang="ko-KR" altLang="en-US" dirty="0"/>
              <a:t>고정방식 </a:t>
            </a:r>
            <a:r>
              <a:rPr lang="en-US" altLang="ko-KR" dirty="0"/>
              <a:t>: </a:t>
            </a:r>
            <a:r>
              <a:rPr lang="ko-KR" altLang="en-US" dirty="0"/>
              <a:t>나뉜 부분에서 </a:t>
            </a:r>
            <a:r>
              <a:rPr lang="en-US" altLang="ko-KR" dirty="0"/>
              <a:t>JMP. MMU</a:t>
            </a:r>
            <a:r>
              <a:rPr lang="ko-KR" altLang="en-US" dirty="0"/>
              <a:t>는 </a:t>
            </a:r>
            <a:r>
              <a:rPr lang="en-US" altLang="ko-KR" dirty="0"/>
              <a:t>fixed </a:t>
            </a:r>
            <a:r>
              <a:rPr lang="ko-KR" altLang="en-US" dirty="0"/>
              <a:t>방식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Virtual memory : HDD</a:t>
            </a:r>
            <a:r>
              <a:rPr lang="ko-KR" altLang="en-US" dirty="0"/>
              <a:t>에 임시저장 후 나중에 </a:t>
            </a:r>
            <a:r>
              <a:rPr lang="en-US" altLang="ko-KR" dirty="0"/>
              <a:t>MEM </a:t>
            </a:r>
            <a:r>
              <a:rPr lang="ko-KR" altLang="en-US" dirty="0"/>
              <a:t>사용 </a:t>
            </a:r>
            <a:r>
              <a:rPr lang="en-US" altLang="ko-KR" dirty="0"/>
              <a:t>-&gt; HDD </a:t>
            </a:r>
            <a:r>
              <a:rPr lang="ko-KR" altLang="en-US" dirty="0"/>
              <a:t>크기만큼 </a:t>
            </a:r>
            <a:r>
              <a:rPr lang="en-US" altLang="ko-KR" dirty="0"/>
              <a:t>MEM </a:t>
            </a:r>
            <a:r>
              <a:rPr lang="ko-KR" altLang="en-US" dirty="0"/>
              <a:t>사용</a:t>
            </a:r>
            <a:r>
              <a:rPr lang="en-US" altLang="ko-KR" dirty="0"/>
              <a:t>O</a:t>
            </a:r>
          </a:p>
          <a:p>
            <a:pPr lvl="1"/>
            <a:r>
              <a:rPr lang="en-US" altLang="ko-KR" dirty="0"/>
              <a:t> Swap out/In : HDD</a:t>
            </a:r>
            <a:r>
              <a:rPr lang="ko-KR" altLang="en-US" dirty="0"/>
              <a:t>에서 </a:t>
            </a:r>
            <a:r>
              <a:rPr lang="en-US" altLang="ko-KR" dirty="0"/>
              <a:t>MEM</a:t>
            </a:r>
            <a:r>
              <a:rPr lang="ko-KR" altLang="en-US" dirty="0"/>
              <a:t>에 들이고 내보냄</a:t>
            </a:r>
            <a:r>
              <a:rPr lang="en-US" altLang="ko-KR" dirty="0"/>
              <a:t>; 	- CPU-cash </a:t>
            </a:r>
            <a:r>
              <a:rPr lang="ko-KR" altLang="en-US" dirty="0"/>
              <a:t>관계와</a:t>
            </a:r>
            <a:r>
              <a:rPr lang="en-US" altLang="ko-KR" dirty="0"/>
              <a:t> </a:t>
            </a:r>
            <a:r>
              <a:rPr lang="ko-KR" altLang="en-US" dirty="0"/>
              <a:t>유사</a:t>
            </a:r>
            <a:r>
              <a:rPr lang="en-US" altLang="ko-KR" dirty="0"/>
              <a:t>. </a:t>
            </a:r>
            <a:r>
              <a:rPr lang="ko-KR" altLang="en-US" dirty="0" err="1"/>
              <a:t>스왑</a:t>
            </a:r>
            <a:r>
              <a:rPr lang="en-US" altLang="ko-KR" dirty="0"/>
              <a:t>=replacement</a:t>
            </a:r>
          </a:p>
          <a:p>
            <a:pPr lvl="1"/>
            <a:r>
              <a:rPr lang="en-US" altLang="ko-KR" dirty="0"/>
              <a:t>Thrashing : </a:t>
            </a:r>
            <a:r>
              <a:rPr lang="ko-KR" altLang="en-US" dirty="0"/>
              <a:t>메모리가 너무 부족</a:t>
            </a:r>
            <a:r>
              <a:rPr lang="en-US" altLang="ko-KR" dirty="0"/>
              <a:t>, </a:t>
            </a:r>
            <a:r>
              <a:rPr lang="ko-KR" altLang="en-US" dirty="0"/>
              <a:t>계속해서 </a:t>
            </a:r>
            <a:r>
              <a:rPr lang="ko-KR" altLang="en-US" dirty="0" err="1"/>
              <a:t>스왑</a:t>
            </a:r>
            <a:r>
              <a:rPr lang="ko-KR" altLang="en-US" dirty="0"/>
              <a:t> 인</a:t>
            </a:r>
            <a:r>
              <a:rPr lang="en-US" altLang="ko-KR" dirty="0"/>
              <a:t>/</a:t>
            </a:r>
            <a:r>
              <a:rPr lang="ko-KR" altLang="en-US" dirty="0"/>
              <a:t>아웃만 반복 </a:t>
            </a:r>
            <a:r>
              <a:rPr lang="en-US" altLang="ko-KR" dirty="0"/>
              <a:t>-&gt; </a:t>
            </a:r>
            <a:r>
              <a:rPr lang="ko-KR" altLang="en-US" dirty="0"/>
              <a:t>실제 작업보다 </a:t>
            </a:r>
            <a:r>
              <a:rPr lang="ko-KR" altLang="en-US" dirty="0" err="1"/>
              <a:t>스왑만</a:t>
            </a:r>
            <a:r>
              <a:rPr lang="ko-KR" altLang="en-US" dirty="0"/>
              <a:t> 반복</a:t>
            </a:r>
            <a:r>
              <a:rPr lang="en-US" altLang="ko-KR" dirty="0"/>
              <a:t>. </a:t>
            </a:r>
            <a:r>
              <a:rPr lang="ko-KR" altLang="en-US" dirty="0"/>
              <a:t>성능↓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CC6B49-9D43-0AC3-CEF4-E9AF2451C85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ACF4C7-8F36-5730-EC0C-914FE2BEB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786" y="704528"/>
            <a:ext cx="1722305" cy="87460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64CA82-FD6F-188D-0FED-352245483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361" y="1579136"/>
            <a:ext cx="1552015" cy="99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26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5FD3068-1C4D-AF1C-9DA4-BC00DB2743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243D930-259D-5306-68D4-8B39F2696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FC3F03-7E62-0467-5E51-27C832F984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55ACCD7-A3CB-491C-E118-851FC87F4A9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스케줄링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정의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레디 큐에서 읽고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프로세스에 배치하기 위한 결정과정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필요성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한정된 리소스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여러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가 동시에 요구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누구에게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어떻게 리소스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배분</a:t>
                </a:r>
                <a:r>
                  <a:rPr lang="en-US" altLang="ko-KR" dirty="0"/>
                  <a:t>?</a:t>
                </a:r>
              </a:p>
              <a:p>
                <a:pPr lvl="1"/>
                <a:r>
                  <a:rPr lang="ko-KR" altLang="en-US" dirty="0"/>
                  <a:t>스케줄링 단계 </a:t>
                </a:r>
                <a:r>
                  <a:rPr lang="en-US" altLang="ko-KR" dirty="0"/>
                  <a:t>: (</a:t>
                </a:r>
                <a:r>
                  <a:rPr lang="ko-KR" altLang="en-US" dirty="0"/>
                  <a:t>고수준 스케줄링</a:t>
                </a:r>
                <a:r>
                  <a:rPr lang="en-US" altLang="ko-KR" dirty="0"/>
                  <a:t>) : sys</a:t>
                </a:r>
                <a:r>
                  <a:rPr lang="ko-KR" altLang="en-US" dirty="0"/>
                  <a:t>내 전체 작업 수 조절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동시에 실행</a:t>
                </a:r>
                <a:r>
                  <a:rPr lang="en-US" altLang="ko-KR" dirty="0"/>
                  <a:t>O</a:t>
                </a:r>
                <a:r>
                  <a:rPr lang="ko-KR" altLang="en-US" dirty="0"/>
                  <a:t>인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의 총 개수가 정해짐</a:t>
                </a:r>
                <a:r>
                  <a:rPr lang="en-US" altLang="ko-KR" dirty="0"/>
                  <a:t> (PC</a:t>
                </a:r>
                <a:r>
                  <a:rPr lang="ko-KR" altLang="en-US" dirty="0"/>
                  <a:t> 돌릴 때 </a:t>
                </a:r>
                <a:r>
                  <a:rPr lang="ko-KR" altLang="en-US" dirty="0" err="1"/>
                  <a:t>몇개</a:t>
                </a:r>
                <a:r>
                  <a:rPr lang="ko-KR" altLang="en-US" dirty="0"/>
                  <a:t> 프로그램 동시</a:t>
                </a:r>
                <a:r>
                  <a:rPr lang="en-US" altLang="ko-KR" dirty="0"/>
                  <a:t>?)</a:t>
                </a:r>
              </a:p>
              <a:p>
                <a:r>
                  <a:rPr lang="en-US" altLang="ko-KR" dirty="0"/>
                  <a:t>Process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state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scheduling</a:t>
                </a:r>
              </a:p>
              <a:p>
                <a:pPr lvl="1"/>
                <a:r>
                  <a:rPr lang="ko-KR" altLang="en-US" dirty="0"/>
                  <a:t>프로그램 중지의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가지 경우</a:t>
                </a:r>
                <a:r>
                  <a:rPr lang="en-US" altLang="ko-KR" dirty="0"/>
                  <a:t> :</a:t>
                </a:r>
                <a:br>
                  <a:rPr lang="en-US" altLang="ko-KR" dirty="0"/>
                </a:br>
                <a:r>
                  <a:rPr lang="en-US" altLang="ko-KR" dirty="0"/>
                  <a:t>1) </a:t>
                </a:r>
                <a:r>
                  <a:rPr lang="ko-KR" altLang="en-US" dirty="0"/>
                  <a:t>스스로 멈춤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오래 걸릴 수행</a:t>
                </a:r>
                <a:r>
                  <a:rPr lang="en-US" altLang="ko-KR" dirty="0"/>
                  <a:t>-&gt;blocked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외부 입력 대기</a:t>
                </a:r>
                <a:br>
                  <a:rPr lang="en-US" altLang="ko-KR" dirty="0"/>
                </a:br>
                <a:r>
                  <a:rPr lang="en-US" altLang="ko-KR" dirty="0"/>
                  <a:t>2) </a:t>
                </a:r>
                <a:r>
                  <a:rPr lang="ko-KR" altLang="en-US" dirty="0"/>
                  <a:t>강제적으로 멈춤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당장 재가동</a:t>
                </a:r>
                <a:r>
                  <a:rPr lang="en-US" altLang="ko-KR" dirty="0"/>
                  <a:t>OK, </a:t>
                </a:r>
                <a:r>
                  <a:rPr lang="ko-KR" altLang="en-US" dirty="0"/>
                  <a:t>무언가 기다리지 않음 </a:t>
                </a:r>
                <a:br>
                  <a:rPr lang="en-US" altLang="ko-KR" dirty="0"/>
                </a:br>
                <a:r>
                  <a:rPr lang="en-US" altLang="ko-KR" dirty="0"/>
                  <a:t>Ready</a:t>
                </a:r>
                <a:r>
                  <a:rPr lang="ko-KR" altLang="en-US" dirty="0"/>
                  <a:t>상태</a:t>
                </a:r>
                <a:r>
                  <a:rPr lang="en-US" altLang="ko-KR" dirty="0"/>
                  <a:t> (Block </a:t>
                </a:r>
                <a:r>
                  <a:rPr lang="ko-KR" altLang="en-US" dirty="0"/>
                  <a:t>상태에서 조건 </a:t>
                </a:r>
                <a:r>
                  <a:rPr lang="ko-KR" altLang="en-US" dirty="0" err="1"/>
                  <a:t>만족시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-&gt; Ready)</a:t>
                </a:r>
              </a:p>
              <a:p>
                <a:r>
                  <a:rPr lang="ko-KR" altLang="en-US" dirty="0"/>
                  <a:t>스케줄링 요건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처리능력</a:t>
                </a:r>
                <a:r>
                  <a:rPr lang="en-US" altLang="ko-KR" dirty="0"/>
                  <a:t>(Throughput) </a:t>
                </a:r>
                <a:r>
                  <a:rPr lang="ko-KR" altLang="en-US" dirty="0"/>
                  <a:t>최대화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단위시간당 완료되는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수 ↑↑</a:t>
                </a:r>
                <a:br>
                  <a:rPr lang="en-US" altLang="ko-KR" dirty="0"/>
                </a:br>
                <a:r>
                  <a:rPr lang="en-US" altLang="ko-KR" dirty="0"/>
                  <a:t>CPU</a:t>
                </a:r>
                <a:r>
                  <a:rPr lang="ko-KR" altLang="en-US" dirty="0"/>
                  <a:t> 이용률</a:t>
                </a:r>
                <a:r>
                  <a:rPr lang="en-US" altLang="ko-KR" dirty="0"/>
                  <a:t>(Utilization) </a:t>
                </a:r>
                <a:r>
                  <a:rPr lang="ko-KR" altLang="en-US" dirty="0"/>
                  <a:t>극대화</a:t>
                </a:r>
                <a:r>
                  <a:rPr lang="en-US" altLang="ko-KR" dirty="0"/>
                  <a:t> : CPU </a:t>
                </a:r>
                <a:r>
                  <a:rPr lang="ko-KR" altLang="en-US" dirty="0"/>
                  <a:t>정해진 시간 내 </a:t>
                </a:r>
                <a:r>
                  <a:rPr lang="en-US" altLang="ko-KR" dirty="0"/>
                  <a:t>100% </a:t>
                </a:r>
                <a:r>
                  <a:rPr lang="ko-KR" altLang="en-US" dirty="0"/>
                  <a:t>가동</a:t>
                </a:r>
                <a:br>
                  <a:rPr lang="en-US" altLang="ko-KR" dirty="0"/>
                </a:br>
                <a:r>
                  <a:rPr lang="ko-KR" altLang="en-US" dirty="0"/>
                  <a:t>반환시간</a:t>
                </a:r>
                <a:r>
                  <a:rPr lang="en-US" altLang="ko-KR" dirty="0"/>
                  <a:t>(Turnaround time) </a:t>
                </a:r>
                <a:r>
                  <a:rPr lang="ko-KR" altLang="en-US" dirty="0"/>
                  <a:t>최소화 </a:t>
                </a:r>
                <a:r>
                  <a:rPr lang="en-US" altLang="ko-KR" dirty="0"/>
                  <a:t>: PS</a:t>
                </a:r>
                <a:r>
                  <a:rPr lang="ko-KR" altLang="en-US" dirty="0"/>
                  <a:t>가 시스템에 들어와서 종료될 때 까지</a:t>
                </a:r>
                <a:br>
                  <a:rPr lang="en-US" altLang="ko-KR" dirty="0"/>
                </a:br>
                <a:r>
                  <a:rPr lang="en-US" altLang="ko-KR" dirty="0"/>
                  <a:t>(system in-&gt;system out </a:t>
                </a:r>
                <a:r>
                  <a:rPr lang="ko-KR" altLang="en-US" dirty="0"/>
                  <a:t>시간</a:t>
                </a:r>
                <a:r>
                  <a:rPr lang="en-US" altLang="ko-KR" dirty="0"/>
                  <a:t>)</a:t>
                </a:r>
                <a:br>
                  <a:rPr lang="en-US" altLang="ko-KR" dirty="0"/>
                </a:br>
                <a:r>
                  <a:rPr lang="ko-KR" altLang="en-US" dirty="0"/>
                  <a:t>대기시간</a:t>
                </a:r>
                <a:r>
                  <a:rPr lang="en-US" altLang="ko-KR" dirty="0"/>
                  <a:t>(waiting time) </a:t>
                </a:r>
                <a:r>
                  <a:rPr lang="ko-KR" altLang="en-US" dirty="0"/>
                  <a:t>최소화 </a:t>
                </a:r>
                <a:r>
                  <a:rPr lang="en-US" altLang="ko-KR" dirty="0"/>
                  <a:t>: ready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queue</a:t>
                </a:r>
                <a:r>
                  <a:rPr lang="ko-KR" altLang="en-US" dirty="0"/>
                  <a:t>에서 기다리는 시간 최소화</a:t>
                </a:r>
                <a:br>
                  <a:rPr lang="en-US" altLang="ko-KR" dirty="0"/>
                </a:br>
                <a:r>
                  <a:rPr lang="ko-KR" altLang="en-US" dirty="0"/>
                  <a:t>응답시간</a:t>
                </a:r>
                <a:r>
                  <a:rPr lang="en-US" altLang="ko-KR" dirty="0"/>
                  <a:t>(Response time)</a:t>
                </a:r>
                <a:r>
                  <a:rPr lang="ko-KR" altLang="en-US" dirty="0"/>
                  <a:t> 최소화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대화식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시스템에서 첫 응답까지 시간 ↓</a:t>
                </a:r>
                <a:endParaRPr lang="en-US" altLang="ko-KR" dirty="0"/>
              </a:p>
              <a:p>
                <a:r>
                  <a:rPr lang="ko-KR" altLang="en-US" dirty="0"/>
                  <a:t>스케줄링 목적</a:t>
                </a:r>
                <a:endParaRPr lang="en-US" altLang="ko-KR" dirty="0"/>
              </a:p>
              <a:p>
                <a:pPr lvl="1"/>
                <a:r>
                  <a:rPr lang="ko-KR" altLang="en-US" dirty="0" err="1"/>
                  <a:t>공평성</a:t>
                </a:r>
                <a:r>
                  <a:rPr lang="en-US" altLang="ko-KR" dirty="0"/>
                  <a:t>(fairness) : </a:t>
                </a:r>
                <a:r>
                  <a:rPr lang="ko-KR" altLang="en-US" dirty="0"/>
                  <a:t>특정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가 과다점유</a:t>
                </a:r>
                <a:r>
                  <a:rPr lang="en-US" altLang="ko-KR" dirty="0"/>
                  <a:t>X;	- </a:t>
                </a:r>
                <a:r>
                  <a:rPr lang="ko-KR" altLang="en-US" dirty="0"/>
                  <a:t>효율성</a:t>
                </a:r>
                <a:r>
                  <a:rPr lang="en-US" altLang="ko-KR" dirty="0"/>
                  <a:t>(Efficient) : </a:t>
                </a:r>
                <a:r>
                  <a:rPr lang="ko-KR" altLang="en-US" dirty="0"/>
                  <a:t>자원이 유휴시간</a:t>
                </a:r>
                <a:r>
                  <a:rPr lang="en-US" altLang="ko-KR" dirty="0"/>
                  <a:t>X </a:t>
                </a:r>
                <a:r>
                  <a:rPr lang="ko-KR" altLang="en-US" dirty="0"/>
                  <a:t>사용</a:t>
                </a:r>
                <a:br>
                  <a:rPr lang="en-US" altLang="ko-KR" dirty="0"/>
                </a:br>
                <a:r>
                  <a:rPr lang="ko-KR" altLang="en-US" dirty="0"/>
                  <a:t>안정성</a:t>
                </a:r>
                <a:r>
                  <a:rPr lang="en-US" altLang="ko-KR" dirty="0"/>
                  <a:t>(stability) : </a:t>
                </a:r>
                <a:r>
                  <a:rPr lang="ko-KR" altLang="en-US" dirty="0"/>
                  <a:t>우선순위</a:t>
                </a:r>
                <a:r>
                  <a:rPr lang="en-US" altLang="ko-KR" dirty="0"/>
                  <a:t>-&gt;system</a:t>
                </a:r>
                <a:r>
                  <a:rPr lang="ko-KR" altLang="en-US" dirty="0"/>
                  <a:t> 자원 독점</a:t>
                </a:r>
                <a:r>
                  <a:rPr lang="en-US" altLang="ko-KR" dirty="0"/>
                  <a:t>/</a:t>
                </a:r>
                <a:r>
                  <a:rPr lang="ko-KR" altLang="en-US" dirty="0"/>
                  <a:t>파괴에서 보호 </a:t>
                </a:r>
                <a:r>
                  <a:rPr lang="en-US" altLang="ko-KR" dirty="0"/>
                  <a:t>+ PS</a:t>
                </a:r>
                <a:r>
                  <a:rPr lang="ko-KR" altLang="en-US" dirty="0"/>
                  <a:t>가 뒤섞임 </a:t>
                </a:r>
                <a:r>
                  <a:rPr lang="en-US" altLang="ko-KR" dirty="0"/>
                  <a:t>X</a:t>
                </a:r>
                <a:br>
                  <a:rPr lang="en-US" altLang="ko-KR" dirty="0"/>
                </a:br>
                <a:r>
                  <a:rPr lang="ko-KR" altLang="en-US" dirty="0"/>
                  <a:t>반응시간 보장 </a:t>
                </a:r>
                <a:r>
                  <a:rPr lang="en-US" altLang="ko-KR" dirty="0"/>
                  <a:t>: system</a:t>
                </a:r>
                <a:r>
                  <a:rPr lang="ko-KR" altLang="en-US" dirty="0"/>
                  <a:t>은 적절한 시간 내에 </a:t>
                </a:r>
                <a:r>
                  <a:rPr lang="ko-KR" altLang="en-US" dirty="0" err="1"/>
                  <a:t>응답해야함</a:t>
                </a:r>
                <a:br>
                  <a:rPr lang="en-US" altLang="ko-KR" dirty="0"/>
                </a:br>
                <a:r>
                  <a:rPr lang="ko-KR" altLang="en-US" dirty="0"/>
                  <a:t>무한연기방지</a:t>
                </a:r>
                <a:r>
                  <a:rPr lang="en-US" altLang="ko-KR" dirty="0"/>
                  <a:t>(starvation prevention) : </a:t>
                </a:r>
                <a:r>
                  <a:rPr lang="ko-KR" altLang="en-US" dirty="0"/>
                  <a:t>특정</a:t>
                </a:r>
                <a:r>
                  <a:rPr lang="en-US" altLang="ko-KR" dirty="0"/>
                  <a:t> PS</a:t>
                </a:r>
                <a:r>
                  <a:rPr lang="ko-KR" altLang="en-US" dirty="0"/>
                  <a:t>의 작업이 무한히 연기 </a:t>
                </a:r>
                <a:r>
                  <a:rPr lang="en-US" altLang="ko-KR" dirty="0"/>
                  <a:t>X</a:t>
                </a:r>
              </a:p>
              <a:p>
                <a:r>
                  <a:rPr lang="en-US" altLang="ko-KR" dirty="0"/>
                  <a:t>CPU </a:t>
                </a:r>
                <a:r>
                  <a:rPr lang="ko-KR" altLang="en-US" dirty="0"/>
                  <a:t>집중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프로세스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입출력 집중 프로세스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CPU </a:t>
                </a:r>
                <a:r>
                  <a:rPr lang="ko-KR" altLang="en-US" dirty="0"/>
                  <a:t>집중</a:t>
                </a:r>
                <a:r>
                  <a:rPr lang="en-US" altLang="ko-KR" dirty="0"/>
                  <a:t> PS(CPU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bound process) : </a:t>
                </a:r>
                <a:r>
                  <a:rPr lang="ko-KR" altLang="en-US" dirty="0"/>
                  <a:t>연산 사용↑↑ </a:t>
                </a:r>
                <a:r>
                  <a:rPr lang="en-US" altLang="ko-KR" dirty="0"/>
                  <a:t>ex) </a:t>
                </a:r>
                <a:r>
                  <a:rPr lang="ko-KR" altLang="en-US" dirty="0"/>
                  <a:t>날씨 예측</a:t>
                </a:r>
                <a:br>
                  <a:rPr lang="en-US" altLang="ko-KR" dirty="0"/>
                </a:br>
                <a:r>
                  <a:rPr lang="ko-KR" altLang="en-US" dirty="0"/>
                  <a:t>입출력 집중 </a:t>
                </a:r>
                <a:r>
                  <a:rPr lang="en-US" altLang="ko-KR" dirty="0"/>
                  <a:t>PS(I/O bound process) : </a:t>
                </a:r>
                <a:r>
                  <a:rPr lang="ko-KR" altLang="en-US" dirty="0"/>
                  <a:t>데이터 입출력 ↑↑ </a:t>
                </a:r>
                <a:r>
                  <a:rPr lang="en-US" altLang="ko-KR" dirty="0"/>
                  <a:t>ex) </a:t>
                </a:r>
                <a:r>
                  <a:rPr lang="ko-KR" altLang="en-US" dirty="0"/>
                  <a:t>네트워크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그래픽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입출력</a:t>
                </a:r>
                <a:r>
                  <a:rPr lang="en-US" altLang="ko-KR" dirty="0"/>
                  <a:t> PS </a:t>
                </a:r>
                <a:r>
                  <a:rPr lang="ko-KR" altLang="en-US" dirty="0"/>
                  <a:t>우선배정시</a:t>
                </a:r>
                <a:r>
                  <a:rPr lang="en-US" altLang="ko-KR" dirty="0"/>
                  <a:t>(or </a:t>
                </a:r>
                <a:r>
                  <a:rPr lang="ko-KR" altLang="en-US" dirty="0"/>
                  <a:t>전면 프로세스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사용자 체감상</a:t>
                </a:r>
                <a:br>
                  <a:rPr lang="en-US" altLang="ko-KR" dirty="0"/>
                </a:br>
                <a:r>
                  <a:rPr lang="ko-KR" altLang="en-US" dirty="0"/>
                  <a:t> 반응↑</a:t>
                </a:r>
                <a:r>
                  <a:rPr lang="en-US" altLang="ko-KR" dirty="0"/>
                  <a:t>.But, response time </a:t>
                </a:r>
                <a:r>
                  <a:rPr lang="ko-KR" altLang="en-US" dirty="0"/>
                  <a:t>좋다고 항상 </a:t>
                </a:r>
                <a:r>
                  <a:rPr lang="en-US" altLang="ko-KR" dirty="0"/>
                  <a:t>OK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X (</a:t>
                </a:r>
                <a:r>
                  <a:rPr lang="ko-KR" altLang="en-US" dirty="0"/>
                  <a:t>커널</a:t>
                </a:r>
                <a:r>
                  <a:rPr lang="en-US" altLang="ko-KR" dirty="0"/>
                  <a:t>/OS PS</a:t>
                </a:r>
                <a:r>
                  <a:rPr lang="ko-KR" altLang="en-US" dirty="0"/>
                  <a:t>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유저</a:t>
                </a:r>
                <a:r>
                  <a:rPr lang="en-US" altLang="ko-KR" dirty="0"/>
                  <a:t> PS</a:t>
                </a:r>
                <a:r>
                  <a:rPr lang="ko-KR" altLang="en-US" dirty="0"/>
                  <a:t>↓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 err="1"/>
                  <a:t>Preemtive</a:t>
                </a:r>
                <a:r>
                  <a:rPr lang="en-US" altLang="ko-KR" dirty="0"/>
                  <a:t>/Non-</a:t>
                </a:r>
                <a:r>
                  <a:rPr lang="en-US" altLang="ko-KR" dirty="0" err="1"/>
                  <a:t>preemtive</a:t>
                </a:r>
                <a:r>
                  <a:rPr lang="en-US" altLang="ko-KR" dirty="0"/>
                  <a:t> Scheduling</a:t>
                </a:r>
              </a:p>
              <a:p>
                <a:pPr lvl="1"/>
                <a:r>
                  <a:rPr lang="en-US" altLang="ko-KR" dirty="0" err="1"/>
                  <a:t>Preemtive</a:t>
                </a:r>
                <a:r>
                  <a:rPr lang="en-US" altLang="ko-KR" dirty="0"/>
                  <a:t> scheduling : OS</a:t>
                </a:r>
                <a:r>
                  <a:rPr lang="ko-KR" altLang="en-US" dirty="0"/>
                  <a:t>의 판단 </a:t>
                </a:r>
                <a:r>
                  <a:rPr lang="en-US" altLang="ko-KR" dirty="0"/>
                  <a:t>-&gt; PS </a:t>
                </a:r>
                <a:r>
                  <a:rPr lang="ko-KR" altLang="en-US" dirty="0"/>
                  <a:t>작업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중단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새 작업</a:t>
                </a:r>
                <a:r>
                  <a:rPr lang="en-US" altLang="ko-KR" dirty="0"/>
                  <a:t>OK</a:t>
                </a:r>
                <a:br>
                  <a:rPr lang="en-US" altLang="ko-KR" dirty="0"/>
                </a:br>
                <a:r>
                  <a:rPr lang="en-US" altLang="ko-KR" dirty="0"/>
                  <a:t>Non </a:t>
                </a:r>
                <a:r>
                  <a:rPr lang="en-US" altLang="ko-KR" dirty="0" err="1"/>
                  <a:t>Preemtive</a:t>
                </a:r>
                <a:r>
                  <a:rPr lang="en-US" altLang="ko-KR" dirty="0"/>
                  <a:t> : execution </a:t>
                </a:r>
                <a:r>
                  <a:rPr lang="ko-KR" altLang="en-US" dirty="0"/>
                  <a:t>상태로</a:t>
                </a:r>
                <a:r>
                  <a:rPr lang="en-US" altLang="ko-KR" dirty="0"/>
                  <a:t> CPU </a:t>
                </a:r>
                <a:r>
                  <a:rPr lang="ko-KR" altLang="en-US" dirty="0"/>
                  <a:t>사용 </a:t>
                </a:r>
                <a:r>
                  <a:rPr lang="en-US" altLang="ko-KR" dirty="0"/>
                  <a:t>-&gt; PS</a:t>
                </a:r>
                <a:r>
                  <a:rPr lang="ko-KR" altLang="en-US" dirty="0"/>
                  <a:t>종료</a:t>
                </a:r>
                <a:r>
                  <a:rPr lang="en-US" altLang="ko-KR" dirty="0"/>
                  <a:t>/block</a:t>
                </a:r>
                <a:r>
                  <a:rPr lang="ko-KR" altLang="en-US" dirty="0"/>
                  <a:t> 전까진 방해</a:t>
                </a:r>
                <a:r>
                  <a:rPr lang="en-US" altLang="ko-KR" dirty="0"/>
                  <a:t>X</a:t>
                </a:r>
              </a:p>
              <a:p>
                <a:pPr lvl="2"/>
                <a:r>
                  <a:rPr lang="ko-KR" altLang="en-US" dirty="0"/>
                  <a:t>특수목적 </a:t>
                </a:r>
                <a:r>
                  <a:rPr lang="en-US" altLang="ko-KR" dirty="0"/>
                  <a:t>SW</a:t>
                </a:r>
                <a:r>
                  <a:rPr lang="ko-KR" altLang="en-US" dirty="0"/>
                  <a:t>는 방해</a:t>
                </a:r>
                <a:r>
                  <a:rPr lang="en-US" altLang="ko-KR" dirty="0"/>
                  <a:t>X ex) </a:t>
                </a:r>
                <a:r>
                  <a:rPr lang="ko-KR" altLang="en-US" dirty="0"/>
                  <a:t>차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안전장치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효율</a:t>
                </a:r>
                <a:r>
                  <a:rPr lang="en-US" altLang="ko-KR" dirty="0"/>
                  <a:t>? -&gt; preempt</a:t>
                </a:r>
                <a:r>
                  <a:rPr lang="ko-KR" altLang="en-US" dirty="0"/>
                  <a:t>가 일어날 때 시간지연</a:t>
                </a:r>
                <a:endParaRPr lang="en-US" altLang="ko-KR" dirty="0"/>
              </a:p>
              <a:p>
                <a:r>
                  <a:rPr lang="ko-KR" altLang="en-US" dirty="0"/>
                  <a:t>스케줄링 알고리즘 선택 기준</a:t>
                </a:r>
                <a:r>
                  <a:rPr lang="en-US" altLang="ko-KR" dirty="0"/>
                  <a:t> : Utilization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vs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Through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put</a:t>
                </a:r>
              </a:p>
              <a:p>
                <a:pPr lvl="1"/>
                <a:r>
                  <a:rPr lang="ko-KR" altLang="en-US" dirty="0"/>
                  <a:t>평균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대기시간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대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기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시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간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br>
                  <a:rPr lang="en-US" altLang="ko-KR" dirty="0"/>
                </a:br>
                <a:r>
                  <a:rPr lang="en-US" altLang="ko-KR" dirty="0"/>
                  <a:t>turn around : </a:t>
                </a:r>
                <a:r>
                  <a:rPr lang="ko-KR" altLang="en-US" dirty="0"/>
                  <a:t>총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실행시간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실행</a:t>
                </a:r>
                <a:r>
                  <a:rPr lang="en-US" altLang="ko-KR" dirty="0"/>
                  <a:t>+</a:t>
                </a:r>
                <a:r>
                  <a:rPr lang="ko-KR" altLang="en-US" dirty="0"/>
                  <a:t>대기</a:t>
                </a:r>
                <a:r>
                  <a:rPr lang="en-US" altLang="ko-KR" dirty="0"/>
                  <a:t>)</a:t>
                </a:r>
                <a:br>
                  <a:rPr lang="en-US" altLang="ko-KR" dirty="0"/>
                </a:br>
                <a:r>
                  <a:rPr lang="en-US" altLang="ko-KR" dirty="0"/>
                  <a:t>service time : Σ</a:t>
                </a:r>
                <a:r>
                  <a:rPr lang="ko-KR" altLang="en-US" dirty="0"/>
                  <a:t>실행시간</a:t>
                </a:r>
                <a:br>
                  <a:rPr lang="en-US" altLang="ko-KR" dirty="0"/>
                </a:br>
                <a:r>
                  <a:rPr lang="en-US" altLang="ko-KR" dirty="0"/>
                  <a:t>**service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time</a:t>
                </a:r>
                <a:r>
                  <a:rPr lang="ko-KR" altLang="en-US" dirty="0"/>
                  <a:t>을 최적화</a:t>
                </a:r>
                <a:r>
                  <a:rPr lang="en-US" altLang="ko-KR" dirty="0"/>
                  <a:t>X, waiting time</a:t>
                </a:r>
                <a:r>
                  <a:rPr lang="ko-KR" altLang="en-US" dirty="0"/>
                  <a:t>만 </a:t>
                </a:r>
                <a:r>
                  <a:rPr lang="en-US" altLang="ko-KR" dirty="0"/>
                  <a:t>OS</a:t>
                </a:r>
                <a:r>
                  <a:rPr lang="ko-KR" altLang="en-US" dirty="0"/>
                  <a:t>가 조절</a:t>
                </a:r>
                <a:r>
                  <a:rPr lang="en-US" altLang="ko-KR" dirty="0"/>
                  <a:t>-&gt;response time</a:t>
                </a:r>
                <a:r>
                  <a:rPr lang="ko-KR" altLang="en-US" dirty="0"/>
                  <a:t>등을 조절</a:t>
                </a:r>
                <a:br>
                  <a:rPr lang="en-US" altLang="ko-KR" dirty="0"/>
                </a:br>
                <a:r>
                  <a:rPr lang="en-US" altLang="ko-KR" dirty="0" err="1"/>
                  <a:t>preemtive</a:t>
                </a:r>
                <a:r>
                  <a:rPr lang="en-US" altLang="ko-KR" dirty="0"/>
                  <a:t> : </a:t>
                </a:r>
                <a:r>
                  <a:rPr lang="ko-KR" altLang="en-US" dirty="0"/>
                  <a:t>중간에 </a:t>
                </a:r>
                <a:r>
                  <a:rPr lang="en-US" altLang="ko-KR" dirty="0"/>
                  <a:t>ready</a:t>
                </a:r>
                <a:r>
                  <a:rPr lang="ko-KR" altLang="en-US" dirty="0"/>
                  <a:t>로 </a:t>
                </a:r>
                <a:r>
                  <a:rPr lang="ko-KR" altLang="en-US" dirty="0" err="1"/>
                  <a:t>돌아감</a:t>
                </a:r>
                <a:r>
                  <a:rPr lang="en-US" altLang="ko-KR" dirty="0"/>
                  <a:t> -&gt; waiting = </a:t>
                </a:r>
                <a:r>
                  <a:rPr lang="en-US" altLang="ko-KR" dirty="0" err="1"/>
                  <a:t>Σready</a:t>
                </a:r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D55ACCD7-A3CB-491C-E118-851FC87F4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2E3769-B907-253D-1A75-FCFA37091F0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8E2FA1D-56F9-B5C0-B07F-149A148D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163" y="1424608"/>
            <a:ext cx="1511819" cy="13681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0DC9D7-EAE1-2EFA-59CD-2A91E158D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814" y="4775761"/>
            <a:ext cx="1286750" cy="35447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EF3A0EE-EC6F-527B-5F06-9DCCF7958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075" y="6969224"/>
            <a:ext cx="2637513" cy="57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1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D576E3-3C1E-439A-3272-E5720172B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5E1DF3-BDC6-254B-6579-8048C8295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Scheduling(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64EEE5-E86E-0EC7-9284-DEEDD5022E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00DB8DCB-85EF-F676-2607-FF23A6DD1FA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Non</a:t>
                </a:r>
                <a:r>
                  <a:rPr lang="ko-KR" altLang="en-US" dirty="0"/>
                  <a:t> </a:t>
                </a:r>
                <a:r>
                  <a:rPr lang="en-US" altLang="ko-KR" dirty="0" err="1"/>
                  <a:t>preemtive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스케줄링 기법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FCFS(First come, first service)</a:t>
                </a:r>
                <a:r>
                  <a:rPr lang="ko-KR" altLang="en-US" dirty="0"/>
                  <a:t>스케줄링 </a:t>
                </a:r>
                <a:r>
                  <a:rPr lang="en-US" altLang="ko-KR" dirty="0"/>
                  <a:t>: </a:t>
                </a:r>
                <a:r>
                  <a:rPr lang="ko-KR" altLang="en-US" dirty="0" err="1"/>
                  <a:t>레디큐</a:t>
                </a:r>
                <a:r>
                  <a:rPr lang="ko-KR" altLang="en-US" dirty="0"/>
                  <a:t> 도착 순서대로 </a:t>
                </a:r>
                <a:r>
                  <a:rPr lang="en-US" altLang="ko-KR" dirty="0"/>
                  <a:t>CPU </a:t>
                </a:r>
                <a:r>
                  <a:rPr lang="ko-KR" altLang="en-US" dirty="0"/>
                  <a:t>할당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단점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처리시간 ↑</a:t>
                </a:r>
                <a:r>
                  <a:rPr lang="en-US" altLang="ko-KR" dirty="0"/>
                  <a:t>PS? -&gt; CPU </a:t>
                </a:r>
                <a:r>
                  <a:rPr lang="ko-KR" altLang="en-US" dirty="0"/>
                  <a:t>독점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타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는 대기</a:t>
                </a:r>
                <a:r>
                  <a:rPr lang="en-US" altLang="ko-KR" dirty="0"/>
                  <a:t>(=convoy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effect), </a:t>
                </a:r>
                <a:r>
                  <a:rPr lang="ko-KR" altLang="en-US" dirty="0"/>
                  <a:t>특히 </a:t>
                </a:r>
                <a:r>
                  <a:rPr lang="en-US" altLang="ko-KR" dirty="0"/>
                  <a:t>I/O </a:t>
                </a:r>
                <a:r>
                  <a:rPr lang="ko-KR" altLang="en-US" dirty="0" err="1"/>
                  <a:t>요청시</a:t>
                </a:r>
                <a:r>
                  <a:rPr lang="ko-KR" altLang="en-US" dirty="0"/>
                  <a:t> 쉬는 시간 ↑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SJF(Shortest job first) : </a:t>
                </a:r>
                <a:r>
                  <a:rPr lang="ko-KR" altLang="en-US" dirty="0" err="1"/>
                  <a:t>레디큐</a:t>
                </a:r>
                <a:r>
                  <a:rPr lang="en-US" altLang="ko-KR" dirty="0"/>
                  <a:t> PS</a:t>
                </a:r>
                <a:r>
                  <a:rPr lang="ko-KR" altLang="en-US" dirty="0"/>
                  <a:t>중 실행시간 짧은 작업부터 </a:t>
                </a:r>
                <a:r>
                  <a:rPr lang="en-US" altLang="ko-KR" dirty="0"/>
                  <a:t>CPU </a:t>
                </a:r>
                <a:r>
                  <a:rPr lang="ko-KR" altLang="en-US" dirty="0"/>
                  <a:t>할당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단점 </a:t>
                </a:r>
                <a:r>
                  <a:rPr lang="en-US" altLang="ko-KR" dirty="0"/>
                  <a:t>: OS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의 종료시간 예측 어렵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작업시간↑</a:t>
                </a:r>
                <a:r>
                  <a:rPr lang="en-US" altLang="ko-KR" dirty="0"/>
                  <a:t>? -&gt; </a:t>
                </a:r>
                <a:r>
                  <a:rPr lang="ko-KR" altLang="en-US" dirty="0"/>
                  <a:t>계속 대기</a:t>
                </a:r>
                <a:r>
                  <a:rPr lang="en-US" altLang="ko-KR" dirty="0"/>
                  <a:t>(=Starvation)</a:t>
                </a:r>
                <a:br>
                  <a:rPr lang="en-US" altLang="ko-KR" dirty="0"/>
                </a:br>
                <a:r>
                  <a:rPr lang="ko-KR" altLang="en-US" dirty="0"/>
                  <a:t>해결책 </a:t>
                </a:r>
                <a:r>
                  <a:rPr lang="en-US" altLang="ko-KR" dirty="0"/>
                  <a:t>: Aging : </a:t>
                </a:r>
                <a:r>
                  <a:rPr lang="ko-KR" altLang="en-US" dirty="0"/>
                  <a:t>오래된 순서에 맞춰 약간 보상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무한 대기</a:t>
                </a:r>
                <a:r>
                  <a:rPr lang="en-US" altLang="ko-KR" dirty="0"/>
                  <a:t>X(PS</a:t>
                </a:r>
                <a:r>
                  <a:rPr lang="ko-KR" altLang="en-US" dirty="0"/>
                  <a:t>의 양보 상한선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en-US" altLang="ko-KR" dirty="0"/>
                  <a:t>HRN(Highest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Response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Ratio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Next)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기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시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간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𝐶𝑃𝑈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사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용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시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간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𝐶𝑃𝑈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사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용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시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간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대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기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시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간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𝐻𝑅𝑁</m:t>
                    </m:r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 err="1"/>
                  <a:t>preemtive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스케줄링 기법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Round Robin : PS</a:t>
                </a:r>
                <a:r>
                  <a:rPr lang="ko-KR" altLang="en-US" dirty="0"/>
                  <a:t>가 타임 슬라이스 동안 작업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완료</a:t>
                </a:r>
                <a:r>
                  <a:rPr lang="en-US" altLang="ko-KR" dirty="0"/>
                  <a:t>X </a:t>
                </a:r>
                <a:r>
                  <a:rPr lang="ko-KR" altLang="en-US" dirty="0"/>
                  <a:t>시 </a:t>
                </a:r>
                <a:r>
                  <a:rPr lang="ko-KR" altLang="en-US" dirty="0" err="1"/>
                  <a:t>레디큐</a:t>
                </a:r>
                <a:r>
                  <a:rPr lang="ko-KR" altLang="en-US" dirty="0"/>
                  <a:t> 끝에서 대기</a:t>
                </a:r>
                <a:r>
                  <a:rPr lang="en-US" altLang="ko-KR" dirty="0"/>
                  <a:t>;</a:t>
                </a:r>
              </a:p>
              <a:p>
                <a:pPr lvl="2"/>
                <a:r>
                  <a:rPr lang="ko-KR" altLang="en-US" dirty="0"/>
                  <a:t>장점 </a:t>
                </a:r>
                <a:r>
                  <a:rPr lang="en-US" altLang="ko-KR" dirty="0"/>
                  <a:t>: FCFS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콘보이</a:t>
                </a:r>
                <a:r>
                  <a:rPr lang="ko-KR" altLang="en-US" dirty="0"/>
                  <a:t> 효과 완화</a:t>
                </a:r>
                <a:r>
                  <a:rPr lang="en-US" altLang="ko-KR" dirty="0"/>
                  <a:t>; </a:t>
                </a:r>
                <a:r>
                  <a:rPr lang="ko-KR" altLang="en-US" dirty="0"/>
                  <a:t>단점 </a:t>
                </a:r>
                <a:r>
                  <a:rPr lang="en-US" altLang="ko-KR" dirty="0"/>
                  <a:t>: TS </a:t>
                </a:r>
                <a:r>
                  <a:rPr lang="ko-KR" altLang="en-US" dirty="0"/>
                  <a:t>너무↓</a:t>
                </a:r>
                <a:r>
                  <a:rPr lang="en-US" altLang="ko-KR" dirty="0"/>
                  <a:t>? -&gt; context switch</a:t>
                </a:r>
                <a:r>
                  <a:rPr lang="ko-KR" altLang="en-US" dirty="0"/>
                  <a:t>에 시간낭비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SRT(Short Remaining Time) : SJF</a:t>
                </a:r>
                <a:r>
                  <a:rPr lang="ko-KR" altLang="en-US" dirty="0"/>
                  <a:t>의 </a:t>
                </a:r>
                <a:r>
                  <a:rPr lang="en-US" altLang="ko-KR" dirty="0" err="1"/>
                  <a:t>Preemtive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버전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로빈 방식에서 </a:t>
                </a:r>
                <a:r>
                  <a:rPr lang="en-US" altLang="ko-KR" dirty="0"/>
                  <a:t>PS </a:t>
                </a:r>
                <a:r>
                  <a:rPr lang="ko-KR" altLang="en-US" dirty="0" err="1"/>
                  <a:t>선택시</a:t>
                </a:r>
                <a:r>
                  <a:rPr lang="ko-KR" altLang="en-US" dirty="0"/>
                  <a:t> 남은 작업시간이 가장 적은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선택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 err="1"/>
                  <a:t>Priortity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스케줄링</a:t>
                </a:r>
                <a:r>
                  <a:rPr lang="en-US" altLang="ko-KR" dirty="0"/>
                  <a:t>, multi-level </a:t>
                </a:r>
                <a:r>
                  <a:rPr lang="ko-KR" altLang="en-US" dirty="0"/>
                  <a:t>큐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우선순위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스케줄링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각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에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우선순위</a:t>
                </a:r>
                <a:r>
                  <a:rPr lang="en-US" altLang="ko-KR" dirty="0"/>
                  <a:t> -&gt; </a:t>
                </a:r>
                <a:r>
                  <a:rPr lang="ko-KR" altLang="en-US" dirty="0"/>
                  <a:t>가장</a:t>
                </a:r>
                <a:r>
                  <a:rPr lang="en-US" altLang="ko-KR" dirty="0"/>
                  <a:t> </a:t>
                </a:r>
                <a:r>
                  <a:rPr lang="ko-KR" altLang="en-US" dirty="0" err="1"/>
                  <a:t>높</a:t>
                </a:r>
                <a:r>
                  <a:rPr lang="ko-KR" altLang="en-US" dirty="0"/>
                  <a:t> 우선순위부터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우선순위 동일</a:t>
                </a:r>
                <a:r>
                  <a:rPr lang="en-US" altLang="ko-KR" dirty="0"/>
                  <a:t>? FCFS</a:t>
                </a:r>
              </a:p>
              <a:p>
                <a:pPr lvl="2"/>
                <a:r>
                  <a:rPr lang="en-US" altLang="ko-KR" dirty="0"/>
                  <a:t>(Static)PS </a:t>
                </a:r>
                <a:r>
                  <a:rPr lang="ko-KR" altLang="en-US" dirty="0"/>
                  <a:t>생성시 우선순위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지정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변경</a:t>
                </a:r>
                <a:r>
                  <a:rPr lang="en-US" altLang="ko-KR" dirty="0"/>
                  <a:t>X.; (Dynamic)PS</a:t>
                </a:r>
                <a:r>
                  <a:rPr lang="ko-KR" altLang="en-US" dirty="0"/>
                  <a:t> 상태변화에 따라 변동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다단계 큐 </a:t>
                </a:r>
                <a:r>
                  <a:rPr lang="en-US" altLang="ko-KR" dirty="0"/>
                  <a:t>: PS</a:t>
                </a:r>
                <a:r>
                  <a:rPr lang="ko-KR" altLang="en-US" dirty="0"/>
                  <a:t>를 여러 </a:t>
                </a:r>
                <a:r>
                  <a:rPr lang="en-US" altLang="ko-KR" dirty="0"/>
                  <a:t>ready </a:t>
                </a:r>
                <a:r>
                  <a:rPr lang="ko-KR" altLang="en-US" dirty="0"/>
                  <a:t>큐로 나눔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각 큐에 다른 우선순위 및 스케줄링 적용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Ex) OS PS</a:t>
                </a:r>
                <a:r>
                  <a:rPr lang="ko-KR" altLang="en-US" dirty="0"/>
                  <a:t> 큐를 가장 ↑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사용자 </a:t>
                </a:r>
                <a:r>
                  <a:rPr lang="en-US" altLang="ko-KR" dirty="0"/>
                  <a:t>PS </a:t>
                </a:r>
                <a:r>
                  <a:rPr lang="ko-KR" altLang="en-US" dirty="0"/>
                  <a:t>큐를 ↓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각 큐 안에서도 </a:t>
                </a:r>
                <a:r>
                  <a:rPr lang="en-US" altLang="ko-KR" dirty="0"/>
                  <a:t>I/O -&gt; CPU Bound </a:t>
                </a:r>
                <a:r>
                  <a:rPr lang="ko-KR" altLang="en-US" dirty="0"/>
                  <a:t>순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문제점 </a:t>
                </a:r>
                <a:r>
                  <a:rPr lang="en-US" altLang="ko-KR" dirty="0"/>
                  <a:t>: Starvation : (</a:t>
                </a:r>
                <a:r>
                  <a:rPr lang="ko-KR" altLang="en-US" dirty="0" err="1"/>
                  <a:t>높</a:t>
                </a:r>
                <a:r>
                  <a:rPr lang="ko-KR" altLang="en-US" dirty="0"/>
                  <a:t> 우선순위 큐</a:t>
                </a:r>
                <a:r>
                  <a:rPr lang="en-US" altLang="ko-KR" dirty="0"/>
                  <a:t> -&gt; </a:t>
                </a:r>
                <a:r>
                  <a:rPr lang="ko-KR" altLang="en-US" dirty="0"/>
                  <a:t>새 </a:t>
                </a:r>
                <a:r>
                  <a:rPr lang="en-US" altLang="ko-KR" dirty="0"/>
                  <a:t>PS?) -&gt; (</a:t>
                </a:r>
                <a:r>
                  <a:rPr lang="ko-KR" altLang="en-US" dirty="0"/>
                  <a:t>낮 우선 큐 </a:t>
                </a:r>
                <a:r>
                  <a:rPr lang="en-US" altLang="ko-KR" dirty="0"/>
                  <a:t>-&gt; CPU </a:t>
                </a:r>
                <a:r>
                  <a:rPr lang="ko-KR" altLang="en-US" dirty="0"/>
                  <a:t>할당</a:t>
                </a:r>
                <a:r>
                  <a:rPr lang="en-US" altLang="ko-KR" dirty="0"/>
                  <a:t>X)</a:t>
                </a:r>
                <a:br>
                  <a:rPr lang="en-US" altLang="ko-KR" dirty="0"/>
                </a:br>
                <a:r>
                  <a:rPr lang="ko-KR" altLang="en-US" dirty="0"/>
                  <a:t>해결책 </a:t>
                </a:r>
                <a:r>
                  <a:rPr lang="en-US" altLang="ko-KR" dirty="0"/>
                  <a:t>: (PS</a:t>
                </a:r>
                <a:r>
                  <a:rPr lang="ko-KR" altLang="en-US" dirty="0"/>
                  <a:t>이동</a:t>
                </a:r>
                <a:r>
                  <a:rPr lang="en-US" altLang="ko-KR" dirty="0"/>
                  <a:t>) </a:t>
                </a:r>
                <a:r>
                  <a:rPr lang="ko-KR" altLang="en-US" dirty="0" err="1"/>
                  <a:t>높우큐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-&gt;</a:t>
                </a:r>
                <a:r>
                  <a:rPr lang="ko-KR" altLang="en-US" dirty="0"/>
                  <a:t> 할당시간</a:t>
                </a:r>
                <a:r>
                  <a:rPr lang="en-US" altLang="ko-KR" dirty="0"/>
                  <a:t>X? -&gt; </a:t>
                </a:r>
                <a:r>
                  <a:rPr lang="ko-KR" altLang="en-US" dirty="0" err="1"/>
                  <a:t>낮우큐</a:t>
                </a:r>
                <a:r>
                  <a:rPr lang="en-US" altLang="ko-KR" dirty="0"/>
                  <a:t>. or </a:t>
                </a:r>
                <a:r>
                  <a:rPr lang="ko-KR" altLang="en-US" dirty="0" err="1"/>
                  <a:t>낮우큐</a:t>
                </a:r>
                <a:r>
                  <a:rPr lang="ko-KR" altLang="en-US" dirty="0"/>
                  <a:t> 오래</a:t>
                </a:r>
                <a:r>
                  <a:rPr lang="en-US" altLang="ko-KR" dirty="0"/>
                  <a:t>? -&gt; </a:t>
                </a:r>
                <a:r>
                  <a:rPr lang="ko-KR" altLang="en-US" dirty="0" err="1"/>
                  <a:t>높우큐</a:t>
                </a:r>
                <a:br>
                  <a:rPr lang="en-US" altLang="ko-KR" dirty="0"/>
                </a:br>
                <a:r>
                  <a:rPr lang="en-US" altLang="ko-KR" dirty="0"/>
                  <a:t>(</a:t>
                </a:r>
                <a:r>
                  <a:rPr lang="ko-KR" altLang="en-US" dirty="0" err="1"/>
                  <a:t>타임슬라이스</a:t>
                </a:r>
                <a:r>
                  <a:rPr lang="ko-KR" altLang="en-US" dirty="0"/>
                  <a:t> 차등부여</a:t>
                </a:r>
                <a:r>
                  <a:rPr lang="en-US" altLang="ko-KR" dirty="0"/>
                  <a:t>) : </a:t>
                </a:r>
                <a:r>
                  <a:rPr lang="ko-KR" altLang="en-US" dirty="0"/>
                  <a:t>각 큐마다 다른 </a:t>
                </a:r>
                <a:r>
                  <a:rPr lang="en-US" altLang="ko-KR" dirty="0"/>
                  <a:t>TS. </a:t>
                </a:r>
                <a:r>
                  <a:rPr lang="ko-KR" altLang="en-US" dirty="0" err="1"/>
                  <a:t>높우큐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-&gt; </a:t>
                </a:r>
                <a:r>
                  <a:rPr lang="ko-KR" altLang="en-US" dirty="0" err="1"/>
                  <a:t>짧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TS, </a:t>
                </a:r>
                <a:r>
                  <a:rPr lang="ko-KR" altLang="en-US" dirty="0" err="1"/>
                  <a:t>낮우큐</a:t>
                </a:r>
                <a:r>
                  <a:rPr lang="en-US" altLang="ko-KR" dirty="0"/>
                  <a:t> -&gt; </a:t>
                </a:r>
                <a:r>
                  <a:rPr lang="ko-KR" altLang="en-US" dirty="0"/>
                  <a:t>긴 </a:t>
                </a:r>
                <a:r>
                  <a:rPr lang="en-US" altLang="ko-KR" dirty="0"/>
                  <a:t>TS</a:t>
                </a:r>
              </a:p>
              <a:p>
                <a:r>
                  <a:rPr lang="en-US" altLang="ko-KR" dirty="0"/>
                  <a:t>Context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switch</a:t>
                </a:r>
              </a:p>
              <a:p>
                <a:pPr lvl="1"/>
                <a:r>
                  <a:rPr lang="ko-KR" altLang="en-US" dirty="0"/>
                  <a:t>정의</a:t>
                </a:r>
                <a:r>
                  <a:rPr lang="en-US" altLang="ko-KR" dirty="0"/>
                  <a:t>:CPU</a:t>
                </a:r>
                <a:r>
                  <a:rPr lang="ko-KR" altLang="en-US" dirty="0"/>
                  <a:t>에서 현재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의 상태</a:t>
                </a:r>
                <a:r>
                  <a:rPr lang="en-US" altLang="ko-KR" dirty="0"/>
                  <a:t>(context)</a:t>
                </a:r>
                <a:r>
                  <a:rPr lang="ko-KR" altLang="en-US" dirty="0"/>
                  <a:t>를 저장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다음 </a:t>
                </a:r>
                <a:r>
                  <a:rPr lang="en-US" altLang="ko-KR" dirty="0"/>
                  <a:t>PS</a:t>
                </a:r>
                <a:r>
                  <a:rPr lang="ko-KR" altLang="en-US" dirty="0"/>
                  <a:t>의 상태 불러와 </a:t>
                </a:r>
                <a:r>
                  <a:rPr lang="ko-KR" altLang="en-US" dirty="0" err="1"/>
                  <a:t>로드하는</a:t>
                </a:r>
                <a:r>
                  <a:rPr lang="ko-KR" altLang="en-US" dirty="0"/>
                  <a:t> 과정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PS </a:t>
                </a:r>
                <a:r>
                  <a:rPr lang="ko-KR" altLang="en-US" dirty="0"/>
                  <a:t>중단</a:t>
                </a:r>
                <a:r>
                  <a:rPr lang="en-US" altLang="ko-KR" dirty="0"/>
                  <a:t>-&gt;PCB </a:t>
                </a:r>
                <a:r>
                  <a:rPr lang="ko-KR" altLang="en-US" dirty="0"/>
                  <a:t>저장 </a:t>
                </a:r>
                <a:r>
                  <a:rPr lang="en-US" altLang="ko-KR" dirty="0"/>
                  <a:t>-&gt; ... -&gt; PCB </a:t>
                </a:r>
                <a:r>
                  <a:rPr lang="ko-KR" altLang="en-US" dirty="0"/>
                  <a:t>저장된 </a:t>
                </a:r>
                <a:r>
                  <a:rPr lang="ko-KR" altLang="en-US" dirty="0" err="1"/>
                  <a:t>레지값들을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CPU </a:t>
                </a:r>
                <a:r>
                  <a:rPr lang="ko-KR" altLang="en-US" dirty="0"/>
                  <a:t>레지에 로드 </a:t>
                </a:r>
                <a:r>
                  <a:rPr lang="en-US" altLang="ko-KR" dirty="0"/>
                  <a:t>-&gt; </a:t>
                </a:r>
                <a:r>
                  <a:rPr lang="ko-KR" altLang="en-US" dirty="0"/>
                  <a:t>재작업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발생 시점 </a:t>
                </a:r>
                <a:r>
                  <a:rPr lang="en-US" altLang="ko-KR" dirty="0"/>
                  <a:t>: Timeout, I/O </a:t>
                </a:r>
                <a:r>
                  <a:rPr lang="ko-KR" altLang="en-US" dirty="0"/>
                  <a:t>작업</a:t>
                </a:r>
                <a:r>
                  <a:rPr lang="en-US" altLang="ko-KR" dirty="0"/>
                  <a:t>, PS</a:t>
                </a:r>
                <a:r>
                  <a:rPr lang="ko-KR" altLang="en-US" dirty="0" err="1"/>
                  <a:t>종료시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자발적 양보</a:t>
                </a:r>
                <a:r>
                  <a:rPr lang="en-US" altLang="ko-KR" dirty="0"/>
                  <a:t>(PS</a:t>
                </a:r>
                <a:r>
                  <a:rPr lang="ko-KR" altLang="en-US" dirty="0"/>
                  <a:t>스스로 포기</a:t>
                </a:r>
                <a:r>
                  <a:rPr lang="en-US" altLang="ko-KR" dirty="0"/>
                  <a:t>)</a:t>
                </a:r>
              </a:p>
              <a:p>
                <a:pPr lvl="1"/>
                <a:r>
                  <a:rPr lang="ko-KR" altLang="en-US" dirty="0"/>
                  <a:t>오버헤드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CS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수행중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PCB</a:t>
                </a:r>
                <a:r>
                  <a:rPr lang="ko-KR" altLang="en-US" dirty="0"/>
                  <a:t>값을 읽고 쓰는데 시간</a:t>
                </a:r>
                <a:r>
                  <a:rPr lang="en-US" altLang="ko-KR" dirty="0"/>
                  <a:t>O. </a:t>
                </a:r>
                <a:r>
                  <a:rPr lang="ko-KR" altLang="en-US" dirty="0"/>
                  <a:t>잦은</a:t>
                </a:r>
                <a:r>
                  <a:rPr lang="en-US" altLang="ko-KR" dirty="0"/>
                  <a:t> CS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utilization</a:t>
                </a:r>
                <a:r>
                  <a:rPr lang="ko-KR" altLang="en-US" dirty="0"/>
                  <a:t>↓</a:t>
                </a:r>
                <a:r>
                  <a:rPr lang="en-US" altLang="ko-KR" dirty="0"/>
                  <a:t>-&gt; HW</a:t>
                </a:r>
                <a:r>
                  <a:rPr lang="ko-KR" altLang="en-US" dirty="0"/>
                  <a:t>적으로 여러 레지세트 </a:t>
                </a:r>
                <a:r>
                  <a:rPr lang="en-US" altLang="ko-KR" dirty="0"/>
                  <a:t>-&gt; CS</a:t>
                </a:r>
                <a:r>
                  <a:rPr lang="ko-KR" altLang="en-US" dirty="0"/>
                  <a:t>시 </a:t>
                </a:r>
                <a:r>
                  <a:rPr lang="ko-KR" altLang="en-US" dirty="0" err="1"/>
                  <a:t>레지값을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MEM </a:t>
                </a:r>
                <a:r>
                  <a:rPr lang="ko-KR" altLang="en-US" dirty="0"/>
                  <a:t>대신 다른 레지에 저장</a:t>
                </a:r>
                <a:endParaRPr lang="en-US" altLang="ko-KR" dirty="0"/>
              </a:p>
            </p:txBody>
          </p:sp>
        </mc:Choice>
        <mc:Fallback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00DB8DCB-85EF-F676-2607-FF23A6DD1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4EE508-2A31-D186-5C20-A28D2D88863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9DFA5C-F3A2-89A2-7E25-F9C5A8D1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113" y="2360712"/>
            <a:ext cx="2232248" cy="7290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51AD21-F872-1AF2-892C-7EBA20C39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638" y="2288704"/>
            <a:ext cx="2232248" cy="68188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60E8E0-DD4B-39AE-8E3E-2BE10E3151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3895" y="3999988"/>
            <a:ext cx="2499180" cy="68188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45DA1A9-959F-6116-5E8C-DF693D6E7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082" y="3854724"/>
            <a:ext cx="2575279" cy="95426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47EDE0B-8947-FB9A-740A-F2A36B713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4" y="7041232"/>
            <a:ext cx="1674951" cy="9205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A61DE19-ADD6-3999-655F-3DD040A312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3" y="4953000"/>
            <a:ext cx="1570011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225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17ACCA5-7009-6893-6E97-7E99FB542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F460AC4-1A4F-6271-9E30-46902663B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Synchronization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25AAD4-9264-6556-1575-669D9B0620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A7C6319-7C0A-397B-BEAC-95B0F629B1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프로세스 동기화 및 통신의 종류</a:t>
            </a:r>
            <a:endParaRPr lang="en-US" altLang="ko-KR" dirty="0"/>
          </a:p>
          <a:p>
            <a:pPr lvl="1"/>
            <a:r>
              <a:rPr lang="ko-KR" altLang="en-US" dirty="0"/>
              <a:t>프로세스간 통신의 종류</a:t>
            </a:r>
            <a:r>
              <a:rPr lang="en-US" altLang="ko-KR" dirty="0"/>
              <a:t>(Inter Process Communication, IPC)</a:t>
            </a:r>
          </a:p>
          <a:p>
            <a:pPr lvl="2"/>
            <a:r>
              <a:rPr lang="en-US" altLang="ko-KR" dirty="0"/>
              <a:t>PS</a:t>
            </a:r>
            <a:r>
              <a:rPr lang="ko-KR" altLang="en-US" dirty="0"/>
              <a:t> 내부 데이터 통신 </a:t>
            </a:r>
            <a:r>
              <a:rPr lang="en-US" altLang="ko-KR" dirty="0"/>
              <a:t>: 1</a:t>
            </a:r>
            <a:r>
              <a:rPr lang="ko-KR" altLang="en-US" dirty="0"/>
              <a:t>개의 프로세서 내의 메모리</a:t>
            </a:r>
            <a:r>
              <a:rPr lang="en-US" altLang="ko-KR" dirty="0"/>
              <a:t>. PS</a:t>
            </a:r>
            <a:r>
              <a:rPr lang="ko-KR" altLang="en-US" dirty="0"/>
              <a:t> 내에 </a:t>
            </a:r>
            <a:r>
              <a:rPr lang="en-US" altLang="ko-KR" dirty="0"/>
              <a:t>2</a:t>
            </a:r>
            <a:r>
              <a:rPr lang="ko-KR" altLang="en-US" dirty="0"/>
              <a:t>개 이상 스레드</a:t>
            </a:r>
            <a:r>
              <a:rPr lang="en-US" altLang="ko-KR" dirty="0"/>
              <a:t>, </a:t>
            </a:r>
            <a:r>
              <a:rPr lang="ko-KR" altLang="en-US" dirty="0"/>
              <a:t>스레드는 전역변수</a:t>
            </a:r>
            <a:r>
              <a:rPr lang="en-US" altLang="ko-KR" dirty="0"/>
              <a:t>/</a:t>
            </a:r>
            <a:r>
              <a:rPr lang="ko-KR" altLang="en-US" dirty="0"/>
              <a:t>파일로</a:t>
            </a:r>
            <a:r>
              <a:rPr lang="en-US" altLang="ko-KR" dirty="0"/>
              <a:t> </a:t>
            </a:r>
            <a:r>
              <a:rPr lang="ko-KR" altLang="en-US" dirty="0"/>
              <a:t>통신</a:t>
            </a:r>
            <a:endParaRPr lang="en-US" altLang="ko-KR" dirty="0"/>
          </a:p>
          <a:p>
            <a:pPr lvl="2"/>
            <a:r>
              <a:rPr lang="en-US" altLang="ko-KR" dirty="0"/>
              <a:t>PS</a:t>
            </a:r>
            <a:r>
              <a:rPr lang="ko-KR" altLang="en-US" dirty="0"/>
              <a:t>간 데이터 통신 </a:t>
            </a:r>
            <a:r>
              <a:rPr lang="en-US" altLang="ko-KR" dirty="0"/>
              <a:t>: OS -&gt;</a:t>
            </a:r>
            <a:r>
              <a:rPr lang="ko-KR" altLang="en-US" dirty="0"/>
              <a:t> 프로세서간 메모리 공유 </a:t>
            </a:r>
            <a:r>
              <a:rPr lang="en-US" altLang="ko-KR" dirty="0"/>
              <a:t>X(</a:t>
            </a:r>
            <a:r>
              <a:rPr lang="ko-KR" altLang="en-US" dirty="0"/>
              <a:t>용이</a:t>
            </a:r>
            <a:r>
              <a:rPr lang="en-US" altLang="ko-KR" dirty="0"/>
              <a:t>X); </a:t>
            </a:r>
            <a:br>
              <a:rPr lang="en-US" altLang="ko-KR" dirty="0"/>
            </a:br>
            <a:r>
              <a:rPr lang="ko-KR" altLang="en-US" dirty="0"/>
              <a:t>파일</a:t>
            </a:r>
            <a:r>
              <a:rPr lang="en-US" altLang="ko-KR" dirty="0"/>
              <a:t>(</a:t>
            </a:r>
            <a:r>
              <a:rPr lang="ko-KR" altLang="en-US" dirty="0"/>
              <a:t>여러 </a:t>
            </a:r>
            <a:r>
              <a:rPr lang="en-US" altLang="ko-KR" dirty="0"/>
              <a:t>PS</a:t>
            </a:r>
            <a:r>
              <a:rPr lang="ko-KR" altLang="en-US" dirty="0"/>
              <a:t> 공유</a:t>
            </a:r>
            <a:r>
              <a:rPr lang="en-US" altLang="ko-KR" dirty="0"/>
              <a:t>O)/</a:t>
            </a:r>
            <a:r>
              <a:rPr lang="ko-KR" altLang="en-US" dirty="0"/>
              <a:t>파이프</a:t>
            </a:r>
            <a:r>
              <a:rPr lang="en-US" altLang="ko-KR" dirty="0"/>
              <a:t>(PS</a:t>
            </a:r>
            <a:r>
              <a:rPr lang="ko-KR" altLang="en-US" dirty="0"/>
              <a:t>간 통신채널</a:t>
            </a:r>
            <a:r>
              <a:rPr lang="en-US" altLang="ko-KR" dirty="0"/>
              <a:t>, </a:t>
            </a:r>
            <a:r>
              <a:rPr lang="ko-KR" altLang="en-US" dirty="0"/>
              <a:t>단방향</a:t>
            </a:r>
            <a:r>
              <a:rPr lang="en-US" altLang="ko-KR" dirty="0"/>
              <a:t>(</a:t>
            </a:r>
            <a:r>
              <a:rPr lang="ko-KR" altLang="en-US" dirty="0"/>
              <a:t>양방향은 </a:t>
            </a:r>
            <a:r>
              <a:rPr lang="en-US" altLang="ko-KR" dirty="0"/>
              <a:t>2</a:t>
            </a:r>
            <a:r>
              <a:rPr lang="ko-KR" altLang="en-US" dirty="0"/>
              <a:t>개 사용</a:t>
            </a:r>
            <a:r>
              <a:rPr lang="en-US" altLang="ko-KR" dirty="0"/>
              <a:t>), </a:t>
            </a:r>
            <a:r>
              <a:rPr lang="ko-KR" altLang="en-US" dirty="0"/>
              <a:t>동일</a:t>
            </a:r>
            <a:r>
              <a:rPr lang="en-US" altLang="ko-KR" dirty="0"/>
              <a:t>PPID</a:t>
            </a:r>
            <a:r>
              <a:rPr lang="ko-KR" altLang="en-US" dirty="0"/>
              <a:t>하</a:t>
            </a:r>
            <a:r>
              <a:rPr lang="en-US" altLang="ko-KR" dirty="0"/>
              <a:t>)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r>
              <a:rPr lang="ko-KR" altLang="en-US" dirty="0"/>
              <a:t>네트워크를</a:t>
            </a:r>
            <a:r>
              <a:rPr lang="en-US" altLang="ko-KR" dirty="0"/>
              <a:t> </a:t>
            </a:r>
            <a:r>
              <a:rPr lang="ko-KR" altLang="en-US" dirty="0"/>
              <a:t>통한 데이터 통신</a:t>
            </a:r>
            <a:r>
              <a:rPr lang="en-US" altLang="ko-KR" dirty="0"/>
              <a:t>(RPC) : </a:t>
            </a:r>
            <a:r>
              <a:rPr lang="ko-KR" altLang="en-US" dirty="0"/>
              <a:t>소켓사용</a:t>
            </a:r>
            <a:r>
              <a:rPr lang="en-US" altLang="ko-KR" dirty="0"/>
              <a:t>. Target address</a:t>
            </a:r>
            <a:r>
              <a:rPr lang="ko-KR" altLang="en-US" dirty="0"/>
              <a:t>가 다른 </a:t>
            </a:r>
            <a:r>
              <a:rPr lang="ko-KR" altLang="en-US" dirty="0" err="1"/>
              <a:t>컴일</a:t>
            </a:r>
            <a:r>
              <a:rPr lang="ko-KR" altLang="en-US" dirty="0"/>
              <a:t> 필요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통신 방향에 따른 분류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양방향</a:t>
            </a:r>
            <a:r>
              <a:rPr lang="en-US" altLang="ko-KR" dirty="0"/>
              <a:t>(full duplex, ex : </a:t>
            </a:r>
            <a:r>
              <a:rPr lang="ko-KR" altLang="en-US" dirty="0"/>
              <a:t>전화</a:t>
            </a:r>
            <a:r>
              <a:rPr lang="en-US" altLang="ko-KR" dirty="0"/>
              <a:t>), </a:t>
            </a:r>
            <a:r>
              <a:rPr lang="ko-KR" altLang="en-US" dirty="0" err="1"/>
              <a:t>반양방향</a:t>
            </a:r>
            <a:br>
              <a:rPr lang="en-US" altLang="ko-KR" dirty="0"/>
            </a:br>
            <a:r>
              <a:rPr lang="en-US" altLang="ko-KR" dirty="0"/>
              <a:t>(half duplex, ex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무전기</a:t>
            </a:r>
            <a:r>
              <a:rPr lang="en-US" altLang="ko-KR" dirty="0"/>
              <a:t>), </a:t>
            </a:r>
            <a:r>
              <a:rPr lang="ko-KR" altLang="en-US" dirty="0"/>
              <a:t>단방향</a:t>
            </a:r>
            <a:r>
              <a:rPr lang="en-US" altLang="ko-KR" dirty="0"/>
              <a:t>(</a:t>
            </a:r>
            <a:r>
              <a:rPr lang="en-US" altLang="ko-KR" dirty="0" err="1"/>
              <a:t>unidex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통신</a:t>
            </a:r>
            <a:r>
              <a:rPr lang="en-US" altLang="ko-KR" dirty="0"/>
              <a:t> </a:t>
            </a:r>
            <a:r>
              <a:rPr lang="ko-KR" altLang="en-US" dirty="0"/>
              <a:t>구현 방식에 따른 분류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대기</a:t>
            </a:r>
            <a:r>
              <a:rPr lang="en-US" altLang="ko-KR" dirty="0"/>
              <a:t>O </a:t>
            </a:r>
            <a:r>
              <a:rPr lang="ko-KR" altLang="en-US" dirty="0"/>
              <a:t>통신</a:t>
            </a:r>
            <a:r>
              <a:rPr lang="en-US" altLang="ko-KR" dirty="0"/>
              <a:t>(blocking) :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받는 쪽은</a:t>
            </a:r>
            <a:br>
              <a:rPr lang="en-US" altLang="ko-KR" dirty="0"/>
            </a:br>
            <a:r>
              <a:rPr lang="ko-KR" altLang="en-US" dirty="0"/>
              <a:t> 도착까지 대기 </a:t>
            </a:r>
            <a:r>
              <a:rPr lang="en-US" altLang="ko-KR" dirty="0"/>
              <a:t>(</a:t>
            </a:r>
            <a:r>
              <a:rPr lang="ko-KR" altLang="en-US" dirty="0"/>
              <a:t>동기화</a:t>
            </a:r>
            <a:r>
              <a:rPr lang="en-US" altLang="ko-KR" dirty="0"/>
              <a:t>O)</a:t>
            </a:r>
            <a:br>
              <a:rPr lang="en-US" altLang="ko-KR" dirty="0"/>
            </a:br>
            <a:r>
              <a:rPr lang="ko-KR" altLang="en-US" dirty="0"/>
              <a:t>대기 </a:t>
            </a:r>
            <a:r>
              <a:rPr lang="en-US" altLang="ko-KR" dirty="0"/>
              <a:t>X </a:t>
            </a:r>
            <a:r>
              <a:rPr lang="ko-KR" altLang="en-US" dirty="0"/>
              <a:t>통신</a:t>
            </a:r>
            <a:r>
              <a:rPr lang="en-US" altLang="ko-KR" dirty="0"/>
              <a:t>(non-blocking) : </a:t>
            </a:r>
            <a:r>
              <a:rPr lang="ko-KR" altLang="en-US" dirty="0"/>
              <a:t>받는 쪽 </a:t>
            </a:r>
            <a:r>
              <a:rPr lang="en-US" altLang="ko-KR" dirty="0"/>
              <a:t>: </a:t>
            </a:r>
            <a:r>
              <a:rPr lang="ko-KR" altLang="en-US" dirty="0"/>
              <a:t>데이터 도착했나</a:t>
            </a:r>
            <a:r>
              <a:rPr lang="en-US" altLang="ko-KR" dirty="0"/>
              <a:t>? -&gt; </a:t>
            </a:r>
            <a:r>
              <a:rPr lang="ko-KR" altLang="en-US" dirty="0"/>
              <a:t>직접 확인 </a:t>
            </a:r>
            <a:r>
              <a:rPr lang="en-US" altLang="ko-KR" dirty="0"/>
              <a:t>(</a:t>
            </a:r>
            <a:r>
              <a:rPr lang="ko-KR" altLang="en-US" dirty="0"/>
              <a:t>동기화</a:t>
            </a:r>
            <a:r>
              <a:rPr lang="en-US" altLang="ko-KR" dirty="0"/>
              <a:t>X)</a:t>
            </a:r>
          </a:p>
          <a:p>
            <a:r>
              <a:rPr lang="ko-KR" altLang="en-US" dirty="0"/>
              <a:t>프로세스 동기화</a:t>
            </a:r>
            <a:endParaRPr lang="en-US" altLang="ko-KR" dirty="0"/>
          </a:p>
          <a:p>
            <a:pPr lvl="1"/>
            <a:r>
              <a:rPr lang="ko-KR" altLang="en-US" dirty="0"/>
              <a:t>어떤 지점에서 서로 시행 시점을 맞추는 것</a:t>
            </a:r>
            <a:r>
              <a:rPr lang="en-US" altLang="ko-KR" dirty="0"/>
              <a:t>. Mutual</a:t>
            </a:r>
            <a:r>
              <a:rPr lang="ko-KR" altLang="en-US" dirty="0"/>
              <a:t> </a:t>
            </a:r>
            <a:r>
              <a:rPr lang="en-US" altLang="ko-KR" dirty="0"/>
              <a:t>exclusive</a:t>
            </a:r>
            <a:r>
              <a:rPr lang="ko-KR" altLang="en-US" dirty="0"/>
              <a:t>  </a:t>
            </a:r>
            <a:r>
              <a:rPr lang="en-US" altLang="ko-KR" dirty="0"/>
              <a:t>: </a:t>
            </a:r>
            <a:r>
              <a:rPr lang="ko-KR" altLang="en-US" dirty="0"/>
              <a:t>공유자원 사용시 다른 </a:t>
            </a:r>
            <a:r>
              <a:rPr lang="en-US" altLang="ko-KR" dirty="0"/>
              <a:t>PS</a:t>
            </a:r>
            <a:r>
              <a:rPr lang="ko-KR" altLang="en-US" dirty="0"/>
              <a:t>가 사용</a:t>
            </a:r>
            <a:r>
              <a:rPr lang="en-US" altLang="ko-KR" dirty="0"/>
              <a:t>X </a:t>
            </a:r>
            <a:r>
              <a:rPr lang="ko-KR" altLang="en-US" dirty="0"/>
              <a:t>하게 배제</a:t>
            </a:r>
            <a:r>
              <a:rPr lang="en-US" altLang="ko-KR" dirty="0"/>
              <a:t>(1</a:t>
            </a:r>
            <a:r>
              <a:rPr lang="ko-KR" altLang="en-US" dirty="0"/>
              <a:t>개의 </a:t>
            </a:r>
            <a:r>
              <a:rPr lang="en-US" altLang="ko-KR" dirty="0"/>
              <a:t>PS</a:t>
            </a:r>
            <a:r>
              <a:rPr lang="ko-KR" altLang="en-US" dirty="0"/>
              <a:t>만 공유자원 </a:t>
            </a:r>
            <a:r>
              <a:rPr lang="ko-KR" altLang="en-US" dirty="0" err="1"/>
              <a:t>사용토록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필요성 </a:t>
            </a:r>
            <a:r>
              <a:rPr lang="en-US" altLang="ko-KR" dirty="0"/>
              <a:t>: Race condition </a:t>
            </a:r>
            <a:r>
              <a:rPr lang="ko-KR" altLang="en-US" dirty="0"/>
              <a:t>해소 </a:t>
            </a:r>
            <a:r>
              <a:rPr lang="en-US" altLang="ko-KR" dirty="0"/>
              <a:t>: 2</a:t>
            </a:r>
            <a:r>
              <a:rPr lang="ko-KR" altLang="en-US" dirty="0"/>
              <a:t>개 </a:t>
            </a:r>
            <a:r>
              <a:rPr lang="en-US" altLang="ko-KR" dirty="0"/>
              <a:t>PS</a:t>
            </a:r>
            <a:r>
              <a:rPr lang="ko-KR" altLang="en-US" dirty="0"/>
              <a:t>가 </a:t>
            </a:r>
            <a:r>
              <a:rPr lang="en-US" altLang="ko-KR" dirty="0"/>
              <a:t>common resource </a:t>
            </a:r>
            <a:r>
              <a:rPr lang="ko-KR" altLang="en-US" dirty="0"/>
              <a:t>사용시 자원의 적절한 할당</a:t>
            </a:r>
            <a:r>
              <a:rPr lang="en-US" altLang="ko-KR" dirty="0"/>
              <a:t>, critical</a:t>
            </a:r>
            <a:r>
              <a:rPr lang="ko-KR" altLang="en-US" dirty="0"/>
              <a:t> </a:t>
            </a:r>
            <a:r>
              <a:rPr lang="en-US" altLang="ko-KR" dirty="0"/>
              <a:t>section(</a:t>
            </a:r>
            <a:r>
              <a:rPr lang="ko-KR" altLang="en-US" dirty="0"/>
              <a:t>프로그램 중 공유 자원을 접근하는 특정 부분</a:t>
            </a:r>
            <a:r>
              <a:rPr lang="en-US" altLang="ko-KR" dirty="0"/>
              <a:t>, 1</a:t>
            </a:r>
            <a:r>
              <a:rPr lang="ko-KR" altLang="en-US" dirty="0"/>
              <a:t>개의 </a:t>
            </a:r>
            <a:r>
              <a:rPr lang="en-US" altLang="ko-KR" dirty="0"/>
              <a:t>PS</a:t>
            </a:r>
            <a:r>
              <a:rPr lang="ko-KR" altLang="en-US" dirty="0"/>
              <a:t>만 </a:t>
            </a:r>
            <a:r>
              <a:rPr lang="en-US" altLang="ko-KR" dirty="0"/>
              <a:t>OK)</a:t>
            </a:r>
            <a:r>
              <a:rPr lang="ko-KR" altLang="en-US" dirty="0"/>
              <a:t>에 대한 </a:t>
            </a:r>
            <a:r>
              <a:rPr lang="en-US" altLang="ko-KR" dirty="0"/>
              <a:t>mutual exclusive </a:t>
            </a:r>
            <a:r>
              <a:rPr lang="ko-KR" altLang="en-US" dirty="0"/>
              <a:t>보장</a:t>
            </a:r>
            <a:endParaRPr lang="en-US" altLang="ko-KR" dirty="0"/>
          </a:p>
          <a:p>
            <a:r>
              <a:rPr lang="ko-KR" altLang="en-US" dirty="0"/>
              <a:t>공유자원의 접근</a:t>
            </a:r>
            <a:endParaRPr lang="en-US" altLang="ko-KR" dirty="0"/>
          </a:p>
          <a:p>
            <a:pPr lvl="1"/>
            <a:r>
              <a:rPr lang="ko-KR" altLang="en-US" dirty="0"/>
              <a:t>공유자원 </a:t>
            </a:r>
            <a:r>
              <a:rPr lang="en-US" altLang="ko-KR" dirty="0"/>
              <a:t>: </a:t>
            </a:r>
            <a:r>
              <a:rPr lang="ko-KR" altLang="en-US" dirty="0"/>
              <a:t>공공이용 </a:t>
            </a:r>
            <a:r>
              <a:rPr lang="en-US" altLang="ko-KR" dirty="0"/>
              <a:t>-&gt; </a:t>
            </a:r>
            <a:r>
              <a:rPr lang="ko-KR" altLang="en-US" dirty="0"/>
              <a:t>누가 언제 </a:t>
            </a:r>
            <a:r>
              <a:rPr lang="en-US" altLang="ko-KR" dirty="0"/>
              <a:t>data </a:t>
            </a:r>
            <a:r>
              <a:rPr lang="ko-KR" altLang="en-US" dirty="0"/>
              <a:t>읽고</a:t>
            </a:r>
            <a:br>
              <a:rPr lang="en-US" altLang="ko-KR" dirty="0"/>
            </a:br>
            <a:r>
              <a:rPr lang="ko-KR" altLang="en-US" dirty="0"/>
              <a:t>쓰는지에 따라 결과 상이 </a:t>
            </a:r>
            <a:r>
              <a:rPr lang="en-US" altLang="ko-KR" dirty="0"/>
              <a:t>-&gt; </a:t>
            </a:r>
            <a:r>
              <a:rPr lang="ko-KR" altLang="en-US" dirty="0"/>
              <a:t>경쟁조건</a:t>
            </a:r>
            <a:endParaRPr lang="en-US" altLang="ko-KR" dirty="0"/>
          </a:p>
          <a:p>
            <a:pPr lvl="1"/>
            <a:r>
              <a:rPr lang="ko-KR" altLang="en-US" dirty="0"/>
              <a:t>임계구역 </a:t>
            </a:r>
            <a:r>
              <a:rPr lang="en-US" altLang="ko-KR" dirty="0"/>
              <a:t>: </a:t>
            </a:r>
            <a:r>
              <a:rPr lang="ko-KR" altLang="en-US" dirty="0"/>
              <a:t>구역내에선 </a:t>
            </a:r>
            <a:r>
              <a:rPr lang="en-US" altLang="ko-KR" dirty="0"/>
              <a:t>PS</a:t>
            </a:r>
            <a:r>
              <a:rPr lang="ko-KR" altLang="en-US" dirty="0"/>
              <a:t>들이 동시</a:t>
            </a:r>
            <a:br>
              <a:rPr lang="en-US" altLang="ko-KR" dirty="0"/>
            </a:br>
            <a:r>
              <a:rPr lang="ko-KR" altLang="en-US" dirty="0"/>
              <a:t>작업</a:t>
            </a:r>
            <a:r>
              <a:rPr lang="en-US" altLang="ko-KR" dirty="0"/>
              <a:t>X(1</a:t>
            </a:r>
            <a:r>
              <a:rPr lang="ko-KR" altLang="en-US" dirty="0"/>
              <a:t>번에 </a:t>
            </a:r>
            <a:r>
              <a:rPr lang="en-US" altLang="ko-KR" dirty="0"/>
              <a:t>1</a:t>
            </a:r>
            <a:r>
              <a:rPr lang="ko-KR" altLang="en-US" dirty="0"/>
              <a:t>개만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임계구역 구현방법</a:t>
            </a:r>
            <a:endParaRPr lang="en-US" altLang="ko-KR" dirty="0"/>
          </a:p>
          <a:p>
            <a:pPr lvl="1"/>
            <a:r>
              <a:rPr lang="ko-KR" altLang="en-US" dirty="0"/>
              <a:t>해결조건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1) Mutual exclusive : (</a:t>
            </a:r>
            <a:r>
              <a:rPr lang="ko-KR" altLang="en-US" dirty="0"/>
              <a:t>한 </a:t>
            </a:r>
            <a:r>
              <a:rPr lang="en-US" altLang="ko-KR" dirty="0"/>
              <a:t>PS -&gt; </a:t>
            </a:r>
            <a:r>
              <a:rPr lang="ko-KR" altLang="en-US" dirty="0"/>
              <a:t>임계</a:t>
            </a:r>
            <a:r>
              <a:rPr lang="en-US" altLang="ko-KR" dirty="0"/>
              <a:t>)? -&gt; </a:t>
            </a:r>
            <a:r>
              <a:rPr lang="ko-KR" altLang="en-US" dirty="0"/>
              <a:t>다른 </a:t>
            </a:r>
            <a:r>
              <a:rPr lang="en-US" altLang="ko-KR" dirty="0"/>
              <a:t>PS -&gt;</a:t>
            </a:r>
            <a:r>
              <a:rPr lang="ko-KR" altLang="en-US" dirty="0"/>
              <a:t>임계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2) bounded </a:t>
            </a:r>
            <a:r>
              <a:rPr lang="en-US" altLang="ko-KR" dirty="0" err="1"/>
              <a:t>wating</a:t>
            </a:r>
            <a:r>
              <a:rPr lang="en-US" altLang="ko-KR" dirty="0"/>
              <a:t> : PS -&gt; </a:t>
            </a:r>
            <a:r>
              <a:rPr lang="ko-KR" altLang="en-US" dirty="0"/>
              <a:t>무한 대기 </a:t>
            </a:r>
            <a:r>
              <a:rPr lang="en-US" altLang="ko-KR" dirty="0"/>
              <a:t>X(</a:t>
            </a:r>
            <a:r>
              <a:rPr lang="ko-KR" altLang="en-US" dirty="0"/>
              <a:t>무한 임계</a:t>
            </a:r>
            <a:r>
              <a:rPr lang="en-US" altLang="ko-KR" dirty="0"/>
              <a:t>X)</a:t>
            </a:r>
            <a:br>
              <a:rPr lang="en-US" altLang="ko-KR" dirty="0"/>
            </a:br>
            <a:r>
              <a:rPr lang="en-US" altLang="ko-KR" dirty="0"/>
              <a:t>3) progress</a:t>
            </a:r>
            <a:r>
              <a:rPr lang="ko-KR" altLang="en-US" dirty="0"/>
              <a:t> </a:t>
            </a:r>
            <a:r>
              <a:rPr lang="en-US" altLang="ko-KR" dirty="0"/>
              <a:t>flexibility : </a:t>
            </a:r>
            <a:r>
              <a:rPr lang="ko-KR" altLang="en-US" dirty="0"/>
              <a:t>한</a:t>
            </a:r>
            <a:r>
              <a:rPr lang="en-US" altLang="ko-KR" dirty="0"/>
              <a:t> PS -&gt; </a:t>
            </a:r>
            <a:r>
              <a:rPr lang="ko-KR" altLang="en-US" dirty="0"/>
              <a:t>다른 </a:t>
            </a:r>
            <a:r>
              <a:rPr lang="en-US" altLang="ko-KR" dirty="0"/>
              <a:t>PS</a:t>
            </a:r>
            <a:r>
              <a:rPr lang="ko-KR" altLang="en-US" dirty="0"/>
              <a:t>의 진행방해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Bus Locking </a:t>
            </a:r>
            <a:r>
              <a:rPr lang="ko-KR" altLang="en-US" dirty="0"/>
              <a:t>방식 </a:t>
            </a:r>
            <a:r>
              <a:rPr lang="en-US" altLang="ko-KR" dirty="0"/>
              <a:t>: HW</a:t>
            </a:r>
            <a:r>
              <a:rPr lang="ko-KR" altLang="en-US" dirty="0"/>
              <a:t>적으로 내부 시스템 버스 통로를 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개로 제한</a:t>
            </a:r>
            <a:r>
              <a:rPr lang="en-US" altLang="ko-KR" dirty="0"/>
              <a:t>, </a:t>
            </a:r>
            <a:r>
              <a:rPr lang="ko-KR" altLang="en-US" dirty="0"/>
              <a:t>한 </a:t>
            </a:r>
            <a:r>
              <a:rPr lang="en-US" altLang="ko-KR" dirty="0" err="1"/>
              <a:t>Pn</a:t>
            </a:r>
            <a:r>
              <a:rPr lang="en-US" altLang="ko-KR" dirty="0"/>
              <a:t> </a:t>
            </a:r>
            <a:r>
              <a:rPr lang="ko-KR" altLang="en-US" dirty="0"/>
              <a:t>사용시 나머지는 아무것도 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Spin-lock </a:t>
            </a:r>
            <a:r>
              <a:rPr lang="ko-KR" altLang="en-US" dirty="0"/>
              <a:t>방식 </a:t>
            </a:r>
            <a:r>
              <a:rPr lang="en-US" altLang="ko-KR" dirty="0"/>
              <a:t>: lock </a:t>
            </a:r>
            <a:r>
              <a:rPr lang="ko-KR" altLang="en-US" dirty="0"/>
              <a:t>변수 검사 </a:t>
            </a:r>
            <a:r>
              <a:rPr lang="en-US" altLang="ko-KR" dirty="0"/>
              <a:t>-&gt; </a:t>
            </a:r>
            <a:r>
              <a:rPr lang="ko-KR" altLang="en-US" dirty="0"/>
              <a:t>허가된 경우 </a:t>
            </a:r>
            <a:r>
              <a:rPr lang="en-US" altLang="ko-KR" dirty="0"/>
              <a:t>OK</a:t>
            </a:r>
          </a:p>
          <a:p>
            <a:r>
              <a:rPr lang="ko-KR" altLang="en-US" dirty="0"/>
              <a:t>전역변수로 임계구역 해결조건 고려한 코드</a:t>
            </a:r>
            <a:endParaRPr lang="en-US" altLang="ko-KR" dirty="0"/>
          </a:p>
          <a:p>
            <a:pPr lvl="1"/>
            <a:r>
              <a:rPr lang="en-US" altLang="ko-KR" dirty="0"/>
              <a:t>Spin lock </a:t>
            </a:r>
            <a:r>
              <a:rPr lang="ko-KR" altLang="en-US" dirty="0"/>
              <a:t>방식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P1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 </a:t>
            </a:r>
            <a:r>
              <a:rPr lang="en-US" altLang="ko-KR" dirty="0"/>
              <a:t>out</a:t>
            </a:r>
            <a:r>
              <a:rPr lang="ko-KR" altLang="en-US" dirty="0"/>
              <a:t> 지점에서</a:t>
            </a:r>
            <a:r>
              <a:rPr lang="en-US" altLang="ko-KR" dirty="0"/>
              <a:t> context switch </a:t>
            </a:r>
            <a:br>
              <a:rPr lang="en-US" altLang="ko-KR" dirty="0"/>
            </a:br>
            <a:r>
              <a:rPr lang="en-US" altLang="ko-KR" dirty="0"/>
              <a:t>-&gt; P2 </a:t>
            </a:r>
            <a:r>
              <a:rPr lang="ko-KR" altLang="en-US" dirty="0"/>
              <a:t>진행</a:t>
            </a:r>
            <a:r>
              <a:rPr lang="en-US" altLang="ko-KR" dirty="0"/>
              <a:t>(3</a:t>
            </a:r>
            <a:r>
              <a:rPr lang="ko-KR" altLang="en-US" dirty="0"/>
              <a:t>과 </a:t>
            </a:r>
            <a:r>
              <a:rPr lang="en-US" altLang="ko-KR" dirty="0"/>
              <a:t>4</a:t>
            </a:r>
            <a:r>
              <a:rPr lang="ko-KR" altLang="en-US" dirty="0"/>
              <a:t>에서 </a:t>
            </a:r>
            <a:r>
              <a:rPr lang="ko-KR" altLang="en-US" dirty="0" err="1"/>
              <a:t>둘다</a:t>
            </a:r>
            <a:r>
              <a:rPr lang="ko-KR" altLang="en-US" dirty="0"/>
              <a:t> 임계구역 진입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= Mutual</a:t>
            </a:r>
            <a:r>
              <a:rPr lang="ko-KR" altLang="en-US" dirty="0"/>
              <a:t> </a:t>
            </a:r>
            <a:r>
              <a:rPr lang="en-US" altLang="ko-KR" dirty="0"/>
              <a:t>exclusive</a:t>
            </a:r>
            <a:r>
              <a:rPr lang="ko-KR" altLang="en-US" dirty="0"/>
              <a:t> 위배</a:t>
            </a:r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79658C-9AFE-3541-3988-9F9A06CF10C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29">
            <a:extLst>
              <a:ext uri="{FF2B5EF4-FFF2-40B4-BE49-F238E27FC236}">
                <a16:creationId xmlns:a16="http://schemas.microsoft.com/office/drawing/2014/main" id="{95718486-4147-FB06-D427-64BE3BBEE5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0505" y="2072680"/>
            <a:ext cx="2449438" cy="100384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42A982A-112C-8C6F-BFAE-63B1A70F5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103" y="4356821"/>
            <a:ext cx="2251941" cy="1172243"/>
          </a:xfrm>
          <a:prstGeom prst="rect">
            <a:avLst/>
          </a:prstGeom>
        </p:spPr>
      </p:pic>
      <p:pic>
        <p:nvPicPr>
          <p:cNvPr id="31" name="object 25">
            <a:extLst>
              <a:ext uri="{FF2B5EF4-FFF2-40B4-BE49-F238E27FC236}">
                <a16:creationId xmlns:a16="http://schemas.microsoft.com/office/drawing/2014/main" id="{6A21509F-4365-CEF3-E540-7E6E8136477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1208" y="5565980"/>
            <a:ext cx="1512167" cy="670429"/>
          </a:xfrm>
          <a:prstGeom prst="rect">
            <a:avLst/>
          </a:prstGeom>
        </p:spPr>
      </p:pic>
      <p:pic>
        <p:nvPicPr>
          <p:cNvPr id="32" name="object 31">
            <a:extLst>
              <a:ext uri="{FF2B5EF4-FFF2-40B4-BE49-F238E27FC236}">
                <a16:creationId xmlns:a16="http://schemas.microsoft.com/office/drawing/2014/main" id="{1CE15561-2D5D-C418-9A78-9D07582F494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81008" y="6297599"/>
            <a:ext cx="1512167" cy="650230"/>
          </a:xfrm>
          <a:prstGeom prst="rect">
            <a:avLst/>
          </a:prstGeom>
        </p:spPr>
      </p:pic>
      <p:pic>
        <p:nvPicPr>
          <p:cNvPr id="34" name="object 20">
            <a:extLst>
              <a:ext uri="{FF2B5EF4-FFF2-40B4-BE49-F238E27FC236}">
                <a16:creationId xmlns:a16="http://schemas.microsoft.com/office/drawing/2014/main" id="{46848928-36F2-D484-EC9A-B97633A8F3D5}"/>
              </a:ext>
            </a:extLst>
          </p:cNvPr>
          <p:cNvPicPr/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9091" y="7030390"/>
            <a:ext cx="2808313" cy="109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20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5F5528-6966-97CB-1B1D-FC0AD3354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76C9604-E640-0B9C-056B-929662C6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Synchronization(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05A8A8-5780-6856-1BDE-F8BF160DC8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1711CAC-D285-0E11-C05C-FF68624522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임계구역 해결조건을 고려한 코드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Mutual</a:t>
            </a:r>
            <a:r>
              <a:rPr lang="ko-KR" altLang="en-US" dirty="0"/>
              <a:t> </a:t>
            </a:r>
            <a:r>
              <a:rPr lang="en-US" altLang="ko-KR" dirty="0"/>
              <a:t>exclusive </a:t>
            </a:r>
            <a:r>
              <a:rPr lang="ko-KR" altLang="en-US" dirty="0"/>
              <a:t>충족 코드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P1</a:t>
            </a:r>
            <a:r>
              <a:rPr lang="ko-KR" altLang="en-US" dirty="0"/>
              <a:t>이 </a:t>
            </a:r>
            <a:r>
              <a:rPr lang="en-US" altLang="ko-KR" dirty="0"/>
              <a:t>(1) </a:t>
            </a:r>
            <a:r>
              <a:rPr lang="ko-KR" altLang="en-US" dirty="0"/>
              <a:t>이후 타임아웃 </a:t>
            </a:r>
            <a:r>
              <a:rPr lang="en-US" altLang="ko-KR" dirty="0"/>
              <a:t>-&gt; P2</a:t>
            </a:r>
            <a:r>
              <a:rPr lang="ko-KR" altLang="en-US" dirty="0"/>
              <a:t>로 </a:t>
            </a:r>
            <a:r>
              <a:rPr lang="en-US" altLang="ko-KR" dirty="0"/>
              <a:t>context switch</a:t>
            </a:r>
            <a:br>
              <a:rPr lang="en-US" altLang="ko-KR" dirty="0"/>
            </a:br>
            <a:r>
              <a:rPr lang="en-US" altLang="ko-KR" dirty="0"/>
              <a:t>-&gt; P2</a:t>
            </a:r>
            <a:r>
              <a:rPr lang="ko-KR" altLang="en-US" dirty="0"/>
              <a:t>가 </a:t>
            </a:r>
            <a:r>
              <a:rPr lang="en-US" altLang="ko-KR" dirty="0"/>
              <a:t>(2) </a:t>
            </a:r>
            <a:r>
              <a:rPr lang="ko-KR" altLang="en-US" dirty="0"/>
              <a:t>이후</a:t>
            </a:r>
            <a:r>
              <a:rPr lang="en-US" altLang="ko-KR" dirty="0"/>
              <a:t> time</a:t>
            </a:r>
            <a:r>
              <a:rPr lang="ko-KR" altLang="en-US" dirty="0"/>
              <a:t> </a:t>
            </a:r>
            <a:r>
              <a:rPr lang="en-US" altLang="ko-KR" dirty="0"/>
              <a:t>out, context switch</a:t>
            </a:r>
            <a:br>
              <a:rPr lang="en-US" altLang="ko-KR" dirty="0"/>
            </a:br>
            <a:r>
              <a:rPr lang="en-US" altLang="ko-KR" dirty="0"/>
              <a:t>-&gt;(3)</a:t>
            </a:r>
            <a:r>
              <a:rPr lang="ko-KR" altLang="en-US" dirty="0"/>
              <a:t>을 실행하려 하지만 </a:t>
            </a:r>
            <a:r>
              <a:rPr lang="en-US" altLang="ko-KR" dirty="0"/>
              <a:t>lock2 = true, </a:t>
            </a:r>
            <a:r>
              <a:rPr lang="ko-KR" altLang="en-US" dirty="0"/>
              <a:t>진행</a:t>
            </a:r>
            <a:r>
              <a:rPr lang="en-US" altLang="ko-KR" dirty="0"/>
              <a:t>X,</a:t>
            </a:r>
            <a:br>
              <a:rPr lang="en-US" altLang="ko-KR" dirty="0"/>
            </a:br>
            <a:r>
              <a:rPr lang="en-US" altLang="ko-KR" dirty="0"/>
              <a:t>(4)</a:t>
            </a:r>
            <a:r>
              <a:rPr lang="ko-KR" altLang="en-US" dirty="0"/>
              <a:t>를 실행하려 하지만 </a:t>
            </a:r>
            <a:r>
              <a:rPr lang="en-US" altLang="ko-KR" dirty="0"/>
              <a:t>lock1 = </a:t>
            </a:r>
            <a:r>
              <a:rPr lang="en-US" altLang="ko-KR" dirty="0" err="1"/>
              <a:t>ture</a:t>
            </a:r>
            <a:r>
              <a:rPr lang="en-US" altLang="ko-KR" dirty="0"/>
              <a:t>, </a:t>
            </a:r>
            <a:r>
              <a:rPr lang="ko-KR" altLang="en-US" dirty="0"/>
              <a:t>진행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Mutual exclusive, Bounded wait </a:t>
            </a:r>
            <a:r>
              <a:rPr lang="ko-KR" altLang="en-US" dirty="0"/>
              <a:t>다 충족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결정적 문제</a:t>
            </a:r>
            <a:r>
              <a:rPr lang="en-US" altLang="ko-KR" dirty="0"/>
              <a:t>? Lock=1 -&gt; </a:t>
            </a:r>
            <a:r>
              <a:rPr lang="ko-KR" altLang="en-US" dirty="0"/>
              <a:t>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Lock =2 -&gt; </a:t>
            </a:r>
            <a:r>
              <a:rPr lang="ko-KR" altLang="en-US" dirty="0"/>
              <a:t>오른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if</a:t>
            </a:r>
            <a:r>
              <a:rPr lang="ko-KR" altLang="en-US" dirty="0"/>
              <a:t> </a:t>
            </a:r>
            <a:r>
              <a:rPr lang="en-US" altLang="ko-KR" dirty="0"/>
              <a:t>lock=2, P2</a:t>
            </a:r>
            <a:r>
              <a:rPr lang="ko-KR" altLang="en-US" dirty="0"/>
              <a:t>가 실행되지 않는 한 </a:t>
            </a:r>
            <a:r>
              <a:rPr lang="en-US" altLang="ko-KR" dirty="0"/>
              <a:t>P1</a:t>
            </a:r>
            <a:r>
              <a:rPr lang="ko-KR" altLang="en-US" dirty="0"/>
              <a:t>은 </a:t>
            </a:r>
            <a:r>
              <a:rPr lang="en-US" altLang="ko-KR" dirty="0"/>
              <a:t>1</a:t>
            </a:r>
            <a:r>
              <a:rPr lang="ko-KR" altLang="en-US" dirty="0"/>
              <a:t>번만 실행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한 </a:t>
            </a:r>
            <a:r>
              <a:rPr lang="en-US" altLang="ko-KR" dirty="0"/>
              <a:t>PS</a:t>
            </a:r>
            <a:r>
              <a:rPr lang="ko-KR" altLang="en-US" dirty="0"/>
              <a:t>가 다른</a:t>
            </a:r>
            <a:r>
              <a:rPr lang="en-US" altLang="ko-KR" dirty="0"/>
              <a:t>PS </a:t>
            </a:r>
            <a:r>
              <a:rPr lang="ko-KR" altLang="en-US" dirty="0"/>
              <a:t>방해</a:t>
            </a:r>
            <a:r>
              <a:rPr lang="en-US" altLang="ko-KR" dirty="0"/>
              <a:t>(progress flexibility </a:t>
            </a:r>
            <a:r>
              <a:rPr lang="ko-KR" altLang="en-US" dirty="0"/>
              <a:t>위배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임계구역 문제의 </a:t>
            </a:r>
            <a:r>
              <a:rPr lang="en-US" altLang="ko-KR" dirty="0"/>
              <a:t>HW</a:t>
            </a:r>
            <a:r>
              <a:rPr lang="ko-KR" altLang="en-US" dirty="0"/>
              <a:t>적 해결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 err="1"/>
              <a:t>testandset</a:t>
            </a:r>
            <a:r>
              <a:rPr lang="en-US" altLang="ko-KR" dirty="0"/>
              <a:t>()</a:t>
            </a:r>
            <a:r>
              <a:rPr lang="ko-KR" altLang="en-US" dirty="0"/>
              <a:t> 으로 </a:t>
            </a:r>
            <a:r>
              <a:rPr lang="en-US" altLang="ko-KR" dirty="0"/>
              <a:t>HW</a:t>
            </a:r>
            <a:r>
              <a:rPr lang="ko-KR" altLang="en-US" dirty="0"/>
              <a:t>의 지원 </a:t>
            </a:r>
            <a:r>
              <a:rPr lang="en-US" altLang="ko-KR" dirty="0"/>
              <a:t>-&gt; while(lock=</a:t>
            </a:r>
            <a:r>
              <a:rPr lang="en-US" altLang="ko-KR" dirty="0" err="1"/>
              <a:t>ture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와 </a:t>
            </a:r>
            <a:r>
              <a:rPr lang="en-US" altLang="ko-KR" dirty="0"/>
              <a:t>lock=true</a:t>
            </a:r>
            <a:r>
              <a:rPr lang="ko-KR" altLang="en-US" dirty="0"/>
              <a:t>를 동시 실행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dirty="0" err="1"/>
              <a:t>testandset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메모리를</a:t>
            </a:r>
            <a:r>
              <a:rPr lang="en-US" altLang="ko-KR" dirty="0"/>
              <a:t> </a:t>
            </a:r>
            <a:r>
              <a:rPr lang="ko-KR" altLang="en-US" dirty="0"/>
              <a:t>읽고 </a:t>
            </a:r>
            <a:r>
              <a:rPr lang="en-US" altLang="ko-KR" dirty="0"/>
              <a:t>1</a:t>
            </a:r>
            <a:r>
              <a:rPr lang="ko-KR" altLang="en-US" dirty="0"/>
              <a:t>로 세트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Semaphore</a:t>
            </a:r>
          </a:p>
          <a:p>
            <a:pPr lvl="1"/>
            <a:r>
              <a:rPr lang="en-US" altLang="ko-KR" dirty="0"/>
              <a:t>Semaphore(n) -&gt; n=k</a:t>
            </a:r>
            <a:r>
              <a:rPr lang="ko-KR" altLang="en-US" dirty="0"/>
              <a:t>이면 </a:t>
            </a:r>
            <a:r>
              <a:rPr lang="en-US" altLang="ko-KR" dirty="0"/>
              <a:t>k</a:t>
            </a:r>
            <a:r>
              <a:rPr lang="ko-KR" altLang="en-US" dirty="0"/>
              <a:t>개의 </a:t>
            </a:r>
            <a:r>
              <a:rPr lang="en-US" altLang="ko-KR" dirty="0"/>
              <a:t>PS</a:t>
            </a:r>
            <a:r>
              <a:rPr lang="ko-KR" altLang="en-US" dirty="0"/>
              <a:t>가 </a:t>
            </a:r>
            <a:r>
              <a:rPr lang="en-US" altLang="ko-KR" dirty="0"/>
              <a:t>CS </a:t>
            </a:r>
            <a:r>
              <a:rPr lang="ko-KR" altLang="en-US" dirty="0"/>
              <a:t>진입</a:t>
            </a:r>
            <a:br>
              <a:rPr lang="en-US" altLang="ko-KR" dirty="0"/>
            </a:br>
            <a:r>
              <a:rPr lang="en-US" altLang="ko-KR" dirty="0"/>
              <a:t>P() : CS</a:t>
            </a:r>
            <a:r>
              <a:rPr lang="ko-KR" altLang="en-US" dirty="0"/>
              <a:t> 진입 알림</a:t>
            </a:r>
            <a:r>
              <a:rPr lang="en-US" altLang="ko-KR" dirty="0"/>
              <a:t>, V() : CS </a:t>
            </a:r>
            <a:r>
              <a:rPr lang="ko-KR" altLang="en-US" dirty="0"/>
              <a:t>나감 알림</a:t>
            </a:r>
            <a:br>
              <a:rPr lang="en-US" altLang="ko-KR" dirty="0"/>
            </a:br>
            <a:r>
              <a:rPr lang="en-US" altLang="ko-KR" dirty="0"/>
              <a:t>-&gt; OS</a:t>
            </a:r>
            <a:r>
              <a:rPr lang="ko-KR" altLang="en-US" dirty="0"/>
              <a:t>가 하는 </a:t>
            </a:r>
            <a:r>
              <a:rPr lang="en-US" altLang="ko-KR" dirty="0"/>
              <a:t>system call : CS</a:t>
            </a:r>
            <a:r>
              <a:rPr lang="ko-KR" altLang="en-US" dirty="0"/>
              <a:t>에 들어가고</a:t>
            </a:r>
            <a:br>
              <a:rPr lang="en-US" altLang="ko-KR" dirty="0"/>
            </a:br>
            <a:r>
              <a:rPr lang="ko-KR" altLang="en-US" dirty="0"/>
              <a:t>나가는 동안 </a:t>
            </a:r>
            <a:r>
              <a:rPr lang="en-US" altLang="ko-KR" dirty="0"/>
              <a:t>OS</a:t>
            </a:r>
            <a:r>
              <a:rPr lang="ko-KR" altLang="en-US" dirty="0"/>
              <a:t>는 </a:t>
            </a:r>
            <a:r>
              <a:rPr lang="en-US" altLang="ko-KR" dirty="0"/>
              <a:t>context switch X</a:t>
            </a:r>
          </a:p>
          <a:p>
            <a:pPr lvl="1"/>
            <a:r>
              <a:rPr lang="en-US" altLang="ko-KR" dirty="0"/>
              <a:t>Semaphore </a:t>
            </a:r>
            <a:r>
              <a:rPr lang="ko-KR" altLang="en-US" dirty="0"/>
              <a:t>내부 코드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Semaphore() : RS=n</a:t>
            </a:r>
            <a:r>
              <a:rPr lang="ko-KR" altLang="en-US" dirty="0"/>
              <a:t>으로 초기화</a:t>
            </a:r>
            <a:r>
              <a:rPr lang="en-US" altLang="ko-KR" dirty="0"/>
              <a:t>, RS</a:t>
            </a:r>
            <a:r>
              <a:rPr lang="ko-KR" altLang="en-US" dirty="0"/>
              <a:t>는 가용 </a:t>
            </a:r>
            <a:r>
              <a:rPr lang="ko-KR" altLang="en-US" dirty="0" err="1"/>
              <a:t>자원수</a:t>
            </a:r>
            <a:endParaRPr lang="en-US" altLang="ko-KR" dirty="0"/>
          </a:p>
          <a:p>
            <a:pPr lvl="2"/>
            <a:r>
              <a:rPr lang="en-US" altLang="ko-KR" dirty="0" err="1"/>
              <a:t>Semapore</a:t>
            </a:r>
            <a:r>
              <a:rPr lang="en-US" altLang="ko-KR" dirty="0"/>
              <a:t> -&gt; P()? -&gt; </a:t>
            </a:r>
            <a:r>
              <a:rPr lang="en-US" altLang="ko-KR" dirty="0" err="1"/>
              <a:t>waitQueue</a:t>
            </a:r>
            <a:r>
              <a:rPr lang="ko-KR" altLang="en-US" dirty="0"/>
              <a:t>로 진입</a:t>
            </a:r>
            <a:br>
              <a:rPr lang="en-US" altLang="ko-KR" dirty="0"/>
            </a:br>
            <a:r>
              <a:rPr lang="en-US" altLang="ko-KR" dirty="0"/>
              <a:t>V()</a:t>
            </a:r>
            <a:r>
              <a:rPr lang="ko-KR" altLang="en-US" dirty="0"/>
              <a:t>를 호출해야 </a:t>
            </a:r>
            <a:r>
              <a:rPr lang="en-US" altLang="ko-KR" dirty="0"/>
              <a:t>ready</a:t>
            </a:r>
            <a:r>
              <a:rPr lang="ko-KR" altLang="en-US" dirty="0"/>
              <a:t>로 진입</a:t>
            </a:r>
            <a:endParaRPr lang="en-US" altLang="ko-KR" dirty="0"/>
          </a:p>
          <a:p>
            <a:pPr lvl="1"/>
            <a:r>
              <a:rPr lang="ko-KR" altLang="en-US" dirty="0"/>
              <a:t>잘못된 용례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p()-&gt;p() : </a:t>
            </a:r>
            <a:r>
              <a:rPr lang="ko-KR" altLang="en-US" dirty="0" err="1"/>
              <a:t>세마포</a:t>
            </a:r>
            <a:r>
              <a:rPr lang="ko-KR" altLang="en-US" dirty="0"/>
              <a:t> 대기 무한루프</a:t>
            </a:r>
            <a:br>
              <a:rPr lang="en-US" altLang="ko-KR" dirty="0"/>
            </a:br>
            <a:r>
              <a:rPr lang="en-US" altLang="ko-KR" dirty="0"/>
              <a:t>v()-&gt;P() : ME </a:t>
            </a:r>
            <a:r>
              <a:rPr lang="ko-KR" altLang="en-US" dirty="0"/>
              <a:t>보장</a:t>
            </a:r>
            <a:r>
              <a:rPr lang="en-US" altLang="ko-KR" dirty="0"/>
              <a:t>X, CS</a:t>
            </a:r>
            <a:r>
              <a:rPr lang="ko-KR" altLang="en-US" dirty="0"/>
              <a:t> 보호</a:t>
            </a:r>
            <a:r>
              <a:rPr lang="en-US" altLang="ko-KR" dirty="0"/>
              <a:t>X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반드시 </a:t>
            </a:r>
            <a:r>
              <a:rPr lang="en-US" altLang="ko-KR" dirty="0"/>
              <a:t>P()-&gt;V() </a:t>
            </a:r>
            <a:r>
              <a:rPr lang="ko-KR" altLang="en-US" dirty="0"/>
              <a:t>순으로 작성</a:t>
            </a:r>
            <a:endParaRPr lang="en-US" altLang="ko-KR" dirty="0"/>
          </a:p>
          <a:p>
            <a:r>
              <a:rPr lang="en-US" altLang="ko-KR" dirty="0"/>
              <a:t>Monitor </a:t>
            </a:r>
            <a:r>
              <a:rPr lang="ko-KR" altLang="en-US" dirty="0"/>
              <a:t>방식</a:t>
            </a:r>
            <a:endParaRPr lang="en-US" altLang="ko-KR" dirty="0"/>
          </a:p>
          <a:p>
            <a:pPr lvl="1"/>
            <a:r>
              <a:rPr lang="en-US" altLang="ko-KR" dirty="0"/>
              <a:t>Semaphore X, </a:t>
            </a:r>
            <a:r>
              <a:rPr lang="en-US" altLang="ko-KR" dirty="0" err="1"/>
              <a:t>os</a:t>
            </a:r>
            <a:r>
              <a:rPr lang="ko-KR" altLang="en-US" dirty="0"/>
              <a:t>가</a:t>
            </a:r>
            <a:r>
              <a:rPr lang="en-US" altLang="ko-KR" dirty="0"/>
              <a:t> CS</a:t>
            </a:r>
            <a:r>
              <a:rPr lang="ko-KR" altLang="en-US" dirty="0"/>
              <a:t>을 스스로 설정</a:t>
            </a:r>
            <a:r>
              <a:rPr lang="en-US" altLang="ko-KR" dirty="0"/>
              <a:t>(</a:t>
            </a:r>
            <a:r>
              <a:rPr lang="ko-KR" altLang="en-US" dirty="0"/>
              <a:t>공유</a:t>
            </a:r>
            <a:r>
              <a:rPr lang="en-US" altLang="ko-KR" dirty="0"/>
              <a:t> </a:t>
            </a:r>
            <a:r>
              <a:rPr lang="ko-KR" altLang="en-US" dirty="0"/>
              <a:t>자원</a:t>
            </a:r>
            <a:br>
              <a:rPr lang="en-US" altLang="ko-KR" dirty="0"/>
            </a:br>
            <a:r>
              <a:rPr lang="ko-KR" altLang="en-US" dirty="0"/>
              <a:t>을 </a:t>
            </a:r>
            <a:r>
              <a:rPr lang="en-US" altLang="ko-KR" dirty="0"/>
              <a:t>OS</a:t>
            </a:r>
            <a:r>
              <a:rPr lang="ko-KR" altLang="en-US" dirty="0"/>
              <a:t>에 걸쳐 사용 </a:t>
            </a:r>
            <a:r>
              <a:rPr lang="en-US" altLang="ko-KR" dirty="0"/>
              <a:t>-&gt; </a:t>
            </a:r>
            <a:r>
              <a:rPr lang="ko-KR" altLang="en-US" dirty="0"/>
              <a:t>더 안전</a:t>
            </a:r>
            <a:r>
              <a:rPr lang="en-US" altLang="ko-KR" dirty="0"/>
              <a:t>;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속도 ↓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Priority Inversion</a:t>
            </a:r>
          </a:p>
          <a:p>
            <a:pPr lvl="1"/>
            <a:r>
              <a:rPr lang="en-US" altLang="ko-KR" dirty="0" err="1"/>
              <a:t>Priorty</a:t>
            </a:r>
            <a:r>
              <a:rPr lang="ko-KR" altLang="en-US" dirty="0"/>
              <a:t>가 </a:t>
            </a:r>
            <a:r>
              <a:rPr lang="en-US" altLang="ko-KR" dirty="0"/>
              <a:t>CS</a:t>
            </a:r>
            <a:r>
              <a:rPr lang="ko-KR" altLang="en-US" dirty="0"/>
              <a:t>에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en-US" altLang="ko-KR" dirty="0" err="1"/>
              <a:t>priorty</a:t>
            </a:r>
            <a:r>
              <a:rPr lang="ko-KR" altLang="en-US" dirty="0"/>
              <a:t>가 높은 </a:t>
            </a:r>
            <a:br>
              <a:rPr lang="en-US" altLang="ko-KR" dirty="0"/>
            </a:br>
            <a:r>
              <a:rPr lang="en-US" altLang="ko-KR" dirty="0"/>
              <a:t>PS</a:t>
            </a:r>
            <a:r>
              <a:rPr lang="ko-KR" altLang="en-US" dirty="0"/>
              <a:t>가 대기</a:t>
            </a:r>
            <a:r>
              <a:rPr lang="en-US" altLang="ko-KR" dirty="0"/>
              <a:t>; </a:t>
            </a:r>
            <a:r>
              <a:rPr lang="ko-KR" altLang="en-US" dirty="0"/>
              <a:t>낮은 </a:t>
            </a:r>
            <a:r>
              <a:rPr lang="en-US" altLang="ko-KR" dirty="0"/>
              <a:t>PS</a:t>
            </a:r>
            <a:r>
              <a:rPr lang="ko-KR" altLang="en-US" dirty="0"/>
              <a:t>가 </a:t>
            </a:r>
            <a:r>
              <a:rPr lang="ko-KR" altLang="en-US" dirty="0" err="1"/>
              <a:t>빨리끝내서</a:t>
            </a:r>
            <a:r>
              <a:rPr lang="ko-KR" altLang="en-US" dirty="0"/>
              <a:t> </a:t>
            </a:r>
            <a:r>
              <a:rPr lang="ko-KR" altLang="en-US" dirty="0" err="1"/>
              <a:t>높은걸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쓰게 </a:t>
            </a:r>
            <a:r>
              <a:rPr lang="ko-KR" altLang="en-US" dirty="0" err="1"/>
              <a:t>해주는게</a:t>
            </a:r>
            <a:r>
              <a:rPr lang="ko-KR" altLang="en-US" dirty="0"/>
              <a:t> 중요</a:t>
            </a:r>
            <a:endParaRPr lang="en-US" altLang="ko-KR" dirty="0"/>
          </a:p>
          <a:p>
            <a:pPr lvl="1"/>
            <a:r>
              <a:rPr lang="ko-KR" altLang="en-US" dirty="0"/>
              <a:t>해결책 </a:t>
            </a:r>
            <a:r>
              <a:rPr lang="en-US" altLang="ko-KR" dirty="0"/>
              <a:t>: priority inheritance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14912D-78B3-6ACF-D321-8B2FF5FC07E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A3754622-4842-B3FF-29D1-3863E059FEA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004" y="573413"/>
            <a:ext cx="1986371" cy="10081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44E7475-13D5-A413-C024-663CA981EE6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08784" y="1653533"/>
            <a:ext cx="1986371" cy="894891"/>
          </a:xfrm>
          <a:prstGeom prst="rect">
            <a:avLst/>
          </a:prstGeom>
        </p:spPr>
      </p:pic>
      <p:pic>
        <p:nvPicPr>
          <p:cNvPr id="20" name="object 21">
            <a:extLst>
              <a:ext uri="{FF2B5EF4-FFF2-40B4-BE49-F238E27FC236}">
                <a16:creationId xmlns:a16="http://schemas.microsoft.com/office/drawing/2014/main" id="{28C5DC5A-4B5A-2246-F604-644694C35909}"/>
              </a:ext>
            </a:extLst>
          </p:cNvPr>
          <p:cNvPicPr/>
          <p:nvPr/>
        </p:nvPicPr>
        <p:blipFill>
          <a:blip r:embed="rId4" cstate="print"/>
          <a:srcRect b="15861"/>
          <a:stretch/>
        </p:blipFill>
        <p:spPr>
          <a:xfrm>
            <a:off x="4808783" y="2620432"/>
            <a:ext cx="1986371" cy="597336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569B675-4F7C-8483-9B25-FFDC59E19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751" y="3259194"/>
            <a:ext cx="1865340" cy="697391"/>
          </a:xfrm>
          <a:prstGeom prst="rect">
            <a:avLst/>
          </a:prstGeom>
        </p:spPr>
      </p:pic>
      <p:pic>
        <p:nvPicPr>
          <p:cNvPr id="29" name="object 6">
            <a:extLst>
              <a:ext uri="{FF2B5EF4-FFF2-40B4-BE49-F238E27FC236}">
                <a16:creationId xmlns:a16="http://schemas.microsoft.com/office/drawing/2014/main" id="{33019BBC-429A-4891-86D0-20D703E902B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7751" y="3931511"/>
            <a:ext cx="1866372" cy="69739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5EBF051-9C0D-2E15-5F77-E537CFF8F1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291" y="4662131"/>
            <a:ext cx="2102864" cy="108295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A462DA2-44DD-5563-2580-0179CD81A3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5332" y="5916450"/>
            <a:ext cx="2468043" cy="1628838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F105DC11-968D-E1C1-6132-F8F82CB70B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4824" y="6994872"/>
            <a:ext cx="2290102" cy="109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0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70A9C5F-B19F-2C7E-750E-E625933D1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E59ACA0-52D5-A686-5042-655458CB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 lock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8B369A-4546-015F-2B50-A2F6BE8E5C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547776-F181-F13F-9A53-A27570B34A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교착상태의 정의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개 이상 </a:t>
            </a:r>
            <a:r>
              <a:rPr lang="en-US" altLang="ko-KR" dirty="0"/>
              <a:t>PS</a:t>
            </a:r>
            <a:r>
              <a:rPr lang="ko-KR" altLang="en-US" dirty="0"/>
              <a:t>가 다른 </a:t>
            </a:r>
            <a:r>
              <a:rPr lang="en-US" altLang="ko-KR" dirty="0"/>
              <a:t>PS</a:t>
            </a:r>
            <a:r>
              <a:rPr lang="ko-KR" altLang="en-US" dirty="0"/>
              <a:t>의 작업이 끝나기만 기다림</a:t>
            </a:r>
            <a:r>
              <a:rPr lang="en-US" altLang="ko-KR" dirty="0"/>
              <a:t>, </a:t>
            </a:r>
            <a:r>
              <a:rPr lang="ko-KR" altLang="en-US" dirty="0"/>
              <a:t>작업진행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Starvation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ko-KR" altLang="en-US" dirty="0"/>
              <a:t>차이점</a:t>
            </a:r>
            <a:r>
              <a:rPr lang="en-US" altLang="ko-KR" dirty="0"/>
              <a:t> : OS</a:t>
            </a:r>
            <a:r>
              <a:rPr lang="ko-KR" altLang="en-US" dirty="0"/>
              <a:t>가 잘못된 정책</a:t>
            </a:r>
            <a:r>
              <a:rPr lang="en-US" altLang="ko-KR" dirty="0"/>
              <a:t>, </a:t>
            </a:r>
            <a:r>
              <a:rPr lang="ko-KR" altLang="en-US" dirty="0"/>
              <a:t>작업이 지연</a:t>
            </a:r>
            <a:r>
              <a:rPr lang="en-US" altLang="ko-KR" dirty="0"/>
              <a:t>; dead lock</a:t>
            </a:r>
            <a:r>
              <a:rPr lang="ko-KR" altLang="en-US" dirty="0"/>
              <a:t>은 진행 </a:t>
            </a:r>
            <a:r>
              <a:rPr lang="en-US" altLang="ko-KR" dirty="0"/>
              <a:t>X</a:t>
            </a:r>
          </a:p>
          <a:p>
            <a:r>
              <a:rPr lang="ko-KR" altLang="en-US" dirty="0"/>
              <a:t>교착상태의</a:t>
            </a:r>
            <a:r>
              <a:rPr lang="en-US" altLang="ko-KR" dirty="0"/>
              <a:t> </a:t>
            </a:r>
            <a:r>
              <a:rPr lang="ko-KR" altLang="en-US" dirty="0"/>
              <a:t>발생과 원인</a:t>
            </a:r>
            <a:endParaRPr lang="en-US" altLang="ko-KR" dirty="0"/>
          </a:p>
          <a:p>
            <a:pPr lvl="1"/>
            <a:r>
              <a:rPr lang="ko-KR" altLang="en-US" dirty="0"/>
              <a:t>발생 </a:t>
            </a:r>
            <a:r>
              <a:rPr lang="en-US" altLang="ko-KR" dirty="0"/>
              <a:t>: </a:t>
            </a:r>
            <a:r>
              <a:rPr lang="ko-KR" altLang="en-US" dirty="0"/>
              <a:t>공유변수</a:t>
            </a:r>
            <a:r>
              <a:rPr lang="en-US" altLang="ko-KR" dirty="0"/>
              <a:t>(spin lock </a:t>
            </a:r>
            <a:r>
              <a:rPr lang="ko-KR" altLang="en-US" dirty="0"/>
              <a:t>등</a:t>
            </a:r>
            <a:r>
              <a:rPr lang="en-US" altLang="ko-KR" dirty="0"/>
              <a:t>), DB</a:t>
            </a:r>
            <a:r>
              <a:rPr lang="ko-KR" altLang="en-US" dirty="0"/>
              <a:t>같은 응용 </a:t>
            </a:r>
            <a:r>
              <a:rPr lang="en-US" altLang="ko-KR" dirty="0"/>
              <a:t>SW(</a:t>
            </a:r>
            <a:r>
              <a:rPr lang="ko-KR" altLang="en-US" dirty="0"/>
              <a:t>네트워크 사용시</a:t>
            </a:r>
            <a:r>
              <a:rPr lang="en-US" altLang="ko-KR" dirty="0"/>
              <a:t>;DB </a:t>
            </a:r>
            <a:r>
              <a:rPr lang="ko-KR" altLang="en-US" dirty="0"/>
              <a:t>일관성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잠금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원인</a:t>
            </a:r>
            <a:r>
              <a:rPr lang="en-US" altLang="ko-KR" dirty="0"/>
              <a:t>(4</a:t>
            </a:r>
            <a:r>
              <a:rPr lang="ko-KR" altLang="en-US" dirty="0"/>
              <a:t>가지를 모두 만족해야 </a:t>
            </a:r>
            <a:r>
              <a:rPr lang="en-US" altLang="ko-KR" dirty="0"/>
              <a:t>dead lock </a:t>
            </a:r>
            <a:r>
              <a:rPr lang="ko-KR" altLang="en-US" dirty="0"/>
              <a:t>발생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Mutual exclusion : Critical session </a:t>
            </a:r>
            <a:r>
              <a:rPr lang="ko-KR" altLang="en-US" dirty="0"/>
              <a:t>이유</a:t>
            </a:r>
            <a:endParaRPr lang="en-US" altLang="ko-KR" dirty="0"/>
          </a:p>
          <a:p>
            <a:pPr lvl="2"/>
            <a:r>
              <a:rPr lang="en-US" altLang="ko-KR" dirty="0"/>
              <a:t>Hold and wait : </a:t>
            </a:r>
            <a:r>
              <a:rPr lang="ko-KR" altLang="en-US" dirty="0"/>
              <a:t>자원을</a:t>
            </a:r>
            <a:r>
              <a:rPr lang="en-US" altLang="ko-KR" dirty="0"/>
              <a:t> </a:t>
            </a:r>
            <a:r>
              <a:rPr lang="ko-KR" altLang="en-US" dirty="0" err="1"/>
              <a:t>점유중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다른</a:t>
            </a:r>
            <a:r>
              <a:rPr lang="en-US" altLang="ko-KR" dirty="0"/>
              <a:t>PS</a:t>
            </a:r>
            <a:r>
              <a:rPr lang="ko-KR" altLang="en-US" dirty="0"/>
              <a:t>의 점유된 자원을 얻기 위해 대기중</a:t>
            </a:r>
            <a:endParaRPr lang="en-US" altLang="ko-KR" dirty="0"/>
          </a:p>
          <a:p>
            <a:pPr lvl="2"/>
            <a:r>
              <a:rPr lang="en-US" altLang="ko-KR" dirty="0" err="1"/>
              <a:t>Nonpreemption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자원을 </a:t>
            </a:r>
            <a:r>
              <a:rPr lang="ko-KR" altLang="en-US" dirty="0" err="1"/>
              <a:t>선점할수</a:t>
            </a:r>
            <a:r>
              <a:rPr lang="ko-KR" altLang="en-US" dirty="0"/>
              <a:t> 없음</a:t>
            </a:r>
            <a:endParaRPr lang="en-US" altLang="ko-KR" dirty="0"/>
          </a:p>
          <a:p>
            <a:pPr lvl="2"/>
            <a:r>
              <a:rPr lang="en-US" altLang="ko-KR" dirty="0"/>
              <a:t>Circular wait : P1-&gt;P2-&gt; ... </a:t>
            </a:r>
            <a:r>
              <a:rPr lang="en-US" altLang="ko-KR" dirty="0" err="1"/>
              <a:t>Pn</a:t>
            </a:r>
            <a:r>
              <a:rPr lang="en-US" altLang="ko-KR" dirty="0"/>
              <a:t>-&gt;P1</a:t>
            </a:r>
            <a:r>
              <a:rPr lang="ko-KR" altLang="en-US" dirty="0"/>
              <a:t>의 순서로 점유한 자원 대기중</a:t>
            </a:r>
            <a:endParaRPr lang="en-US" altLang="ko-KR" dirty="0"/>
          </a:p>
          <a:p>
            <a:r>
              <a:rPr lang="ko-KR" altLang="en-US" dirty="0"/>
              <a:t>교착상태의 해결</a:t>
            </a:r>
            <a:r>
              <a:rPr lang="en-US" altLang="ko-KR" dirty="0"/>
              <a:t> (3</a:t>
            </a:r>
            <a:r>
              <a:rPr lang="ko-KR" altLang="en-US" dirty="0"/>
              <a:t>조건 모두 </a:t>
            </a:r>
            <a:r>
              <a:rPr lang="en-US" altLang="ko-KR" dirty="0"/>
              <a:t>OS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 err="1"/>
              <a:t>가능해야함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Prevention : dead lock 4</a:t>
            </a:r>
            <a:r>
              <a:rPr lang="ko-KR" altLang="en-US" dirty="0"/>
              <a:t>조건이 발생하지 않도록</a:t>
            </a:r>
            <a:endParaRPr lang="en-US" altLang="ko-KR" dirty="0"/>
          </a:p>
          <a:p>
            <a:pPr lvl="1"/>
            <a:r>
              <a:rPr lang="en-US" altLang="ko-KR" dirty="0"/>
              <a:t>Avoidance : dead lock </a:t>
            </a:r>
            <a:r>
              <a:rPr lang="ko-KR" altLang="en-US" dirty="0"/>
              <a:t>발생할 가능성이 있지만 자원 신중 할당</a:t>
            </a:r>
            <a:r>
              <a:rPr lang="en-US" altLang="ko-KR" dirty="0"/>
              <a:t> -&gt; sys </a:t>
            </a:r>
            <a:r>
              <a:rPr lang="ko-KR" altLang="en-US" dirty="0"/>
              <a:t>안전상태로</a:t>
            </a:r>
            <a:endParaRPr lang="en-US" altLang="ko-KR" dirty="0"/>
          </a:p>
          <a:p>
            <a:pPr lvl="1"/>
            <a:r>
              <a:rPr lang="en-US" altLang="ko-KR" dirty="0"/>
              <a:t>Detection &amp; recovery : dead lock </a:t>
            </a:r>
            <a:r>
              <a:rPr lang="ko-KR" altLang="en-US" dirty="0"/>
              <a:t>발생 허용</a:t>
            </a:r>
            <a:r>
              <a:rPr lang="en-US" altLang="ko-KR" dirty="0"/>
              <a:t>. But, </a:t>
            </a:r>
            <a:r>
              <a:rPr lang="ko-KR" altLang="en-US" dirty="0"/>
              <a:t>교착상태가 있는지 검사</a:t>
            </a:r>
            <a:r>
              <a:rPr lang="en-US" altLang="ko-KR" dirty="0"/>
              <a:t>(detection), </a:t>
            </a:r>
            <a:r>
              <a:rPr lang="ko-KR" altLang="en-US" dirty="0"/>
              <a:t>발생했다면 </a:t>
            </a:r>
            <a:r>
              <a:rPr lang="en-US" altLang="ko-KR" dirty="0"/>
              <a:t>sys</a:t>
            </a:r>
            <a:r>
              <a:rPr lang="ko-KR" altLang="en-US" dirty="0"/>
              <a:t>를 교착상태 이전으로 복구</a:t>
            </a:r>
            <a:r>
              <a:rPr lang="en-US" altLang="ko-KR" dirty="0"/>
              <a:t>(recovery)</a:t>
            </a:r>
          </a:p>
          <a:p>
            <a:r>
              <a:rPr lang="en-US" altLang="ko-KR" dirty="0"/>
              <a:t>Dead lock Prevention (</a:t>
            </a:r>
            <a:r>
              <a:rPr lang="ko-KR" altLang="en-US" dirty="0" err="1"/>
              <a:t>다음중</a:t>
            </a:r>
            <a:r>
              <a:rPr lang="ko-KR" altLang="en-US" dirty="0"/>
              <a:t> 최소 </a:t>
            </a:r>
            <a:r>
              <a:rPr lang="en-US" altLang="ko-KR" dirty="0"/>
              <a:t>1</a:t>
            </a:r>
            <a:r>
              <a:rPr lang="ko-KR" altLang="en-US" dirty="0"/>
              <a:t>개 이상 부정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Mutual</a:t>
            </a:r>
            <a:r>
              <a:rPr lang="ko-KR" altLang="en-US" dirty="0"/>
              <a:t> </a:t>
            </a:r>
            <a:r>
              <a:rPr lang="en-US" altLang="ko-KR" dirty="0"/>
              <a:t>exclusive</a:t>
            </a:r>
            <a:r>
              <a:rPr lang="ko-KR" altLang="en-US" dirty="0"/>
              <a:t>부정 </a:t>
            </a:r>
            <a:r>
              <a:rPr lang="en-US" altLang="ko-KR" dirty="0"/>
              <a:t>: </a:t>
            </a:r>
            <a:r>
              <a:rPr lang="ko-KR" altLang="en-US" dirty="0"/>
              <a:t>모든</a:t>
            </a:r>
            <a:r>
              <a:rPr lang="en-US" altLang="ko-KR" dirty="0"/>
              <a:t> </a:t>
            </a:r>
            <a:r>
              <a:rPr lang="ko-KR" altLang="en-US" dirty="0"/>
              <a:t>자원 공유 가능하게 </a:t>
            </a:r>
            <a:r>
              <a:rPr lang="en-US" altLang="ko-KR" dirty="0"/>
              <a:t>-&gt; </a:t>
            </a:r>
            <a:r>
              <a:rPr lang="ko-KR" altLang="en-US" dirty="0"/>
              <a:t>모두</a:t>
            </a:r>
            <a:r>
              <a:rPr lang="en-US" altLang="ko-KR" dirty="0"/>
              <a:t> </a:t>
            </a:r>
            <a:r>
              <a:rPr lang="ko-KR" altLang="en-US" dirty="0"/>
              <a:t>만족할 충분한 자원</a:t>
            </a:r>
            <a:r>
              <a:rPr lang="en-US" altLang="ko-KR" dirty="0"/>
              <a:t>? </a:t>
            </a:r>
            <a:r>
              <a:rPr lang="ko-KR" altLang="en-US" dirty="0"/>
              <a:t>불가능</a:t>
            </a:r>
            <a:endParaRPr lang="en-US" altLang="ko-KR" dirty="0"/>
          </a:p>
          <a:p>
            <a:pPr lvl="1"/>
            <a:r>
              <a:rPr lang="en-US" altLang="ko-KR" dirty="0"/>
              <a:t>Hold</a:t>
            </a:r>
            <a:r>
              <a:rPr lang="ko-KR" altLang="en-US" dirty="0"/>
              <a:t> </a:t>
            </a:r>
            <a:r>
              <a:rPr lang="en-US" altLang="ko-KR" dirty="0"/>
              <a:t>and wait </a:t>
            </a:r>
            <a:r>
              <a:rPr lang="ko-KR" altLang="en-US" dirty="0"/>
              <a:t>부정</a:t>
            </a:r>
            <a:r>
              <a:rPr lang="en-US" altLang="ko-KR" dirty="0"/>
              <a:t>: PS</a:t>
            </a:r>
            <a:r>
              <a:rPr lang="ko-KR" altLang="en-US" dirty="0"/>
              <a:t>가 자원을 하나라도 </a:t>
            </a:r>
            <a:r>
              <a:rPr lang="ko-KR" altLang="en-US" dirty="0" err="1"/>
              <a:t>점유시</a:t>
            </a:r>
            <a:r>
              <a:rPr lang="ko-KR" altLang="en-US" dirty="0"/>
              <a:t> 자원 요청</a:t>
            </a:r>
            <a:r>
              <a:rPr lang="en-US" altLang="ko-KR" dirty="0"/>
              <a:t>X. OS</a:t>
            </a:r>
            <a:r>
              <a:rPr lang="ko-KR" altLang="en-US" dirty="0"/>
              <a:t>는 전부할당 아니면</a:t>
            </a:r>
            <a:r>
              <a:rPr lang="en-US" altLang="ko-KR" dirty="0"/>
              <a:t> </a:t>
            </a:r>
            <a:r>
              <a:rPr lang="ko-KR" altLang="en-US" dirty="0"/>
              <a:t>주지 않음 </a:t>
            </a:r>
            <a:r>
              <a:rPr lang="en-US" altLang="ko-KR" dirty="0"/>
              <a:t>-&gt; </a:t>
            </a:r>
            <a:r>
              <a:rPr lang="ko-KR" altLang="en-US" dirty="0"/>
              <a:t>필요 리소스 모두 가져갈 수 있을 때 </a:t>
            </a:r>
            <a:r>
              <a:rPr lang="en-US" altLang="ko-KR" dirty="0"/>
              <a:t>-&gt; starvation : (</a:t>
            </a:r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많이</a:t>
            </a:r>
            <a:r>
              <a:rPr lang="en-US" altLang="ko-KR" dirty="0"/>
              <a:t> </a:t>
            </a:r>
            <a:r>
              <a:rPr lang="ko-KR" altLang="en-US" dirty="0"/>
              <a:t>필</a:t>
            </a:r>
            <a:r>
              <a:rPr lang="en-US" altLang="ko-KR" dirty="0"/>
              <a:t>? -&gt; </a:t>
            </a:r>
            <a:r>
              <a:rPr lang="ko-KR" altLang="en-US" dirty="0"/>
              <a:t>오랫동안 지연됨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내가 사용할 리소스 예측 </a:t>
            </a:r>
            <a:r>
              <a:rPr lang="en-US" altLang="ko-KR" dirty="0"/>
              <a:t>-&gt; </a:t>
            </a:r>
            <a:r>
              <a:rPr lang="ko-KR" altLang="en-US" dirty="0"/>
              <a:t>쉽지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 err="1"/>
              <a:t>Nonpreemtion</a:t>
            </a:r>
            <a:r>
              <a:rPr lang="en-US" altLang="ko-KR" dirty="0"/>
              <a:t> </a:t>
            </a:r>
            <a:r>
              <a:rPr lang="ko-KR" altLang="en-US" dirty="0"/>
              <a:t>부정 </a:t>
            </a:r>
            <a:r>
              <a:rPr lang="en-US" altLang="ko-KR" dirty="0"/>
              <a:t>: </a:t>
            </a:r>
            <a:r>
              <a:rPr lang="ko-KR" altLang="en-US" dirty="0"/>
              <a:t>점유자원을 </a:t>
            </a:r>
            <a:r>
              <a:rPr lang="ko-KR" altLang="en-US" dirty="0" err="1"/>
              <a:t>뺏어올</a:t>
            </a:r>
            <a:r>
              <a:rPr lang="ko-KR" altLang="en-US" dirty="0"/>
              <a:t> 수 있도록</a:t>
            </a:r>
            <a:r>
              <a:rPr lang="en-US" altLang="ko-KR" dirty="0"/>
              <a:t>(preemptive) </a:t>
            </a:r>
            <a:r>
              <a:rPr lang="ko-KR" altLang="en-US" dirty="0"/>
              <a:t>단 어떤 자원은 선점 자체가 불가능 </a:t>
            </a:r>
            <a:r>
              <a:rPr lang="en-US" altLang="ko-KR" dirty="0"/>
              <a:t>ex) </a:t>
            </a:r>
            <a:r>
              <a:rPr lang="ko-KR" altLang="en-US" dirty="0"/>
              <a:t>프린터</a:t>
            </a:r>
            <a:endParaRPr lang="en-US" altLang="ko-KR" dirty="0"/>
          </a:p>
          <a:p>
            <a:pPr lvl="1"/>
            <a:r>
              <a:rPr lang="en-US" altLang="ko-KR" dirty="0"/>
              <a:t>Circular wait </a:t>
            </a:r>
            <a:r>
              <a:rPr lang="ko-KR" altLang="en-US" dirty="0"/>
              <a:t>부정 </a:t>
            </a:r>
            <a:r>
              <a:rPr lang="en-US" altLang="ko-KR" dirty="0"/>
              <a:t>: </a:t>
            </a:r>
            <a:r>
              <a:rPr lang="ko-KR" altLang="en-US" dirty="0"/>
              <a:t>모든 요청을 </a:t>
            </a:r>
            <a:r>
              <a:rPr lang="en-US" altLang="ko-KR" dirty="0"/>
              <a:t>graph -&gt; circular</a:t>
            </a:r>
            <a:r>
              <a:rPr lang="ko-KR" altLang="en-US" dirty="0"/>
              <a:t>가 생김</a:t>
            </a:r>
            <a:r>
              <a:rPr lang="en-US" altLang="ko-KR" dirty="0"/>
              <a:t>?, </a:t>
            </a:r>
            <a:r>
              <a:rPr lang="ko-KR" altLang="en-US" dirty="0"/>
              <a:t>있다면 회피 가능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(PS</a:t>
            </a:r>
            <a:r>
              <a:rPr lang="ko-KR" altLang="en-US" dirty="0"/>
              <a:t> 추가</a:t>
            </a:r>
            <a:r>
              <a:rPr lang="en-US" altLang="ko-KR" dirty="0"/>
              <a:t>/</a:t>
            </a:r>
            <a:r>
              <a:rPr lang="ko-KR" altLang="en-US" dirty="0"/>
              <a:t>제거 시 일일이 검사</a:t>
            </a:r>
            <a:r>
              <a:rPr lang="en-US" altLang="ko-KR" dirty="0"/>
              <a:t> -&gt; </a:t>
            </a:r>
            <a:r>
              <a:rPr lang="ko-KR" altLang="en-US" dirty="0"/>
              <a:t>고비용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리소스마다 </a:t>
            </a:r>
            <a:r>
              <a:rPr lang="en-US" altLang="ko-KR" dirty="0"/>
              <a:t>priority </a:t>
            </a:r>
            <a:r>
              <a:rPr lang="ko-KR" altLang="en-US" dirty="0"/>
              <a:t>정함</a:t>
            </a:r>
            <a:r>
              <a:rPr lang="en-US" altLang="ko-KR" dirty="0"/>
              <a:t>, </a:t>
            </a:r>
            <a:r>
              <a:rPr lang="ko-KR" altLang="en-US" dirty="0"/>
              <a:t>자원 할당 시 낮은 것부터 차례로 </a:t>
            </a:r>
            <a:r>
              <a:rPr lang="en-US" altLang="ko-KR" dirty="0"/>
              <a:t>-&gt; </a:t>
            </a:r>
            <a:r>
              <a:rPr lang="ko-KR" altLang="en-US" dirty="0"/>
              <a:t>유연성↓</a:t>
            </a:r>
            <a:endParaRPr lang="en-US" altLang="ko-KR" dirty="0"/>
          </a:p>
          <a:p>
            <a:r>
              <a:rPr lang="en-US" altLang="ko-KR" dirty="0"/>
              <a:t>Dead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 </a:t>
            </a:r>
            <a:r>
              <a:rPr lang="en-US" altLang="ko-KR" dirty="0"/>
              <a:t>Avoidance</a:t>
            </a:r>
          </a:p>
          <a:p>
            <a:pPr lvl="1"/>
            <a:r>
              <a:rPr lang="ko-KR" altLang="en-US" dirty="0"/>
              <a:t>교착상태 발상 가능성 </a:t>
            </a:r>
            <a:r>
              <a:rPr lang="en-US" altLang="ko-KR" dirty="0"/>
              <a:t>O. but, </a:t>
            </a:r>
            <a:r>
              <a:rPr lang="ko-KR" altLang="en-US" dirty="0"/>
              <a:t>교착상태가</a:t>
            </a:r>
            <a:r>
              <a:rPr lang="en-US" altLang="ko-KR" dirty="0"/>
              <a:t> </a:t>
            </a:r>
            <a:r>
              <a:rPr lang="ko-KR" altLang="en-US" dirty="0"/>
              <a:t>발생하지 않는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safe state</a:t>
            </a:r>
            <a:r>
              <a:rPr lang="ko-KR" altLang="en-US" dirty="0"/>
              <a:t>에 머무르도록 자원 할당 동적 제어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현재 자원할당 상태와 각</a:t>
            </a:r>
            <a:r>
              <a:rPr lang="en-US" altLang="ko-KR" dirty="0"/>
              <a:t>PS</a:t>
            </a:r>
            <a:r>
              <a:rPr lang="ko-KR" altLang="en-US" dirty="0"/>
              <a:t>의 최대 자원요구량을 </a:t>
            </a:r>
            <a:r>
              <a:rPr lang="ko-KR" altLang="en-US" dirty="0" err="1"/>
              <a:t>알고있음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어느정도</a:t>
            </a:r>
            <a:r>
              <a:rPr lang="en-US" altLang="ko-KR" dirty="0"/>
              <a:t> </a:t>
            </a:r>
            <a:r>
              <a:rPr lang="ko-KR" altLang="en-US" dirty="0"/>
              <a:t>자원이 남았을 때 안정상태를 </a:t>
            </a:r>
            <a:r>
              <a:rPr lang="en-US" altLang="ko-KR" dirty="0"/>
              <a:t>OS</a:t>
            </a:r>
            <a:r>
              <a:rPr lang="ko-KR" altLang="en-US" dirty="0"/>
              <a:t>가 최대한</a:t>
            </a:r>
            <a:br>
              <a:rPr lang="en-US" altLang="ko-KR" dirty="0"/>
            </a:br>
            <a:r>
              <a:rPr lang="ko-KR" altLang="en-US" dirty="0"/>
              <a:t>확보하겠다</a:t>
            </a:r>
            <a:endParaRPr lang="en-US" altLang="ko-KR" dirty="0"/>
          </a:p>
          <a:p>
            <a:pPr lvl="2"/>
            <a:r>
              <a:rPr lang="ko-KR" altLang="en-US" dirty="0"/>
              <a:t>은행원 알고리즘 </a:t>
            </a:r>
            <a:r>
              <a:rPr lang="en-US" altLang="ko-KR" dirty="0"/>
              <a:t>: PS</a:t>
            </a:r>
            <a:r>
              <a:rPr lang="ko-KR" altLang="en-US" dirty="0"/>
              <a:t>에 할당을 할 때</a:t>
            </a:r>
            <a:r>
              <a:rPr lang="en-US" altLang="ko-KR" dirty="0"/>
              <a:t>, </a:t>
            </a:r>
            <a:r>
              <a:rPr lang="ko-KR" altLang="en-US" dirty="0"/>
              <a:t>현재 가용자원과 최대 </a:t>
            </a:r>
            <a:br>
              <a:rPr lang="en-US" altLang="ko-KR" dirty="0"/>
            </a:br>
            <a:r>
              <a:rPr lang="ko-KR" altLang="en-US" dirty="0"/>
              <a:t>요구량</a:t>
            </a:r>
            <a:r>
              <a:rPr lang="en-US" altLang="ko-KR" dirty="0"/>
              <a:t>, </a:t>
            </a:r>
            <a:r>
              <a:rPr lang="ko-KR" altLang="en-US" dirty="0"/>
              <a:t>현재 할당량을 고려</a:t>
            </a:r>
            <a:r>
              <a:rPr lang="en-US" altLang="ko-KR" dirty="0"/>
              <a:t>. </a:t>
            </a:r>
            <a:r>
              <a:rPr lang="ko-KR" altLang="en-US" dirty="0"/>
              <a:t>할당 이후에도 </a:t>
            </a:r>
            <a:r>
              <a:rPr lang="en-US" altLang="ko-KR" dirty="0"/>
              <a:t>PS</a:t>
            </a:r>
            <a:r>
              <a:rPr lang="ko-KR" altLang="en-US" dirty="0"/>
              <a:t>를 마치고 종료될 수</a:t>
            </a:r>
            <a:br>
              <a:rPr lang="en-US" altLang="ko-KR" dirty="0"/>
            </a:br>
            <a:r>
              <a:rPr lang="ko-KR" altLang="en-US" dirty="0"/>
              <a:t> 있는지 판단해 할당 여부 결정</a:t>
            </a:r>
            <a:endParaRPr lang="en-US" altLang="ko-KR" dirty="0"/>
          </a:p>
          <a:p>
            <a:pPr lvl="3"/>
            <a:r>
              <a:rPr lang="en-US" altLang="ko-KR" dirty="0"/>
              <a:t>T = All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Ava, E = M - All </a:t>
            </a:r>
            <a:r>
              <a:rPr lang="ko-KR" altLang="en-US" dirty="0"/>
              <a:t>이 성립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F156B9-E36F-699D-3E31-A3DF3FF57E7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1730386-7B69-C2EF-3600-C7F7BEF83511}"/>
              </a:ext>
            </a:extLst>
          </p:cNvPr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3488"/>
          <a:stretch/>
        </p:blipFill>
        <p:spPr>
          <a:xfrm>
            <a:off x="5194629" y="5961112"/>
            <a:ext cx="1618746" cy="1008112"/>
          </a:xfrm>
          <a:prstGeom prst="rect">
            <a:avLst/>
          </a:prstGeom>
        </p:spPr>
      </p:pic>
      <p:pic>
        <p:nvPicPr>
          <p:cNvPr id="8" name="object 27">
            <a:extLst>
              <a:ext uri="{FF2B5EF4-FFF2-40B4-BE49-F238E27FC236}">
                <a16:creationId xmlns:a16="http://schemas.microsoft.com/office/drawing/2014/main" id="{14B022AE-F714-B8A2-CE31-59B27E0D9047}"/>
              </a:ext>
            </a:extLst>
          </p:cNvPr>
          <p:cNvPicPr/>
          <p:nvPr/>
        </p:nvPicPr>
        <p:blipFill>
          <a:blip r:embed="rId3" cstate="print"/>
          <a:srcRect t="11393" r="76926"/>
          <a:stretch/>
        </p:blipFill>
        <p:spPr>
          <a:xfrm>
            <a:off x="5877272" y="7077236"/>
            <a:ext cx="847154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9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41BCD53-CEF7-0FEA-E24D-F31AF1543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3628DE-3A1D-6942-B82A-0E9696537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Dead lock(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0CE17D-4444-0DEE-4B2A-5C50CB081F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B77DA66-F75E-BBF0-4AAA-9D78CA54D9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Avoidance - </a:t>
            </a:r>
            <a:r>
              <a:rPr lang="ko-KR" altLang="en-US" dirty="0"/>
              <a:t>은행원 알고리즘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초기상태가 있을 때</a:t>
            </a:r>
            <a:r>
              <a:rPr lang="en-US" altLang="ko-KR" dirty="0"/>
              <a:t>, </a:t>
            </a:r>
            <a:r>
              <a:rPr lang="ko-KR" altLang="en-US" dirty="0"/>
              <a:t>여기서 </a:t>
            </a:r>
            <a:r>
              <a:rPr lang="en-US" altLang="ko-KR" dirty="0"/>
              <a:t>P2</a:t>
            </a:r>
            <a:r>
              <a:rPr lang="ko-KR" altLang="en-US" dirty="0"/>
              <a:t>가 </a:t>
            </a:r>
            <a:r>
              <a:rPr lang="en-US" altLang="ko-KR" dirty="0"/>
              <a:t>(1,0,1) </a:t>
            </a:r>
            <a:r>
              <a:rPr lang="ko-KR" altLang="en-US" dirty="0"/>
              <a:t>만큼</a:t>
            </a:r>
            <a:br>
              <a:rPr lang="en-US" altLang="ko-KR" dirty="0"/>
            </a:br>
            <a:r>
              <a:rPr lang="ko-KR" altLang="en-US" dirty="0"/>
              <a:t>리소스 요구 </a:t>
            </a:r>
            <a:r>
              <a:rPr lang="en-US" altLang="ko-KR" dirty="0"/>
              <a:t>-&gt;(1,1,2)</a:t>
            </a:r>
            <a:r>
              <a:rPr lang="ko-KR" altLang="en-US" dirty="0"/>
              <a:t>가 남아있으므로 배정 </a:t>
            </a:r>
            <a:r>
              <a:rPr lang="en-US" altLang="ko-KR" dirty="0"/>
              <a:t>O.</a:t>
            </a:r>
            <a:br>
              <a:rPr lang="en-US" altLang="ko-KR" dirty="0"/>
            </a:br>
            <a:r>
              <a:rPr lang="en-US" altLang="ko-KR" dirty="0"/>
              <a:t>but, (0,1,1)</a:t>
            </a:r>
            <a:r>
              <a:rPr lang="ko-KR" altLang="en-US" dirty="0"/>
              <a:t>배정했을 때 </a:t>
            </a:r>
            <a:r>
              <a:rPr lang="en-US" altLang="ko-KR" dirty="0"/>
              <a:t>Dead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 가능성 있나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Dead lock avoidance</a:t>
            </a:r>
            <a:r>
              <a:rPr lang="ko-KR" altLang="en-US" dirty="0"/>
              <a:t>면 고민</a:t>
            </a:r>
            <a:r>
              <a:rPr lang="en-US" altLang="ko-KR" dirty="0"/>
              <a:t>. (0,1,1) P3 </a:t>
            </a:r>
            <a:r>
              <a:rPr lang="ko-KR" altLang="en-US" dirty="0" err="1"/>
              <a:t>배정시</a:t>
            </a:r>
            <a:br>
              <a:rPr lang="en-US" altLang="ko-KR" dirty="0"/>
            </a:br>
            <a:r>
              <a:rPr lang="en-US" altLang="ko-KR" dirty="0"/>
              <a:t>p4</a:t>
            </a:r>
            <a:r>
              <a:rPr lang="ko-KR" altLang="en-US" dirty="0"/>
              <a:t>가 </a:t>
            </a:r>
            <a:r>
              <a:rPr lang="ko-KR" altLang="en-US" dirty="0" err="1"/>
              <a:t>안끝남</a:t>
            </a:r>
            <a:r>
              <a:rPr lang="ko-KR" altLang="en-US" dirty="0"/>
              <a:t> </a:t>
            </a:r>
            <a:r>
              <a:rPr lang="en-US" altLang="ko-KR" dirty="0"/>
              <a:t>-&gt; hold &amp; wait; </a:t>
            </a:r>
            <a:r>
              <a:rPr lang="ko-KR" altLang="en-US" dirty="0"/>
              <a:t>마찬가지로 </a:t>
            </a:r>
            <a:r>
              <a:rPr lang="en-US" altLang="ko-KR" dirty="0"/>
              <a:t>P4</a:t>
            </a:r>
            <a:r>
              <a:rPr lang="ko-KR" altLang="en-US" dirty="0"/>
              <a:t>도</a:t>
            </a:r>
            <a:br>
              <a:rPr lang="en-US" altLang="ko-KR" dirty="0"/>
            </a:br>
            <a:r>
              <a:rPr lang="ko-KR" altLang="en-US" dirty="0"/>
              <a:t>끝나지 않는다</a:t>
            </a:r>
            <a:r>
              <a:rPr lang="en-US" altLang="ko-KR" dirty="0"/>
              <a:t>.-&gt; P2</a:t>
            </a:r>
            <a:r>
              <a:rPr lang="ko-KR" altLang="en-US" dirty="0"/>
              <a:t>에 </a:t>
            </a:r>
            <a:r>
              <a:rPr lang="en-US" altLang="ko-KR" dirty="0"/>
              <a:t>(0,1,1) </a:t>
            </a:r>
            <a:r>
              <a:rPr lang="ko-KR" altLang="en-US" dirty="0"/>
              <a:t>배정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ko-KR" altLang="en-US" dirty="0" err="1"/>
              <a:t>끝날수</a:t>
            </a:r>
            <a:r>
              <a:rPr lang="en-US" altLang="ko-KR" dirty="0"/>
              <a:t> </a:t>
            </a:r>
            <a:r>
              <a:rPr lang="ko-KR" altLang="en-US" dirty="0"/>
              <a:t>있다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-&gt; accept</a:t>
            </a:r>
            <a:r>
              <a:rPr lang="ko-KR" altLang="en-US" dirty="0"/>
              <a:t>를 해도 </a:t>
            </a:r>
            <a:r>
              <a:rPr lang="en-US" altLang="ko-KR" dirty="0"/>
              <a:t>dead lock </a:t>
            </a:r>
            <a:r>
              <a:rPr lang="ko-KR" altLang="en-US" dirty="0"/>
              <a:t>회피 </a:t>
            </a:r>
            <a:r>
              <a:rPr lang="en-US" altLang="ko-KR" dirty="0"/>
              <a:t>O</a:t>
            </a:r>
          </a:p>
          <a:p>
            <a:pPr lvl="2"/>
            <a:r>
              <a:rPr lang="en-US" altLang="ko-KR" dirty="0"/>
              <a:t>P2</a:t>
            </a:r>
            <a:r>
              <a:rPr lang="ko-KR" altLang="en-US" dirty="0"/>
              <a:t>는 </a:t>
            </a:r>
            <a:r>
              <a:rPr lang="en-US" altLang="ko-KR" dirty="0"/>
              <a:t>accept Ok, P1,P3,P4</a:t>
            </a:r>
            <a:r>
              <a:rPr lang="ko-KR" altLang="en-US" dirty="0"/>
              <a:t>의 경우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-&gt; p1</a:t>
            </a:r>
            <a:r>
              <a:rPr lang="ko-KR" altLang="en-US" dirty="0"/>
              <a:t>을 </a:t>
            </a:r>
            <a:r>
              <a:rPr lang="en-US" altLang="ko-KR" dirty="0"/>
              <a:t>accept -&gt; </a:t>
            </a:r>
            <a:r>
              <a:rPr lang="ko-KR" altLang="en-US" dirty="0"/>
              <a:t>현재 상황에선 </a:t>
            </a:r>
            <a:r>
              <a:rPr lang="en-US" altLang="ko-KR" dirty="0"/>
              <a:t>4</a:t>
            </a:r>
            <a:r>
              <a:rPr lang="ko-KR" altLang="en-US" dirty="0"/>
              <a:t>가지</a:t>
            </a:r>
            <a:br>
              <a:rPr lang="en-US" altLang="ko-KR" dirty="0"/>
            </a:br>
            <a:r>
              <a:rPr lang="ko-KR" altLang="en-US" dirty="0"/>
              <a:t>조건 모두 </a:t>
            </a:r>
            <a:r>
              <a:rPr lang="en-US" altLang="ko-KR" dirty="0"/>
              <a:t>O. but, P1~P4</a:t>
            </a:r>
            <a:r>
              <a:rPr lang="ko-KR" altLang="en-US" dirty="0"/>
              <a:t>중 잘 따져서 </a:t>
            </a:r>
            <a:r>
              <a:rPr lang="en-US" altLang="ko-KR" dirty="0"/>
              <a:t>dead</a:t>
            </a:r>
            <a:br>
              <a:rPr lang="en-US" altLang="ko-KR" dirty="0"/>
            </a:br>
            <a:r>
              <a:rPr lang="en-US" altLang="ko-KR" dirty="0"/>
              <a:t>lock</a:t>
            </a:r>
            <a:r>
              <a:rPr lang="ko-KR" altLang="en-US" dirty="0"/>
              <a:t> 없이 할당 </a:t>
            </a:r>
            <a:r>
              <a:rPr lang="en-US" altLang="ko-KR" dirty="0"/>
              <a:t>OK.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원체 불능인 것도 </a:t>
            </a:r>
            <a:r>
              <a:rPr lang="en-US" altLang="ko-KR" dirty="0"/>
              <a:t>O</a:t>
            </a:r>
          </a:p>
          <a:p>
            <a:r>
              <a:rPr lang="en-US" altLang="ko-KR" dirty="0"/>
              <a:t>Dead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 </a:t>
            </a:r>
            <a:r>
              <a:rPr lang="en-US" altLang="ko-KR" dirty="0"/>
              <a:t>detection &amp; recovery</a:t>
            </a:r>
          </a:p>
          <a:p>
            <a:pPr lvl="1"/>
            <a:r>
              <a:rPr lang="en-US" altLang="ko-KR" dirty="0"/>
              <a:t>Detection : dead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이 발생했나</a:t>
            </a:r>
            <a:r>
              <a:rPr lang="en-US" altLang="ko-KR" dirty="0"/>
              <a:t>?(=PS</a:t>
            </a:r>
            <a:r>
              <a:rPr lang="ko-KR" altLang="en-US" dirty="0"/>
              <a:t>가 일정</a:t>
            </a:r>
            <a:br>
              <a:rPr lang="en-US" altLang="ko-KR" dirty="0"/>
            </a:br>
            <a:r>
              <a:rPr lang="ko-KR" altLang="en-US" dirty="0"/>
              <a:t>기간동안 멈췄나</a:t>
            </a:r>
            <a:r>
              <a:rPr lang="en-US" altLang="ko-KR" dirty="0"/>
              <a:t>? Or </a:t>
            </a:r>
            <a:r>
              <a:rPr lang="ko-KR" altLang="en-US" dirty="0"/>
              <a:t>자원할당 그래프에 </a:t>
            </a:r>
            <a:r>
              <a:rPr lang="en-US" altLang="ko-KR" dirty="0"/>
              <a:t>circular?)</a:t>
            </a:r>
          </a:p>
          <a:p>
            <a:pPr lvl="1"/>
            <a:r>
              <a:rPr lang="en-US" altLang="ko-KR" dirty="0"/>
              <a:t>Recovery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교착상태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sys</a:t>
            </a:r>
            <a:r>
              <a:rPr lang="ko-KR" altLang="en-US" dirty="0"/>
              <a:t>를 </a:t>
            </a:r>
            <a:r>
              <a:rPr lang="en-US" altLang="ko-KR" dirty="0"/>
              <a:t>dead lock</a:t>
            </a:r>
            <a:r>
              <a:rPr lang="ko-KR" altLang="en-US" dirty="0"/>
              <a:t>에서 벗어나도록</a:t>
            </a:r>
            <a:r>
              <a:rPr lang="en-US" altLang="ko-KR" dirty="0"/>
              <a:t>(dead lock </a:t>
            </a:r>
            <a:r>
              <a:rPr lang="ko-KR" altLang="en-US" dirty="0"/>
              <a:t>유발한 </a:t>
            </a:r>
            <a:r>
              <a:rPr lang="en-US" altLang="ko-KR" dirty="0"/>
              <a:t>sys </a:t>
            </a:r>
            <a:r>
              <a:rPr lang="ko-KR" altLang="en-US" dirty="0"/>
              <a:t>강종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PS </a:t>
            </a:r>
            <a:r>
              <a:rPr lang="ko-KR" altLang="en-US" dirty="0"/>
              <a:t>강종</a:t>
            </a:r>
            <a:r>
              <a:rPr lang="en-US" altLang="ko-KR" dirty="0"/>
              <a:t> </a:t>
            </a:r>
            <a:r>
              <a:rPr lang="ko-KR" altLang="en-US" dirty="0"/>
              <a:t>방법 </a:t>
            </a:r>
            <a:r>
              <a:rPr lang="en-US" altLang="ko-KR" dirty="0"/>
              <a:t>: 1) dead lock</a:t>
            </a:r>
            <a:r>
              <a:rPr lang="ko-KR" altLang="en-US" dirty="0"/>
              <a:t>과 관련된 모든 </a:t>
            </a:r>
            <a:r>
              <a:rPr lang="en-US" altLang="ko-KR" dirty="0"/>
              <a:t>PS </a:t>
            </a:r>
            <a:r>
              <a:rPr lang="ko-KR" altLang="en-US" dirty="0"/>
              <a:t>동시 종료 </a:t>
            </a:r>
            <a:r>
              <a:rPr lang="en-US" altLang="ko-KR" dirty="0"/>
              <a:t>-&gt; </a:t>
            </a:r>
            <a:r>
              <a:rPr lang="ko-KR" altLang="en-US" dirty="0"/>
              <a:t>비효율적</a:t>
            </a:r>
            <a:r>
              <a:rPr lang="en-US" altLang="ko-KR" dirty="0"/>
              <a:t>. 2) dead lock</a:t>
            </a:r>
            <a:r>
              <a:rPr lang="ko-KR" altLang="en-US" dirty="0"/>
              <a:t>과 관련된 </a:t>
            </a:r>
            <a:r>
              <a:rPr lang="en-US" altLang="ko-KR" dirty="0"/>
              <a:t>PS</a:t>
            </a:r>
            <a:r>
              <a:rPr lang="ko-KR" altLang="en-US" dirty="0"/>
              <a:t>중 순차적으로 종료</a:t>
            </a:r>
            <a:endParaRPr lang="en-US" altLang="ko-KR" dirty="0"/>
          </a:p>
          <a:p>
            <a:pPr lvl="3"/>
            <a:r>
              <a:rPr lang="ko-KR" altLang="en-US" dirty="0"/>
              <a:t>우선순위 낮 </a:t>
            </a:r>
            <a:r>
              <a:rPr lang="en-US" altLang="ko-KR" dirty="0"/>
              <a:t>PS </a:t>
            </a:r>
            <a:r>
              <a:rPr lang="ko-KR" altLang="en-US" dirty="0"/>
              <a:t>종료 </a:t>
            </a:r>
            <a:r>
              <a:rPr lang="en-US" altLang="ko-KR" dirty="0"/>
              <a:t>-&gt; </a:t>
            </a:r>
            <a:r>
              <a:rPr lang="ko-KR" altLang="en-US" dirty="0"/>
              <a:t>작업시간 </a:t>
            </a:r>
            <a:br>
              <a:rPr lang="en-US" altLang="ko-KR" dirty="0"/>
            </a:br>
            <a:r>
              <a:rPr lang="ko-KR" altLang="en-US" dirty="0" err="1"/>
              <a:t>짧</a:t>
            </a:r>
            <a:r>
              <a:rPr lang="ko-KR" altLang="en-US" dirty="0"/>
              <a:t> </a:t>
            </a:r>
            <a:r>
              <a:rPr lang="en-US" altLang="ko-KR" dirty="0"/>
              <a:t>PS </a:t>
            </a:r>
            <a:r>
              <a:rPr lang="ko-KR" altLang="en-US" dirty="0"/>
              <a:t>종료 </a:t>
            </a:r>
            <a:r>
              <a:rPr lang="en-US" altLang="ko-KR" dirty="0"/>
              <a:t>-&gt; </a:t>
            </a:r>
            <a:r>
              <a:rPr lang="ko-KR" altLang="en-US" dirty="0"/>
              <a:t>자원 많이 사용 </a:t>
            </a:r>
            <a:r>
              <a:rPr lang="en-US" altLang="ko-KR" dirty="0"/>
              <a:t>PS </a:t>
            </a:r>
            <a:r>
              <a:rPr lang="ko-KR" altLang="en-US" dirty="0"/>
              <a:t>종료</a:t>
            </a:r>
            <a:endParaRPr lang="en-US" altLang="ko-KR" dirty="0"/>
          </a:p>
          <a:p>
            <a:pPr lvl="2"/>
            <a:r>
              <a:rPr lang="en-US" altLang="ko-KR" dirty="0"/>
              <a:t>PS</a:t>
            </a:r>
            <a:r>
              <a:rPr lang="ko-KR" altLang="en-US" dirty="0"/>
              <a:t> 종료전략</a:t>
            </a:r>
            <a:r>
              <a:rPr lang="en-US" altLang="ko-KR" dirty="0"/>
              <a:t>(avoidance)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wait-die</a:t>
            </a:r>
            <a:br>
              <a:rPr lang="en-US" altLang="ko-KR" dirty="0"/>
            </a:br>
            <a:r>
              <a:rPr lang="en-US" altLang="ko-KR" dirty="0"/>
              <a:t>wound-wait </a:t>
            </a:r>
            <a:r>
              <a:rPr lang="ko-KR" altLang="en-US" dirty="0"/>
              <a:t>전략</a:t>
            </a:r>
            <a:endParaRPr lang="en-US" altLang="ko-KR" dirty="0"/>
          </a:p>
          <a:p>
            <a:pPr lvl="3"/>
            <a:r>
              <a:rPr lang="en-US" altLang="ko-KR" dirty="0"/>
              <a:t>Older PS : </a:t>
            </a:r>
            <a:r>
              <a:rPr lang="ko-KR" altLang="en-US" dirty="0"/>
              <a:t>수행시간 ↑</a:t>
            </a:r>
            <a:r>
              <a:rPr lang="en-US" altLang="ko-KR" dirty="0"/>
              <a:t>, </a:t>
            </a:r>
            <a:r>
              <a:rPr lang="ko-KR" altLang="en-US" dirty="0"/>
              <a:t>→ </a:t>
            </a:r>
            <a:r>
              <a:rPr lang="en-US" altLang="ko-KR" dirty="0"/>
              <a:t>: </a:t>
            </a:r>
            <a:r>
              <a:rPr lang="ko-KR" altLang="en-US" dirty="0"/>
              <a:t>리소스</a:t>
            </a:r>
            <a:r>
              <a:rPr lang="en-US" altLang="ko-KR" dirty="0"/>
              <a:t> </a:t>
            </a:r>
            <a:r>
              <a:rPr lang="ko-KR" altLang="en-US" dirty="0"/>
              <a:t>요청</a:t>
            </a:r>
            <a:br>
              <a:rPr lang="en-US" altLang="ko-KR" dirty="0"/>
            </a:br>
            <a:r>
              <a:rPr lang="ko-KR" altLang="en-US" dirty="0"/>
              <a:t>두 경우 모두 </a:t>
            </a:r>
            <a:r>
              <a:rPr lang="en-US" altLang="ko-KR" dirty="0"/>
              <a:t>O</a:t>
            </a:r>
            <a:r>
              <a:rPr lang="ko-KR" altLang="en-US" dirty="0"/>
              <a:t>가 먼저 끝나도록 배려</a:t>
            </a:r>
            <a:endParaRPr lang="en-US" altLang="ko-KR" dirty="0"/>
          </a:p>
          <a:p>
            <a:pPr lvl="3"/>
            <a:r>
              <a:rPr lang="en-US" altLang="ko-KR" dirty="0"/>
              <a:t>Wait-die : O-&gt;Y : O</a:t>
            </a:r>
            <a:r>
              <a:rPr lang="ko-KR" altLang="en-US" dirty="0"/>
              <a:t>가 </a:t>
            </a:r>
            <a:r>
              <a:rPr lang="en-US" altLang="ko-KR" dirty="0"/>
              <a:t>wait, Y-&gt;O : Y</a:t>
            </a:r>
            <a:r>
              <a:rPr lang="ko-KR" altLang="en-US" dirty="0"/>
              <a:t>가 </a:t>
            </a:r>
            <a:r>
              <a:rPr lang="en-US" altLang="ko-KR" dirty="0"/>
              <a:t> </a:t>
            </a:r>
            <a:r>
              <a:rPr lang="ko-KR" altLang="en-US" dirty="0"/>
              <a:t>스스로 </a:t>
            </a:r>
            <a:r>
              <a:rPr lang="en-US" altLang="ko-KR" dirty="0"/>
              <a:t>die</a:t>
            </a:r>
          </a:p>
          <a:p>
            <a:pPr lvl="3"/>
            <a:r>
              <a:rPr lang="en-US" altLang="ko-KR" dirty="0"/>
              <a:t>Wound-wait : O-&gt;Y : Y</a:t>
            </a:r>
            <a:r>
              <a:rPr lang="ko-KR" altLang="en-US" dirty="0"/>
              <a:t>를 죽임</a:t>
            </a:r>
            <a:r>
              <a:rPr lang="en-US" altLang="ko-KR" dirty="0"/>
              <a:t>, Y-&gt;O : Y</a:t>
            </a:r>
            <a:r>
              <a:rPr lang="ko-KR" altLang="en-US" dirty="0"/>
              <a:t>가 </a:t>
            </a:r>
            <a:r>
              <a:rPr lang="en-US" altLang="ko-KR" dirty="0"/>
              <a:t>wait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4E933C-F58E-5A80-C1CA-77336B24712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D94447-AD41-8369-59A3-31E904BA69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721"/>
          <a:stretch/>
        </p:blipFill>
        <p:spPr>
          <a:xfrm>
            <a:off x="4797151" y="1612671"/>
            <a:ext cx="2016224" cy="6564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2C3BF0-7BC0-A875-D2EE-FEE61A8B2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42" b="73414"/>
          <a:stretch/>
        </p:blipFill>
        <p:spPr>
          <a:xfrm>
            <a:off x="4776757" y="2341640"/>
            <a:ext cx="2002025" cy="39122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CAA6DEF-A630-6018-FFA0-DD5152F8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84" r="16254" b="26669"/>
          <a:stretch/>
        </p:blipFill>
        <p:spPr>
          <a:xfrm>
            <a:off x="4749446" y="2827756"/>
            <a:ext cx="2049730" cy="39124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975EC70-198D-89A2-9F1B-DE584EDCD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151" y="597627"/>
            <a:ext cx="2002025" cy="97141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AA37613-F156-2414-3BE9-9E2518E81F7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9798" b="28954"/>
          <a:stretch/>
        </p:blipFill>
        <p:spPr>
          <a:xfrm>
            <a:off x="4293094" y="3811741"/>
            <a:ext cx="2520281" cy="114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39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8EEDCB-6295-C61B-7600-D2E42A50D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311E6C-EBEE-6C46-8741-FE600D9AF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I/O, File </a:t>
            </a:r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D8095F-69F0-7D01-1558-22250CD86F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8338BF7-4696-6310-5FAC-3353C9C475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I/O</a:t>
            </a:r>
            <a:r>
              <a:rPr lang="ko-KR" altLang="en-US" dirty="0"/>
              <a:t> 장치 </a:t>
            </a:r>
            <a:r>
              <a:rPr lang="en-US" altLang="ko-KR" dirty="0"/>
              <a:t>: CPU,MEM </a:t>
            </a:r>
            <a:r>
              <a:rPr lang="ko-KR" altLang="en-US" dirty="0"/>
              <a:t>제외 모든 장치</a:t>
            </a:r>
            <a:endParaRPr lang="en-US" altLang="ko-KR" dirty="0"/>
          </a:p>
          <a:p>
            <a:pPr lvl="1"/>
            <a:r>
              <a:rPr lang="ko-KR" altLang="en-US" dirty="0"/>
              <a:t>빠른</a:t>
            </a:r>
            <a:r>
              <a:rPr lang="en-US" altLang="ko-KR" dirty="0"/>
              <a:t>(GPU) vs </a:t>
            </a:r>
            <a:r>
              <a:rPr lang="ko-KR" altLang="en-US" dirty="0"/>
              <a:t>느린</a:t>
            </a:r>
            <a:r>
              <a:rPr lang="en-US" altLang="ko-KR" dirty="0"/>
              <a:t>(</a:t>
            </a:r>
            <a:r>
              <a:rPr lang="ko-KR" altLang="en-US" dirty="0"/>
              <a:t>키보드</a:t>
            </a:r>
            <a:r>
              <a:rPr lang="en-US" altLang="ko-KR" dirty="0"/>
              <a:t>,</a:t>
            </a:r>
            <a:r>
              <a:rPr lang="ko-KR" altLang="en-US" dirty="0"/>
              <a:t>마우스</a:t>
            </a:r>
            <a:r>
              <a:rPr lang="en-US" altLang="ko-KR" dirty="0"/>
              <a:t>) -&gt; (</a:t>
            </a:r>
            <a:r>
              <a:rPr lang="ko-KR" altLang="en-US" dirty="0"/>
              <a:t>빠른</a:t>
            </a:r>
            <a:r>
              <a:rPr lang="en-US" altLang="ko-KR" dirty="0"/>
              <a:t> &lt;(</a:t>
            </a:r>
            <a:r>
              <a:rPr lang="ko-KR" altLang="en-US" dirty="0"/>
              <a:t>방해</a:t>
            </a:r>
            <a:r>
              <a:rPr lang="en-US" altLang="ko-KR" dirty="0"/>
              <a:t>)- </a:t>
            </a:r>
            <a:r>
              <a:rPr lang="ko-KR" altLang="en-US" dirty="0"/>
              <a:t>느린</a:t>
            </a:r>
            <a:r>
              <a:rPr lang="en-US" altLang="ko-KR" dirty="0"/>
              <a:t>), </a:t>
            </a:r>
            <a:r>
              <a:rPr lang="ko-KR" altLang="en-US" dirty="0"/>
              <a:t>속도↓ </a:t>
            </a:r>
            <a:r>
              <a:rPr lang="en-US" altLang="ko-KR" dirty="0"/>
              <a:t>-&gt; IO</a:t>
            </a:r>
            <a:r>
              <a:rPr lang="ko-KR" altLang="en-US" dirty="0"/>
              <a:t>컨트롤러</a:t>
            </a:r>
            <a:endParaRPr lang="en-US" altLang="ko-KR" dirty="0"/>
          </a:p>
          <a:p>
            <a:pPr lvl="1"/>
            <a:r>
              <a:rPr lang="ko-KR" altLang="en-US" dirty="0"/>
              <a:t>디스크</a:t>
            </a:r>
            <a:r>
              <a:rPr lang="en-US" altLang="ko-KR" dirty="0"/>
              <a:t>(HDD) : </a:t>
            </a:r>
            <a:r>
              <a:rPr lang="ko-KR" altLang="en-US" dirty="0"/>
              <a:t>알루미늄판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헤드가 위아래 하나</a:t>
            </a:r>
            <a:r>
              <a:rPr lang="en-US" altLang="ko-KR" dirty="0"/>
              <a:t>. </a:t>
            </a:r>
            <a:r>
              <a:rPr lang="ko-KR" altLang="en-US" dirty="0"/>
              <a:t>얇은 틈 </a:t>
            </a:r>
            <a:r>
              <a:rPr lang="en-US" altLang="ko-KR" dirty="0"/>
              <a:t>-&gt; </a:t>
            </a:r>
            <a:r>
              <a:rPr lang="ko-KR" altLang="en-US" dirty="0"/>
              <a:t>자기장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트랙</a:t>
            </a:r>
            <a:r>
              <a:rPr lang="en-US" altLang="ko-KR" dirty="0"/>
              <a:t>) </a:t>
            </a:r>
            <a:r>
              <a:rPr lang="ko-KR" altLang="en-US" dirty="0"/>
              <a:t>데이터 동심원으로 저장</a:t>
            </a:r>
            <a:r>
              <a:rPr lang="en-US" altLang="ko-KR" dirty="0"/>
              <a:t>. </a:t>
            </a:r>
            <a:r>
              <a:rPr lang="ko-KR" altLang="en-US" dirty="0"/>
              <a:t>트랙의 </a:t>
            </a:r>
            <a:r>
              <a:rPr lang="ko-KR" altLang="en-US" dirty="0" err="1"/>
              <a:t>작은조각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섹터</a:t>
            </a:r>
            <a:r>
              <a:rPr lang="en-US" altLang="ko-KR" dirty="0"/>
              <a:t>; </a:t>
            </a:r>
            <a:r>
              <a:rPr lang="ko-KR" altLang="en-US" dirty="0"/>
              <a:t>헤드 </a:t>
            </a:r>
            <a:r>
              <a:rPr lang="ko-KR" altLang="en-US" dirty="0" err="1"/>
              <a:t>움직</a:t>
            </a:r>
            <a:r>
              <a:rPr lang="en-US" altLang="ko-KR" dirty="0"/>
              <a:t> -&gt; </a:t>
            </a:r>
            <a:r>
              <a:rPr lang="ko-KR" altLang="en-US" dirty="0"/>
              <a:t>시간↑</a:t>
            </a:r>
            <a:r>
              <a:rPr lang="en-US" altLang="ko-KR" dirty="0"/>
              <a:t>. </a:t>
            </a:r>
            <a:r>
              <a:rPr lang="ko-KR" altLang="en-US" dirty="0"/>
              <a:t>데이터 한 방향으로 읽히도록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RAID : </a:t>
            </a:r>
            <a:r>
              <a:rPr lang="ko-KR" altLang="en-US" dirty="0"/>
              <a:t>여러</a:t>
            </a:r>
            <a:r>
              <a:rPr lang="en-US" altLang="ko-KR" dirty="0"/>
              <a:t> </a:t>
            </a:r>
            <a:r>
              <a:rPr lang="ko-KR" altLang="en-US" dirty="0"/>
              <a:t>디스크를</a:t>
            </a:r>
            <a:r>
              <a:rPr lang="en-US" altLang="ko-KR" dirty="0"/>
              <a:t> </a:t>
            </a:r>
            <a:r>
              <a:rPr lang="ko-KR" altLang="en-US" dirty="0"/>
              <a:t>묶어서 사용 </a:t>
            </a:r>
            <a:r>
              <a:rPr lang="en-US" altLang="ko-KR" dirty="0"/>
              <a:t>-&gt; (</a:t>
            </a:r>
            <a:r>
              <a:rPr lang="ko-KR" altLang="en-US" dirty="0"/>
              <a:t>디스크고장</a:t>
            </a:r>
            <a:r>
              <a:rPr lang="en-US" altLang="ko-KR" dirty="0"/>
              <a:t>? -&gt; </a:t>
            </a:r>
            <a:r>
              <a:rPr lang="ko-KR" altLang="en-US" dirty="0"/>
              <a:t>복구</a:t>
            </a:r>
            <a:r>
              <a:rPr lang="en-US" altLang="ko-KR" dirty="0"/>
              <a:t>O/</a:t>
            </a:r>
            <a:r>
              <a:rPr lang="ko-KR" altLang="en-US" dirty="0"/>
              <a:t>계속 사용</a:t>
            </a:r>
            <a:r>
              <a:rPr lang="en-US" altLang="ko-KR" dirty="0"/>
              <a:t>O)</a:t>
            </a:r>
          </a:p>
          <a:p>
            <a:r>
              <a:rPr lang="ko-KR" altLang="en-US" dirty="0"/>
              <a:t>디스크 장치 관리</a:t>
            </a:r>
            <a:endParaRPr lang="en-US" altLang="ko-KR" dirty="0"/>
          </a:p>
          <a:p>
            <a:pPr lvl="1"/>
            <a:r>
              <a:rPr lang="ko-KR" altLang="en-US" dirty="0"/>
              <a:t>파티션 </a:t>
            </a:r>
            <a:r>
              <a:rPr lang="en-US" altLang="ko-KR" dirty="0"/>
              <a:t>: HDD</a:t>
            </a:r>
            <a:r>
              <a:rPr lang="ko-KR" altLang="en-US" dirty="0"/>
              <a:t>를 논리적으로 분할</a:t>
            </a:r>
            <a:r>
              <a:rPr lang="en-US" altLang="ko-KR" dirty="0"/>
              <a:t>, </a:t>
            </a:r>
            <a:r>
              <a:rPr lang="ko-KR" altLang="en-US" dirty="0" err="1"/>
              <a:t>각파티션은</a:t>
            </a:r>
            <a:r>
              <a:rPr lang="ko-KR" altLang="en-US" dirty="0"/>
              <a:t> 별도의 </a:t>
            </a:r>
            <a:r>
              <a:rPr lang="en-US" altLang="ko-KR" dirty="0"/>
              <a:t>HDD </a:t>
            </a:r>
            <a:r>
              <a:rPr lang="ko-KR" altLang="en-US" dirty="0"/>
              <a:t>취급</a:t>
            </a:r>
            <a:br>
              <a:rPr lang="en-US" altLang="ko-KR" dirty="0"/>
            </a:br>
            <a:r>
              <a:rPr lang="ko-KR" altLang="en-US" dirty="0"/>
              <a:t>마운트</a:t>
            </a:r>
            <a:r>
              <a:rPr lang="en-US" altLang="ko-KR" dirty="0"/>
              <a:t>: </a:t>
            </a:r>
            <a:r>
              <a:rPr lang="ko-KR" altLang="en-US" dirty="0"/>
              <a:t>여러 파티션을 </a:t>
            </a:r>
            <a:r>
              <a:rPr lang="en-US" altLang="ko-KR" dirty="0"/>
              <a:t>1</a:t>
            </a:r>
            <a:r>
              <a:rPr lang="ko-KR" altLang="en-US" dirty="0"/>
              <a:t>개로 통합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블록 </a:t>
            </a:r>
            <a:r>
              <a:rPr lang="en-US" altLang="ko-KR" dirty="0"/>
              <a:t>: OS</a:t>
            </a:r>
            <a:r>
              <a:rPr lang="ko-KR" altLang="en-US" dirty="0"/>
              <a:t>가 디스크에 파일을 읽고 쓰는 기본 단위</a:t>
            </a:r>
            <a:r>
              <a:rPr lang="en-US" altLang="ko-KR" dirty="0"/>
              <a:t>. 1</a:t>
            </a:r>
            <a:r>
              <a:rPr lang="ko-KR" altLang="en-US" dirty="0"/>
              <a:t>개</a:t>
            </a:r>
            <a:r>
              <a:rPr lang="en-US" altLang="ko-KR" dirty="0"/>
              <a:t>/</a:t>
            </a:r>
            <a:r>
              <a:rPr lang="ko-KR" altLang="en-US" dirty="0" err="1"/>
              <a:t>여러개의</a:t>
            </a:r>
            <a:r>
              <a:rPr lang="ko-KR" altLang="en-US" dirty="0"/>
              <a:t> 섹터 </a:t>
            </a:r>
            <a:r>
              <a:rPr lang="en-US" altLang="ko-KR" dirty="0"/>
              <a:t>-&gt; </a:t>
            </a:r>
            <a:r>
              <a:rPr lang="ko-KR" altLang="en-US" dirty="0"/>
              <a:t>한 블록 구성</a:t>
            </a:r>
            <a:r>
              <a:rPr lang="en-US" altLang="ko-KR" dirty="0"/>
              <a:t>, HDD</a:t>
            </a:r>
            <a:r>
              <a:rPr lang="ko-KR" altLang="en-US" dirty="0"/>
              <a:t>에 </a:t>
            </a:r>
            <a:r>
              <a:rPr lang="en-US" altLang="ko-KR" dirty="0"/>
              <a:t>1</a:t>
            </a:r>
            <a:r>
              <a:rPr lang="ko-KR" altLang="en-US" dirty="0"/>
              <a:t>바이트씩 읽고 쓰기</a:t>
            </a:r>
            <a:r>
              <a:rPr lang="en-US" altLang="ko-KR" dirty="0"/>
              <a:t>X. </a:t>
            </a:r>
            <a:r>
              <a:rPr lang="ko-KR" altLang="en-US" dirty="0"/>
              <a:t>무조건</a:t>
            </a:r>
            <a:r>
              <a:rPr lang="en-US" altLang="ko-KR" dirty="0"/>
              <a:t> </a:t>
            </a:r>
            <a:r>
              <a:rPr lang="ko-KR" altLang="en-US" dirty="0" err="1"/>
              <a:t>블럭</a:t>
            </a:r>
            <a:r>
              <a:rPr lang="ko-KR" altLang="en-US" dirty="0"/>
              <a:t> 단위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 err="1"/>
              <a:t>포메팅</a:t>
            </a:r>
            <a:r>
              <a:rPr lang="ko-KR" altLang="en-US" dirty="0"/>
              <a:t> </a:t>
            </a:r>
            <a:r>
              <a:rPr lang="en-US" altLang="ko-KR" dirty="0"/>
              <a:t>: (</a:t>
            </a:r>
            <a:r>
              <a:rPr lang="ko-KR" altLang="en-US" dirty="0"/>
              <a:t>느린 </a:t>
            </a:r>
            <a:r>
              <a:rPr lang="ko-KR" altLang="en-US" dirty="0" err="1"/>
              <a:t>포메팅</a:t>
            </a:r>
            <a:r>
              <a:rPr lang="en-US" altLang="ko-KR" dirty="0"/>
              <a:t>) </a:t>
            </a:r>
            <a:r>
              <a:rPr lang="ko-KR" altLang="en-US" dirty="0"/>
              <a:t>데이터를 실제로 지움</a:t>
            </a:r>
            <a:r>
              <a:rPr lang="en-US" altLang="ko-KR" dirty="0"/>
              <a:t>(</a:t>
            </a:r>
            <a:r>
              <a:rPr lang="ko-KR" altLang="en-US" dirty="0"/>
              <a:t>파일시스템</a:t>
            </a:r>
            <a:r>
              <a:rPr lang="en-US" altLang="ko-KR" dirty="0"/>
              <a:t>O, </a:t>
            </a:r>
            <a:r>
              <a:rPr lang="ko-KR" altLang="en-US" dirty="0"/>
              <a:t>디스크 표면초기화</a:t>
            </a:r>
            <a:r>
              <a:rPr lang="en-US" altLang="ko-KR" dirty="0"/>
              <a:t>).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빠른 </a:t>
            </a:r>
            <a:r>
              <a:rPr lang="ko-KR" altLang="en-US" dirty="0" err="1"/>
              <a:t>포메팅</a:t>
            </a:r>
            <a:r>
              <a:rPr lang="en-US" altLang="ko-KR" dirty="0"/>
              <a:t>) : </a:t>
            </a:r>
            <a:r>
              <a:rPr lang="ko-KR" altLang="en-US" dirty="0"/>
              <a:t>실제 데이터 지움</a:t>
            </a:r>
            <a:r>
              <a:rPr lang="en-US" altLang="ko-KR" dirty="0"/>
              <a:t>X. </a:t>
            </a:r>
            <a:r>
              <a:rPr lang="ko-KR" altLang="en-US" dirty="0"/>
              <a:t>파일이</a:t>
            </a:r>
            <a:r>
              <a:rPr lang="en-US" altLang="ko-KR" dirty="0"/>
              <a:t> </a:t>
            </a:r>
            <a:r>
              <a:rPr lang="ko-KR" altLang="en-US" dirty="0"/>
              <a:t>어디에 저장</a:t>
            </a:r>
            <a:r>
              <a:rPr lang="en-US" altLang="ko-KR" dirty="0"/>
              <a:t>? = </a:t>
            </a:r>
            <a:r>
              <a:rPr lang="ko-KR" altLang="en-US" dirty="0"/>
              <a:t>파일 테이블만 지움</a:t>
            </a:r>
            <a:endParaRPr lang="en-US" altLang="ko-KR" dirty="0"/>
          </a:p>
          <a:p>
            <a:pPr lvl="1"/>
            <a:r>
              <a:rPr lang="ko-KR" altLang="en-US" dirty="0"/>
              <a:t>조각모음 </a:t>
            </a:r>
            <a:r>
              <a:rPr lang="en-US" altLang="ko-KR" dirty="0"/>
              <a:t>: </a:t>
            </a:r>
            <a:r>
              <a:rPr lang="ko-KR" altLang="en-US" dirty="0"/>
              <a:t>파일블록들을 모아 </a:t>
            </a:r>
            <a:r>
              <a:rPr lang="en-US" altLang="ko-KR" dirty="0"/>
              <a:t>1</a:t>
            </a:r>
            <a:r>
              <a:rPr lang="ko-KR" altLang="en-US" dirty="0"/>
              <a:t>열로 연속적으로 저장</a:t>
            </a:r>
            <a:r>
              <a:rPr lang="en-US" altLang="ko-KR" dirty="0"/>
              <a:t>. HDD-&gt;</a:t>
            </a:r>
            <a:r>
              <a:rPr lang="ko-KR" altLang="en-US" dirty="0"/>
              <a:t>성능↑</a:t>
            </a:r>
            <a:endParaRPr lang="en-US" altLang="ko-KR" dirty="0"/>
          </a:p>
          <a:p>
            <a:r>
              <a:rPr lang="ko-KR" altLang="en-US" dirty="0"/>
              <a:t>파일 테이블 </a:t>
            </a:r>
            <a:r>
              <a:rPr lang="en-US" altLang="ko-KR" dirty="0"/>
              <a:t>: </a:t>
            </a:r>
            <a:r>
              <a:rPr lang="ko-KR" altLang="en-US" dirty="0"/>
              <a:t>파일들이 어느 위치</a:t>
            </a:r>
            <a:r>
              <a:rPr lang="en-US" altLang="ko-KR" dirty="0"/>
              <a:t>(</a:t>
            </a:r>
            <a:r>
              <a:rPr lang="ko-KR" altLang="en-US" dirty="0"/>
              <a:t>블록</a:t>
            </a:r>
            <a:r>
              <a:rPr lang="en-US" altLang="ko-KR" dirty="0"/>
              <a:t>)</a:t>
            </a:r>
            <a:r>
              <a:rPr lang="ko-KR" altLang="en-US" dirty="0"/>
              <a:t>에 저장됐는지 정보 나타냄</a:t>
            </a:r>
            <a:endParaRPr lang="en-US" altLang="ko-KR" dirty="0"/>
          </a:p>
          <a:p>
            <a:pPr lvl="1"/>
            <a:r>
              <a:rPr lang="ko-KR" altLang="en-US" dirty="0"/>
              <a:t>파일들이 사용하는 블록 번호</a:t>
            </a:r>
            <a:r>
              <a:rPr lang="en-US" altLang="ko-KR" dirty="0"/>
              <a:t>, </a:t>
            </a:r>
            <a:r>
              <a:rPr lang="ko-KR" altLang="en-US" dirty="0"/>
              <a:t>순서 기록</a:t>
            </a:r>
            <a:r>
              <a:rPr lang="en-US" altLang="ko-KR" dirty="0"/>
              <a:t>. </a:t>
            </a:r>
            <a:r>
              <a:rPr lang="ko-KR" altLang="en-US" dirty="0"/>
              <a:t>순서</a:t>
            </a:r>
            <a:r>
              <a:rPr lang="en-US" altLang="ko-KR" dirty="0"/>
              <a:t>X? -&gt; </a:t>
            </a:r>
            <a:r>
              <a:rPr lang="ko-KR" altLang="en-US" dirty="0"/>
              <a:t>내용 섞임</a:t>
            </a:r>
            <a:endParaRPr lang="en-US" altLang="ko-KR" dirty="0"/>
          </a:p>
          <a:p>
            <a:r>
              <a:rPr lang="ko-KR" altLang="en-US" dirty="0"/>
              <a:t>디렉터리 </a:t>
            </a:r>
            <a:r>
              <a:rPr lang="en-US" altLang="ko-KR" dirty="0"/>
              <a:t>: </a:t>
            </a:r>
            <a:r>
              <a:rPr lang="ko-KR" altLang="en-US" dirty="0"/>
              <a:t>파일을 분류</a:t>
            </a:r>
            <a:r>
              <a:rPr lang="en-US" altLang="ko-KR" dirty="0"/>
              <a:t>/</a:t>
            </a:r>
            <a:r>
              <a:rPr lang="ko-KR" altLang="en-US" dirty="0"/>
              <a:t>정리 위한 논리적 계층구조</a:t>
            </a:r>
            <a:r>
              <a:rPr lang="en-US" altLang="ko-KR" dirty="0"/>
              <a:t>; </a:t>
            </a:r>
          </a:p>
          <a:p>
            <a:pPr lvl="1"/>
            <a:r>
              <a:rPr lang="ko-KR" altLang="en-US" dirty="0"/>
              <a:t>루트 디렉터리 </a:t>
            </a:r>
            <a:r>
              <a:rPr lang="en-US" altLang="ko-KR" dirty="0"/>
              <a:t>: </a:t>
            </a:r>
            <a:r>
              <a:rPr lang="ko-KR" altLang="en-US" dirty="0"/>
              <a:t>최상위에 있는 디렉터리</a:t>
            </a:r>
            <a:endParaRPr lang="en-US" altLang="ko-KR" dirty="0"/>
          </a:p>
          <a:p>
            <a:pPr lvl="1"/>
            <a:r>
              <a:rPr lang="ko-KR" altLang="en-US" dirty="0"/>
              <a:t>디렉터리 파일 </a:t>
            </a:r>
            <a:r>
              <a:rPr lang="en-US" altLang="ko-KR" dirty="0"/>
              <a:t>: </a:t>
            </a:r>
            <a:r>
              <a:rPr lang="ko-KR" altLang="en-US" dirty="0"/>
              <a:t>디렉터리 또한 파일처럼 특정 블록에 저장</a:t>
            </a:r>
            <a:r>
              <a:rPr lang="en-US" altLang="ko-KR" dirty="0"/>
              <a:t>. </a:t>
            </a:r>
            <a:r>
              <a:rPr lang="ko-KR" altLang="en-US" dirty="0"/>
              <a:t>그 블록</a:t>
            </a:r>
            <a:br>
              <a:rPr lang="en-US" altLang="ko-KR" dirty="0"/>
            </a:br>
            <a:r>
              <a:rPr lang="ko-KR" altLang="en-US" dirty="0"/>
              <a:t>엔 파일</a:t>
            </a:r>
            <a:r>
              <a:rPr lang="en-US" altLang="ko-KR" dirty="0"/>
              <a:t>/</a:t>
            </a:r>
            <a:r>
              <a:rPr lang="ko-KR" altLang="en-US" dirty="0"/>
              <a:t>하위 디렉터리 저장됨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파일시스템</a:t>
            </a:r>
            <a:r>
              <a:rPr lang="en-US" altLang="ko-KR" dirty="0"/>
              <a:t>(= OS</a:t>
            </a:r>
            <a:r>
              <a:rPr lang="ko-KR" altLang="en-US" dirty="0"/>
              <a:t>가 디스크에 파일을 어떻게 저장</a:t>
            </a:r>
            <a:r>
              <a:rPr lang="en-US" altLang="ko-KR" dirty="0"/>
              <a:t>? </a:t>
            </a:r>
            <a:r>
              <a:rPr lang="ko-KR" altLang="en-US" dirty="0"/>
              <a:t>관리</a:t>
            </a:r>
            <a:r>
              <a:rPr lang="en-US" altLang="ko-KR" dirty="0"/>
              <a:t>?)</a:t>
            </a:r>
            <a:r>
              <a:rPr lang="ko-KR" altLang="en-US" dirty="0"/>
              <a:t> 종류</a:t>
            </a:r>
            <a:endParaRPr lang="en-US" altLang="ko-KR" dirty="0"/>
          </a:p>
          <a:p>
            <a:pPr lvl="1"/>
            <a:r>
              <a:rPr lang="en-US" altLang="ko-KR" dirty="0"/>
              <a:t>FAT(File Allocation Table) : </a:t>
            </a:r>
            <a:r>
              <a:rPr lang="ko-KR" altLang="en-US" dirty="0" err="1"/>
              <a:t>윈도우즈</a:t>
            </a:r>
            <a:r>
              <a:rPr lang="en-US" altLang="ko-KR" dirty="0"/>
              <a:t> </a:t>
            </a:r>
            <a:r>
              <a:rPr lang="ko-KR" altLang="en-US" dirty="0"/>
              <a:t>파일 시스템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파일이 어느 블록에 있는지 알려줌</a:t>
            </a:r>
            <a:endParaRPr lang="en-US" altLang="ko-KR" dirty="0"/>
          </a:p>
          <a:p>
            <a:pPr lvl="2"/>
            <a:r>
              <a:rPr lang="ko-KR" altLang="en-US" dirty="0"/>
              <a:t>디스크 </a:t>
            </a:r>
            <a:r>
              <a:rPr lang="en-US" altLang="ko-KR" dirty="0"/>
              <a:t>-&gt; Bootstrap(OS)+FAT(</a:t>
            </a:r>
            <a:r>
              <a:rPr lang="ko-KR" altLang="en-US" dirty="0"/>
              <a:t>파일할당</a:t>
            </a:r>
            <a:r>
              <a:rPr lang="en-US" altLang="ko-KR" dirty="0"/>
              <a:t>)+</a:t>
            </a:r>
            <a:r>
              <a:rPr lang="ko-KR" altLang="en-US" dirty="0"/>
              <a:t>데이터영역</a:t>
            </a:r>
            <a:br>
              <a:rPr lang="en-US" altLang="ko-KR" dirty="0"/>
            </a:br>
            <a:r>
              <a:rPr lang="en-US" altLang="ko-KR" dirty="0"/>
              <a:t>FAT : </a:t>
            </a:r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파일이 어떤 블록 저장</a:t>
            </a:r>
            <a:r>
              <a:rPr lang="en-US" altLang="ko-KR" dirty="0"/>
              <a:t>? -&gt; </a:t>
            </a:r>
            <a:r>
              <a:rPr lang="ko-KR" altLang="en-US" dirty="0" err="1"/>
              <a:t>링크드</a:t>
            </a:r>
            <a:r>
              <a:rPr lang="ko-KR" altLang="en-US" dirty="0"/>
              <a:t> 리스트 형태</a:t>
            </a:r>
            <a:endParaRPr lang="en-US" altLang="ko-KR" dirty="0"/>
          </a:p>
          <a:p>
            <a:pPr lvl="1"/>
            <a:r>
              <a:rPr lang="en-US" altLang="ko-KR" dirty="0"/>
              <a:t>I-node(index</a:t>
            </a:r>
            <a:r>
              <a:rPr lang="ko-KR" altLang="en-US" dirty="0"/>
              <a:t> </a:t>
            </a:r>
            <a:r>
              <a:rPr lang="en-US" altLang="ko-KR" dirty="0"/>
              <a:t>node)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리눅스</a:t>
            </a:r>
            <a:r>
              <a:rPr lang="en-US" altLang="ko-KR" dirty="0"/>
              <a:t>/</a:t>
            </a:r>
            <a:r>
              <a:rPr lang="ko-KR" altLang="en-US" dirty="0"/>
              <a:t>맥</a:t>
            </a:r>
            <a:r>
              <a:rPr lang="en-US" altLang="ko-KR" dirty="0"/>
              <a:t>OS; </a:t>
            </a:r>
            <a:r>
              <a:rPr lang="ko-KR" altLang="en-US" dirty="0"/>
              <a:t>각 파일</a:t>
            </a:r>
            <a:r>
              <a:rPr lang="en-US" altLang="ko-KR" dirty="0"/>
              <a:t>/</a:t>
            </a:r>
            <a:r>
              <a:rPr lang="ko-KR" altLang="en-US" dirty="0"/>
              <a:t>디렉터리에 고유</a:t>
            </a:r>
            <a:br>
              <a:rPr lang="en-US" altLang="ko-KR" dirty="0"/>
            </a:br>
            <a:r>
              <a:rPr lang="en-US" altLang="ko-KR" dirty="0" err="1"/>
              <a:t>i</a:t>
            </a:r>
            <a:r>
              <a:rPr lang="en-US" altLang="ko-KR" dirty="0"/>
              <a:t>-node </a:t>
            </a:r>
            <a:r>
              <a:rPr lang="ko-KR" altLang="en-US" dirty="0"/>
              <a:t>할당</a:t>
            </a:r>
            <a:r>
              <a:rPr lang="en-US" altLang="ko-KR" dirty="0"/>
              <a:t>. </a:t>
            </a:r>
            <a:r>
              <a:rPr lang="ko-KR" altLang="en-US" dirty="0"/>
              <a:t>메타데이터 </a:t>
            </a:r>
            <a:r>
              <a:rPr lang="en-US" altLang="ko-KR" dirty="0"/>
              <a:t>+ </a:t>
            </a:r>
            <a:r>
              <a:rPr lang="ko-KR" altLang="en-US" dirty="0"/>
              <a:t>블록위치의 포인터 저장</a:t>
            </a:r>
            <a:endParaRPr lang="en-US" altLang="ko-KR" dirty="0"/>
          </a:p>
          <a:p>
            <a:pPr lvl="2"/>
            <a:r>
              <a:rPr lang="ko-KR" altLang="en-US" dirty="0" err="1"/>
              <a:t>간접포인터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i</a:t>
            </a:r>
            <a:r>
              <a:rPr lang="en-US" altLang="ko-KR" dirty="0"/>
              <a:t>-node </a:t>
            </a:r>
            <a:r>
              <a:rPr lang="ko-KR" altLang="en-US" dirty="0"/>
              <a:t>크기 제한</a:t>
            </a:r>
            <a:r>
              <a:rPr lang="en-US" altLang="ko-KR" dirty="0"/>
              <a:t>, </a:t>
            </a:r>
            <a:r>
              <a:rPr lang="ko-KR" altLang="en-US" dirty="0"/>
              <a:t>모든 포인터 지시 </a:t>
            </a:r>
            <a:r>
              <a:rPr lang="en-US" altLang="ko-KR" dirty="0"/>
              <a:t>X</a:t>
            </a:r>
            <a:r>
              <a:rPr lang="ko-KR" altLang="en-US" dirty="0"/>
              <a:t>경우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04B696-E4AC-9453-293C-58655CCFD96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79D63AC-DAEC-D26B-F2C7-EADA6CC1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212" y="3384246"/>
            <a:ext cx="1116163" cy="156875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1B7AD92-86D3-E615-8F77-8FF2A7A92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586" y="6465168"/>
            <a:ext cx="2659489" cy="156674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E411B1ED-50C2-05C5-F732-61817DF19D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5224" y="5185048"/>
            <a:ext cx="1472539" cy="156674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9DAE15-906F-310E-F82F-3F34B4AAE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5695" y="6315839"/>
            <a:ext cx="2052229" cy="18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6566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29105</TotalTime>
  <Words>3679</Words>
  <Application>Microsoft Office PowerPoint</Application>
  <PresentationFormat>A4 용지(210x297mm)</PresentationFormat>
  <Paragraphs>187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Cambria Math</vt:lpstr>
      <vt:lpstr>Wingdings</vt:lpstr>
      <vt:lpstr>디자인 사용자 지정</vt:lpstr>
      <vt:lpstr>Process</vt:lpstr>
      <vt:lpstr>Process(계속) / Memory system</vt:lpstr>
      <vt:lpstr>Scheduling</vt:lpstr>
      <vt:lpstr>Scheduling(계속)</vt:lpstr>
      <vt:lpstr>Synchronization</vt:lpstr>
      <vt:lpstr>Synchronization(계속)</vt:lpstr>
      <vt:lpstr>Dead lock</vt:lpstr>
      <vt:lpstr>Dead lock(계속)</vt:lpstr>
      <vt:lpstr>I/O, File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608</cp:revision>
  <dcterms:created xsi:type="dcterms:W3CDTF">2021-05-24T07:27:04Z</dcterms:created>
  <dcterms:modified xsi:type="dcterms:W3CDTF">2025-06-06T00:53:45Z</dcterms:modified>
</cp:coreProperties>
</file>