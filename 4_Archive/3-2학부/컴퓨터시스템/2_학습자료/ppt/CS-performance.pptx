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88976"/>
            <a:ext cx="5027930" cy="3556000"/>
          </a:xfrm>
          <a:custGeom>
            <a:avLst/>
            <a:gdLst/>
            <a:ahLst/>
            <a:cxnLst/>
            <a:rect l="l" t="t" r="r" b="b"/>
            <a:pathLst>
              <a:path w="5027930" h="3556000">
                <a:moveTo>
                  <a:pt x="0" y="3555491"/>
                </a:moveTo>
                <a:lnTo>
                  <a:pt x="5027675" y="3555491"/>
                </a:lnTo>
                <a:lnTo>
                  <a:pt x="5027675" y="0"/>
                </a:lnTo>
                <a:lnTo>
                  <a:pt x="0" y="0"/>
                </a:lnTo>
                <a:lnTo>
                  <a:pt x="0" y="3555491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7743" y="835152"/>
            <a:ext cx="4693919" cy="365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74748" y="3323844"/>
            <a:ext cx="1150619" cy="3962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27347" y="3179064"/>
            <a:ext cx="1318259" cy="192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3.jp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Relationship Id="rId20" Type="http://schemas.openxmlformats.org/officeDocument/2006/relationships/image" Target="../media/image45.png"/><Relationship Id="rId21" Type="http://schemas.openxmlformats.org/officeDocument/2006/relationships/image" Target="../media/image46.png"/><Relationship Id="rId22" Type="http://schemas.openxmlformats.org/officeDocument/2006/relationships/image" Target="../media/image18.png"/><Relationship Id="rId23" Type="http://schemas.openxmlformats.org/officeDocument/2006/relationships/image" Target="../media/image19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Relationship Id="rId27" Type="http://schemas.openxmlformats.org/officeDocument/2006/relationships/image" Target="../media/image50.png"/><Relationship Id="rId28" Type="http://schemas.openxmlformats.org/officeDocument/2006/relationships/image" Target="../media/image51.png"/><Relationship Id="rId29" Type="http://schemas.openxmlformats.org/officeDocument/2006/relationships/image" Target="../media/image52.png"/><Relationship Id="rId30" Type="http://schemas.openxmlformats.org/officeDocument/2006/relationships/image" Target="../media/image53.png"/><Relationship Id="rId31" Type="http://schemas.openxmlformats.org/officeDocument/2006/relationships/image" Target="../media/image54.png"/><Relationship Id="rId32" Type="http://schemas.openxmlformats.org/officeDocument/2006/relationships/image" Target="../media/image55.png"/><Relationship Id="rId33" Type="http://schemas.openxmlformats.org/officeDocument/2006/relationships/image" Target="../media/image56.png"/><Relationship Id="rId34" Type="http://schemas.openxmlformats.org/officeDocument/2006/relationships/image" Target="../media/image57.png"/><Relationship Id="rId35" Type="http://schemas.openxmlformats.org/officeDocument/2006/relationships/image" Target="../media/image58.png"/><Relationship Id="rId36" Type="http://schemas.openxmlformats.org/officeDocument/2006/relationships/image" Target="../media/image59.png"/><Relationship Id="rId37" Type="http://schemas.openxmlformats.org/officeDocument/2006/relationships/image" Target="../media/image60.png"/><Relationship Id="rId38" Type="http://schemas.openxmlformats.org/officeDocument/2006/relationships/image" Target="../media/image61.png"/><Relationship Id="rId39" Type="http://schemas.openxmlformats.org/officeDocument/2006/relationships/image" Target="../media/image62.png"/><Relationship Id="rId40" Type="http://schemas.openxmlformats.org/officeDocument/2006/relationships/image" Target="../media/image63.png"/><Relationship Id="rId41" Type="http://schemas.openxmlformats.org/officeDocument/2006/relationships/image" Target="../media/image64.png"/><Relationship Id="rId42" Type="http://schemas.openxmlformats.org/officeDocument/2006/relationships/image" Target="../media/image65.png"/><Relationship Id="rId43" Type="http://schemas.openxmlformats.org/officeDocument/2006/relationships/image" Target="../media/image66.png"/><Relationship Id="rId44" Type="http://schemas.openxmlformats.org/officeDocument/2006/relationships/image" Target="../media/image67.png"/><Relationship Id="rId45" Type="http://schemas.openxmlformats.org/officeDocument/2006/relationships/image" Target="../media/image68.png"/><Relationship Id="rId46" Type="http://schemas.openxmlformats.org/officeDocument/2006/relationships/image" Target="../media/image69.png"/><Relationship Id="rId47" Type="http://schemas.openxmlformats.org/officeDocument/2006/relationships/image" Target="../media/image70.png"/><Relationship Id="rId48" Type="http://schemas.openxmlformats.org/officeDocument/2006/relationships/image" Target="../media/image71.png"/><Relationship Id="rId49" Type="http://schemas.openxmlformats.org/officeDocument/2006/relationships/image" Target="../media/image72.png"/><Relationship Id="rId50" Type="http://schemas.openxmlformats.org/officeDocument/2006/relationships/image" Target="../media/image73.png"/><Relationship Id="rId51" Type="http://schemas.openxmlformats.org/officeDocument/2006/relationships/image" Target="../media/image74.png"/><Relationship Id="rId52" Type="http://schemas.openxmlformats.org/officeDocument/2006/relationships/image" Target="../media/image75.png"/><Relationship Id="rId53" Type="http://schemas.openxmlformats.org/officeDocument/2006/relationships/image" Target="../media/image76.png"/><Relationship Id="rId54" Type="http://schemas.openxmlformats.org/officeDocument/2006/relationships/image" Target="../media/image77.png"/><Relationship Id="rId55" Type="http://schemas.openxmlformats.org/officeDocument/2006/relationships/image" Target="../media/image78.png"/><Relationship Id="rId56" Type="http://schemas.openxmlformats.org/officeDocument/2006/relationships/image" Target="../media/image79.png"/><Relationship Id="rId57" Type="http://schemas.openxmlformats.org/officeDocument/2006/relationships/image" Target="../media/image80.png"/><Relationship Id="rId58" Type="http://schemas.openxmlformats.org/officeDocument/2006/relationships/image" Target="../media/image81.png"/><Relationship Id="rId59" Type="http://schemas.openxmlformats.org/officeDocument/2006/relationships/image" Target="../media/image82.png"/><Relationship Id="rId60" Type="http://schemas.openxmlformats.org/officeDocument/2006/relationships/image" Target="../media/image83.png"/><Relationship Id="rId61" Type="http://schemas.openxmlformats.org/officeDocument/2006/relationships/image" Target="../media/image84.png"/><Relationship Id="rId62" Type="http://schemas.openxmlformats.org/officeDocument/2006/relationships/image" Target="../media/image85.png"/><Relationship Id="rId63" Type="http://schemas.openxmlformats.org/officeDocument/2006/relationships/image" Target="../media/image86.png"/><Relationship Id="rId64" Type="http://schemas.openxmlformats.org/officeDocument/2006/relationships/image" Target="../media/image87.png"/><Relationship Id="rId65" Type="http://schemas.openxmlformats.org/officeDocument/2006/relationships/image" Target="../media/image88.png"/><Relationship Id="rId66" Type="http://schemas.openxmlformats.org/officeDocument/2006/relationships/image" Target="../media/image25.png"/><Relationship Id="rId67" Type="http://schemas.openxmlformats.org/officeDocument/2006/relationships/image" Target="../media/image26.png"/><Relationship Id="rId68" Type="http://schemas.openxmlformats.org/officeDocument/2006/relationships/image" Target="../media/image89.png"/><Relationship Id="rId69" Type="http://schemas.openxmlformats.org/officeDocument/2006/relationships/image" Target="../media/image90.png"/><Relationship Id="rId70" Type="http://schemas.openxmlformats.org/officeDocument/2006/relationships/image" Target="../media/image91.png"/><Relationship Id="rId71" Type="http://schemas.openxmlformats.org/officeDocument/2006/relationships/image" Target="../media/image92.png"/><Relationship Id="rId72" Type="http://schemas.openxmlformats.org/officeDocument/2006/relationships/image" Target="../media/image93.png"/><Relationship Id="rId73" Type="http://schemas.openxmlformats.org/officeDocument/2006/relationships/image" Target="../media/image94.png"/><Relationship Id="rId74" Type="http://schemas.openxmlformats.org/officeDocument/2006/relationships/image" Target="../media/image95.png"/><Relationship Id="rId75" Type="http://schemas.openxmlformats.org/officeDocument/2006/relationships/image" Target="../media/image96.png"/><Relationship Id="rId76" Type="http://schemas.openxmlformats.org/officeDocument/2006/relationships/image" Target="../media/image97.png"/><Relationship Id="rId77" Type="http://schemas.openxmlformats.org/officeDocument/2006/relationships/image" Target="../media/image9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3.jpg"/><Relationship Id="rId13" Type="http://schemas.openxmlformats.org/officeDocument/2006/relationships/image" Target="../media/image107.png"/><Relationship Id="rId14" Type="http://schemas.openxmlformats.org/officeDocument/2006/relationships/image" Target="../media/image108.png"/><Relationship Id="rId15" Type="http://schemas.openxmlformats.org/officeDocument/2006/relationships/image" Target="../media/image109.png"/><Relationship Id="rId16" Type="http://schemas.openxmlformats.org/officeDocument/2006/relationships/image" Target="../media/image110.png"/><Relationship Id="rId17" Type="http://schemas.openxmlformats.org/officeDocument/2006/relationships/image" Target="../media/image111.png"/><Relationship Id="rId18" Type="http://schemas.openxmlformats.org/officeDocument/2006/relationships/image" Target="../media/image112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115.png"/><Relationship Id="rId24" Type="http://schemas.openxmlformats.org/officeDocument/2006/relationships/image" Target="../media/image116.png"/><Relationship Id="rId25" Type="http://schemas.openxmlformats.org/officeDocument/2006/relationships/image" Target="../media/image117.png"/><Relationship Id="rId26" Type="http://schemas.openxmlformats.org/officeDocument/2006/relationships/image" Target="../media/image118.png"/><Relationship Id="rId27" Type="http://schemas.openxmlformats.org/officeDocument/2006/relationships/image" Target="../media/image119.png"/><Relationship Id="rId28" Type="http://schemas.openxmlformats.org/officeDocument/2006/relationships/image" Target="../media/image120.png"/><Relationship Id="rId29" Type="http://schemas.openxmlformats.org/officeDocument/2006/relationships/image" Target="../media/image121.png"/><Relationship Id="rId30" Type="http://schemas.openxmlformats.org/officeDocument/2006/relationships/image" Target="../media/image122.png"/><Relationship Id="rId31" Type="http://schemas.openxmlformats.org/officeDocument/2006/relationships/image" Target="../media/image123.png"/><Relationship Id="rId32" Type="http://schemas.openxmlformats.org/officeDocument/2006/relationships/image" Target="../media/image124.png"/><Relationship Id="rId33" Type="http://schemas.openxmlformats.org/officeDocument/2006/relationships/image" Target="../media/image25.png"/><Relationship Id="rId34" Type="http://schemas.openxmlformats.org/officeDocument/2006/relationships/image" Target="../media/image26.png"/><Relationship Id="rId35" Type="http://schemas.openxmlformats.org/officeDocument/2006/relationships/image" Target="../media/image125.png"/><Relationship Id="rId36" Type="http://schemas.openxmlformats.org/officeDocument/2006/relationships/image" Target="../media/image126.png"/><Relationship Id="rId37" Type="http://schemas.openxmlformats.org/officeDocument/2006/relationships/image" Target="../media/image127.png"/><Relationship Id="rId38" Type="http://schemas.openxmlformats.org/officeDocument/2006/relationships/image" Target="../media/image128.png"/><Relationship Id="rId39" Type="http://schemas.openxmlformats.org/officeDocument/2006/relationships/image" Target="../media/image129.png"/><Relationship Id="rId40" Type="http://schemas.openxmlformats.org/officeDocument/2006/relationships/image" Target="../media/image130.png"/><Relationship Id="rId41" Type="http://schemas.openxmlformats.org/officeDocument/2006/relationships/image" Target="../media/image131.png"/><Relationship Id="rId42" Type="http://schemas.openxmlformats.org/officeDocument/2006/relationships/image" Target="../media/image13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7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.jpg"/><Relationship Id="rId10" Type="http://schemas.openxmlformats.org/officeDocument/2006/relationships/image" Target="../media/image137.png"/><Relationship Id="rId11" Type="http://schemas.openxmlformats.org/officeDocument/2006/relationships/image" Target="../media/image138.png"/><Relationship Id="rId12" Type="http://schemas.openxmlformats.org/officeDocument/2006/relationships/image" Target="../media/image139.png"/><Relationship Id="rId13" Type="http://schemas.openxmlformats.org/officeDocument/2006/relationships/image" Target="../media/image140.png"/><Relationship Id="rId14" Type="http://schemas.openxmlformats.org/officeDocument/2006/relationships/image" Target="../media/image141.png"/><Relationship Id="rId15" Type="http://schemas.openxmlformats.org/officeDocument/2006/relationships/image" Target="../media/image142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143.png"/><Relationship Id="rId19" Type="http://schemas.openxmlformats.org/officeDocument/2006/relationships/image" Target="../media/image144.png"/><Relationship Id="rId20" Type="http://schemas.openxmlformats.org/officeDocument/2006/relationships/image" Target="../media/image145.png"/><Relationship Id="rId21" Type="http://schemas.openxmlformats.org/officeDocument/2006/relationships/image" Target="../media/image146.png"/><Relationship Id="rId22" Type="http://schemas.openxmlformats.org/officeDocument/2006/relationships/image" Target="../media/image147.png"/><Relationship Id="rId23" Type="http://schemas.openxmlformats.org/officeDocument/2006/relationships/image" Target="../media/image148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149.png"/><Relationship Id="rId27" Type="http://schemas.openxmlformats.org/officeDocument/2006/relationships/image" Target="../media/image150.png"/><Relationship Id="rId28" Type="http://schemas.openxmlformats.org/officeDocument/2006/relationships/image" Target="../media/image151.png"/><Relationship Id="rId29" Type="http://schemas.openxmlformats.org/officeDocument/2006/relationships/image" Target="../media/image152.png"/><Relationship Id="rId30" Type="http://schemas.openxmlformats.org/officeDocument/2006/relationships/image" Target="../media/image153.png"/><Relationship Id="rId31" Type="http://schemas.openxmlformats.org/officeDocument/2006/relationships/image" Target="../media/image154.png"/><Relationship Id="rId32" Type="http://schemas.openxmlformats.org/officeDocument/2006/relationships/image" Target="../media/image15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4.png"/><Relationship Id="rId3" Type="http://schemas.openxmlformats.org/officeDocument/2006/relationships/image" Target="../media/image156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Relationship Id="rId7" Type="http://schemas.openxmlformats.org/officeDocument/2006/relationships/image" Target="../media/image160.png"/><Relationship Id="rId8" Type="http://schemas.openxmlformats.org/officeDocument/2006/relationships/image" Target="../media/image161.png"/><Relationship Id="rId9" Type="http://schemas.openxmlformats.org/officeDocument/2006/relationships/image" Target="../media/image162.png"/><Relationship Id="rId10" Type="http://schemas.openxmlformats.org/officeDocument/2006/relationships/image" Target="../media/image163.png"/><Relationship Id="rId11" Type="http://schemas.openxmlformats.org/officeDocument/2006/relationships/image" Target="../media/image164.png"/><Relationship Id="rId12" Type="http://schemas.openxmlformats.org/officeDocument/2006/relationships/image" Target="../media/image165.png"/><Relationship Id="rId13" Type="http://schemas.openxmlformats.org/officeDocument/2006/relationships/image" Target="../media/image166.png"/><Relationship Id="rId14" Type="http://schemas.openxmlformats.org/officeDocument/2006/relationships/image" Target="../media/image167.png"/><Relationship Id="rId15" Type="http://schemas.openxmlformats.org/officeDocument/2006/relationships/image" Target="../media/image168.png"/><Relationship Id="rId16" Type="http://schemas.openxmlformats.org/officeDocument/2006/relationships/image" Target="../media/image169.png"/><Relationship Id="rId17" Type="http://schemas.openxmlformats.org/officeDocument/2006/relationships/image" Target="../media/image170.png"/><Relationship Id="rId18" Type="http://schemas.openxmlformats.org/officeDocument/2006/relationships/image" Target="../media/image171.png"/><Relationship Id="rId19" Type="http://schemas.openxmlformats.org/officeDocument/2006/relationships/image" Target="../media/image172.png"/><Relationship Id="rId20" Type="http://schemas.openxmlformats.org/officeDocument/2006/relationships/image" Target="../media/image10.png"/><Relationship Id="rId21" Type="http://schemas.openxmlformats.org/officeDocument/2006/relationships/image" Target="../media/image11.png"/><Relationship Id="rId22" Type="http://schemas.openxmlformats.org/officeDocument/2006/relationships/image" Target="../media/image3.jpg"/><Relationship Id="rId23" Type="http://schemas.openxmlformats.org/officeDocument/2006/relationships/image" Target="../media/image173.png"/><Relationship Id="rId24" Type="http://schemas.openxmlformats.org/officeDocument/2006/relationships/image" Target="../media/image174.png"/><Relationship Id="rId25" Type="http://schemas.openxmlformats.org/officeDocument/2006/relationships/image" Target="../media/image175.png"/><Relationship Id="rId26" Type="http://schemas.openxmlformats.org/officeDocument/2006/relationships/image" Target="../media/image176.png"/><Relationship Id="rId27" Type="http://schemas.openxmlformats.org/officeDocument/2006/relationships/image" Target="../media/image177.png"/><Relationship Id="rId28" Type="http://schemas.openxmlformats.org/officeDocument/2006/relationships/image" Target="../media/image178.png"/><Relationship Id="rId29" Type="http://schemas.openxmlformats.org/officeDocument/2006/relationships/image" Target="../media/image179.png"/><Relationship Id="rId30" Type="http://schemas.openxmlformats.org/officeDocument/2006/relationships/image" Target="../media/image180.png"/><Relationship Id="rId31" Type="http://schemas.openxmlformats.org/officeDocument/2006/relationships/image" Target="../media/image181.png"/><Relationship Id="rId32" Type="http://schemas.openxmlformats.org/officeDocument/2006/relationships/image" Target="../media/image18.png"/><Relationship Id="rId33" Type="http://schemas.openxmlformats.org/officeDocument/2006/relationships/image" Target="../media/image19.png"/><Relationship Id="rId34" Type="http://schemas.openxmlformats.org/officeDocument/2006/relationships/image" Target="../media/image182.png"/><Relationship Id="rId35" Type="http://schemas.openxmlformats.org/officeDocument/2006/relationships/image" Target="../media/image183.png"/><Relationship Id="rId36" Type="http://schemas.openxmlformats.org/officeDocument/2006/relationships/image" Target="../media/image184.png"/><Relationship Id="rId37" Type="http://schemas.openxmlformats.org/officeDocument/2006/relationships/image" Target="../media/image185.png"/><Relationship Id="rId38" Type="http://schemas.openxmlformats.org/officeDocument/2006/relationships/image" Target="../media/image186.png"/><Relationship Id="rId39" Type="http://schemas.openxmlformats.org/officeDocument/2006/relationships/image" Target="../media/image187.png"/><Relationship Id="rId40" Type="http://schemas.openxmlformats.org/officeDocument/2006/relationships/image" Target="../media/image188.png"/><Relationship Id="rId41" Type="http://schemas.openxmlformats.org/officeDocument/2006/relationships/image" Target="../media/image189.png"/><Relationship Id="rId42" Type="http://schemas.openxmlformats.org/officeDocument/2006/relationships/image" Target="../media/image190.png"/><Relationship Id="rId43" Type="http://schemas.openxmlformats.org/officeDocument/2006/relationships/image" Target="../media/image191.png"/><Relationship Id="rId44" Type="http://schemas.openxmlformats.org/officeDocument/2006/relationships/image" Target="../media/image192.png"/><Relationship Id="rId45" Type="http://schemas.openxmlformats.org/officeDocument/2006/relationships/image" Target="../media/image193.png"/><Relationship Id="rId46" Type="http://schemas.openxmlformats.org/officeDocument/2006/relationships/image" Target="../media/image194.png"/><Relationship Id="rId47" Type="http://schemas.openxmlformats.org/officeDocument/2006/relationships/image" Target="../media/image195.png"/><Relationship Id="rId48" Type="http://schemas.openxmlformats.org/officeDocument/2006/relationships/image" Target="../media/image196.png"/><Relationship Id="rId49" Type="http://schemas.openxmlformats.org/officeDocument/2006/relationships/image" Target="../media/image197.png"/><Relationship Id="rId50" Type="http://schemas.openxmlformats.org/officeDocument/2006/relationships/image" Target="../media/image198.png"/><Relationship Id="rId51" Type="http://schemas.openxmlformats.org/officeDocument/2006/relationships/image" Target="../media/image199.png"/><Relationship Id="rId52" Type="http://schemas.openxmlformats.org/officeDocument/2006/relationships/image" Target="../media/image200.png"/><Relationship Id="rId53" Type="http://schemas.openxmlformats.org/officeDocument/2006/relationships/image" Target="../media/image201.png"/><Relationship Id="rId54" Type="http://schemas.openxmlformats.org/officeDocument/2006/relationships/image" Target="../media/image202.png"/><Relationship Id="rId55" Type="http://schemas.openxmlformats.org/officeDocument/2006/relationships/image" Target="../media/image203.png"/><Relationship Id="rId56" Type="http://schemas.openxmlformats.org/officeDocument/2006/relationships/image" Target="../media/image204.png"/><Relationship Id="rId57" Type="http://schemas.openxmlformats.org/officeDocument/2006/relationships/image" Target="../media/image205.png"/><Relationship Id="rId58" Type="http://schemas.openxmlformats.org/officeDocument/2006/relationships/image" Target="../media/image25.png"/><Relationship Id="rId59" Type="http://schemas.openxmlformats.org/officeDocument/2006/relationships/image" Target="../media/image26.png"/><Relationship Id="rId60" Type="http://schemas.openxmlformats.org/officeDocument/2006/relationships/image" Target="../media/image206.png"/><Relationship Id="rId61" Type="http://schemas.openxmlformats.org/officeDocument/2006/relationships/image" Target="../media/image207.png"/><Relationship Id="rId62" Type="http://schemas.openxmlformats.org/officeDocument/2006/relationships/image" Target="../media/image208.png"/><Relationship Id="rId63" Type="http://schemas.openxmlformats.org/officeDocument/2006/relationships/image" Target="../media/image209.png"/><Relationship Id="rId64" Type="http://schemas.openxmlformats.org/officeDocument/2006/relationships/image" Target="../media/image2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1.png"/><Relationship Id="rId3" Type="http://schemas.openxmlformats.org/officeDocument/2006/relationships/image" Target="../media/image212.png"/><Relationship Id="rId4" Type="http://schemas.openxmlformats.org/officeDocument/2006/relationships/image" Target="../media/image213.png"/><Relationship Id="rId5" Type="http://schemas.openxmlformats.org/officeDocument/2006/relationships/image" Target="../media/image214.png"/><Relationship Id="rId6" Type="http://schemas.openxmlformats.org/officeDocument/2006/relationships/image" Target="../media/image215.png"/><Relationship Id="rId7" Type="http://schemas.openxmlformats.org/officeDocument/2006/relationships/image" Target="../media/image216.png"/><Relationship Id="rId8" Type="http://schemas.openxmlformats.org/officeDocument/2006/relationships/image" Target="../media/image217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3.jpg"/><Relationship Id="rId12" Type="http://schemas.openxmlformats.org/officeDocument/2006/relationships/image" Target="../media/image218.png"/><Relationship Id="rId13" Type="http://schemas.openxmlformats.org/officeDocument/2006/relationships/image" Target="../media/image219.png"/><Relationship Id="rId14" Type="http://schemas.openxmlformats.org/officeDocument/2006/relationships/image" Target="../media/image220.png"/><Relationship Id="rId15" Type="http://schemas.openxmlformats.org/officeDocument/2006/relationships/image" Target="../media/image221.png"/><Relationship Id="rId16" Type="http://schemas.openxmlformats.org/officeDocument/2006/relationships/image" Target="../media/image222.png"/><Relationship Id="rId17" Type="http://schemas.openxmlformats.org/officeDocument/2006/relationships/image" Target="../media/image223.png"/><Relationship Id="rId18" Type="http://schemas.openxmlformats.org/officeDocument/2006/relationships/image" Target="../media/image224.png"/><Relationship Id="rId19" Type="http://schemas.openxmlformats.org/officeDocument/2006/relationships/image" Target="../media/image225.png"/><Relationship Id="rId20" Type="http://schemas.openxmlformats.org/officeDocument/2006/relationships/image" Target="../media/image226.png"/><Relationship Id="rId21" Type="http://schemas.openxmlformats.org/officeDocument/2006/relationships/image" Target="../media/image227.png"/><Relationship Id="rId22" Type="http://schemas.openxmlformats.org/officeDocument/2006/relationships/image" Target="../media/image18.png"/><Relationship Id="rId23" Type="http://schemas.openxmlformats.org/officeDocument/2006/relationships/image" Target="../media/image19.png"/><Relationship Id="rId24" Type="http://schemas.openxmlformats.org/officeDocument/2006/relationships/image" Target="../media/image228.png"/><Relationship Id="rId25" Type="http://schemas.openxmlformats.org/officeDocument/2006/relationships/image" Target="../media/image229.png"/><Relationship Id="rId26" Type="http://schemas.openxmlformats.org/officeDocument/2006/relationships/image" Target="../media/image230.png"/><Relationship Id="rId27" Type="http://schemas.openxmlformats.org/officeDocument/2006/relationships/image" Target="../media/image231.png"/><Relationship Id="rId28" Type="http://schemas.openxmlformats.org/officeDocument/2006/relationships/image" Target="../media/image232.png"/><Relationship Id="rId29" Type="http://schemas.openxmlformats.org/officeDocument/2006/relationships/image" Target="../media/image233.png"/><Relationship Id="rId30" Type="http://schemas.openxmlformats.org/officeDocument/2006/relationships/image" Target="../media/image234.png"/><Relationship Id="rId31" Type="http://schemas.openxmlformats.org/officeDocument/2006/relationships/image" Target="../media/image235.png"/><Relationship Id="rId32" Type="http://schemas.openxmlformats.org/officeDocument/2006/relationships/image" Target="../media/image25.png"/><Relationship Id="rId33" Type="http://schemas.openxmlformats.org/officeDocument/2006/relationships/image" Target="../media/image26.png"/><Relationship Id="rId34" Type="http://schemas.openxmlformats.org/officeDocument/2006/relationships/image" Target="../media/image236.png"/><Relationship Id="rId35" Type="http://schemas.openxmlformats.org/officeDocument/2006/relationships/image" Target="../media/image237.png"/><Relationship Id="rId36" Type="http://schemas.openxmlformats.org/officeDocument/2006/relationships/image" Target="../media/image238.png"/><Relationship Id="rId37" Type="http://schemas.openxmlformats.org/officeDocument/2006/relationships/image" Target="../media/image239.png"/><Relationship Id="rId38" Type="http://schemas.openxmlformats.org/officeDocument/2006/relationships/image" Target="../media/image240.png"/><Relationship Id="rId39" Type="http://schemas.openxmlformats.org/officeDocument/2006/relationships/image" Target="../media/image241.png"/><Relationship Id="rId40" Type="http://schemas.openxmlformats.org/officeDocument/2006/relationships/image" Target="../media/image242.png"/><Relationship Id="rId41" Type="http://schemas.openxmlformats.org/officeDocument/2006/relationships/image" Target="../media/image243.png"/><Relationship Id="rId42" Type="http://schemas.openxmlformats.org/officeDocument/2006/relationships/image" Target="../media/image244.png"/><Relationship Id="rId43" Type="http://schemas.openxmlformats.org/officeDocument/2006/relationships/image" Target="../media/image24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37743" y="188976"/>
            <a:ext cx="5027930" cy="3556000"/>
          </a:xfrm>
          <a:custGeom>
            <a:avLst/>
            <a:gdLst/>
            <a:ahLst/>
            <a:cxnLst/>
            <a:rect l="l" t="t" r="r" b="b"/>
            <a:pathLst>
              <a:path w="5027930" h="3556000">
                <a:moveTo>
                  <a:pt x="0" y="3555491"/>
                </a:moveTo>
                <a:lnTo>
                  <a:pt x="5027675" y="3555491"/>
                </a:lnTo>
                <a:lnTo>
                  <a:pt x="5027675" y="0"/>
                </a:lnTo>
                <a:lnTo>
                  <a:pt x="0" y="0"/>
                </a:lnTo>
                <a:lnTo>
                  <a:pt x="0" y="3555491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37743" y="551687"/>
            <a:ext cx="588645" cy="2825750"/>
          </a:xfrm>
          <a:custGeom>
            <a:avLst/>
            <a:gdLst/>
            <a:ahLst/>
            <a:cxnLst/>
            <a:rect l="l" t="t" r="r" b="b"/>
            <a:pathLst>
              <a:path w="588644" h="2825750">
                <a:moveTo>
                  <a:pt x="588264" y="2825496"/>
                </a:moveTo>
                <a:lnTo>
                  <a:pt x="0" y="2825496"/>
                </a:lnTo>
                <a:lnTo>
                  <a:pt x="0" y="0"/>
                </a:lnTo>
                <a:lnTo>
                  <a:pt x="588264" y="0"/>
                </a:lnTo>
                <a:lnTo>
                  <a:pt x="588264" y="282549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21663" y="1859279"/>
            <a:ext cx="3851275" cy="10795"/>
          </a:xfrm>
          <a:custGeom>
            <a:avLst/>
            <a:gdLst/>
            <a:ahLst/>
            <a:cxnLst/>
            <a:rect l="l" t="t" r="r" b="b"/>
            <a:pathLst>
              <a:path w="3851275" h="10794">
                <a:moveTo>
                  <a:pt x="3851148" y="10668"/>
                </a:moveTo>
                <a:lnTo>
                  <a:pt x="0" y="10668"/>
                </a:lnTo>
                <a:lnTo>
                  <a:pt x="0" y="0"/>
                </a:lnTo>
                <a:lnTo>
                  <a:pt x="3851148" y="0"/>
                </a:lnTo>
                <a:lnTo>
                  <a:pt x="3851148" y="1066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7347" y="3179064"/>
            <a:ext cx="1318259" cy="192024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731264" y="1607819"/>
            <a:ext cx="2491740" cy="213360"/>
            <a:chOff x="1731264" y="1607819"/>
            <a:chExt cx="2491740" cy="21336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1264" y="1607819"/>
              <a:ext cx="1652015" cy="21335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415284" y="1610867"/>
              <a:ext cx="581025" cy="167640"/>
            </a:xfrm>
            <a:custGeom>
              <a:avLst/>
              <a:gdLst/>
              <a:ahLst/>
              <a:cxnLst/>
              <a:rect l="l" t="t" r="r" b="b"/>
              <a:pathLst>
                <a:path w="581025" h="167639">
                  <a:moveTo>
                    <a:pt x="32004" y="45720"/>
                  </a:moveTo>
                  <a:lnTo>
                    <a:pt x="0" y="45720"/>
                  </a:lnTo>
                  <a:lnTo>
                    <a:pt x="0" y="164592"/>
                  </a:lnTo>
                  <a:lnTo>
                    <a:pt x="32004" y="164592"/>
                  </a:lnTo>
                  <a:lnTo>
                    <a:pt x="32004" y="45720"/>
                  </a:lnTo>
                  <a:close/>
                </a:path>
                <a:path w="581025" h="167639">
                  <a:moveTo>
                    <a:pt x="32004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32004" y="27432"/>
                  </a:lnTo>
                  <a:lnTo>
                    <a:pt x="32004" y="0"/>
                  </a:lnTo>
                  <a:close/>
                </a:path>
                <a:path w="581025" h="167639">
                  <a:moveTo>
                    <a:pt x="121907" y="163068"/>
                  </a:moveTo>
                  <a:lnTo>
                    <a:pt x="120383" y="140208"/>
                  </a:lnTo>
                  <a:lnTo>
                    <a:pt x="114287" y="141732"/>
                  </a:lnTo>
                  <a:lnTo>
                    <a:pt x="109715" y="143256"/>
                  </a:lnTo>
                  <a:lnTo>
                    <a:pt x="105143" y="143256"/>
                  </a:lnTo>
                  <a:lnTo>
                    <a:pt x="103619" y="141732"/>
                  </a:lnTo>
                  <a:lnTo>
                    <a:pt x="102095" y="141732"/>
                  </a:lnTo>
                  <a:lnTo>
                    <a:pt x="99047" y="138684"/>
                  </a:lnTo>
                  <a:lnTo>
                    <a:pt x="99047" y="135636"/>
                  </a:lnTo>
                  <a:lnTo>
                    <a:pt x="97523" y="129540"/>
                  </a:lnTo>
                  <a:lnTo>
                    <a:pt x="97523" y="70104"/>
                  </a:lnTo>
                  <a:lnTo>
                    <a:pt x="120383" y="70104"/>
                  </a:lnTo>
                  <a:lnTo>
                    <a:pt x="120383" y="45720"/>
                  </a:lnTo>
                  <a:lnTo>
                    <a:pt x="97523" y="45720"/>
                  </a:lnTo>
                  <a:lnTo>
                    <a:pt x="97523" y="4572"/>
                  </a:lnTo>
                  <a:lnTo>
                    <a:pt x="65519" y="22860"/>
                  </a:lnTo>
                  <a:lnTo>
                    <a:pt x="65519" y="45720"/>
                  </a:lnTo>
                  <a:lnTo>
                    <a:pt x="50279" y="45720"/>
                  </a:lnTo>
                  <a:lnTo>
                    <a:pt x="50279" y="70104"/>
                  </a:lnTo>
                  <a:lnTo>
                    <a:pt x="65519" y="70104"/>
                  </a:lnTo>
                  <a:lnTo>
                    <a:pt x="65519" y="132588"/>
                  </a:lnTo>
                  <a:lnTo>
                    <a:pt x="67043" y="140208"/>
                  </a:lnTo>
                  <a:lnTo>
                    <a:pt x="67043" y="144780"/>
                  </a:lnTo>
                  <a:lnTo>
                    <a:pt x="70091" y="153924"/>
                  </a:lnTo>
                  <a:lnTo>
                    <a:pt x="73139" y="160020"/>
                  </a:lnTo>
                  <a:lnTo>
                    <a:pt x="77711" y="163068"/>
                  </a:lnTo>
                  <a:lnTo>
                    <a:pt x="91427" y="167640"/>
                  </a:lnTo>
                  <a:lnTo>
                    <a:pt x="106667" y="167640"/>
                  </a:lnTo>
                  <a:lnTo>
                    <a:pt x="115811" y="166116"/>
                  </a:lnTo>
                  <a:lnTo>
                    <a:pt x="121907" y="163068"/>
                  </a:lnTo>
                  <a:close/>
                </a:path>
                <a:path w="581025" h="167639">
                  <a:moveTo>
                    <a:pt x="243827" y="114300"/>
                  </a:moveTo>
                  <a:lnTo>
                    <a:pt x="243713" y="105156"/>
                  </a:lnTo>
                  <a:lnTo>
                    <a:pt x="243624" y="97155"/>
                  </a:lnTo>
                  <a:lnTo>
                    <a:pt x="243141" y="94488"/>
                  </a:lnTo>
                  <a:lnTo>
                    <a:pt x="221310" y="52324"/>
                  </a:lnTo>
                  <a:lnTo>
                    <a:pt x="211823" y="47447"/>
                  </a:lnTo>
                  <a:lnTo>
                    <a:pt x="211823" y="85344"/>
                  </a:lnTo>
                  <a:lnTo>
                    <a:pt x="211823" y="94488"/>
                  </a:lnTo>
                  <a:lnTo>
                    <a:pt x="164579" y="94488"/>
                  </a:lnTo>
                  <a:lnTo>
                    <a:pt x="164579" y="85344"/>
                  </a:lnTo>
                  <a:lnTo>
                    <a:pt x="166103" y="79248"/>
                  </a:lnTo>
                  <a:lnTo>
                    <a:pt x="170675" y="74676"/>
                  </a:lnTo>
                  <a:lnTo>
                    <a:pt x="175247" y="68580"/>
                  </a:lnTo>
                  <a:lnTo>
                    <a:pt x="181343" y="67056"/>
                  </a:lnTo>
                  <a:lnTo>
                    <a:pt x="195059" y="67056"/>
                  </a:lnTo>
                  <a:lnTo>
                    <a:pt x="201155" y="68580"/>
                  </a:lnTo>
                  <a:lnTo>
                    <a:pt x="210299" y="77724"/>
                  </a:lnTo>
                  <a:lnTo>
                    <a:pt x="211823" y="85344"/>
                  </a:lnTo>
                  <a:lnTo>
                    <a:pt x="211823" y="47447"/>
                  </a:lnTo>
                  <a:lnTo>
                    <a:pt x="211061" y="47053"/>
                  </a:lnTo>
                  <a:lnTo>
                    <a:pt x="199682" y="43802"/>
                  </a:lnTo>
                  <a:lnTo>
                    <a:pt x="187439" y="42672"/>
                  </a:lnTo>
                  <a:lnTo>
                    <a:pt x="175679" y="43586"/>
                  </a:lnTo>
                  <a:lnTo>
                    <a:pt x="140703" y="68300"/>
                  </a:lnTo>
                  <a:lnTo>
                    <a:pt x="135343" y="79248"/>
                  </a:lnTo>
                  <a:lnTo>
                    <a:pt x="132181" y="91160"/>
                  </a:lnTo>
                  <a:lnTo>
                    <a:pt x="131051" y="105156"/>
                  </a:lnTo>
                  <a:lnTo>
                    <a:pt x="131889" y="117157"/>
                  </a:lnTo>
                  <a:lnTo>
                    <a:pt x="134289" y="128016"/>
                  </a:lnTo>
                  <a:lnTo>
                    <a:pt x="162864" y="162115"/>
                  </a:lnTo>
                  <a:lnTo>
                    <a:pt x="190487" y="167640"/>
                  </a:lnTo>
                  <a:lnTo>
                    <a:pt x="200228" y="167068"/>
                  </a:lnTo>
                  <a:lnTo>
                    <a:pt x="234873" y="147066"/>
                  </a:lnTo>
                  <a:lnTo>
                    <a:pt x="237109" y="143256"/>
                  </a:lnTo>
                  <a:lnTo>
                    <a:pt x="239242" y="139636"/>
                  </a:lnTo>
                  <a:lnTo>
                    <a:pt x="242303" y="131064"/>
                  </a:lnTo>
                  <a:lnTo>
                    <a:pt x="210299" y="126492"/>
                  </a:lnTo>
                  <a:lnTo>
                    <a:pt x="208775" y="132588"/>
                  </a:lnTo>
                  <a:lnTo>
                    <a:pt x="199631" y="141732"/>
                  </a:lnTo>
                  <a:lnTo>
                    <a:pt x="195059" y="143256"/>
                  </a:lnTo>
                  <a:lnTo>
                    <a:pt x="182867" y="143256"/>
                  </a:lnTo>
                  <a:lnTo>
                    <a:pt x="176771" y="140208"/>
                  </a:lnTo>
                  <a:lnTo>
                    <a:pt x="166103" y="129540"/>
                  </a:lnTo>
                  <a:lnTo>
                    <a:pt x="164579" y="123444"/>
                  </a:lnTo>
                  <a:lnTo>
                    <a:pt x="163055" y="114300"/>
                  </a:lnTo>
                  <a:lnTo>
                    <a:pt x="243827" y="114300"/>
                  </a:lnTo>
                  <a:close/>
                </a:path>
                <a:path w="581025" h="167639">
                  <a:moveTo>
                    <a:pt x="371843" y="124968"/>
                  </a:moveTo>
                  <a:lnTo>
                    <a:pt x="339839" y="120396"/>
                  </a:lnTo>
                  <a:lnTo>
                    <a:pt x="338315" y="128016"/>
                  </a:lnTo>
                  <a:lnTo>
                    <a:pt x="335267" y="134112"/>
                  </a:lnTo>
                  <a:lnTo>
                    <a:pt x="327647" y="141732"/>
                  </a:lnTo>
                  <a:lnTo>
                    <a:pt x="323075" y="143256"/>
                  </a:lnTo>
                  <a:lnTo>
                    <a:pt x="309359" y="143256"/>
                  </a:lnTo>
                  <a:lnTo>
                    <a:pt x="292595" y="103632"/>
                  </a:lnTo>
                  <a:lnTo>
                    <a:pt x="292912" y="94183"/>
                  </a:lnTo>
                  <a:lnTo>
                    <a:pt x="309359" y="67056"/>
                  </a:lnTo>
                  <a:lnTo>
                    <a:pt x="323075" y="67056"/>
                  </a:lnTo>
                  <a:lnTo>
                    <a:pt x="327647" y="68580"/>
                  </a:lnTo>
                  <a:lnTo>
                    <a:pt x="333743" y="74676"/>
                  </a:lnTo>
                  <a:lnTo>
                    <a:pt x="336791" y="79248"/>
                  </a:lnTo>
                  <a:lnTo>
                    <a:pt x="338315" y="85344"/>
                  </a:lnTo>
                  <a:lnTo>
                    <a:pt x="370319" y="80772"/>
                  </a:lnTo>
                  <a:lnTo>
                    <a:pt x="344843" y="47815"/>
                  </a:lnTo>
                  <a:lnTo>
                    <a:pt x="316979" y="42672"/>
                  </a:lnTo>
                  <a:lnTo>
                    <a:pt x="304977" y="43586"/>
                  </a:lnTo>
                  <a:lnTo>
                    <a:pt x="268960" y="68300"/>
                  </a:lnTo>
                  <a:lnTo>
                    <a:pt x="260591" y="105156"/>
                  </a:lnTo>
                  <a:lnTo>
                    <a:pt x="261480" y="119164"/>
                  </a:lnTo>
                  <a:lnTo>
                    <a:pt x="283552" y="158000"/>
                  </a:lnTo>
                  <a:lnTo>
                    <a:pt x="316979" y="167640"/>
                  </a:lnTo>
                  <a:lnTo>
                    <a:pt x="327837" y="166839"/>
                  </a:lnTo>
                  <a:lnTo>
                    <a:pt x="364985" y="143256"/>
                  </a:lnTo>
                  <a:lnTo>
                    <a:pt x="371843" y="124968"/>
                  </a:lnTo>
                  <a:close/>
                </a:path>
                <a:path w="581025" h="167639">
                  <a:moveTo>
                    <a:pt x="454139" y="163068"/>
                  </a:moveTo>
                  <a:lnTo>
                    <a:pt x="452615" y="140208"/>
                  </a:lnTo>
                  <a:lnTo>
                    <a:pt x="446519" y="141732"/>
                  </a:lnTo>
                  <a:lnTo>
                    <a:pt x="441947" y="143256"/>
                  </a:lnTo>
                  <a:lnTo>
                    <a:pt x="437375" y="143256"/>
                  </a:lnTo>
                  <a:lnTo>
                    <a:pt x="435851" y="141732"/>
                  </a:lnTo>
                  <a:lnTo>
                    <a:pt x="434327" y="141732"/>
                  </a:lnTo>
                  <a:lnTo>
                    <a:pt x="431279" y="138684"/>
                  </a:lnTo>
                  <a:lnTo>
                    <a:pt x="431279" y="135636"/>
                  </a:lnTo>
                  <a:lnTo>
                    <a:pt x="429755" y="129540"/>
                  </a:lnTo>
                  <a:lnTo>
                    <a:pt x="429755" y="70104"/>
                  </a:lnTo>
                  <a:lnTo>
                    <a:pt x="452615" y="70104"/>
                  </a:lnTo>
                  <a:lnTo>
                    <a:pt x="452615" y="45720"/>
                  </a:lnTo>
                  <a:lnTo>
                    <a:pt x="429755" y="45720"/>
                  </a:lnTo>
                  <a:lnTo>
                    <a:pt x="429755" y="4572"/>
                  </a:lnTo>
                  <a:lnTo>
                    <a:pt x="397751" y="22860"/>
                  </a:lnTo>
                  <a:lnTo>
                    <a:pt x="397751" y="45720"/>
                  </a:lnTo>
                  <a:lnTo>
                    <a:pt x="382511" y="45720"/>
                  </a:lnTo>
                  <a:lnTo>
                    <a:pt x="382511" y="70104"/>
                  </a:lnTo>
                  <a:lnTo>
                    <a:pt x="397751" y="70104"/>
                  </a:lnTo>
                  <a:lnTo>
                    <a:pt x="397751" y="132588"/>
                  </a:lnTo>
                  <a:lnTo>
                    <a:pt x="399275" y="140208"/>
                  </a:lnTo>
                  <a:lnTo>
                    <a:pt x="399275" y="144780"/>
                  </a:lnTo>
                  <a:lnTo>
                    <a:pt x="402323" y="153924"/>
                  </a:lnTo>
                  <a:lnTo>
                    <a:pt x="405371" y="160020"/>
                  </a:lnTo>
                  <a:lnTo>
                    <a:pt x="409943" y="163068"/>
                  </a:lnTo>
                  <a:lnTo>
                    <a:pt x="423659" y="167640"/>
                  </a:lnTo>
                  <a:lnTo>
                    <a:pt x="438899" y="167640"/>
                  </a:lnTo>
                  <a:lnTo>
                    <a:pt x="448043" y="166116"/>
                  </a:lnTo>
                  <a:lnTo>
                    <a:pt x="454139" y="163068"/>
                  </a:lnTo>
                  <a:close/>
                </a:path>
                <a:path w="581025" h="167639">
                  <a:moveTo>
                    <a:pt x="580631" y="45720"/>
                  </a:moveTo>
                  <a:lnTo>
                    <a:pt x="548627" y="45720"/>
                  </a:lnTo>
                  <a:lnTo>
                    <a:pt x="548614" y="107442"/>
                  </a:lnTo>
                  <a:lnTo>
                    <a:pt x="548436" y="116586"/>
                  </a:lnTo>
                  <a:lnTo>
                    <a:pt x="537959" y="138684"/>
                  </a:lnTo>
                  <a:lnTo>
                    <a:pt x="534911" y="141732"/>
                  </a:lnTo>
                  <a:lnTo>
                    <a:pt x="528815" y="143256"/>
                  </a:lnTo>
                  <a:lnTo>
                    <a:pt x="519671" y="143256"/>
                  </a:lnTo>
                  <a:lnTo>
                    <a:pt x="504431" y="100584"/>
                  </a:lnTo>
                  <a:lnTo>
                    <a:pt x="504431" y="45720"/>
                  </a:lnTo>
                  <a:lnTo>
                    <a:pt x="472427" y="45720"/>
                  </a:lnTo>
                  <a:lnTo>
                    <a:pt x="472427" y="120396"/>
                  </a:lnTo>
                  <a:lnTo>
                    <a:pt x="472719" y="128765"/>
                  </a:lnTo>
                  <a:lnTo>
                    <a:pt x="490715" y="161544"/>
                  </a:lnTo>
                  <a:lnTo>
                    <a:pt x="496811" y="166116"/>
                  </a:lnTo>
                  <a:lnTo>
                    <a:pt x="504431" y="167640"/>
                  </a:lnTo>
                  <a:lnTo>
                    <a:pt x="521195" y="167640"/>
                  </a:lnTo>
                  <a:lnTo>
                    <a:pt x="527291" y="164592"/>
                  </a:lnTo>
                  <a:lnTo>
                    <a:pt x="542531" y="158496"/>
                  </a:lnTo>
                  <a:lnTo>
                    <a:pt x="548627" y="152400"/>
                  </a:lnTo>
                  <a:lnTo>
                    <a:pt x="551675" y="146304"/>
                  </a:lnTo>
                  <a:lnTo>
                    <a:pt x="551675" y="164592"/>
                  </a:lnTo>
                  <a:lnTo>
                    <a:pt x="580631" y="164592"/>
                  </a:lnTo>
                  <a:lnTo>
                    <a:pt x="580631" y="4572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9455" y="1653539"/>
              <a:ext cx="193548" cy="124968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3872" y="2462783"/>
            <a:ext cx="1894331" cy="33832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83992" y="1921763"/>
            <a:ext cx="1382577" cy="1158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37944" y="2941319"/>
            <a:ext cx="2273807" cy="240792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1018031" y="551687"/>
            <a:ext cx="3996054" cy="454659"/>
            <a:chOff x="1018031" y="551687"/>
            <a:chExt cx="3996054" cy="454659"/>
          </a:xfrm>
        </p:grpSpPr>
        <p:sp>
          <p:nvSpPr>
            <p:cNvPr id="14" name="object 14" descr=""/>
            <p:cNvSpPr/>
            <p:nvPr/>
          </p:nvSpPr>
          <p:spPr>
            <a:xfrm>
              <a:off x="1018031" y="551687"/>
              <a:ext cx="3996054" cy="454659"/>
            </a:xfrm>
            <a:custGeom>
              <a:avLst/>
              <a:gdLst/>
              <a:ahLst/>
              <a:cxnLst/>
              <a:rect l="l" t="t" r="r" b="b"/>
              <a:pathLst>
                <a:path w="3996054" h="454659">
                  <a:moveTo>
                    <a:pt x="3995928" y="454151"/>
                  </a:moveTo>
                  <a:lnTo>
                    <a:pt x="0" y="454151"/>
                  </a:lnTo>
                  <a:lnTo>
                    <a:pt x="0" y="0"/>
                  </a:lnTo>
                  <a:lnTo>
                    <a:pt x="3995928" y="0"/>
                  </a:lnTo>
                  <a:lnTo>
                    <a:pt x="3995928" y="454151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3791" y="594360"/>
              <a:ext cx="3258312" cy="381000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5423916" y="185928"/>
            <a:ext cx="5034280" cy="3561715"/>
            <a:chOff x="5423916" y="185928"/>
            <a:chExt cx="5034280" cy="3561715"/>
          </a:xfrm>
        </p:grpSpPr>
        <p:sp>
          <p:nvSpPr>
            <p:cNvPr id="17" name="object 17" descr=""/>
            <p:cNvSpPr/>
            <p:nvPr/>
          </p:nvSpPr>
          <p:spPr>
            <a:xfrm>
              <a:off x="5426964" y="18897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26964" y="835151"/>
              <a:ext cx="4695443" cy="3657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3967" y="3323843"/>
              <a:ext cx="1150620" cy="396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6567" y="3179064"/>
              <a:ext cx="1319783" cy="19202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37276" y="665987"/>
              <a:ext cx="1958339" cy="13715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972300" y="1141475"/>
              <a:ext cx="2098675" cy="1752600"/>
            </a:xfrm>
            <a:custGeom>
              <a:avLst/>
              <a:gdLst/>
              <a:ahLst/>
              <a:cxnLst/>
              <a:rect l="l" t="t" r="r" b="b"/>
              <a:pathLst>
                <a:path w="2098675" h="1752600">
                  <a:moveTo>
                    <a:pt x="0" y="586740"/>
                  </a:moveTo>
                  <a:lnTo>
                    <a:pt x="2098548" y="586740"/>
                  </a:lnTo>
                </a:path>
                <a:path w="2098675" h="1752600">
                  <a:moveTo>
                    <a:pt x="0" y="1167383"/>
                  </a:moveTo>
                  <a:lnTo>
                    <a:pt x="2098548" y="1167383"/>
                  </a:lnTo>
                </a:path>
                <a:path w="2098675" h="1752600">
                  <a:moveTo>
                    <a:pt x="697992" y="1752600"/>
                  </a:moveTo>
                  <a:lnTo>
                    <a:pt x="697992" y="0"/>
                  </a:lnTo>
                </a:path>
                <a:path w="2098675" h="1752600">
                  <a:moveTo>
                    <a:pt x="1400555" y="1752600"/>
                  </a:moveTo>
                  <a:lnTo>
                    <a:pt x="1400555" y="0"/>
                  </a:lnTo>
                </a:path>
              </a:pathLst>
            </a:custGeom>
            <a:ln w="6096">
              <a:solidFill>
                <a:srgbClr val="9595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972300" y="1141475"/>
              <a:ext cx="2098675" cy="1752600"/>
            </a:xfrm>
            <a:custGeom>
              <a:avLst/>
              <a:gdLst/>
              <a:ahLst/>
              <a:cxnLst/>
              <a:rect l="l" t="t" r="r" b="b"/>
              <a:pathLst>
                <a:path w="2098675" h="1752600">
                  <a:moveTo>
                    <a:pt x="1752600" y="1752600"/>
                  </a:moveTo>
                  <a:lnTo>
                    <a:pt x="1752600" y="0"/>
                  </a:lnTo>
                </a:path>
                <a:path w="2098675" h="1752600">
                  <a:moveTo>
                    <a:pt x="1048512" y="1752600"/>
                  </a:moveTo>
                  <a:lnTo>
                    <a:pt x="1048512" y="0"/>
                  </a:lnTo>
                </a:path>
                <a:path w="2098675" h="1752600">
                  <a:moveTo>
                    <a:pt x="0" y="195072"/>
                  </a:moveTo>
                  <a:lnTo>
                    <a:pt x="2098548" y="195072"/>
                  </a:lnTo>
                </a:path>
                <a:path w="2098675" h="1752600">
                  <a:moveTo>
                    <a:pt x="0" y="390144"/>
                  </a:moveTo>
                  <a:lnTo>
                    <a:pt x="2098548" y="390144"/>
                  </a:lnTo>
                </a:path>
                <a:path w="2098675" h="1752600">
                  <a:moveTo>
                    <a:pt x="0" y="777240"/>
                  </a:moveTo>
                  <a:lnTo>
                    <a:pt x="2098548" y="777240"/>
                  </a:lnTo>
                </a:path>
                <a:path w="2098675" h="1752600">
                  <a:moveTo>
                    <a:pt x="0" y="972312"/>
                  </a:moveTo>
                  <a:lnTo>
                    <a:pt x="2098548" y="972312"/>
                  </a:lnTo>
                </a:path>
                <a:path w="2098675" h="1752600">
                  <a:moveTo>
                    <a:pt x="0" y="1362456"/>
                  </a:moveTo>
                  <a:lnTo>
                    <a:pt x="2098548" y="1362456"/>
                  </a:lnTo>
                </a:path>
                <a:path w="2098675" h="1752600">
                  <a:moveTo>
                    <a:pt x="0" y="1557527"/>
                  </a:moveTo>
                  <a:lnTo>
                    <a:pt x="2098548" y="1557527"/>
                  </a:lnTo>
                </a:path>
                <a:path w="2098675" h="1752600">
                  <a:moveTo>
                    <a:pt x="345948" y="1752600"/>
                  </a:moveTo>
                  <a:lnTo>
                    <a:pt x="345948" y="0"/>
                  </a:lnTo>
                </a:path>
              </a:pathLst>
            </a:custGeom>
            <a:ln w="6096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72300" y="1141475"/>
              <a:ext cx="2103120" cy="1757680"/>
            </a:xfrm>
            <a:custGeom>
              <a:avLst/>
              <a:gdLst/>
              <a:ahLst/>
              <a:cxnLst/>
              <a:rect l="l" t="t" r="r" b="b"/>
              <a:pathLst>
                <a:path w="2103120" h="1757680">
                  <a:moveTo>
                    <a:pt x="2103119" y="0"/>
                  </a:moveTo>
                  <a:lnTo>
                    <a:pt x="0" y="0"/>
                  </a:lnTo>
                  <a:lnTo>
                    <a:pt x="0" y="1757172"/>
                  </a:lnTo>
                  <a:lnTo>
                    <a:pt x="2103119" y="1757172"/>
                  </a:lnTo>
                  <a:lnTo>
                    <a:pt x="2103119" y="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827507" y="2859023"/>
              <a:ext cx="2307590" cy="137795"/>
            </a:xfrm>
            <a:custGeom>
              <a:avLst/>
              <a:gdLst/>
              <a:ahLst/>
              <a:cxnLst/>
              <a:rect l="l" t="t" r="r" b="b"/>
              <a:pathLst>
                <a:path w="2307590" h="137794">
                  <a:moveTo>
                    <a:pt x="38100" y="36576"/>
                  </a:moveTo>
                  <a:lnTo>
                    <a:pt x="36576" y="35052"/>
                  </a:lnTo>
                  <a:lnTo>
                    <a:pt x="36576" y="33528"/>
                  </a:lnTo>
                  <a:lnTo>
                    <a:pt x="35052" y="32004"/>
                  </a:lnTo>
                  <a:lnTo>
                    <a:pt x="33528" y="32004"/>
                  </a:lnTo>
                  <a:lnTo>
                    <a:pt x="32004" y="30480"/>
                  </a:lnTo>
                  <a:lnTo>
                    <a:pt x="30480" y="29718"/>
                  </a:lnTo>
                  <a:lnTo>
                    <a:pt x="30480" y="39624"/>
                  </a:lnTo>
                  <a:lnTo>
                    <a:pt x="30480" y="48768"/>
                  </a:lnTo>
                  <a:lnTo>
                    <a:pt x="27432" y="51816"/>
                  </a:lnTo>
                  <a:lnTo>
                    <a:pt x="24384" y="53340"/>
                  </a:lnTo>
                  <a:lnTo>
                    <a:pt x="21336" y="53340"/>
                  </a:lnTo>
                  <a:lnTo>
                    <a:pt x="21336" y="35052"/>
                  </a:lnTo>
                  <a:lnTo>
                    <a:pt x="24384" y="36576"/>
                  </a:lnTo>
                  <a:lnTo>
                    <a:pt x="27432" y="36576"/>
                  </a:lnTo>
                  <a:lnTo>
                    <a:pt x="30480" y="39624"/>
                  </a:lnTo>
                  <a:lnTo>
                    <a:pt x="30480" y="29718"/>
                  </a:lnTo>
                  <a:lnTo>
                    <a:pt x="28956" y="28956"/>
                  </a:lnTo>
                  <a:lnTo>
                    <a:pt x="27432" y="28956"/>
                  </a:lnTo>
                  <a:lnTo>
                    <a:pt x="25908" y="27432"/>
                  </a:lnTo>
                  <a:lnTo>
                    <a:pt x="21336" y="27432"/>
                  </a:lnTo>
                  <a:lnTo>
                    <a:pt x="21336" y="25908"/>
                  </a:lnTo>
                  <a:lnTo>
                    <a:pt x="21336" y="9144"/>
                  </a:lnTo>
                  <a:lnTo>
                    <a:pt x="24384" y="9144"/>
                  </a:lnTo>
                  <a:lnTo>
                    <a:pt x="28956" y="13716"/>
                  </a:lnTo>
                  <a:lnTo>
                    <a:pt x="28956" y="18288"/>
                  </a:lnTo>
                  <a:lnTo>
                    <a:pt x="36576" y="16764"/>
                  </a:lnTo>
                  <a:lnTo>
                    <a:pt x="36576" y="12192"/>
                  </a:lnTo>
                  <a:lnTo>
                    <a:pt x="35052" y="9144"/>
                  </a:lnTo>
                  <a:lnTo>
                    <a:pt x="32004" y="6096"/>
                  </a:lnTo>
                  <a:lnTo>
                    <a:pt x="25908" y="3048"/>
                  </a:lnTo>
                  <a:lnTo>
                    <a:pt x="21336" y="3048"/>
                  </a:lnTo>
                  <a:lnTo>
                    <a:pt x="21336" y="0"/>
                  </a:lnTo>
                  <a:lnTo>
                    <a:pt x="16764" y="0"/>
                  </a:lnTo>
                  <a:lnTo>
                    <a:pt x="16764" y="3048"/>
                  </a:lnTo>
                  <a:lnTo>
                    <a:pt x="16764" y="9144"/>
                  </a:lnTo>
                  <a:lnTo>
                    <a:pt x="16764" y="25908"/>
                  </a:lnTo>
                  <a:lnTo>
                    <a:pt x="13716" y="24384"/>
                  </a:lnTo>
                  <a:lnTo>
                    <a:pt x="12192" y="22860"/>
                  </a:lnTo>
                  <a:lnTo>
                    <a:pt x="10668" y="22860"/>
                  </a:lnTo>
                  <a:lnTo>
                    <a:pt x="10668" y="21336"/>
                  </a:lnTo>
                  <a:lnTo>
                    <a:pt x="9144" y="19812"/>
                  </a:lnTo>
                  <a:lnTo>
                    <a:pt x="9144" y="15240"/>
                  </a:lnTo>
                  <a:lnTo>
                    <a:pt x="15240" y="9144"/>
                  </a:lnTo>
                  <a:lnTo>
                    <a:pt x="16764" y="9144"/>
                  </a:lnTo>
                  <a:lnTo>
                    <a:pt x="16764" y="3048"/>
                  </a:lnTo>
                  <a:lnTo>
                    <a:pt x="13716" y="3048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1524" y="13716"/>
                  </a:lnTo>
                  <a:lnTo>
                    <a:pt x="1524" y="19812"/>
                  </a:lnTo>
                  <a:lnTo>
                    <a:pt x="3048" y="22860"/>
                  </a:lnTo>
                  <a:lnTo>
                    <a:pt x="4572" y="24384"/>
                  </a:lnTo>
                  <a:lnTo>
                    <a:pt x="4572" y="27432"/>
                  </a:lnTo>
                  <a:lnTo>
                    <a:pt x="6096" y="28956"/>
                  </a:lnTo>
                  <a:lnTo>
                    <a:pt x="9144" y="28956"/>
                  </a:lnTo>
                  <a:lnTo>
                    <a:pt x="10668" y="32004"/>
                  </a:lnTo>
                  <a:lnTo>
                    <a:pt x="13716" y="32004"/>
                  </a:lnTo>
                  <a:lnTo>
                    <a:pt x="16764" y="33528"/>
                  </a:lnTo>
                  <a:lnTo>
                    <a:pt x="16764" y="53340"/>
                  </a:lnTo>
                  <a:lnTo>
                    <a:pt x="15240" y="53340"/>
                  </a:lnTo>
                  <a:lnTo>
                    <a:pt x="12192" y="51816"/>
                  </a:lnTo>
                  <a:lnTo>
                    <a:pt x="10668" y="48768"/>
                  </a:lnTo>
                  <a:lnTo>
                    <a:pt x="9144" y="47244"/>
                  </a:lnTo>
                  <a:lnTo>
                    <a:pt x="9144" y="45720"/>
                  </a:lnTo>
                  <a:lnTo>
                    <a:pt x="7620" y="41148"/>
                  </a:lnTo>
                  <a:lnTo>
                    <a:pt x="0" y="42672"/>
                  </a:lnTo>
                  <a:lnTo>
                    <a:pt x="1524" y="45720"/>
                  </a:lnTo>
                  <a:lnTo>
                    <a:pt x="1524" y="48768"/>
                  </a:lnTo>
                  <a:lnTo>
                    <a:pt x="4572" y="54864"/>
                  </a:lnTo>
                  <a:lnTo>
                    <a:pt x="7620" y="56388"/>
                  </a:lnTo>
                  <a:lnTo>
                    <a:pt x="9144" y="57912"/>
                  </a:lnTo>
                  <a:lnTo>
                    <a:pt x="10668" y="57912"/>
                  </a:lnTo>
                  <a:lnTo>
                    <a:pt x="13716" y="59436"/>
                  </a:lnTo>
                  <a:lnTo>
                    <a:pt x="16764" y="59436"/>
                  </a:lnTo>
                  <a:lnTo>
                    <a:pt x="16764" y="65532"/>
                  </a:lnTo>
                  <a:lnTo>
                    <a:pt x="21336" y="65532"/>
                  </a:lnTo>
                  <a:lnTo>
                    <a:pt x="21336" y="59436"/>
                  </a:lnTo>
                  <a:lnTo>
                    <a:pt x="27432" y="59436"/>
                  </a:lnTo>
                  <a:lnTo>
                    <a:pt x="30480" y="57912"/>
                  </a:lnTo>
                  <a:lnTo>
                    <a:pt x="35052" y="53340"/>
                  </a:lnTo>
                  <a:lnTo>
                    <a:pt x="36576" y="51816"/>
                  </a:lnTo>
                  <a:lnTo>
                    <a:pt x="38100" y="47244"/>
                  </a:lnTo>
                  <a:lnTo>
                    <a:pt x="38100" y="36576"/>
                  </a:lnTo>
                  <a:close/>
                </a:path>
                <a:path w="2307590" h="137794">
                  <a:moveTo>
                    <a:pt x="65532" y="80784"/>
                  </a:moveTo>
                  <a:lnTo>
                    <a:pt x="60960" y="80784"/>
                  </a:lnTo>
                  <a:lnTo>
                    <a:pt x="57912" y="86880"/>
                  </a:lnTo>
                  <a:lnTo>
                    <a:pt x="54864" y="88404"/>
                  </a:lnTo>
                  <a:lnTo>
                    <a:pt x="53340" y="91452"/>
                  </a:lnTo>
                  <a:lnTo>
                    <a:pt x="50292" y="92976"/>
                  </a:lnTo>
                  <a:lnTo>
                    <a:pt x="45720" y="96024"/>
                  </a:lnTo>
                  <a:lnTo>
                    <a:pt x="45720" y="102120"/>
                  </a:lnTo>
                  <a:lnTo>
                    <a:pt x="48768" y="100596"/>
                  </a:lnTo>
                  <a:lnTo>
                    <a:pt x="50292" y="100596"/>
                  </a:lnTo>
                  <a:lnTo>
                    <a:pt x="53340" y="99072"/>
                  </a:lnTo>
                  <a:lnTo>
                    <a:pt x="57912" y="94500"/>
                  </a:lnTo>
                  <a:lnTo>
                    <a:pt x="57912" y="137172"/>
                  </a:lnTo>
                  <a:lnTo>
                    <a:pt x="65532" y="137172"/>
                  </a:lnTo>
                  <a:lnTo>
                    <a:pt x="65532" y="80784"/>
                  </a:lnTo>
                  <a:close/>
                </a:path>
                <a:path w="2307590" h="137794">
                  <a:moveTo>
                    <a:pt x="71640" y="3060"/>
                  </a:moveTo>
                  <a:lnTo>
                    <a:pt x="65544" y="3060"/>
                  </a:lnTo>
                  <a:lnTo>
                    <a:pt x="65544" y="6108"/>
                  </a:lnTo>
                  <a:lnTo>
                    <a:pt x="57924" y="13728"/>
                  </a:lnTo>
                  <a:lnTo>
                    <a:pt x="51828" y="16776"/>
                  </a:lnTo>
                  <a:lnTo>
                    <a:pt x="51828" y="24396"/>
                  </a:lnTo>
                  <a:lnTo>
                    <a:pt x="54876" y="21348"/>
                  </a:lnTo>
                  <a:lnTo>
                    <a:pt x="57924" y="19824"/>
                  </a:lnTo>
                  <a:lnTo>
                    <a:pt x="59448" y="18300"/>
                  </a:lnTo>
                  <a:lnTo>
                    <a:pt x="62496" y="16776"/>
                  </a:lnTo>
                  <a:lnTo>
                    <a:pt x="64020" y="15252"/>
                  </a:lnTo>
                  <a:lnTo>
                    <a:pt x="64020" y="59448"/>
                  </a:lnTo>
                  <a:lnTo>
                    <a:pt x="71640" y="59448"/>
                  </a:lnTo>
                  <a:lnTo>
                    <a:pt x="71640" y="3060"/>
                  </a:lnTo>
                  <a:close/>
                </a:path>
                <a:path w="2307590" h="137794">
                  <a:moveTo>
                    <a:pt x="120396" y="100584"/>
                  </a:moveTo>
                  <a:lnTo>
                    <a:pt x="118872" y="96012"/>
                  </a:lnTo>
                  <a:lnTo>
                    <a:pt x="117348" y="92964"/>
                  </a:lnTo>
                  <a:lnTo>
                    <a:pt x="115824" y="88392"/>
                  </a:lnTo>
                  <a:lnTo>
                    <a:pt x="114300" y="86868"/>
                  </a:lnTo>
                  <a:lnTo>
                    <a:pt x="112776" y="85344"/>
                  </a:lnTo>
                  <a:lnTo>
                    <a:pt x="112776" y="96012"/>
                  </a:lnTo>
                  <a:lnTo>
                    <a:pt x="112776" y="103632"/>
                  </a:lnTo>
                  <a:lnTo>
                    <a:pt x="111252" y="106680"/>
                  </a:lnTo>
                  <a:lnTo>
                    <a:pt x="109728" y="108204"/>
                  </a:lnTo>
                  <a:lnTo>
                    <a:pt x="108204" y="111252"/>
                  </a:lnTo>
                  <a:lnTo>
                    <a:pt x="96012" y="111252"/>
                  </a:lnTo>
                  <a:lnTo>
                    <a:pt x="94488" y="108204"/>
                  </a:lnTo>
                  <a:lnTo>
                    <a:pt x="91440" y="106680"/>
                  </a:lnTo>
                  <a:lnTo>
                    <a:pt x="91440" y="92964"/>
                  </a:lnTo>
                  <a:lnTo>
                    <a:pt x="94488" y="91440"/>
                  </a:lnTo>
                  <a:lnTo>
                    <a:pt x="96012" y="88392"/>
                  </a:lnTo>
                  <a:lnTo>
                    <a:pt x="99060" y="86868"/>
                  </a:lnTo>
                  <a:lnTo>
                    <a:pt x="105156" y="86868"/>
                  </a:lnTo>
                  <a:lnTo>
                    <a:pt x="108204" y="88392"/>
                  </a:lnTo>
                  <a:lnTo>
                    <a:pt x="109728" y="91440"/>
                  </a:lnTo>
                  <a:lnTo>
                    <a:pt x="111252" y="92964"/>
                  </a:lnTo>
                  <a:lnTo>
                    <a:pt x="112776" y="96012"/>
                  </a:lnTo>
                  <a:lnTo>
                    <a:pt x="112776" y="85344"/>
                  </a:lnTo>
                  <a:lnTo>
                    <a:pt x="111252" y="83820"/>
                  </a:lnTo>
                  <a:lnTo>
                    <a:pt x="105156" y="80772"/>
                  </a:lnTo>
                  <a:lnTo>
                    <a:pt x="96012" y="80772"/>
                  </a:lnTo>
                  <a:lnTo>
                    <a:pt x="91440" y="82296"/>
                  </a:lnTo>
                  <a:lnTo>
                    <a:pt x="88392" y="86868"/>
                  </a:lnTo>
                  <a:lnTo>
                    <a:pt x="85344" y="89916"/>
                  </a:lnTo>
                  <a:lnTo>
                    <a:pt x="83820" y="94488"/>
                  </a:lnTo>
                  <a:lnTo>
                    <a:pt x="83820" y="105156"/>
                  </a:lnTo>
                  <a:lnTo>
                    <a:pt x="85344" y="109728"/>
                  </a:lnTo>
                  <a:lnTo>
                    <a:pt x="91440" y="115824"/>
                  </a:lnTo>
                  <a:lnTo>
                    <a:pt x="94488" y="117348"/>
                  </a:lnTo>
                  <a:lnTo>
                    <a:pt x="105156" y="117348"/>
                  </a:lnTo>
                  <a:lnTo>
                    <a:pt x="106680" y="115824"/>
                  </a:lnTo>
                  <a:lnTo>
                    <a:pt x="109728" y="114300"/>
                  </a:lnTo>
                  <a:lnTo>
                    <a:pt x="112776" y="111252"/>
                  </a:lnTo>
                  <a:lnTo>
                    <a:pt x="112776" y="117348"/>
                  </a:lnTo>
                  <a:lnTo>
                    <a:pt x="111252" y="120396"/>
                  </a:lnTo>
                  <a:lnTo>
                    <a:pt x="111252" y="123444"/>
                  </a:lnTo>
                  <a:lnTo>
                    <a:pt x="109728" y="124968"/>
                  </a:lnTo>
                  <a:lnTo>
                    <a:pt x="109728" y="128016"/>
                  </a:lnTo>
                  <a:lnTo>
                    <a:pt x="108204" y="129540"/>
                  </a:lnTo>
                  <a:lnTo>
                    <a:pt x="106680" y="129540"/>
                  </a:lnTo>
                  <a:lnTo>
                    <a:pt x="105156" y="131064"/>
                  </a:lnTo>
                  <a:lnTo>
                    <a:pt x="97536" y="131064"/>
                  </a:lnTo>
                  <a:lnTo>
                    <a:pt x="92964" y="126492"/>
                  </a:lnTo>
                  <a:lnTo>
                    <a:pt x="92964" y="123444"/>
                  </a:lnTo>
                  <a:lnTo>
                    <a:pt x="85344" y="123444"/>
                  </a:lnTo>
                  <a:lnTo>
                    <a:pt x="85344" y="128016"/>
                  </a:lnTo>
                  <a:lnTo>
                    <a:pt x="86868" y="131064"/>
                  </a:lnTo>
                  <a:lnTo>
                    <a:pt x="92964" y="137160"/>
                  </a:lnTo>
                  <a:lnTo>
                    <a:pt x="108204" y="137160"/>
                  </a:lnTo>
                  <a:lnTo>
                    <a:pt x="111252" y="134112"/>
                  </a:lnTo>
                  <a:lnTo>
                    <a:pt x="114300" y="132588"/>
                  </a:lnTo>
                  <a:lnTo>
                    <a:pt x="115062" y="131064"/>
                  </a:lnTo>
                  <a:lnTo>
                    <a:pt x="115824" y="129540"/>
                  </a:lnTo>
                  <a:lnTo>
                    <a:pt x="118872" y="120396"/>
                  </a:lnTo>
                  <a:lnTo>
                    <a:pt x="120396" y="114300"/>
                  </a:lnTo>
                  <a:lnTo>
                    <a:pt x="120396" y="100584"/>
                  </a:lnTo>
                  <a:close/>
                </a:path>
                <a:path w="2307590" h="137794">
                  <a:moveTo>
                    <a:pt x="163080" y="114300"/>
                  </a:moveTo>
                  <a:lnTo>
                    <a:pt x="161556" y="109728"/>
                  </a:lnTo>
                  <a:lnTo>
                    <a:pt x="158508" y="106680"/>
                  </a:lnTo>
                  <a:lnTo>
                    <a:pt x="155460" y="102108"/>
                  </a:lnTo>
                  <a:lnTo>
                    <a:pt x="155460" y="112776"/>
                  </a:lnTo>
                  <a:lnTo>
                    <a:pt x="155460" y="126492"/>
                  </a:lnTo>
                  <a:lnTo>
                    <a:pt x="150888" y="131064"/>
                  </a:lnTo>
                  <a:lnTo>
                    <a:pt x="141744" y="131064"/>
                  </a:lnTo>
                  <a:lnTo>
                    <a:pt x="140220" y="129540"/>
                  </a:lnTo>
                  <a:lnTo>
                    <a:pt x="138696" y="129540"/>
                  </a:lnTo>
                  <a:lnTo>
                    <a:pt x="137172" y="128016"/>
                  </a:lnTo>
                  <a:lnTo>
                    <a:pt x="135648" y="124968"/>
                  </a:lnTo>
                  <a:lnTo>
                    <a:pt x="135648" y="123444"/>
                  </a:lnTo>
                  <a:lnTo>
                    <a:pt x="134124" y="120396"/>
                  </a:lnTo>
                  <a:lnTo>
                    <a:pt x="134124" y="115824"/>
                  </a:lnTo>
                  <a:lnTo>
                    <a:pt x="137172" y="109728"/>
                  </a:lnTo>
                  <a:lnTo>
                    <a:pt x="140220" y="108204"/>
                  </a:lnTo>
                  <a:lnTo>
                    <a:pt x="141744" y="106680"/>
                  </a:lnTo>
                  <a:lnTo>
                    <a:pt x="149364" y="106680"/>
                  </a:lnTo>
                  <a:lnTo>
                    <a:pt x="150888" y="108204"/>
                  </a:lnTo>
                  <a:lnTo>
                    <a:pt x="153936" y="109728"/>
                  </a:lnTo>
                  <a:lnTo>
                    <a:pt x="155460" y="112776"/>
                  </a:lnTo>
                  <a:lnTo>
                    <a:pt x="155460" y="102108"/>
                  </a:lnTo>
                  <a:lnTo>
                    <a:pt x="152412" y="100584"/>
                  </a:lnTo>
                  <a:lnTo>
                    <a:pt x="144792" y="100584"/>
                  </a:lnTo>
                  <a:lnTo>
                    <a:pt x="143268" y="102108"/>
                  </a:lnTo>
                  <a:lnTo>
                    <a:pt x="140220" y="103632"/>
                  </a:lnTo>
                  <a:lnTo>
                    <a:pt x="138696" y="103632"/>
                  </a:lnTo>
                  <a:lnTo>
                    <a:pt x="134124" y="108204"/>
                  </a:lnTo>
                  <a:lnTo>
                    <a:pt x="134124" y="103632"/>
                  </a:lnTo>
                  <a:lnTo>
                    <a:pt x="135648" y="99060"/>
                  </a:lnTo>
                  <a:lnTo>
                    <a:pt x="135648" y="96012"/>
                  </a:lnTo>
                  <a:lnTo>
                    <a:pt x="138696" y="89916"/>
                  </a:lnTo>
                  <a:lnTo>
                    <a:pt x="140220" y="88392"/>
                  </a:lnTo>
                  <a:lnTo>
                    <a:pt x="141744" y="88392"/>
                  </a:lnTo>
                  <a:lnTo>
                    <a:pt x="144792" y="86868"/>
                  </a:lnTo>
                  <a:lnTo>
                    <a:pt x="147840" y="86868"/>
                  </a:lnTo>
                  <a:lnTo>
                    <a:pt x="150888" y="88392"/>
                  </a:lnTo>
                  <a:lnTo>
                    <a:pt x="152412" y="89916"/>
                  </a:lnTo>
                  <a:lnTo>
                    <a:pt x="152412" y="91440"/>
                  </a:lnTo>
                  <a:lnTo>
                    <a:pt x="153936" y="92964"/>
                  </a:lnTo>
                  <a:lnTo>
                    <a:pt x="153936" y="94488"/>
                  </a:lnTo>
                  <a:lnTo>
                    <a:pt x="161556" y="94488"/>
                  </a:lnTo>
                  <a:lnTo>
                    <a:pt x="161556" y="91440"/>
                  </a:lnTo>
                  <a:lnTo>
                    <a:pt x="160032" y="86868"/>
                  </a:lnTo>
                  <a:lnTo>
                    <a:pt x="156984" y="85344"/>
                  </a:lnTo>
                  <a:lnTo>
                    <a:pt x="153936" y="82296"/>
                  </a:lnTo>
                  <a:lnTo>
                    <a:pt x="150888" y="80772"/>
                  </a:lnTo>
                  <a:lnTo>
                    <a:pt x="140220" y="80772"/>
                  </a:lnTo>
                  <a:lnTo>
                    <a:pt x="135648" y="83820"/>
                  </a:lnTo>
                  <a:lnTo>
                    <a:pt x="132600" y="86868"/>
                  </a:lnTo>
                  <a:lnTo>
                    <a:pt x="129552" y="92964"/>
                  </a:lnTo>
                  <a:lnTo>
                    <a:pt x="126504" y="100584"/>
                  </a:lnTo>
                  <a:lnTo>
                    <a:pt x="126504" y="120396"/>
                  </a:lnTo>
                  <a:lnTo>
                    <a:pt x="129552" y="128016"/>
                  </a:lnTo>
                  <a:lnTo>
                    <a:pt x="132600" y="131064"/>
                  </a:lnTo>
                  <a:lnTo>
                    <a:pt x="135648" y="135636"/>
                  </a:lnTo>
                  <a:lnTo>
                    <a:pt x="140220" y="137160"/>
                  </a:lnTo>
                  <a:lnTo>
                    <a:pt x="152412" y="137160"/>
                  </a:lnTo>
                  <a:lnTo>
                    <a:pt x="158508" y="134112"/>
                  </a:lnTo>
                  <a:lnTo>
                    <a:pt x="160032" y="131064"/>
                  </a:lnTo>
                  <a:lnTo>
                    <a:pt x="163080" y="124968"/>
                  </a:lnTo>
                  <a:lnTo>
                    <a:pt x="163080" y="114300"/>
                  </a:lnTo>
                  <a:close/>
                </a:path>
                <a:path w="2307590" h="137794">
                  <a:moveTo>
                    <a:pt x="208800" y="99060"/>
                  </a:moveTo>
                  <a:lnTo>
                    <a:pt x="207276" y="96012"/>
                  </a:lnTo>
                  <a:lnTo>
                    <a:pt x="207276" y="92964"/>
                  </a:lnTo>
                  <a:lnTo>
                    <a:pt x="205752" y="89916"/>
                  </a:lnTo>
                  <a:lnTo>
                    <a:pt x="204228" y="88392"/>
                  </a:lnTo>
                  <a:lnTo>
                    <a:pt x="203466" y="86868"/>
                  </a:lnTo>
                  <a:lnTo>
                    <a:pt x="202704" y="85344"/>
                  </a:lnTo>
                  <a:lnTo>
                    <a:pt x="201180" y="83820"/>
                  </a:lnTo>
                  <a:lnTo>
                    <a:pt x="201180" y="100584"/>
                  </a:lnTo>
                  <a:lnTo>
                    <a:pt x="201180" y="118872"/>
                  </a:lnTo>
                  <a:lnTo>
                    <a:pt x="199656" y="124968"/>
                  </a:lnTo>
                  <a:lnTo>
                    <a:pt x="198132" y="128016"/>
                  </a:lnTo>
                  <a:lnTo>
                    <a:pt x="196608" y="129540"/>
                  </a:lnTo>
                  <a:lnTo>
                    <a:pt x="193560" y="131064"/>
                  </a:lnTo>
                  <a:lnTo>
                    <a:pt x="187464" y="131064"/>
                  </a:lnTo>
                  <a:lnTo>
                    <a:pt x="184416" y="129540"/>
                  </a:lnTo>
                  <a:lnTo>
                    <a:pt x="182892" y="128016"/>
                  </a:lnTo>
                  <a:lnTo>
                    <a:pt x="181368" y="124968"/>
                  </a:lnTo>
                  <a:lnTo>
                    <a:pt x="179844" y="118872"/>
                  </a:lnTo>
                  <a:lnTo>
                    <a:pt x="179844" y="100584"/>
                  </a:lnTo>
                  <a:lnTo>
                    <a:pt x="181368" y="94488"/>
                  </a:lnTo>
                  <a:lnTo>
                    <a:pt x="184416" y="88392"/>
                  </a:lnTo>
                  <a:lnTo>
                    <a:pt x="187464" y="86868"/>
                  </a:lnTo>
                  <a:lnTo>
                    <a:pt x="193560" y="86868"/>
                  </a:lnTo>
                  <a:lnTo>
                    <a:pt x="196608" y="88392"/>
                  </a:lnTo>
                  <a:lnTo>
                    <a:pt x="199656" y="94488"/>
                  </a:lnTo>
                  <a:lnTo>
                    <a:pt x="201180" y="100584"/>
                  </a:lnTo>
                  <a:lnTo>
                    <a:pt x="201180" y="83820"/>
                  </a:lnTo>
                  <a:lnTo>
                    <a:pt x="199656" y="83820"/>
                  </a:lnTo>
                  <a:lnTo>
                    <a:pt x="193560" y="80772"/>
                  </a:lnTo>
                  <a:lnTo>
                    <a:pt x="185940" y="80772"/>
                  </a:lnTo>
                  <a:lnTo>
                    <a:pt x="179844" y="83820"/>
                  </a:lnTo>
                  <a:lnTo>
                    <a:pt x="175272" y="88392"/>
                  </a:lnTo>
                  <a:lnTo>
                    <a:pt x="173748" y="92964"/>
                  </a:lnTo>
                  <a:lnTo>
                    <a:pt x="173748" y="97536"/>
                  </a:lnTo>
                  <a:lnTo>
                    <a:pt x="172224" y="103632"/>
                  </a:lnTo>
                  <a:lnTo>
                    <a:pt x="172224" y="120396"/>
                  </a:lnTo>
                  <a:lnTo>
                    <a:pt x="173748" y="128016"/>
                  </a:lnTo>
                  <a:lnTo>
                    <a:pt x="181368" y="135636"/>
                  </a:lnTo>
                  <a:lnTo>
                    <a:pt x="185940" y="137160"/>
                  </a:lnTo>
                  <a:lnTo>
                    <a:pt x="198132" y="137160"/>
                  </a:lnTo>
                  <a:lnTo>
                    <a:pt x="201180" y="134112"/>
                  </a:lnTo>
                  <a:lnTo>
                    <a:pt x="204228" y="132588"/>
                  </a:lnTo>
                  <a:lnTo>
                    <a:pt x="204990" y="131064"/>
                  </a:lnTo>
                  <a:lnTo>
                    <a:pt x="205752" y="129540"/>
                  </a:lnTo>
                  <a:lnTo>
                    <a:pt x="207276" y="124968"/>
                  </a:lnTo>
                  <a:lnTo>
                    <a:pt x="208800" y="121920"/>
                  </a:lnTo>
                  <a:lnTo>
                    <a:pt x="208800" y="99060"/>
                  </a:lnTo>
                  <a:close/>
                </a:path>
                <a:path w="2307590" h="137794">
                  <a:moveTo>
                    <a:pt x="1475232" y="88404"/>
                  </a:moveTo>
                  <a:lnTo>
                    <a:pt x="1469136" y="82308"/>
                  </a:lnTo>
                  <a:lnTo>
                    <a:pt x="1464564" y="80784"/>
                  </a:lnTo>
                  <a:lnTo>
                    <a:pt x="1453896" y="80784"/>
                  </a:lnTo>
                  <a:lnTo>
                    <a:pt x="1450848" y="82308"/>
                  </a:lnTo>
                  <a:lnTo>
                    <a:pt x="1444752" y="88404"/>
                  </a:lnTo>
                  <a:lnTo>
                    <a:pt x="1443228" y="91452"/>
                  </a:lnTo>
                  <a:lnTo>
                    <a:pt x="1441704" y="96024"/>
                  </a:lnTo>
                  <a:lnTo>
                    <a:pt x="1449324" y="97548"/>
                  </a:lnTo>
                  <a:lnTo>
                    <a:pt x="1449324" y="94500"/>
                  </a:lnTo>
                  <a:lnTo>
                    <a:pt x="1450848" y="91452"/>
                  </a:lnTo>
                  <a:lnTo>
                    <a:pt x="1453896" y="88404"/>
                  </a:lnTo>
                  <a:lnTo>
                    <a:pt x="1456944" y="86880"/>
                  </a:lnTo>
                  <a:lnTo>
                    <a:pt x="1461516" y="86880"/>
                  </a:lnTo>
                  <a:lnTo>
                    <a:pt x="1464564" y="88404"/>
                  </a:lnTo>
                  <a:lnTo>
                    <a:pt x="1467612" y="91452"/>
                  </a:lnTo>
                  <a:lnTo>
                    <a:pt x="1467612" y="102120"/>
                  </a:lnTo>
                  <a:lnTo>
                    <a:pt x="1466088" y="105168"/>
                  </a:lnTo>
                  <a:lnTo>
                    <a:pt x="1463040" y="106692"/>
                  </a:lnTo>
                  <a:lnTo>
                    <a:pt x="1459992" y="111264"/>
                  </a:lnTo>
                  <a:lnTo>
                    <a:pt x="1453896" y="117360"/>
                  </a:lnTo>
                  <a:lnTo>
                    <a:pt x="1449324" y="120408"/>
                  </a:lnTo>
                  <a:lnTo>
                    <a:pt x="1446276" y="121932"/>
                  </a:lnTo>
                  <a:lnTo>
                    <a:pt x="1443228" y="128028"/>
                  </a:lnTo>
                  <a:lnTo>
                    <a:pt x="1441704" y="129552"/>
                  </a:lnTo>
                  <a:lnTo>
                    <a:pt x="1441704" y="134124"/>
                  </a:lnTo>
                  <a:lnTo>
                    <a:pt x="1440180" y="135648"/>
                  </a:lnTo>
                  <a:lnTo>
                    <a:pt x="1440180" y="137172"/>
                  </a:lnTo>
                  <a:lnTo>
                    <a:pt x="1475232" y="137172"/>
                  </a:lnTo>
                  <a:lnTo>
                    <a:pt x="1475232" y="129552"/>
                  </a:lnTo>
                  <a:lnTo>
                    <a:pt x="1452372" y="129552"/>
                  </a:lnTo>
                  <a:lnTo>
                    <a:pt x="1452372" y="128028"/>
                  </a:lnTo>
                  <a:lnTo>
                    <a:pt x="1453896" y="126504"/>
                  </a:lnTo>
                  <a:lnTo>
                    <a:pt x="1453896" y="124980"/>
                  </a:lnTo>
                  <a:lnTo>
                    <a:pt x="1456944" y="123456"/>
                  </a:lnTo>
                  <a:lnTo>
                    <a:pt x="1459992" y="118884"/>
                  </a:lnTo>
                  <a:lnTo>
                    <a:pt x="1464564" y="115836"/>
                  </a:lnTo>
                  <a:lnTo>
                    <a:pt x="1472184" y="108216"/>
                  </a:lnTo>
                  <a:lnTo>
                    <a:pt x="1473708" y="105168"/>
                  </a:lnTo>
                  <a:lnTo>
                    <a:pt x="1475232" y="103644"/>
                  </a:lnTo>
                  <a:lnTo>
                    <a:pt x="1475232" y="88404"/>
                  </a:lnTo>
                  <a:close/>
                </a:path>
                <a:path w="2307590" h="137794">
                  <a:moveTo>
                    <a:pt x="1522488" y="103632"/>
                  </a:moveTo>
                  <a:lnTo>
                    <a:pt x="1520964" y="99060"/>
                  </a:lnTo>
                  <a:lnTo>
                    <a:pt x="1520964" y="96012"/>
                  </a:lnTo>
                  <a:lnTo>
                    <a:pt x="1519440" y="92964"/>
                  </a:lnTo>
                  <a:lnTo>
                    <a:pt x="1519440" y="89916"/>
                  </a:lnTo>
                  <a:lnTo>
                    <a:pt x="1517916" y="88392"/>
                  </a:lnTo>
                  <a:lnTo>
                    <a:pt x="1517154" y="86868"/>
                  </a:lnTo>
                  <a:lnTo>
                    <a:pt x="1516392" y="85344"/>
                  </a:lnTo>
                  <a:lnTo>
                    <a:pt x="1514868" y="83820"/>
                  </a:lnTo>
                  <a:lnTo>
                    <a:pt x="1514868" y="100584"/>
                  </a:lnTo>
                  <a:lnTo>
                    <a:pt x="1514868" y="118872"/>
                  </a:lnTo>
                  <a:lnTo>
                    <a:pt x="1513344" y="124968"/>
                  </a:lnTo>
                  <a:lnTo>
                    <a:pt x="1511820" y="128016"/>
                  </a:lnTo>
                  <a:lnTo>
                    <a:pt x="1508772" y="129540"/>
                  </a:lnTo>
                  <a:lnTo>
                    <a:pt x="1507248" y="131064"/>
                  </a:lnTo>
                  <a:lnTo>
                    <a:pt x="1501152" y="131064"/>
                  </a:lnTo>
                  <a:lnTo>
                    <a:pt x="1498104" y="129540"/>
                  </a:lnTo>
                  <a:lnTo>
                    <a:pt x="1493532" y="124968"/>
                  </a:lnTo>
                  <a:lnTo>
                    <a:pt x="1493532" y="94488"/>
                  </a:lnTo>
                  <a:lnTo>
                    <a:pt x="1496580" y="91440"/>
                  </a:lnTo>
                  <a:lnTo>
                    <a:pt x="1498104" y="88392"/>
                  </a:lnTo>
                  <a:lnTo>
                    <a:pt x="1501152" y="86868"/>
                  </a:lnTo>
                  <a:lnTo>
                    <a:pt x="1507248" y="86868"/>
                  </a:lnTo>
                  <a:lnTo>
                    <a:pt x="1510296" y="88392"/>
                  </a:lnTo>
                  <a:lnTo>
                    <a:pt x="1513344" y="94488"/>
                  </a:lnTo>
                  <a:lnTo>
                    <a:pt x="1514868" y="100584"/>
                  </a:lnTo>
                  <a:lnTo>
                    <a:pt x="1514868" y="83820"/>
                  </a:lnTo>
                  <a:lnTo>
                    <a:pt x="1511820" y="83820"/>
                  </a:lnTo>
                  <a:lnTo>
                    <a:pt x="1510296" y="82296"/>
                  </a:lnTo>
                  <a:lnTo>
                    <a:pt x="1507248" y="80772"/>
                  </a:lnTo>
                  <a:lnTo>
                    <a:pt x="1499628" y="80772"/>
                  </a:lnTo>
                  <a:lnTo>
                    <a:pt x="1490484" y="85344"/>
                  </a:lnTo>
                  <a:lnTo>
                    <a:pt x="1488960" y="88392"/>
                  </a:lnTo>
                  <a:lnTo>
                    <a:pt x="1485912" y="97536"/>
                  </a:lnTo>
                  <a:lnTo>
                    <a:pt x="1485912" y="120396"/>
                  </a:lnTo>
                  <a:lnTo>
                    <a:pt x="1487436" y="128016"/>
                  </a:lnTo>
                  <a:lnTo>
                    <a:pt x="1490484" y="132588"/>
                  </a:lnTo>
                  <a:lnTo>
                    <a:pt x="1493532" y="135636"/>
                  </a:lnTo>
                  <a:lnTo>
                    <a:pt x="1498104" y="137160"/>
                  </a:lnTo>
                  <a:lnTo>
                    <a:pt x="1511820" y="137160"/>
                  </a:lnTo>
                  <a:lnTo>
                    <a:pt x="1513344" y="134112"/>
                  </a:lnTo>
                  <a:lnTo>
                    <a:pt x="1516392" y="132588"/>
                  </a:lnTo>
                  <a:lnTo>
                    <a:pt x="1517154" y="131064"/>
                  </a:lnTo>
                  <a:lnTo>
                    <a:pt x="1517916" y="129540"/>
                  </a:lnTo>
                  <a:lnTo>
                    <a:pt x="1519440" y="124968"/>
                  </a:lnTo>
                  <a:lnTo>
                    <a:pt x="1520964" y="121920"/>
                  </a:lnTo>
                  <a:lnTo>
                    <a:pt x="1522488" y="115824"/>
                  </a:lnTo>
                  <a:lnTo>
                    <a:pt x="1522488" y="103632"/>
                  </a:lnTo>
                  <a:close/>
                </a:path>
                <a:path w="2307590" h="137794">
                  <a:moveTo>
                    <a:pt x="1565148" y="99060"/>
                  </a:moveTo>
                  <a:lnTo>
                    <a:pt x="1563624" y="96012"/>
                  </a:lnTo>
                  <a:lnTo>
                    <a:pt x="1563624" y="92964"/>
                  </a:lnTo>
                  <a:lnTo>
                    <a:pt x="1562100" y="89916"/>
                  </a:lnTo>
                  <a:lnTo>
                    <a:pt x="1560576" y="88392"/>
                  </a:lnTo>
                  <a:lnTo>
                    <a:pt x="1560576" y="86868"/>
                  </a:lnTo>
                  <a:lnTo>
                    <a:pt x="1560576" y="85344"/>
                  </a:lnTo>
                  <a:lnTo>
                    <a:pt x="1557528" y="83820"/>
                  </a:lnTo>
                  <a:lnTo>
                    <a:pt x="1557528" y="94488"/>
                  </a:lnTo>
                  <a:lnTo>
                    <a:pt x="1557528" y="124968"/>
                  </a:lnTo>
                  <a:lnTo>
                    <a:pt x="1552956" y="129540"/>
                  </a:lnTo>
                  <a:lnTo>
                    <a:pt x="1549908" y="131064"/>
                  </a:lnTo>
                  <a:lnTo>
                    <a:pt x="1543812" y="131064"/>
                  </a:lnTo>
                  <a:lnTo>
                    <a:pt x="1542288" y="129540"/>
                  </a:lnTo>
                  <a:lnTo>
                    <a:pt x="1539240" y="128016"/>
                  </a:lnTo>
                  <a:lnTo>
                    <a:pt x="1537716" y="124968"/>
                  </a:lnTo>
                  <a:lnTo>
                    <a:pt x="1536192" y="118872"/>
                  </a:lnTo>
                  <a:lnTo>
                    <a:pt x="1536192" y="100584"/>
                  </a:lnTo>
                  <a:lnTo>
                    <a:pt x="1537716" y="94488"/>
                  </a:lnTo>
                  <a:lnTo>
                    <a:pt x="1539240" y="91440"/>
                  </a:lnTo>
                  <a:lnTo>
                    <a:pt x="1543812" y="86868"/>
                  </a:lnTo>
                  <a:lnTo>
                    <a:pt x="1549908" y="86868"/>
                  </a:lnTo>
                  <a:lnTo>
                    <a:pt x="1552956" y="88392"/>
                  </a:lnTo>
                  <a:lnTo>
                    <a:pt x="1554480" y="91440"/>
                  </a:lnTo>
                  <a:lnTo>
                    <a:pt x="1557528" y="94488"/>
                  </a:lnTo>
                  <a:lnTo>
                    <a:pt x="1557528" y="83820"/>
                  </a:lnTo>
                  <a:lnTo>
                    <a:pt x="1556004" y="83820"/>
                  </a:lnTo>
                  <a:lnTo>
                    <a:pt x="1549908" y="80772"/>
                  </a:lnTo>
                  <a:lnTo>
                    <a:pt x="1543812" y="80772"/>
                  </a:lnTo>
                  <a:lnTo>
                    <a:pt x="1539240" y="82296"/>
                  </a:lnTo>
                  <a:lnTo>
                    <a:pt x="1537716" y="83820"/>
                  </a:lnTo>
                  <a:lnTo>
                    <a:pt x="1534668" y="85344"/>
                  </a:lnTo>
                  <a:lnTo>
                    <a:pt x="1531620" y="88392"/>
                  </a:lnTo>
                  <a:lnTo>
                    <a:pt x="1531620" y="92964"/>
                  </a:lnTo>
                  <a:lnTo>
                    <a:pt x="1530096" y="97536"/>
                  </a:lnTo>
                  <a:lnTo>
                    <a:pt x="1528572" y="103632"/>
                  </a:lnTo>
                  <a:lnTo>
                    <a:pt x="1528572" y="120396"/>
                  </a:lnTo>
                  <a:lnTo>
                    <a:pt x="1530096" y="128016"/>
                  </a:lnTo>
                  <a:lnTo>
                    <a:pt x="1537716" y="135636"/>
                  </a:lnTo>
                  <a:lnTo>
                    <a:pt x="1542288" y="137160"/>
                  </a:lnTo>
                  <a:lnTo>
                    <a:pt x="1554480" y="137160"/>
                  </a:lnTo>
                  <a:lnTo>
                    <a:pt x="1557528" y="134112"/>
                  </a:lnTo>
                  <a:lnTo>
                    <a:pt x="1560576" y="132588"/>
                  </a:lnTo>
                  <a:lnTo>
                    <a:pt x="1561338" y="131064"/>
                  </a:lnTo>
                  <a:lnTo>
                    <a:pt x="1562100" y="129540"/>
                  </a:lnTo>
                  <a:lnTo>
                    <a:pt x="1563624" y="124968"/>
                  </a:lnTo>
                  <a:lnTo>
                    <a:pt x="1565148" y="121920"/>
                  </a:lnTo>
                  <a:lnTo>
                    <a:pt x="1565148" y="99060"/>
                  </a:lnTo>
                  <a:close/>
                </a:path>
                <a:path w="2307590" h="137794">
                  <a:moveTo>
                    <a:pt x="1609356" y="103632"/>
                  </a:moveTo>
                  <a:lnTo>
                    <a:pt x="1607832" y="99060"/>
                  </a:lnTo>
                  <a:lnTo>
                    <a:pt x="1607832" y="96012"/>
                  </a:lnTo>
                  <a:lnTo>
                    <a:pt x="1606308" y="92964"/>
                  </a:lnTo>
                  <a:lnTo>
                    <a:pt x="1606308" y="89916"/>
                  </a:lnTo>
                  <a:lnTo>
                    <a:pt x="1604784" y="88392"/>
                  </a:lnTo>
                  <a:lnTo>
                    <a:pt x="1604022" y="86868"/>
                  </a:lnTo>
                  <a:lnTo>
                    <a:pt x="1603260" y="85344"/>
                  </a:lnTo>
                  <a:lnTo>
                    <a:pt x="1601736" y="83820"/>
                  </a:lnTo>
                  <a:lnTo>
                    <a:pt x="1601736" y="100584"/>
                  </a:lnTo>
                  <a:lnTo>
                    <a:pt x="1601736" y="118872"/>
                  </a:lnTo>
                  <a:lnTo>
                    <a:pt x="1600212" y="124968"/>
                  </a:lnTo>
                  <a:lnTo>
                    <a:pt x="1598688" y="128016"/>
                  </a:lnTo>
                  <a:lnTo>
                    <a:pt x="1595640" y="129540"/>
                  </a:lnTo>
                  <a:lnTo>
                    <a:pt x="1594116" y="131064"/>
                  </a:lnTo>
                  <a:lnTo>
                    <a:pt x="1588020" y="131064"/>
                  </a:lnTo>
                  <a:lnTo>
                    <a:pt x="1584972" y="129540"/>
                  </a:lnTo>
                  <a:lnTo>
                    <a:pt x="1580400" y="124968"/>
                  </a:lnTo>
                  <a:lnTo>
                    <a:pt x="1580400" y="94488"/>
                  </a:lnTo>
                  <a:lnTo>
                    <a:pt x="1583448" y="91440"/>
                  </a:lnTo>
                  <a:lnTo>
                    <a:pt x="1584972" y="88392"/>
                  </a:lnTo>
                  <a:lnTo>
                    <a:pt x="1588020" y="86868"/>
                  </a:lnTo>
                  <a:lnTo>
                    <a:pt x="1594116" y="86868"/>
                  </a:lnTo>
                  <a:lnTo>
                    <a:pt x="1597164" y="88392"/>
                  </a:lnTo>
                  <a:lnTo>
                    <a:pt x="1600212" y="94488"/>
                  </a:lnTo>
                  <a:lnTo>
                    <a:pt x="1601736" y="100584"/>
                  </a:lnTo>
                  <a:lnTo>
                    <a:pt x="1601736" y="83820"/>
                  </a:lnTo>
                  <a:lnTo>
                    <a:pt x="1598688" y="83820"/>
                  </a:lnTo>
                  <a:lnTo>
                    <a:pt x="1597164" y="82296"/>
                  </a:lnTo>
                  <a:lnTo>
                    <a:pt x="1594116" y="80772"/>
                  </a:lnTo>
                  <a:lnTo>
                    <a:pt x="1586496" y="80772"/>
                  </a:lnTo>
                  <a:lnTo>
                    <a:pt x="1577352" y="85344"/>
                  </a:lnTo>
                  <a:lnTo>
                    <a:pt x="1575828" y="88392"/>
                  </a:lnTo>
                  <a:lnTo>
                    <a:pt x="1572780" y="97536"/>
                  </a:lnTo>
                  <a:lnTo>
                    <a:pt x="1572780" y="120396"/>
                  </a:lnTo>
                  <a:lnTo>
                    <a:pt x="1574304" y="128016"/>
                  </a:lnTo>
                  <a:lnTo>
                    <a:pt x="1577352" y="132588"/>
                  </a:lnTo>
                  <a:lnTo>
                    <a:pt x="1580400" y="135636"/>
                  </a:lnTo>
                  <a:lnTo>
                    <a:pt x="1584972" y="137160"/>
                  </a:lnTo>
                  <a:lnTo>
                    <a:pt x="1598688" y="137160"/>
                  </a:lnTo>
                  <a:lnTo>
                    <a:pt x="1600212" y="134112"/>
                  </a:lnTo>
                  <a:lnTo>
                    <a:pt x="1603260" y="132588"/>
                  </a:lnTo>
                  <a:lnTo>
                    <a:pt x="1604784" y="131064"/>
                  </a:lnTo>
                  <a:lnTo>
                    <a:pt x="1606308" y="129540"/>
                  </a:lnTo>
                  <a:lnTo>
                    <a:pt x="1606308" y="124968"/>
                  </a:lnTo>
                  <a:lnTo>
                    <a:pt x="1607832" y="121920"/>
                  </a:lnTo>
                  <a:lnTo>
                    <a:pt x="1609356" y="115824"/>
                  </a:lnTo>
                  <a:lnTo>
                    <a:pt x="1609356" y="103632"/>
                  </a:lnTo>
                  <a:close/>
                </a:path>
                <a:path w="2307590" h="137794">
                  <a:moveTo>
                    <a:pt x="2174748" y="92976"/>
                  </a:moveTo>
                  <a:lnTo>
                    <a:pt x="2173224" y="88404"/>
                  </a:lnTo>
                  <a:lnTo>
                    <a:pt x="2167128" y="82308"/>
                  </a:lnTo>
                  <a:lnTo>
                    <a:pt x="2162556" y="80784"/>
                  </a:lnTo>
                  <a:lnTo>
                    <a:pt x="2153412" y="80784"/>
                  </a:lnTo>
                  <a:lnTo>
                    <a:pt x="2148840" y="82308"/>
                  </a:lnTo>
                  <a:lnTo>
                    <a:pt x="2142744" y="88404"/>
                  </a:lnTo>
                  <a:lnTo>
                    <a:pt x="2141220" y="91452"/>
                  </a:lnTo>
                  <a:lnTo>
                    <a:pt x="2141220" y="96024"/>
                  </a:lnTo>
                  <a:lnTo>
                    <a:pt x="2148840" y="97548"/>
                  </a:lnTo>
                  <a:lnTo>
                    <a:pt x="2148840" y="91452"/>
                  </a:lnTo>
                  <a:lnTo>
                    <a:pt x="2151888" y="89928"/>
                  </a:lnTo>
                  <a:lnTo>
                    <a:pt x="2154936" y="86880"/>
                  </a:lnTo>
                  <a:lnTo>
                    <a:pt x="2161032" y="86880"/>
                  </a:lnTo>
                  <a:lnTo>
                    <a:pt x="2165604" y="91452"/>
                  </a:lnTo>
                  <a:lnTo>
                    <a:pt x="2167128" y="94500"/>
                  </a:lnTo>
                  <a:lnTo>
                    <a:pt x="2167128" y="99072"/>
                  </a:lnTo>
                  <a:lnTo>
                    <a:pt x="2164080" y="105168"/>
                  </a:lnTo>
                  <a:lnTo>
                    <a:pt x="2148840" y="120408"/>
                  </a:lnTo>
                  <a:lnTo>
                    <a:pt x="2145792" y="121932"/>
                  </a:lnTo>
                  <a:lnTo>
                    <a:pt x="2142744" y="128028"/>
                  </a:lnTo>
                  <a:lnTo>
                    <a:pt x="2141220" y="129552"/>
                  </a:lnTo>
                  <a:lnTo>
                    <a:pt x="2139696" y="132600"/>
                  </a:lnTo>
                  <a:lnTo>
                    <a:pt x="2139696" y="137172"/>
                  </a:lnTo>
                  <a:lnTo>
                    <a:pt x="2174748" y="137172"/>
                  </a:lnTo>
                  <a:lnTo>
                    <a:pt x="2174748" y="129552"/>
                  </a:lnTo>
                  <a:lnTo>
                    <a:pt x="2150364" y="129552"/>
                  </a:lnTo>
                  <a:lnTo>
                    <a:pt x="2151888" y="128028"/>
                  </a:lnTo>
                  <a:lnTo>
                    <a:pt x="2151888" y="126504"/>
                  </a:lnTo>
                  <a:lnTo>
                    <a:pt x="2159508" y="118884"/>
                  </a:lnTo>
                  <a:lnTo>
                    <a:pt x="2164080" y="115836"/>
                  </a:lnTo>
                  <a:lnTo>
                    <a:pt x="2167128" y="112788"/>
                  </a:lnTo>
                  <a:lnTo>
                    <a:pt x="2168652" y="109740"/>
                  </a:lnTo>
                  <a:lnTo>
                    <a:pt x="2170176" y="108216"/>
                  </a:lnTo>
                  <a:lnTo>
                    <a:pt x="2171700" y="105168"/>
                  </a:lnTo>
                  <a:lnTo>
                    <a:pt x="2173224" y="103644"/>
                  </a:lnTo>
                  <a:lnTo>
                    <a:pt x="2174748" y="100596"/>
                  </a:lnTo>
                  <a:lnTo>
                    <a:pt x="2174748" y="92976"/>
                  </a:lnTo>
                  <a:close/>
                </a:path>
                <a:path w="2307590" h="137794">
                  <a:moveTo>
                    <a:pt x="2218944" y="96012"/>
                  </a:moveTo>
                  <a:lnTo>
                    <a:pt x="2215896" y="89916"/>
                  </a:lnTo>
                  <a:lnTo>
                    <a:pt x="2214372" y="88392"/>
                  </a:lnTo>
                  <a:lnTo>
                    <a:pt x="2214372" y="86868"/>
                  </a:lnTo>
                  <a:lnTo>
                    <a:pt x="2214372" y="85344"/>
                  </a:lnTo>
                  <a:lnTo>
                    <a:pt x="2211324" y="83820"/>
                  </a:lnTo>
                  <a:lnTo>
                    <a:pt x="2211324" y="94488"/>
                  </a:lnTo>
                  <a:lnTo>
                    <a:pt x="2211324" y="124968"/>
                  </a:lnTo>
                  <a:lnTo>
                    <a:pt x="2206752" y="129540"/>
                  </a:lnTo>
                  <a:lnTo>
                    <a:pt x="2203704" y="131064"/>
                  </a:lnTo>
                  <a:lnTo>
                    <a:pt x="2197608" y="131064"/>
                  </a:lnTo>
                  <a:lnTo>
                    <a:pt x="2196084" y="129540"/>
                  </a:lnTo>
                  <a:lnTo>
                    <a:pt x="2193036" y="128016"/>
                  </a:lnTo>
                  <a:lnTo>
                    <a:pt x="2191512" y="124968"/>
                  </a:lnTo>
                  <a:lnTo>
                    <a:pt x="2189988" y="118872"/>
                  </a:lnTo>
                  <a:lnTo>
                    <a:pt x="2189988" y="100584"/>
                  </a:lnTo>
                  <a:lnTo>
                    <a:pt x="2191512" y="94488"/>
                  </a:lnTo>
                  <a:lnTo>
                    <a:pt x="2193036" y="91440"/>
                  </a:lnTo>
                  <a:lnTo>
                    <a:pt x="2197608" y="86868"/>
                  </a:lnTo>
                  <a:lnTo>
                    <a:pt x="2203704" y="86868"/>
                  </a:lnTo>
                  <a:lnTo>
                    <a:pt x="2206752" y="88392"/>
                  </a:lnTo>
                  <a:lnTo>
                    <a:pt x="2208276" y="91440"/>
                  </a:lnTo>
                  <a:lnTo>
                    <a:pt x="2211324" y="94488"/>
                  </a:lnTo>
                  <a:lnTo>
                    <a:pt x="2211324" y="83820"/>
                  </a:lnTo>
                  <a:lnTo>
                    <a:pt x="2209800" y="83820"/>
                  </a:lnTo>
                  <a:lnTo>
                    <a:pt x="2203704" y="80772"/>
                  </a:lnTo>
                  <a:lnTo>
                    <a:pt x="2197608" y="80772"/>
                  </a:lnTo>
                  <a:lnTo>
                    <a:pt x="2193036" y="82296"/>
                  </a:lnTo>
                  <a:lnTo>
                    <a:pt x="2191512" y="83820"/>
                  </a:lnTo>
                  <a:lnTo>
                    <a:pt x="2188464" y="85344"/>
                  </a:lnTo>
                  <a:lnTo>
                    <a:pt x="2186940" y="88392"/>
                  </a:lnTo>
                  <a:lnTo>
                    <a:pt x="2183892" y="97536"/>
                  </a:lnTo>
                  <a:lnTo>
                    <a:pt x="2182368" y="103632"/>
                  </a:lnTo>
                  <a:lnTo>
                    <a:pt x="2182368" y="120396"/>
                  </a:lnTo>
                  <a:lnTo>
                    <a:pt x="2185416" y="128016"/>
                  </a:lnTo>
                  <a:lnTo>
                    <a:pt x="2188464" y="132588"/>
                  </a:lnTo>
                  <a:lnTo>
                    <a:pt x="2191512" y="135636"/>
                  </a:lnTo>
                  <a:lnTo>
                    <a:pt x="2196084" y="137160"/>
                  </a:lnTo>
                  <a:lnTo>
                    <a:pt x="2208276" y="137160"/>
                  </a:lnTo>
                  <a:lnTo>
                    <a:pt x="2211324" y="134112"/>
                  </a:lnTo>
                  <a:lnTo>
                    <a:pt x="2214372" y="132588"/>
                  </a:lnTo>
                  <a:lnTo>
                    <a:pt x="2215134" y="131064"/>
                  </a:lnTo>
                  <a:lnTo>
                    <a:pt x="2215896" y="129540"/>
                  </a:lnTo>
                  <a:lnTo>
                    <a:pt x="2217420" y="124968"/>
                  </a:lnTo>
                  <a:lnTo>
                    <a:pt x="2218944" y="121920"/>
                  </a:lnTo>
                  <a:lnTo>
                    <a:pt x="2218944" y="96012"/>
                  </a:lnTo>
                  <a:close/>
                </a:path>
                <a:path w="2307590" h="137794">
                  <a:moveTo>
                    <a:pt x="2261616" y="92976"/>
                  </a:moveTo>
                  <a:lnTo>
                    <a:pt x="2260092" y="88404"/>
                  </a:lnTo>
                  <a:lnTo>
                    <a:pt x="2253996" y="82308"/>
                  </a:lnTo>
                  <a:lnTo>
                    <a:pt x="2249424" y="80784"/>
                  </a:lnTo>
                  <a:lnTo>
                    <a:pt x="2240280" y="80784"/>
                  </a:lnTo>
                  <a:lnTo>
                    <a:pt x="2235708" y="82308"/>
                  </a:lnTo>
                  <a:lnTo>
                    <a:pt x="2229612" y="88404"/>
                  </a:lnTo>
                  <a:lnTo>
                    <a:pt x="2228088" y="91452"/>
                  </a:lnTo>
                  <a:lnTo>
                    <a:pt x="2228088" y="96024"/>
                  </a:lnTo>
                  <a:lnTo>
                    <a:pt x="2235708" y="97548"/>
                  </a:lnTo>
                  <a:lnTo>
                    <a:pt x="2235708" y="91452"/>
                  </a:lnTo>
                  <a:lnTo>
                    <a:pt x="2238756" y="89928"/>
                  </a:lnTo>
                  <a:lnTo>
                    <a:pt x="2241804" y="86880"/>
                  </a:lnTo>
                  <a:lnTo>
                    <a:pt x="2247900" y="86880"/>
                  </a:lnTo>
                  <a:lnTo>
                    <a:pt x="2252472" y="91452"/>
                  </a:lnTo>
                  <a:lnTo>
                    <a:pt x="2253996" y="94500"/>
                  </a:lnTo>
                  <a:lnTo>
                    <a:pt x="2253996" y="99072"/>
                  </a:lnTo>
                  <a:lnTo>
                    <a:pt x="2250948" y="105168"/>
                  </a:lnTo>
                  <a:lnTo>
                    <a:pt x="2235708" y="120408"/>
                  </a:lnTo>
                  <a:lnTo>
                    <a:pt x="2232660" y="121932"/>
                  </a:lnTo>
                  <a:lnTo>
                    <a:pt x="2229612" y="128028"/>
                  </a:lnTo>
                  <a:lnTo>
                    <a:pt x="2228088" y="129552"/>
                  </a:lnTo>
                  <a:lnTo>
                    <a:pt x="2226564" y="132600"/>
                  </a:lnTo>
                  <a:lnTo>
                    <a:pt x="2226564" y="137172"/>
                  </a:lnTo>
                  <a:lnTo>
                    <a:pt x="2261616" y="137172"/>
                  </a:lnTo>
                  <a:lnTo>
                    <a:pt x="2261616" y="129552"/>
                  </a:lnTo>
                  <a:lnTo>
                    <a:pt x="2237232" y="129552"/>
                  </a:lnTo>
                  <a:lnTo>
                    <a:pt x="2238756" y="128028"/>
                  </a:lnTo>
                  <a:lnTo>
                    <a:pt x="2238756" y="126504"/>
                  </a:lnTo>
                  <a:lnTo>
                    <a:pt x="2246376" y="118884"/>
                  </a:lnTo>
                  <a:lnTo>
                    <a:pt x="2250948" y="115836"/>
                  </a:lnTo>
                  <a:lnTo>
                    <a:pt x="2253996" y="112788"/>
                  </a:lnTo>
                  <a:lnTo>
                    <a:pt x="2255520" y="109740"/>
                  </a:lnTo>
                  <a:lnTo>
                    <a:pt x="2257044" y="108216"/>
                  </a:lnTo>
                  <a:lnTo>
                    <a:pt x="2258568" y="105168"/>
                  </a:lnTo>
                  <a:lnTo>
                    <a:pt x="2260092" y="103644"/>
                  </a:lnTo>
                  <a:lnTo>
                    <a:pt x="2261616" y="100596"/>
                  </a:lnTo>
                  <a:lnTo>
                    <a:pt x="2261616" y="92976"/>
                  </a:lnTo>
                  <a:close/>
                </a:path>
                <a:path w="2307590" h="137794">
                  <a:moveTo>
                    <a:pt x="2307348" y="96012"/>
                  </a:moveTo>
                  <a:lnTo>
                    <a:pt x="2304300" y="89916"/>
                  </a:lnTo>
                  <a:lnTo>
                    <a:pt x="2304300" y="88392"/>
                  </a:lnTo>
                  <a:lnTo>
                    <a:pt x="2303538" y="86868"/>
                  </a:lnTo>
                  <a:lnTo>
                    <a:pt x="2302776" y="85344"/>
                  </a:lnTo>
                  <a:lnTo>
                    <a:pt x="2299728" y="83820"/>
                  </a:lnTo>
                  <a:lnTo>
                    <a:pt x="2299728" y="94488"/>
                  </a:lnTo>
                  <a:lnTo>
                    <a:pt x="2299728" y="124968"/>
                  </a:lnTo>
                  <a:lnTo>
                    <a:pt x="2295156" y="129540"/>
                  </a:lnTo>
                  <a:lnTo>
                    <a:pt x="2292108" y="131064"/>
                  </a:lnTo>
                  <a:lnTo>
                    <a:pt x="2286012" y="131064"/>
                  </a:lnTo>
                  <a:lnTo>
                    <a:pt x="2284488" y="129540"/>
                  </a:lnTo>
                  <a:lnTo>
                    <a:pt x="2281440" y="128016"/>
                  </a:lnTo>
                  <a:lnTo>
                    <a:pt x="2279916" y="124968"/>
                  </a:lnTo>
                  <a:lnTo>
                    <a:pt x="2278392" y="118872"/>
                  </a:lnTo>
                  <a:lnTo>
                    <a:pt x="2278392" y="100584"/>
                  </a:lnTo>
                  <a:lnTo>
                    <a:pt x="2279916" y="94488"/>
                  </a:lnTo>
                  <a:lnTo>
                    <a:pt x="2281440" y="91440"/>
                  </a:lnTo>
                  <a:lnTo>
                    <a:pt x="2286012" y="86868"/>
                  </a:lnTo>
                  <a:lnTo>
                    <a:pt x="2293632" y="86868"/>
                  </a:lnTo>
                  <a:lnTo>
                    <a:pt x="2295156" y="88392"/>
                  </a:lnTo>
                  <a:lnTo>
                    <a:pt x="2296680" y="91440"/>
                  </a:lnTo>
                  <a:lnTo>
                    <a:pt x="2299728" y="94488"/>
                  </a:lnTo>
                  <a:lnTo>
                    <a:pt x="2299728" y="83820"/>
                  </a:lnTo>
                  <a:lnTo>
                    <a:pt x="2298204" y="83820"/>
                  </a:lnTo>
                  <a:lnTo>
                    <a:pt x="2292108" y="80772"/>
                  </a:lnTo>
                  <a:lnTo>
                    <a:pt x="2286012" y="80772"/>
                  </a:lnTo>
                  <a:lnTo>
                    <a:pt x="2281440" y="82296"/>
                  </a:lnTo>
                  <a:lnTo>
                    <a:pt x="2279916" y="83820"/>
                  </a:lnTo>
                  <a:lnTo>
                    <a:pt x="2276868" y="85344"/>
                  </a:lnTo>
                  <a:lnTo>
                    <a:pt x="2275344" y="88392"/>
                  </a:lnTo>
                  <a:lnTo>
                    <a:pt x="2272296" y="97536"/>
                  </a:lnTo>
                  <a:lnTo>
                    <a:pt x="2270772" y="103632"/>
                  </a:lnTo>
                  <a:lnTo>
                    <a:pt x="2270772" y="120396"/>
                  </a:lnTo>
                  <a:lnTo>
                    <a:pt x="2273820" y="128016"/>
                  </a:lnTo>
                  <a:lnTo>
                    <a:pt x="2276868" y="132588"/>
                  </a:lnTo>
                  <a:lnTo>
                    <a:pt x="2279916" y="135636"/>
                  </a:lnTo>
                  <a:lnTo>
                    <a:pt x="2284488" y="137160"/>
                  </a:lnTo>
                  <a:lnTo>
                    <a:pt x="2296680" y="137160"/>
                  </a:lnTo>
                  <a:lnTo>
                    <a:pt x="2299728" y="134112"/>
                  </a:lnTo>
                  <a:lnTo>
                    <a:pt x="2302776" y="132588"/>
                  </a:lnTo>
                  <a:lnTo>
                    <a:pt x="2303538" y="131064"/>
                  </a:lnTo>
                  <a:lnTo>
                    <a:pt x="2304300" y="129540"/>
                  </a:lnTo>
                  <a:lnTo>
                    <a:pt x="2305824" y="124968"/>
                  </a:lnTo>
                  <a:lnTo>
                    <a:pt x="2307348" y="121920"/>
                  </a:lnTo>
                  <a:lnTo>
                    <a:pt x="2307348" y="96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44056" y="1665732"/>
              <a:ext cx="96011" cy="67208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10855" y="2939795"/>
              <a:ext cx="723900" cy="214884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7050023" y="1371600"/>
              <a:ext cx="1870075" cy="1449705"/>
            </a:xfrm>
            <a:custGeom>
              <a:avLst/>
              <a:gdLst/>
              <a:ahLst/>
              <a:cxnLst/>
              <a:rect l="l" t="t" r="r" b="b"/>
              <a:pathLst>
                <a:path w="1870075" h="1449705">
                  <a:moveTo>
                    <a:pt x="1865376" y="1449324"/>
                  </a:moveTo>
                  <a:lnTo>
                    <a:pt x="0" y="9144"/>
                  </a:lnTo>
                  <a:lnTo>
                    <a:pt x="4572" y="0"/>
                  </a:lnTo>
                  <a:lnTo>
                    <a:pt x="1869948" y="1440180"/>
                  </a:lnTo>
                  <a:lnTo>
                    <a:pt x="1865376" y="1449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49796" y="2273808"/>
              <a:ext cx="70103" cy="65532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861048" y="2276855"/>
              <a:ext cx="45720" cy="56515"/>
            </a:xfrm>
            <a:custGeom>
              <a:avLst/>
              <a:gdLst/>
              <a:ahLst/>
              <a:cxnLst/>
              <a:rect l="l" t="t" r="r" b="b"/>
              <a:pathLst>
                <a:path w="45720" h="56514">
                  <a:moveTo>
                    <a:pt x="45720" y="56387"/>
                  </a:moveTo>
                  <a:lnTo>
                    <a:pt x="36576" y="56387"/>
                  </a:lnTo>
                  <a:lnTo>
                    <a:pt x="15240" y="28955"/>
                  </a:lnTo>
                  <a:lnTo>
                    <a:pt x="7620" y="36575"/>
                  </a:lnTo>
                  <a:lnTo>
                    <a:pt x="7620" y="56387"/>
                  </a:lnTo>
                  <a:lnTo>
                    <a:pt x="0" y="56387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25907"/>
                  </a:lnTo>
                  <a:lnTo>
                    <a:pt x="33528" y="0"/>
                  </a:lnTo>
                  <a:lnTo>
                    <a:pt x="44196" y="0"/>
                  </a:lnTo>
                  <a:lnTo>
                    <a:pt x="21336" y="22859"/>
                  </a:lnTo>
                  <a:lnTo>
                    <a:pt x="45720" y="56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49796" y="1693164"/>
              <a:ext cx="70103" cy="65532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861048" y="1696211"/>
              <a:ext cx="53340" cy="56515"/>
            </a:xfrm>
            <a:custGeom>
              <a:avLst/>
              <a:gdLst/>
              <a:ahLst/>
              <a:cxnLst/>
              <a:rect l="l" t="t" r="r" b="b"/>
              <a:pathLst>
                <a:path w="53340" h="56514">
                  <a:moveTo>
                    <a:pt x="53340" y="56387"/>
                  </a:moveTo>
                  <a:lnTo>
                    <a:pt x="45720" y="56387"/>
                  </a:lnTo>
                  <a:lnTo>
                    <a:pt x="45720" y="7619"/>
                  </a:lnTo>
                  <a:lnTo>
                    <a:pt x="30480" y="56387"/>
                  </a:lnTo>
                  <a:lnTo>
                    <a:pt x="22860" y="56387"/>
                  </a:lnTo>
                  <a:lnTo>
                    <a:pt x="7620" y="7619"/>
                  </a:lnTo>
                  <a:lnTo>
                    <a:pt x="7620" y="56387"/>
                  </a:lnTo>
                  <a:lnTo>
                    <a:pt x="0" y="56387"/>
                  </a:lnTo>
                  <a:lnTo>
                    <a:pt x="0" y="0"/>
                  </a:lnTo>
                  <a:lnTo>
                    <a:pt x="10668" y="0"/>
                  </a:lnTo>
                  <a:lnTo>
                    <a:pt x="24384" y="39623"/>
                  </a:lnTo>
                  <a:lnTo>
                    <a:pt x="24384" y="42671"/>
                  </a:lnTo>
                  <a:lnTo>
                    <a:pt x="25908" y="45719"/>
                  </a:lnTo>
                  <a:lnTo>
                    <a:pt x="25908" y="47243"/>
                  </a:lnTo>
                  <a:lnTo>
                    <a:pt x="27432" y="45719"/>
                  </a:lnTo>
                  <a:lnTo>
                    <a:pt x="27432" y="42671"/>
                  </a:lnTo>
                  <a:lnTo>
                    <a:pt x="41148" y="0"/>
                  </a:lnTo>
                  <a:lnTo>
                    <a:pt x="53340" y="0"/>
                  </a:lnTo>
                  <a:lnTo>
                    <a:pt x="53340" y="56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49796" y="1106424"/>
              <a:ext cx="70103" cy="65532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859524" y="1107947"/>
              <a:ext cx="52069" cy="59690"/>
            </a:xfrm>
            <a:custGeom>
              <a:avLst/>
              <a:gdLst/>
              <a:ahLst/>
              <a:cxnLst/>
              <a:rect l="l" t="t" r="r" b="b"/>
              <a:pathLst>
                <a:path w="52070" h="59690">
                  <a:moveTo>
                    <a:pt x="36576" y="59435"/>
                  </a:moveTo>
                  <a:lnTo>
                    <a:pt x="22860" y="59435"/>
                  </a:lnTo>
                  <a:lnTo>
                    <a:pt x="13716" y="56387"/>
                  </a:lnTo>
                  <a:lnTo>
                    <a:pt x="9144" y="53339"/>
                  </a:lnTo>
                  <a:lnTo>
                    <a:pt x="6096" y="50291"/>
                  </a:lnTo>
                  <a:lnTo>
                    <a:pt x="3048" y="45719"/>
                  </a:lnTo>
                  <a:lnTo>
                    <a:pt x="0" y="36575"/>
                  </a:lnTo>
                  <a:lnTo>
                    <a:pt x="0" y="24383"/>
                  </a:lnTo>
                  <a:lnTo>
                    <a:pt x="22860" y="0"/>
                  </a:lnTo>
                  <a:lnTo>
                    <a:pt x="32004" y="0"/>
                  </a:lnTo>
                  <a:lnTo>
                    <a:pt x="35052" y="1523"/>
                  </a:lnTo>
                  <a:lnTo>
                    <a:pt x="38100" y="1523"/>
                  </a:lnTo>
                  <a:lnTo>
                    <a:pt x="42672" y="3047"/>
                  </a:lnTo>
                  <a:lnTo>
                    <a:pt x="44196" y="6095"/>
                  </a:lnTo>
                  <a:lnTo>
                    <a:pt x="48768" y="10667"/>
                  </a:lnTo>
                  <a:lnTo>
                    <a:pt x="50292" y="13715"/>
                  </a:lnTo>
                  <a:lnTo>
                    <a:pt x="50292" y="16763"/>
                  </a:lnTo>
                  <a:lnTo>
                    <a:pt x="44196" y="18287"/>
                  </a:lnTo>
                  <a:lnTo>
                    <a:pt x="42672" y="15239"/>
                  </a:lnTo>
                  <a:lnTo>
                    <a:pt x="41148" y="13715"/>
                  </a:lnTo>
                  <a:lnTo>
                    <a:pt x="41148" y="12191"/>
                  </a:lnTo>
                  <a:lnTo>
                    <a:pt x="38100" y="9143"/>
                  </a:lnTo>
                  <a:lnTo>
                    <a:pt x="35052" y="7619"/>
                  </a:lnTo>
                  <a:lnTo>
                    <a:pt x="33528" y="6095"/>
                  </a:lnTo>
                  <a:lnTo>
                    <a:pt x="21336" y="6095"/>
                  </a:lnTo>
                  <a:lnTo>
                    <a:pt x="18288" y="7619"/>
                  </a:lnTo>
                  <a:lnTo>
                    <a:pt x="16764" y="9143"/>
                  </a:lnTo>
                  <a:lnTo>
                    <a:pt x="13716" y="10667"/>
                  </a:lnTo>
                  <a:lnTo>
                    <a:pt x="10668" y="13715"/>
                  </a:lnTo>
                  <a:lnTo>
                    <a:pt x="10668" y="15239"/>
                  </a:lnTo>
                  <a:lnTo>
                    <a:pt x="7620" y="21335"/>
                  </a:lnTo>
                  <a:lnTo>
                    <a:pt x="7620" y="39623"/>
                  </a:lnTo>
                  <a:lnTo>
                    <a:pt x="9144" y="42671"/>
                  </a:lnTo>
                  <a:lnTo>
                    <a:pt x="12192" y="47243"/>
                  </a:lnTo>
                  <a:lnTo>
                    <a:pt x="13716" y="48767"/>
                  </a:lnTo>
                  <a:lnTo>
                    <a:pt x="16764" y="50291"/>
                  </a:lnTo>
                  <a:lnTo>
                    <a:pt x="19812" y="53339"/>
                  </a:lnTo>
                  <a:lnTo>
                    <a:pt x="33528" y="53339"/>
                  </a:lnTo>
                  <a:lnTo>
                    <a:pt x="42672" y="48767"/>
                  </a:lnTo>
                  <a:lnTo>
                    <a:pt x="44196" y="47243"/>
                  </a:lnTo>
                  <a:lnTo>
                    <a:pt x="44196" y="35051"/>
                  </a:lnTo>
                  <a:lnTo>
                    <a:pt x="27432" y="35051"/>
                  </a:lnTo>
                  <a:lnTo>
                    <a:pt x="27432" y="28955"/>
                  </a:lnTo>
                  <a:lnTo>
                    <a:pt x="51816" y="28955"/>
                  </a:lnTo>
                  <a:lnTo>
                    <a:pt x="51816" y="50291"/>
                  </a:lnTo>
                  <a:lnTo>
                    <a:pt x="47244" y="53339"/>
                  </a:lnTo>
                  <a:lnTo>
                    <a:pt x="44196" y="56387"/>
                  </a:lnTo>
                  <a:lnTo>
                    <a:pt x="39624" y="57911"/>
                  </a:lnTo>
                  <a:lnTo>
                    <a:pt x="36576" y="594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234695" y="3813048"/>
            <a:ext cx="5034280" cy="3561715"/>
            <a:chOff x="234695" y="3813048"/>
            <a:chExt cx="5034280" cy="3561715"/>
          </a:xfrm>
        </p:grpSpPr>
        <p:sp>
          <p:nvSpPr>
            <p:cNvPr id="36" name="object 36" descr=""/>
            <p:cNvSpPr/>
            <p:nvPr/>
          </p:nvSpPr>
          <p:spPr>
            <a:xfrm>
              <a:off x="237743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7743" y="4462272"/>
              <a:ext cx="4693919" cy="3810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74747" y="6950964"/>
              <a:ext cx="1150619" cy="3962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7348" y="6806184"/>
              <a:ext cx="1318259" cy="19202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1103" y="4303776"/>
              <a:ext cx="1086612" cy="100584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453895" y="6420612"/>
              <a:ext cx="2299970" cy="0"/>
            </a:xfrm>
            <a:custGeom>
              <a:avLst/>
              <a:gdLst/>
              <a:ahLst/>
              <a:cxnLst/>
              <a:rect l="l" t="t" r="r" b="b"/>
              <a:pathLst>
                <a:path w="2299970" h="0">
                  <a:moveTo>
                    <a:pt x="0" y="0"/>
                  </a:moveTo>
                  <a:lnTo>
                    <a:pt x="2299715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735324" y="6391655"/>
              <a:ext cx="66040" cy="67310"/>
            </a:xfrm>
            <a:custGeom>
              <a:avLst/>
              <a:gdLst/>
              <a:ahLst/>
              <a:cxnLst/>
              <a:rect l="l" t="t" r="r" b="b"/>
              <a:pathLst>
                <a:path w="66039" h="67310">
                  <a:moveTo>
                    <a:pt x="0" y="67056"/>
                  </a:moveTo>
                  <a:lnTo>
                    <a:pt x="0" y="0"/>
                  </a:lnTo>
                  <a:lnTo>
                    <a:pt x="65532" y="38100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53895" y="5029200"/>
              <a:ext cx="0" cy="1391920"/>
            </a:xfrm>
            <a:custGeom>
              <a:avLst/>
              <a:gdLst/>
              <a:ahLst/>
              <a:cxnLst/>
              <a:rect l="l" t="t" r="r" b="b"/>
              <a:pathLst>
                <a:path w="0" h="1391920">
                  <a:moveTo>
                    <a:pt x="0" y="1391412"/>
                  </a:moveTo>
                  <a:lnTo>
                    <a:pt x="0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331963" y="4882908"/>
              <a:ext cx="696595" cy="175260"/>
            </a:xfrm>
            <a:custGeom>
              <a:avLst/>
              <a:gdLst/>
              <a:ahLst/>
              <a:cxnLst/>
              <a:rect l="l" t="t" r="r" b="b"/>
              <a:pathLst>
                <a:path w="696594" h="175260">
                  <a:moveTo>
                    <a:pt x="65532" y="19812"/>
                  </a:moveTo>
                  <a:lnTo>
                    <a:pt x="62484" y="15240"/>
                  </a:lnTo>
                  <a:lnTo>
                    <a:pt x="60960" y="12192"/>
                  </a:lnTo>
                  <a:lnTo>
                    <a:pt x="59436" y="9144"/>
                  </a:lnTo>
                  <a:lnTo>
                    <a:pt x="56388" y="6096"/>
                  </a:lnTo>
                  <a:lnTo>
                    <a:pt x="53340" y="4572"/>
                  </a:lnTo>
                  <a:lnTo>
                    <a:pt x="53340" y="21336"/>
                  </a:lnTo>
                  <a:lnTo>
                    <a:pt x="53340" y="33528"/>
                  </a:lnTo>
                  <a:lnTo>
                    <a:pt x="51816" y="36576"/>
                  </a:lnTo>
                  <a:lnTo>
                    <a:pt x="45720" y="42672"/>
                  </a:lnTo>
                  <a:lnTo>
                    <a:pt x="41148" y="44196"/>
                  </a:lnTo>
                  <a:lnTo>
                    <a:pt x="12192" y="44196"/>
                  </a:lnTo>
                  <a:lnTo>
                    <a:pt x="12192" y="12192"/>
                  </a:lnTo>
                  <a:lnTo>
                    <a:pt x="42672" y="12192"/>
                  </a:lnTo>
                  <a:lnTo>
                    <a:pt x="44196" y="13716"/>
                  </a:lnTo>
                  <a:lnTo>
                    <a:pt x="47244" y="13716"/>
                  </a:lnTo>
                  <a:lnTo>
                    <a:pt x="48768" y="15240"/>
                  </a:lnTo>
                  <a:lnTo>
                    <a:pt x="50292" y="18288"/>
                  </a:lnTo>
                  <a:lnTo>
                    <a:pt x="53340" y="21336"/>
                  </a:lnTo>
                  <a:lnTo>
                    <a:pt x="53340" y="4572"/>
                  </a:lnTo>
                  <a:lnTo>
                    <a:pt x="50292" y="3048"/>
                  </a:lnTo>
                  <a:lnTo>
                    <a:pt x="45720" y="3048"/>
                  </a:lnTo>
                  <a:lnTo>
                    <a:pt x="42672" y="1524"/>
                  </a:lnTo>
                  <a:lnTo>
                    <a:pt x="0" y="1524"/>
                  </a:lnTo>
                  <a:lnTo>
                    <a:pt x="0" y="89916"/>
                  </a:lnTo>
                  <a:lnTo>
                    <a:pt x="12192" y="89916"/>
                  </a:lnTo>
                  <a:lnTo>
                    <a:pt x="12192" y="54864"/>
                  </a:lnTo>
                  <a:lnTo>
                    <a:pt x="33528" y="54864"/>
                  </a:lnTo>
                  <a:lnTo>
                    <a:pt x="61722" y="44196"/>
                  </a:lnTo>
                  <a:lnTo>
                    <a:pt x="64008" y="41148"/>
                  </a:lnTo>
                  <a:lnTo>
                    <a:pt x="65532" y="35052"/>
                  </a:lnTo>
                  <a:lnTo>
                    <a:pt x="65532" y="19812"/>
                  </a:lnTo>
                  <a:close/>
                </a:path>
                <a:path w="696594" h="175260">
                  <a:moveTo>
                    <a:pt x="138684" y="57899"/>
                  </a:moveTo>
                  <a:lnTo>
                    <a:pt x="129540" y="33515"/>
                  </a:lnTo>
                  <a:lnTo>
                    <a:pt x="128016" y="31483"/>
                  </a:lnTo>
                  <a:lnTo>
                    <a:pt x="128016" y="50279"/>
                  </a:lnTo>
                  <a:lnTo>
                    <a:pt x="89916" y="50279"/>
                  </a:lnTo>
                  <a:lnTo>
                    <a:pt x="89916" y="45707"/>
                  </a:lnTo>
                  <a:lnTo>
                    <a:pt x="91440" y="42659"/>
                  </a:lnTo>
                  <a:lnTo>
                    <a:pt x="96012" y="39611"/>
                  </a:lnTo>
                  <a:lnTo>
                    <a:pt x="99060" y="36563"/>
                  </a:lnTo>
                  <a:lnTo>
                    <a:pt x="103632" y="35039"/>
                  </a:lnTo>
                  <a:lnTo>
                    <a:pt x="114300" y="35039"/>
                  </a:lnTo>
                  <a:lnTo>
                    <a:pt x="118872" y="36563"/>
                  </a:lnTo>
                  <a:lnTo>
                    <a:pt x="124968" y="42659"/>
                  </a:lnTo>
                  <a:lnTo>
                    <a:pt x="126492" y="45707"/>
                  </a:lnTo>
                  <a:lnTo>
                    <a:pt x="128016" y="50279"/>
                  </a:lnTo>
                  <a:lnTo>
                    <a:pt x="128016" y="31483"/>
                  </a:lnTo>
                  <a:lnTo>
                    <a:pt x="124968" y="27419"/>
                  </a:lnTo>
                  <a:lnTo>
                    <a:pt x="117348" y="24371"/>
                  </a:lnTo>
                  <a:lnTo>
                    <a:pt x="100584" y="24371"/>
                  </a:lnTo>
                  <a:lnTo>
                    <a:pt x="79248" y="57899"/>
                  </a:lnTo>
                  <a:lnTo>
                    <a:pt x="79806" y="65570"/>
                  </a:lnTo>
                  <a:lnTo>
                    <a:pt x="100584" y="91427"/>
                  </a:lnTo>
                  <a:lnTo>
                    <a:pt x="117348" y="91427"/>
                  </a:lnTo>
                  <a:lnTo>
                    <a:pt x="123444" y="89903"/>
                  </a:lnTo>
                  <a:lnTo>
                    <a:pt x="128016" y="86855"/>
                  </a:lnTo>
                  <a:lnTo>
                    <a:pt x="132588" y="82283"/>
                  </a:lnTo>
                  <a:lnTo>
                    <a:pt x="133604" y="80759"/>
                  </a:lnTo>
                  <a:lnTo>
                    <a:pt x="135636" y="77711"/>
                  </a:lnTo>
                  <a:lnTo>
                    <a:pt x="138684" y="71615"/>
                  </a:lnTo>
                  <a:lnTo>
                    <a:pt x="128016" y="70091"/>
                  </a:lnTo>
                  <a:lnTo>
                    <a:pt x="126492" y="74663"/>
                  </a:lnTo>
                  <a:lnTo>
                    <a:pt x="120396" y="77711"/>
                  </a:lnTo>
                  <a:lnTo>
                    <a:pt x="117348" y="80759"/>
                  </a:lnTo>
                  <a:lnTo>
                    <a:pt x="103632" y="80759"/>
                  </a:lnTo>
                  <a:lnTo>
                    <a:pt x="99060" y="79235"/>
                  </a:lnTo>
                  <a:lnTo>
                    <a:pt x="96012" y="76187"/>
                  </a:lnTo>
                  <a:lnTo>
                    <a:pt x="91440" y="73139"/>
                  </a:lnTo>
                  <a:lnTo>
                    <a:pt x="89916" y="67043"/>
                  </a:lnTo>
                  <a:lnTo>
                    <a:pt x="89916" y="60947"/>
                  </a:lnTo>
                  <a:lnTo>
                    <a:pt x="138684" y="60947"/>
                  </a:lnTo>
                  <a:lnTo>
                    <a:pt x="138684" y="57899"/>
                  </a:lnTo>
                  <a:close/>
                </a:path>
                <a:path w="696594" h="175260">
                  <a:moveTo>
                    <a:pt x="160020" y="175247"/>
                  </a:moveTo>
                  <a:lnTo>
                    <a:pt x="121920" y="108191"/>
                  </a:lnTo>
                  <a:lnTo>
                    <a:pt x="92976" y="175247"/>
                  </a:lnTo>
                  <a:lnTo>
                    <a:pt x="160020" y="175247"/>
                  </a:lnTo>
                  <a:close/>
                </a:path>
                <a:path w="696594" h="175260">
                  <a:moveTo>
                    <a:pt x="217944" y="1524"/>
                  </a:moveTo>
                  <a:lnTo>
                    <a:pt x="213372" y="0"/>
                  </a:lnTo>
                  <a:lnTo>
                    <a:pt x="202704" y="0"/>
                  </a:lnTo>
                  <a:lnTo>
                    <a:pt x="198132" y="1524"/>
                  </a:lnTo>
                  <a:lnTo>
                    <a:pt x="196608" y="3048"/>
                  </a:lnTo>
                  <a:lnTo>
                    <a:pt x="193560" y="4572"/>
                  </a:lnTo>
                  <a:lnTo>
                    <a:pt x="192036" y="6096"/>
                  </a:lnTo>
                  <a:lnTo>
                    <a:pt x="190512" y="9144"/>
                  </a:lnTo>
                  <a:lnTo>
                    <a:pt x="190512" y="12192"/>
                  </a:lnTo>
                  <a:lnTo>
                    <a:pt x="188988" y="15240"/>
                  </a:lnTo>
                  <a:lnTo>
                    <a:pt x="188988" y="25908"/>
                  </a:lnTo>
                  <a:lnTo>
                    <a:pt x="179844" y="25908"/>
                  </a:lnTo>
                  <a:lnTo>
                    <a:pt x="176784" y="24384"/>
                  </a:lnTo>
                  <a:lnTo>
                    <a:pt x="170688" y="24384"/>
                  </a:lnTo>
                  <a:lnTo>
                    <a:pt x="167640" y="25908"/>
                  </a:lnTo>
                  <a:lnTo>
                    <a:pt x="166116" y="25908"/>
                  </a:lnTo>
                  <a:lnTo>
                    <a:pt x="163068" y="27432"/>
                  </a:lnTo>
                  <a:lnTo>
                    <a:pt x="161544" y="30480"/>
                  </a:lnTo>
                  <a:lnTo>
                    <a:pt x="158496" y="35052"/>
                  </a:lnTo>
                  <a:lnTo>
                    <a:pt x="158496" y="25908"/>
                  </a:lnTo>
                  <a:lnTo>
                    <a:pt x="149352" y="25908"/>
                  </a:lnTo>
                  <a:lnTo>
                    <a:pt x="149352" y="89916"/>
                  </a:lnTo>
                  <a:lnTo>
                    <a:pt x="160020" y="89916"/>
                  </a:lnTo>
                  <a:lnTo>
                    <a:pt x="160020" y="51816"/>
                  </a:lnTo>
                  <a:lnTo>
                    <a:pt x="163068" y="42672"/>
                  </a:lnTo>
                  <a:lnTo>
                    <a:pt x="163068" y="41148"/>
                  </a:lnTo>
                  <a:lnTo>
                    <a:pt x="164592" y="38100"/>
                  </a:lnTo>
                  <a:lnTo>
                    <a:pt x="166116" y="38100"/>
                  </a:lnTo>
                  <a:lnTo>
                    <a:pt x="167640" y="36576"/>
                  </a:lnTo>
                  <a:lnTo>
                    <a:pt x="170688" y="35052"/>
                  </a:lnTo>
                  <a:lnTo>
                    <a:pt x="175260" y="35052"/>
                  </a:lnTo>
                  <a:lnTo>
                    <a:pt x="176784" y="36576"/>
                  </a:lnTo>
                  <a:lnTo>
                    <a:pt x="179832" y="38100"/>
                  </a:lnTo>
                  <a:lnTo>
                    <a:pt x="180263" y="36576"/>
                  </a:lnTo>
                  <a:lnTo>
                    <a:pt x="188988" y="36576"/>
                  </a:lnTo>
                  <a:lnTo>
                    <a:pt x="188988" y="89916"/>
                  </a:lnTo>
                  <a:lnTo>
                    <a:pt x="199656" y="89916"/>
                  </a:lnTo>
                  <a:lnTo>
                    <a:pt x="199656" y="36576"/>
                  </a:lnTo>
                  <a:lnTo>
                    <a:pt x="211848" y="36576"/>
                  </a:lnTo>
                  <a:lnTo>
                    <a:pt x="211848" y="25908"/>
                  </a:lnTo>
                  <a:lnTo>
                    <a:pt x="199656" y="25908"/>
                  </a:lnTo>
                  <a:lnTo>
                    <a:pt x="199656" y="16764"/>
                  </a:lnTo>
                  <a:lnTo>
                    <a:pt x="201180" y="13716"/>
                  </a:lnTo>
                  <a:lnTo>
                    <a:pt x="202704" y="12192"/>
                  </a:lnTo>
                  <a:lnTo>
                    <a:pt x="204228" y="12192"/>
                  </a:lnTo>
                  <a:lnTo>
                    <a:pt x="205752" y="10668"/>
                  </a:lnTo>
                  <a:lnTo>
                    <a:pt x="216420" y="10668"/>
                  </a:lnTo>
                  <a:lnTo>
                    <a:pt x="217944" y="1524"/>
                  </a:lnTo>
                  <a:close/>
                </a:path>
                <a:path w="696594" h="175260">
                  <a:moveTo>
                    <a:pt x="280428" y="57912"/>
                  </a:moveTo>
                  <a:lnTo>
                    <a:pt x="273977" y="35052"/>
                  </a:lnTo>
                  <a:lnTo>
                    <a:pt x="272808" y="33528"/>
                  </a:lnTo>
                  <a:lnTo>
                    <a:pt x="269760" y="30480"/>
                  </a:lnTo>
                  <a:lnTo>
                    <a:pt x="269760" y="50292"/>
                  </a:lnTo>
                  <a:lnTo>
                    <a:pt x="269760" y="65532"/>
                  </a:lnTo>
                  <a:lnTo>
                    <a:pt x="268236" y="71628"/>
                  </a:lnTo>
                  <a:lnTo>
                    <a:pt x="260616" y="79248"/>
                  </a:lnTo>
                  <a:lnTo>
                    <a:pt x="256044" y="80772"/>
                  </a:lnTo>
                  <a:lnTo>
                    <a:pt x="245376" y="80772"/>
                  </a:lnTo>
                  <a:lnTo>
                    <a:pt x="240804" y="79248"/>
                  </a:lnTo>
                  <a:lnTo>
                    <a:pt x="237756" y="74676"/>
                  </a:lnTo>
                  <a:lnTo>
                    <a:pt x="234708" y="71628"/>
                  </a:lnTo>
                  <a:lnTo>
                    <a:pt x="231660" y="65532"/>
                  </a:lnTo>
                  <a:lnTo>
                    <a:pt x="231660" y="50292"/>
                  </a:lnTo>
                  <a:lnTo>
                    <a:pt x="234708" y="44196"/>
                  </a:lnTo>
                  <a:lnTo>
                    <a:pt x="237756" y="41148"/>
                  </a:lnTo>
                  <a:lnTo>
                    <a:pt x="240804" y="36576"/>
                  </a:lnTo>
                  <a:lnTo>
                    <a:pt x="245376" y="35052"/>
                  </a:lnTo>
                  <a:lnTo>
                    <a:pt x="256044" y="35052"/>
                  </a:lnTo>
                  <a:lnTo>
                    <a:pt x="260616" y="36576"/>
                  </a:lnTo>
                  <a:lnTo>
                    <a:pt x="268236" y="44196"/>
                  </a:lnTo>
                  <a:lnTo>
                    <a:pt x="269760" y="50292"/>
                  </a:lnTo>
                  <a:lnTo>
                    <a:pt x="269760" y="30480"/>
                  </a:lnTo>
                  <a:lnTo>
                    <a:pt x="266712" y="27432"/>
                  </a:lnTo>
                  <a:lnTo>
                    <a:pt x="260616" y="24384"/>
                  </a:lnTo>
                  <a:lnTo>
                    <a:pt x="243852" y="24384"/>
                  </a:lnTo>
                  <a:lnTo>
                    <a:pt x="221716" y="50457"/>
                  </a:lnTo>
                  <a:lnTo>
                    <a:pt x="220980" y="57912"/>
                  </a:lnTo>
                  <a:lnTo>
                    <a:pt x="221551" y="65532"/>
                  </a:lnTo>
                  <a:lnTo>
                    <a:pt x="223266" y="72390"/>
                  </a:lnTo>
                  <a:lnTo>
                    <a:pt x="226123" y="78054"/>
                  </a:lnTo>
                  <a:lnTo>
                    <a:pt x="230136" y="82296"/>
                  </a:lnTo>
                  <a:lnTo>
                    <a:pt x="234708" y="88392"/>
                  </a:lnTo>
                  <a:lnTo>
                    <a:pt x="242328" y="91440"/>
                  </a:lnTo>
                  <a:lnTo>
                    <a:pt x="257568" y="91440"/>
                  </a:lnTo>
                  <a:lnTo>
                    <a:pt x="266712" y="88392"/>
                  </a:lnTo>
                  <a:lnTo>
                    <a:pt x="271284" y="85344"/>
                  </a:lnTo>
                  <a:lnTo>
                    <a:pt x="274332" y="80772"/>
                  </a:lnTo>
                  <a:lnTo>
                    <a:pt x="280428" y="71628"/>
                  </a:lnTo>
                  <a:lnTo>
                    <a:pt x="280428" y="57912"/>
                  </a:lnTo>
                  <a:close/>
                </a:path>
                <a:path w="696594" h="175260">
                  <a:moveTo>
                    <a:pt x="326136" y="27432"/>
                  </a:moveTo>
                  <a:lnTo>
                    <a:pt x="323088" y="25908"/>
                  </a:lnTo>
                  <a:lnTo>
                    <a:pt x="318516" y="24384"/>
                  </a:lnTo>
                  <a:lnTo>
                    <a:pt x="312420" y="24384"/>
                  </a:lnTo>
                  <a:lnTo>
                    <a:pt x="310896" y="25908"/>
                  </a:lnTo>
                  <a:lnTo>
                    <a:pt x="307848" y="25908"/>
                  </a:lnTo>
                  <a:lnTo>
                    <a:pt x="306324" y="27432"/>
                  </a:lnTo>
                  <a:lnTo>
                    <a:pt x="304800" y="30480"/>
                  </a:lnTo>
                  <a:lnTo>
                    <a:pt x="301752" y="35052"/>
                  </a:lnTo>
                  <a:lnTo>
                    <a:pt x="301752" y="25908"/>
                  </a:lnTo>
                  <a:lnTo>
                    <a:pt x="292608" y="25908"/>
                  </a:lnTo>
                  <a:lnTo>
                    <a:pt x="292608" y="89916"/>
                  </a:lnTo>
                  <a:lnTo>
                    <a:pt x="303276" y="89916"/>
                  </a:lnTo>
                  <a:lnTo>
                    <a:pt x="303276" y="47244"/>
                  </a:lnTo>
                  <a:lnTo>
                    <a:pt x="304800" y="42672"/>
                  </a:lnTo>
                  <a:lnTo>
                    <a:pt x="306324" y="41148"/>
                  </a:lnTo>
                  <a:lnTo>
                    <a:pt x="306324" y="38100"/>
                  </a:lnTo>
                  <a:lnTo>
                    <a:pt x="309372" y="38100"/>
                  </a:lnTo>
                  <a:lnTo>
                    <a:pt x="312420" y="35052"/>
                  </a:lnTo>
                  <a:lnTo>
                    <a:pt x="316992" y="35052"/>
                  </a:lnTo>
                  <a:lnTo>
                    <a:pt x="323088" y="38100"/>
                  </a:lnTo>
                  <a:lnTo>
                    <a:pt x="326136" y="27432"/>
                  </a:lnTo>
                  <a:close/>
                </a:path>
                <a:path w="696594" h="175260">
                  <a:moveTo>
                    <a:pt x="425196" y="38100"/>
                  </a:moveTo>
                  <a:lnTo>
                    <a:pt x="423672" y="33528"/>
                  </a:lnTo>
                  <a:lnTo>
                    <a:pt x="419100" y="30480"/>
                  </a:lnTo>
                  <a:lnTo>
                    <a:pt x="416052" y="25908"/>
                  </a:lnTo>
                  <a:lnTo>
                    <a:pt x="411480" y="24384"/>
                  </a:lnTo>
                  <a:lnTo>
                    <a:pt x="396240" y="24384"/>
                  </a:lnTo>
                  <a:lnTo>
                    <a:pt x="390144" y="28956"/>
                  </a:lnTo>
                  <a:lnTo>
                    <a:pt x="385572" y="36576"/>
                  </a:lnTo>
                  <a:lnTo>
                    <a:pt x="384048" y="33528"/>
                  </a:lnTo>
                  <a:lnTo>
                    <a:pt x="376428" y="25908"/>
                  </a:lnTo>
                  <a:lnTo>
                    <a:pt x="371856" y="24384"/>
                  </a:lnTo>
                  <a:lnTo>
                    <a:pt x="362712" y="24384"/>
                  </a:lnTo>
                  <a:lnTo>
                    <a:pt x="356616" y="27432"/>
                  </a:lnTo>
                  <a:lnTo>
                    <a:pt x="353568" y="30480"/>
                  </a:lnTo>
                  <a:lnTo>
                    <a:pt x="350520" y="32004"/>
                  </a:lnTo>
                  <a:lnTo>
                    <a:pt x="348996" y="36576"/>
                  </a:lnTo>
                  <a:lnTo>
                    <a:pt x="348996" y="25908"/>
                  </a:lnTo>
                  <a:lnTo>
                    <a:pt x="338328" y="25908"/>
                  </a:lnTo>
                  <a:lnTo>
                    <a:pt x="338328" y="89916"/>
                  </a:lnTo>
                  <a:lnTo>
                    <a:pt x="348996" y="89916"/>
                  </a:lnTo>
                  <a:lnTo>
                    <a:pt x="348996" y="47244"/>
                  </a:lnTo>
                  <a:lnTo>
                    <a:pt x="352044" y="41148"/>
                  </a:lnTo>
                  <a:lnTo>
                    <a:pt x="353568" y="39624"/>
                  </a:lnTo>
                  <a:lnTo>
                    <a:pt x="356616" y="38100"/>
                  </a:lnTo>
                  <a:lnTo>
                    <a:pt x="358140" y="36576"/>
                  </a:lnTo>
                  <a:lnTo>
                    <a:pt x="361188" y="35052"/>
                  </a:lnTo>
                  <a:lnTo>
                    <a:pt x="368808" y="35052"/>
                  </a:lnTo>
                  <a:lnTo>
                    <a:pt x="371856" y="36576"/>
                  </a:lnTo>
                  <a:lnTo>
                    <a:pt x="373380" y="38100"/>
                  </a:lnTo>
                  <a:lnTo>
                    <a:pt x="376428" y="44196"/>
                  </a:lnTo>
                  <a:lnTo>
                    <a:pt x="376428" y="89916"/>
                  </a:lnTo>
                  <a:lnTo>
                    <a:pt x="387096" y="89916"/>
                  </a:lnTo>
                  <a:lnTo>
                    <a:pt x="387096" y="47244"/>
                  </a:lnTo>
                  <a:lnTo>
                    <a:pt x="388620" y="42672"/>
                  </a:lnTo>
                  <a:lnTo>
                    <a:pt x="394716" y="36576"/>
                  </a:lnTo>
                  <a:lnTo>
                    <a:pt x="397764" y="35052"/>
                  </a:lnTo>
                  <a:lnTo>
                    <a:pt x="406908" y="35052"/>
                  </a:lnTo>
                  <a:lnTo>
                    <a:pt x="408432" y="36576"/>
                  </a:lnTo>
                  <a:lnTo>
                    <a:pt x="411480" y="38100"/>
                  </a:lnTo>
                  <a:lnTo>
                    <a:pt x="411480" y="39624"/>
                  </a:lnTo>
                  <a:lnTo>
                    <a:pt x="413004" y="41148"/>
                  </a:lnTo>
                  <a:lnTo>
                    <a:pt x="413004" y="42672"/>
                  </a:lnTo>
                  <a:lnTo>
                    <a:pt x="414528" y="45720"/>
                  </a:lnTo>
                  <a:lnTo>
                    <a:pt x="414528" y="89916"/>
                  </a:lnTo>
                  <a:lnTo>
                    <a:pt x="425196" y="89916"/>
                  </a:lnTo>
                  <a:lnTo>
                    <a:pt x="425196" y="38100"/>
                  </a:lnTo>
                  <a:close/>
                </a:path>
                <a:path w="696594" h="175260">
                  <a:moveTo>
                    <a:pt x="498348" y="89916"/>
                  </a:moveTo>
                  <a:lnTo>
                    <a:pt x="496824" y="86868"/>
                  </a:lnTo>
                  <a:lnTo>
                    <a:pt x="496824" y="82296"/>
                  </a:lnTo>
                  <a:lnTo>
                    <a:pt x="496824" y="80772"/>
                  </a:lnTo>
                  <a:lnTo>
                    <a:pt x="495300" y="77724"/>
                  </a:lnTo>
                  <a:lnTo>
                    <a:pt x="495300" y="59436"/>
                  </a:lnTo>
                  <a:lnTo>
                    <a:pt x="495300" y="39624"/>
                  </a:lnTo>
                  <a:lnTo>
                    <a:pt x="493776" y="36576"/>
                  </a:lnTo>
                  <a:lnTo>
                    <a:pt x="493776" y="35052"/>
                  </a:lnTo>
                  <a:lnTo>
                    <a:pt x="493776" y="33528"/>
                  </a:lnTo>
                  <a:lnTo>
                    <a:pt x="492252" y="32004"/>
                  </a:lnTo>
                  <a:lnTo>
                    <a:pt x="490728" y="28956"/>
                  </a:lnTo>
                  <a:lnTo>
                    <a:pt x="484632" y="25908"/>
                  </a:lnTo>
                  <a:lnTo>
                    <a:pt x="480060" y="25908"/>
                  </a:lnTo>
                  <a:lnTo>
                    <a:pt x="475488" y="24384"/>
                  </a:lnTo>
                  <a:lnTo>
                    <a:pt x="464820" y="24384"/>
                  </a:lnTo>
                  <a:lnTo>
                    <a:pt x="440436" y="44196"/>
                  </a:lnTo>
                  <a:lnTo>
                    <a:pt x="451104" y="45720"/>
                  </a:lnTo>
                  <a:lnTo>
                    <a:pt x="454152" y="39624"/>
                  </a:lnTo>
                  <a:lnTo>
                    <a:pt x="463296" y="35052"/>
                  </a:lnTo>
                  <a:lnTo>
                    <a:pt x="473964" y="35052"/>
                  </a:lnTo>
                  <a:lnTo>
                    <a:pt x="478536" y="36576"/>
                  </a:lnTo>
                  <a:lnTo>
                    <a:pt x="484632" y="39624"/>
                  </a:lnTo>
                  <a:lnTo>
                    <a:pt x="484632" y="48768"/>
                  </a:lnTo>
                  <a:lnTo>
                    <a:pt x="484632" y="59436"/>
                  </a:lnTo>
                  <a:lnTo>
                    <a:pt x="484632" y="70104"/>
                  </a:lnTo>
                  <a:lnTo>
                    <a:pt x="483108" y="71628"/>
                  </a:lnTo>
                  <a:lnTo>
                    <a:pt x="481584" y="74676"/>
                  </a:lnTo>
                  <a:lnTo>
                    <a:pt x="475488" y="77724"/>
                  </a:lnTo>
                  <a:lnTo>
                    <a:pt x="472440" y="80772"/>
                  </a:lnTo>
                  <a:lnTo>
                    <a:pt x="455676" y="80772"/>
                  </a:lnTo>
                  <a:lnTo>
                    <a:pt x="449580" y="74676"/>
                  </a:lnTo>
                  <a:lnTo>
                    <a:pt x="449580" y="70104"/>
                  </a:lnTo>
                  <a:lnTo>
                    <a:pt x="454152" y="65532"/>
                  </a:lnTo>
                  <a:lnTo>
                    <a:pt x="455676" y="65532"/>
                  </a:lnTo>
                  <a:lnTo>
                    <a:pt x="458724" y="64008"/>
                  </a:lnTo>
                  <a:lnTo>
                    <a:pt x="461772" y="64008"/>
                  </a:lnTo>
                  <a:lnTo>
                    <a:pt x="466344" y="62484"/>
                  </a:lnTo>
                  <a:lnTo>
                    <a:pt x="473964" y="62484"/>
                  </a:lnTo>
                  <a:lnTo>
                    <a:pt x="481584" y="60960"/>
                  </a:lnTo>
                  <a:lnTo>
                    <a:pt x="484632" y="59436"/>
                  </a:lnTo>
                  <a:lnTo>
                    <a:pt x="484632" y="48768"/>
                  </a:lnTo>
                  <a:lnTo>
                    <a:pt x="480060" y="50292"/>
                  </a:lnTo>
                  <a:lnTo>
                    <a:pt x="473964" y="51816"/>
                  </a:lnTo>
                  <a:lnTo>
                    <a:pt x="464820" y="53340"/>
                  </a:lnTo>
                  <a:lnTo>
                    <a:pt x="457200" y="53340"/>
                  </a:lnTo>
                  <a:lnTo>
                    <a:pt x="455676" y="54864"/>
                  </a:lnTo>
                  <a:lnTo>
                    <a:pt x="452628" y="54864"/>
                  </a:lnTo>
                  <a:lnTo>
                    <a:pt x="446532" y="57912"/>
                  </a:lnTo>
                  <a:lnTo>
                    <a:pt x="443484" y="60960"/>
                  </a:lnTo>
                  <a:lnTo>
                    <a:pt x="438912" y="70104"/>
                  </a:lnTo>
                  <a:lnTo>
                    <a:pt x="438912" y="77724"/>
                  </a:lnTo>
                  <a:lnTo>
                    <a:pt x="445008" y="86868"/>
                  </a:lnTo>
                  <a:lnTo>
                    <a:pt x="449580" y="89916"/>
                  </a:lnTo>
                  <a:lnTo>
                    <a:pt x="454152" y="91440"/>
                  </a:lnTo>
                  <a:lnTo>
                    <a:pt x="469392" y="91440"/>
                  </a:lnTo>
                  <a:lnTo>
                    <a:pt x="473964" y="89916"/>
                  </a:lnTo>
                  <a:lnTo>
                    <a:pt x="477012" y="88392"/>
                  </a:lnTo>
                  <a:lnTo>
                    <a:pt x="481584" y="85344"/>
                  </a:lnTo>
                  <a:lnTo>
                    <a:pt x="484632" y="82296"/>
                  </a:lnTo>
                  <a:lnTo>
                    <a:pt x="486156" y="85344"/>
                  </a:lnTo>
                  <a:lnTo>
                    <a:pt x="486156" y="88392"/>
                  </a:lnTo>
                  <a:lnTo>
                    <a:pt x="487680" y="89916"/>
                  </a:lnTo>
                  <a:lnTo>
                    <a:pt x="498348" y="89916"/>
                  </a:lnTo>
                  <a:close/>
                </a:path>
                <a:path w="696594" h="175260">
                  <a:moveTo>
                    <a:pt x="559308" y="39624"/>
                  </a:moveTo>
                  <a:lnTo>
                    <a:pt x="557784" y="36576"/>
                  </a:lnTo>
                  <a:lnTo>
                    <a:pt x="557784" y="35052"/>
                  </a:lnTo>
                  <a:lnTo>
                    <a:pt x="556260" y="32004"/>
                  </a:lnTo>
                  <a:lnTo>
                    <a:pt x="551688" y="27432"/>
                  </a:lnTo>
                  <a:lnTo>
                    <a:pt x="548640" y="25908"/>
                  </a:lnTo>
                  <a:lnTo>
                    <a:pt x="545592" y="25908"/>
                  </a:lnTo>
                  <a:lnTo>
                    <a:pt x="542544" y="24384"/>
                  </a:lnTo>
                  <a:lnTo>
                    <a:pt x="530352" y="24384"/>
                  </a:lnTo>
                  <a:lnTo>
                    <a:pt x="524256" y="27432"/>
                  </a:lnTo>
                  <a:lnTo>
                    <a:pt x="519684" y="35052"/>
                  </a:lnTo>
                  <a:lnTo>
                    <a:pt x="519684" y="25908"/>
                  </a:lnTo>
                  <a:lnTo>
                    <a:pt x="509016" y="25908"/>
                  </a:lnTo>
                  <a:lnTo>
                    <a:pt x="509016" y="89916"/>
                  </a:lnTo>
                  <a:lnTo>
                    <a:pt x="519684" y="89916"/>
                  </a:lnTo>
                  <a:lnTo>
                    <a:pt x="519684" y="47244"/>
                  </a:lnTo>
                  <a:lnTo>
                    <a:pt x="521208" y="42672"/>
                  </a:lnTo>
                  <a:lnTo>
                    <a:pt x="527304" y="36576"/>
                  </a:lnTo>
                  <a:lnTo>
                    <a:pt x="531876" y="35052"/>
                  </a:lnTo>
                  <a:lnTo>
                    <a:pt x="539496" y="35052"/>
                  </a:lnTo>
                  <a:lnTo>
                    <a:pt x="541020" y="36576"/>
                  </a:lnTo>
                  <a:lnTo>
                    <a:pt x="542544" y="36576"/>
                  </a:lnTo>
                  <a:lnTo>
                    <a:pt x="545592" y="38100"/>
                  </a:lnTo>
                  <a:lnTo>
                    <a:pt x="547116" y="39624"/>
                  </a:lnTo>
                  <a:lnTo>
                    <a:pt x="547116" y="42672"/>
                  </a:lnTo>
                  <a:lnTo>
                    <a:pt x="548640" y="44196"/>
                  </a:lnTo>
                  <a:lnTo>
                    <a:pt x="548640" y="89916"/>
                  </a:lnTo>
                  <a:lnTo>
                    <a:pt x="559308" y="89916"/>
                  </a:lnTo>
                  <a:lnTo>
                    <a:pt x="559308" y="39624"/>
                  </a:lnTo>
                  <a:close/>
                </a:path>
                <a:path w="696594" h="175260">
                  <a:moveTo>
                    <a:pt x="627900" y="68567"/>
                  </a:moveTo>
                  <a:lnTo>
                    <a:pt x="617232" y="67043"/>
                  </a:lnTo>
                  <a:lnTo>
                    <a:pt x="615708" y="71615"/>
                  </a:lnTo>
                  <a:lnTo>
                    <a:pt x="614184" y="74663"/>
                  </a:lnTo>
                  <a:lnTo>
                    <a:pt x="611136" y="77711"/>
                  </a:lnTo>
                  <a:lnTo>
                    <a:pt x="605040" y="80759"/>
                  </a:lnTo>
                  <a:lnTo>
                    <a:pt x="594372" y="80759"/>
                  </a:lnTo>
                  <a:lnTo>
                    <a:pt x="589800" y="79235"/>
                  </a:lnTo>
                  <a:lnTo>
                    <a:pt x="586752" y="76187"/>
                  </a:lnTo>
                  <a:lnTo>
                    <a:pt x="583704" y="71615"/>
                  </a:lnTo>
                  <a:lnTo>
                    <a:pt x="582180" y="65519"/>
                  </a:lnTo>
                  <a:lnTo>
                    <a:pt x="582180" y="50279"/>
                  </a:lnTo>
                  <a:lnTo>
                    <a:pt x="583704" y="44183"/>
                  </a:lnTo>
                  <a:lnTo>
                    <a:pt x="586752" y="41135"/>
                  </a:lnTo>
                  <a:lnTo>
                    <a:pt x="589800" y="36563"/>
                  </a:lnTo>
                  <a:lnTo>
                    <a:pt x="594372" y="35039"/>
                  </a:lnTo>
                  <a:lnTo>
                    <a:pt x="603516" y="35039"/>
                  </a:lnTo>
                  <a:lnTo>
                    <a:pt x="612660" y="39611"/>
                  </a:lnTo>
                  <a:lnTo>
                    <a:pt x="615708" y="45707"/>
                  </a:lnTo>
                  <a:lnTo>
                    <a:pt x="626376" y="44183"/>
                  </a:lnTo>
                  <a:lnTo>
                    <a:pt x="624852" y="38087"/>
                  </a:lnTo>
                  <a:lnTo>
                    <a:pt x="621804" y="33515"/>
                  </a:lnTo>
                  <a:lnTo>
                    <a:pt x="617232" y="30467"/>
                  </a:lnTo>
                  <a:lnTo>
                    <a:pt x="612660" y="25895"/>
                  </a:lnTo>
                  <a:lnTo>
                    <a:pt x="606564" y="24371"/>
                  </a:lnTo>
                  <a:lnTo>
                    <a:pt x="594372" y="24371"/>
                  </a:lnTo>
                  <a:lnTo>
                    <a:pt x="589800" y="25895"/>
                  </a:lnTo>
                  <a:lnTo>
                    <a:pt x="585228" y="28943"/>
                  </a:lnTo>
                  <a:lnTo>
                    <a:pt x="580656" y="30467"/>
                  </a:lnTo>
                  <a:lnTo>
                    <a:pt x="576084" y="35039"/>
                  </a:lnTo>
                  <a:lnTo>
                    <a:pt x="574560" y="39611"/>
                  </a:lnTo>
                  <a:lnTo>
                    <a:pt x="571512" y="45707"/>
                  </a:lnTo>
                  <a:lnTo>
                    <a:pt x="571512" y="57899"/>
                  </a:lnTo>
                  <a:lnTo>
                    <a:pt x="571842" y="65570"/>
                  </a:lnTo>
                  <a:lnTo>
                    <a:pt x="573036" y="72377"/>
                  </a:lnTo>
                  <a:lnTo>
                    <a:pt x="575360" y="78054"/>
                  </a:lnTo>
                  <a:lnTo>
                    <a:pt x="579132" y="82283"/>
                  </a:lnTo>
                  <a:lnTo>
                    <a:pt x="583704" y="88379"/>
                  </a:lnTo>
                  <a:lnTo>
                    <a:pt x="591324" y="91427"/>
                  </a:lnTo>
                  <a:lnTo>
                    <a:pt x="608088" y="91427"/>
                  </a:lnTo>
                  <a:lnTo>
                    <a:pt x="614184" y="89903"/>
                  </a:lnTo>
                  <a:lnTo>
                    <a:pt x="623328" y="80759"/>
                  </a:lnTo>
                  <a:lnTo>
                    <a:pt x="626376" y="76187"/>
                  </a:lnTo>
                  <a:lnTo>
                    <a:pt x="627900" y="68567"/>
                  </a:lnTo>
                  <a:close/>
                </a:path>
                <a:path w="696594" h="175260">
                  <a:moveTo>
                    <a:pt x="696468" y="57899"/>
                  </a:moveTo>
                  <a:lnTo>
                    <a:pt x="685800" y="30467"/>
                  </a:lnTo>
                  <a:lnTo>
                    <a:pt x="685800" y="45707"/>
                  </a:lnTo>
                  <a:lnTo>
                    <a:pt x="685800" y="50279"/>
                  </a:lnTo>
                  <a:lnTo>
                    <a:pt x="647700" y="50279"/>
                  </a:lnTo>
                  <a:lnTo>
                    <a:pt x="647700" y="45707"/>
                  </a:lnTo>
                  <a:lnTo>
                    <a:pt x="653796" y="39611"/>
                  </a:lnTo>
                  <a:lnTo>
                    <a:pt x="658368" y="36563"/>
                  </a:lnTo>
                  <a:lnTo>
                    <a:pt x="661416" y="35039"/>
                  </a:lnTo>
                  <a:lnTo>
                    <a:pt x="673608" y="35039"/>
                  </a:lnTo>
                  <a:lnTo>
                    <a:pt x="678180" y="36563"/>
                  </a:lnTo>
                  <a:lnTo>
                    <a:pt x="681228" y="41135"/>
                  </a:lnTo>
                  <a:lnTo>
                    <a:pt x="684276" y="42659"/>
                  </a:lnTo>
                  <a:lnTo>
                    <a:pt x="685800" y="45707"/>
                  </a:lnTo>
                  <a:lnTo>
                    <a:pt x="685800" y="30467"/>
                  </a:lnTo>
                  <a:lnTo>
                    <a:pt x="682752" y="27419"/>
                  </a:lnTo>
                  <a:lnTo>
                    <a:pt x="676656" y="24371"/>
                  </a:lnTo>
                  <a:lnTo>
                    <a:pt x="658368" y="24371"/>
                  </a:lnTo>
                  <a:lnTo>
                    <a:pt x="650748" y="27419"/>
                  </a:lnTo>
                  <a:lnTo>
                    <a:pt x="646176" y="33515"/>
                  </a:lnTo>
                  <a:lnTo>
                    <a:pt x="642175" y="38404"/>
                  </a:lnTo>
                  <a:lnTo>
                    <a:pt x="639318" y="43992"/>
                  </a:lnTo>
                  <a:lnTo>
                    <a:pt x="637603" y="50457"/>
                  </a:lnTo>
                  <a:lnTo>
                    <a:pt x="637032" y="57899"/>
                  </a:lnTo>
                  <a:lnTo>
                    <a:pt x="637603" y="65570"/>
                  </a:lnTo>
                  <a:lnTo>
                    <a:pt x="639318" y="72377"/>
                  </a:lnTo>
                  <a:lnTo>
                    <a:pt x="642175" y="78054"/>
                  </a:lnTo>
                  <a:lnTo>
                    <a:pt x="646176" y="82283"/>
                  </a:lnTo>
                  <a:lnTo>
                    <a:pt x="650748" y="88379"/>
                  </a:lnTo>
                  <a:lnTo>
                    <a:pt x="658368" y="91427"/>
                  </a:lnTo>
                  <a:lnTo>
                    <a:pt x="675132" y="91427"/>
                  </a:lnTo>
                  <a:lnTo>
                    <a:pt x="681228" y="89903"/>
                  </a:lnTo>
                  <a:lnTo>
                    <a:pt x="687324" y="86855"/>
                  </a:lnTo>
                  <a:lnTo>
                    <a:pt x="691896" y="82283"/>
                  </a:lnTo>
                  <a:lnTo>
                    <a:pt x="692912" y="80759"/>
                  </a:lnTo>
                  <a:lnTo>
                    <a:pt x="694944" y="77711"/>
                  </a:lnTo>
                  <a:lnTo>
                    <a:pt x="696468" y="71615"/>
                  </a:lnTo>
                  <a:lnTo>
                    <a:pt x="685800" y="70091"/>
                  </a:lnTo>
                  <a:lnTo>
                    <a:pt x="684276" y="74663"/>
                  </a:lnTo>
                  <a:lnTo>
                    <a:pt x="681228" y="76187"/>
                  </a:lnTo>
                  <a:lnTo>
                    <a:pt x="676656" y="80759"/>
                  </a:lnTo>
                  <a:lnTo>
                    <a:pt x="662940" y="80759"/>
                  </a:lnTo>
                  <a:lnTo>
                    <a:pt x="658368" y="79235"/>
                  </a:lnTo>
                  <a:lnTo>
                    <a:pt x="653796" y="76187"/>
                  </a:lnTo>
                  <a:lnTo>
                    <a:pt x="650748" y="73139"/>
                  </a:lnTo>
                  <a:lnTo>
                    <a:pt x="647700" y="60947"/>
                  </a:lnTo>
                  <a:lnTo>
                    <a:pt x="696468" y="60947"/>
                  </a:lnTo>
                  <a:lnTo>
                    <a:pt x="696468" y="578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16095" y="6359652"/>
              <a:ext cx="245364" cy="9143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453895" y="5370576"/>
              <a:ext cx="2186940" cy="1050290"/>
            </a:xfrm>
            <a:custGeom>
              <a:avLst/>
              <a:gdLst/>
              <a:ahLst/>
              <a:cxnLst/>
              <a:rect l="l" t="t" r="r" b="b"/>
              <a:pathLst>
                <a:path w="2186940" h="1050289">
                  <a:moveTo>
                    <a:pt x="0" y="1050035"/>
                  </a:moveTo>
                  <a:lnTo>
                    <a:pt x="2186939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548384" y="5067299"/>
              <a:ext cx="2007235" cy="1297305"/>
            </a:xfrm>
            <a:custGeom>
              <a:avLst/>
              <a:gdLst/>
              <a:ahLst/>
              <a:cxnLst/>
              <a:rect l="l" t="t" r="r" b="b"/>
              <a:pathLst>
                <a:path w="2007235" h="1297304">
                  <a:moveTo>
                    <a:pt x="0" y="1296924"/>
                  </a:moveTo>
                  <a:lnTo>
                    <a:pt x="321563" y="1144524"/>
                  </a:lnTo>
                  <a:lnTo>
                    <a:pt x="633983" y="984504"/>
                  </a:lnTo>
                  <a:lnTo>
                    <a:pt x="928116" y="822960"/>
                  </a:lnTo>
                  <a:lnTo>
                    <a:pt x="1193291" y="653796"/>
                  </a:lnTo>
                  <a:lnTo>
                    <a:pt x="1438655" y="492252"/>
                  </a:lnTo>
                  <a:lnTo>
                    <a:pt x="1665732" y="321564"/>
                  </a:lnTo>
                  <a:lnTo>
                    <a:pt x="1854708" y="161544"/>
                  </a:lnTo>
                  <a:lnTo>
                    <a:pt x="2007108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709928" y="5748527"/>
              <a:ext cx="2109470" cy="559435"/>
            </a:xfrm>
            <a:custGeom>
              <a:avLst/>
              <a:gdLst/>
              <a:ahLst/>
              <a:cxnLst/>
              <a:rect l="l" t="t" r="r" b="b"/>
              <a:pathLst>
                <a:path w="2109470" h="559435">
                  <a:moveTo>
                    <a:pt x="0" y="559308"/>
                  </a:moveTo>
                  <a:lnTo>
                    <a:pt x="274319" y="426720"/>
                  </a:lnTo>
                  <a:lnTo>
                    <a:pt x="557784" y="312420"/>
                  </a:lnTo>
                  <a:lnTo>
                    <a:pt x="832104" y="217932"/>
                  </a:lnTo>
                  <a:lnTo>
                    <a:pt x="1106424" y="141732"/>
                  </a:lnTo>
                  <a:lnTo>
                    <a:pt x="1371600" y="76199"/>
                  </a:lnTo>
                  <a:lnTo>
                    <a:pt x="1636775" y="28956"/>
                  </a:lnTo>
                  <a:lnTo>
                    <a:pt x="1882140" y="9144"/>
                  </a:lnTo>
                  <a:lnTo>
                    <a:pt x="2109216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61259" y="5148071"/>
              <a:ext cx="650748" cy="374904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284219" y="5829300"/>
              <a:ext cx="605027" cy="374904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42943" y="5224271"/>
              <a:ext cx="394716" cy="256032"/>
            </a:xfrm>
            <a:prstGeom prst="rect">
              <a:avLst/>
            </a:prstGeom>
          </p:spPr>
        </p:pic>
      </p:grpSp>
      <p:grpSp>
        <p:nvGrpSpPr>
          <p:cNvPr id="52" name="object 52" descr=""/>
          <p:cNvGrpSpPr/>
          <p:nvPr/>
        </p:nvGrpSpPr>
        <p:grpSpPr>
          <a:xfrm>
            <a:off x="5423916" y="3813048"/>
            <a:ext cx="5034280" cy="3561715"/>
            <a:chOff x="5423916" y="3813048"/>
            <a:chExt cx="5034280" cy="3561715"/>
          </a:xfrm>
        </p:grpSpPr>
        <p:sp>
          <p:nvSpPr>
            <p:cNvPr id="53" name="object 53" descr=""/>
            <p:cNvSpPr/>
            <p:nvPr/>
          </p:nvSpPr>
          <p:spPr>
            <a:xfrm>
              <a:off x="5426964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26964" y="4462272"/>
              <a:ext cx="4695443" cy="38100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63967" y="6950964"/>
              <a:ext cx="1150620" cy="39623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6567" y="6806184"/>
              <a:ext cx="1319783" cy="192023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644896" y="4303776"/>
              <a:ext cx="1933955" cy="128016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81444" y="5707380"/>
              <a:ext cx="242315" cy="129539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777228" y="4797552"/>
              <a:ext cx="2333243" cy="1905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3" y="676655"/>
            <a:ext cx="2558796" cy="118872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182624" y="1242059"/>
          <a:ext cx="3213100" cy="154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"/>
                <a:gridCol w="623570"/>
                <a:gridCol w="624839"/>
                <a:gridCol w="623569"/>
                <a:gridCol w="624840"/>
              </a:tblGrid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3809987" y="1365503"/>
            <a:ext cx="190500" cy="59690"/>
          </a:xfrm>
          <a:custGeom>
            <a:avLst/>
            <a:gdLst/>
            <a:ahLst/>
            <a:cxnLst/>
            <a:rect l="l" t="t" r="r" b="b"/>
            <a:pathLst>
              <a:path w="190500" h="59690">
                <a:moveTo>
                  <a:pt x="45720" y="13716"/>
                </a:moveTo>
                <a:lnTo>
                  <a:pt x="44196" y="10668"/>
                </a:lnTo>
                <a:lnTo>
                  <a:pt x="41148" y="7620"/>
                </a:lnTo>
                <a:lnTo>
                  <a:pt x="39624" y="4572"/>
                </a:lnTo>
                <a:lnTo>
                  <a:pt x="36576" y="1524"/>
                </a:lnTo>
                <a:lnTo>
                  <a:pt x="35052" y="1524"/>
                </a:lnTo>
                <a:lnTo>
                  <a:pt x="35052" y="16764"/>
                </a:lnTo>
                <a:lnTo>
                  <a:pt x="35052" y="19812"/>
                </a:lnTo>
                <a:lnTo>
                  <a:pt x="33528" y="21336"/>
                </a:lnTo>
                <a:lnTo>
                  <a:pt x="33528" y="22860"/>
                </a:lnTo>
                <a:lnTo>
                  <a:pt x="32004" y="24384"/>
                </a:lnTo>
                <a:lnTo>
                  <a:pt x="30480" y="24384"/>
                </a:lnTo>
                <a:lnTo>
                  <a:pt x="28956" y="25908"/>
                </a:lnTo>
                <a:lnTo>
                  <a:pt x="10668" y="25908"/>
                </a:lnTo>
                <a:lnTo>
                  <a:pt x="10668" y="10668"/>
                </a:lnTo>
                <a:lnTo>
                  <a:pt x="24384" y="10668"/>
                </a:lnTo>
                <a:lnTo>
                  <a:pt x="27432" y="12192"/>
                </a:lnTo>
                <a:lnTo>
                  <a:pt x="30480" y="12192"/>
                </a:lnTo>
                <a:lnTo>
                  <a:pt x="35052" y="16764"/>
                </a:lnTo>
                <a:lnTo>
                  <a:pt x="35052" y="1524"/>
                </a:lnTo>
                <a:lnTo>
                  <a:pt x="33528" y="1524"/>
                </a:lnTo>
                <a:lnTo>
                  <a:pt x="30480" y="0"/>
                </a:lnTo>
                <a:lnTo>
                  <a:pt x="0" y="0"/>
                </a:lnTo>
                <a:lnTo>
                  <a:pt x="0" y="59436"/>
                </a:lnTo>
                <a:lnTo>
                  <a:pt x="10668" y="59436"/>
                </a:lnTo>
                <a:lnTo>
                  <a:pt x="10668" y="36576"/>
                </a:lnTo>
                <a:lnTo>
                  <a:pt x="32004" y="36576"/>
                </a:lnTo>
                <a:lnTo>
                  <a:pt x="33528" y="35052"/>
                </a:lnTo>
                <a:lnTo>
                  <a:pt x="35052" y="35052"/>
                </a:lnTo>
                <a:lnTo>
                  <a:pt x="38100" y="33528"/>
                </a:lnTo>
                <a:lnTo>
                  <a:pt x="41148" y="30480"/>
                </a:lnTo>
                <a:lnTo>
                  <a:pt x="42672" y="27432"/>
                </a:lnTo>
                <a:lnTo>
                  <a:pt x="44196" y="25908"/>
                </a:lnTo>
                <a:lnTo>
                  <a:pt x="45720" y="22860"/>
                </a:lnTo>
                <a:lnTo>
                  <a:pt x="45720" y="13716"/>
                </a:lnTo>
                <a:close/>
              </a:path>
              <a:path w="190500" h="59690">
                <a:moveTo>
                  <a:pt x="82308" y="16764"/>
                </a:moveTo>
                <a:lnTo>
                  <a:pt x="76212" y="13716"/>
                </a:lnTo>
                <a:lnTo>
                  <a:pt x="73164" y="13716"/>
                </a:lnTo>
                <a:lnTo>
                  <a:pt x="71640" y="15240"/>
                </a:lnTo>
                <a:lnTo>
                  <a:pt x="70116" y="15240"/>
                </a:lnTo>
                <a:lnTo>
                  <a:pt x="67068" y="18288"/>
                </a:lnTo>
                <a:lnTo>
                  <a:pt x="65544" y="21336"/>
                </a:lnTo>
                <a:lnTo>
                  <a:pt x="65544" y="15240"/>
                </a:lnTo>
                <a:lnTo>
                  <a:pt x="54876" y="15240"/>
                </a:lnTo>
                <a:lnTo>
                  <a:pt x="54876" y="59436"/>
                </a:lnTo>
                <a:lnTo>
                  <a:pt x="65544" y="59436"/>
                </a:lnTo>
                <a:lnTo>
                  <a:pt x="65544" y="45720"/>
                </a:lnTo>
                <a:lnTo>
                  <a:pt x="65544" y="30480"/>
                </a:lnTo>
                <a:lnTo>
                  <a:pt x="67068" y="28956"/>
                </a:lnTo>
                <a:lnTo>
                  <a:pt x="67068" y="27432"/>
                </a:lnTo>
                <a:lnTo>
                  <a:pt x="68592" y="25908"/>
                </a:lnTo>
                <a:lnTo>
                  <a:pt x="70116" y="25908"/>
                </a:lnTo>
                <a:lnTo>
                  <a:pt x="71640" y="24384"/>
                </a:lnTo>
                <a:lnTo>
                  <a:pt x="74688" y="24384"/>
                </a:lnTo>
                <a:lnTo>
                  <a:pt x="77736" y="25908"/>
                </a:lnTo>
                <a:lnTo>
                  <a:pt x="79260" y="25908"/>
                </a:lnTo>
                <a:lnTo>
                  <a:pt x="82308" y="16764"/>
                </a:lnTo>
                <a:close/>
              </a:path>
              <a:path w="190500" h="59690">
                <a:moveTo>
                  <a:pt x="96012" y="15240"/>
                </a:moveTo>
                <a:lnTo>
                  <a:pt x="85344" y="15240"/>
                </a:lnTo>
                <a:lnTo>
                  <a:pt x="85344" y="59436"/>
                </a:lnTo>
                <a:lnTo>
                  <a:pt x="96012" y="59436"/>
                </a:lnTo>
                <a:lnTo>
                  <a:pt x="96012" y="15240"/>
                </a:lnTo>
                <a:close/>
              </a:path>
              <a:path w="190500" h="59690">
                <a:moveTo>
                  <a:pt x="96012" y="0"/>
                </a:moveTo>
                <a:lnTo>
                  <a:pt x="85344" y="0"/>
                </a:lnTo>
                <a:lnTo>
                  <a:pt x="85344" y="10668"/>
                </a:lnTo>
                <a:lnTo>
                  <a:pt x="96012" y="10668"/>
                </a:lnTo>
                <a:lnTo>
                  <a:pt x="96012" y="0"/>
                </a:lnTo>
                <a:close/>
              </a:path>
              <a:path w="190500" h="59690">
                <a:moveTo>
                  <a:pt x="144780" y="44196"/>
                </a:moveTo>
                <a:lnTo>
                  <a:pt x="134112" y="42672"/>
                </a:lnTo>
                <a:lnTo>
                  <a:pt x="134112" y="45720"/>
                </a:lnTo>
                <a:lnTo>
                  <a:pt x="129540" y="50292"/>
                </a:lnTo>
                <a:lnTo>
                  <a:pt x="120396" y="50292"/>
                </a:lnTo>
                <a:lnTo>
                  <a:pt x="118872" y="47244"/>
                </a:lnTo>
                <a:lnTo>
                  <a:pt x="117348" y="45720"/>
                </a:lnTo>
                <a:lnTo>
                  <a:pt x="115824" y="41148"/>
                </a:lnTo>
                <a:lnTo>
                  <a:pt x="115824" y="28956"/>
                </a:lnTo>
                <a:lnTo>
                  <a:pt x="121920" y="22860"/>
                </a:lnTo>
                <a:lnTo>
                  <a:pt x="126492" y="22860"/>
                </a:lnTo>
                <a:lnTo>
                  <a:pt x="128016" y="24384"/>
                </a:lnTo>
                <a:lnTo>
                  <a:pt x="129540" y="24384"/>
                </a:lnTo>
                <a:lnTo>
                  <a:pt x="132588" y="27432"/>
                </a:lnTo>
                <a:lnTo>
                  <a:pt x="132588" y="28956"/>
                </a:lnTo>
                <a:lnTo>
                  <a:pt x="143256" y="27432"/>
                </a:lnTo>
                <a:lnTo>
                  <a:pt x="141732" y="22860"/>
                </a:lnTo>
                <a:lnTo>
                  <a:pt x="140208" y="19812"/>
                </a:lnTo>
                <a:lnTo>
                  <a:pt x="137160" y="18288"/>
                </a:lnTo>
                <a:lnTo>
                  <a:pt x="134112" y="15240"/>
                </a:lnTo>
                <a:lnTo>
                  <a:pt x="129540" y="13716"/>
                </a:lnTo>
                <a:lnTo>
                  <a:pt x="118872" y="13716"/>
                </a:lnTo>
                <a:lnTo>
                  <a:pt x="109728" y="19812"/>
                </a:lnTo>
                <a:lnTo>
                  <a:pt x="106680" y="24384"/>
                </a:lnTo>
                <a:lnTo>
                  <a:pt x="105156" y="30480"/>
                </a:lnTo>
                <a:lnTo>
                  <a:pt x="105156" y="44196"/>
                </a:lnTo>
                <a:lnTo>
                  <a:pt x="106680" y="50292"/>
                </a:lnTo>
                <a:lnTo>
                  <a:pt x="111252" y="53340"/>
                </a:lnTo>
                <a:lnTo>
                  <a:pt x="114300" y="57912"/>
                </a:lnTo>
                <a:lnTo>
                  <a:pt x="118872" y="59436"/>
                </a:lnTo>
                <a:lnTo>
                  <a:pt x="131064" y="59436"/>
                </a:lnTo>
                <a:lnTo>
                  <a:pt x="135636" y="57912"/>
                </a:lnTo>
                <a:lnTo>
                  <a:pt x="138684" y="56388"/>
                </a:lnTo>
                <a:lnTo>
                  <a:pt x="141732" y="53340"/>
                </a:lnTo>
                <a:lnTo>
                  <a:pt x="143256" y="50292"/>
                </a:lnTo>
                <a:lnTo>
                  <a:pt x="144780" y="44196"/>
                </a:lnTo>
                <a:close/>
              </a:path>
              <a:path w="190500" h="59690">
                <a:moveTo>
                  <a:pt x="190500" y="32004"/>
                </a:moveTo>
                <a:lnTo>
                  <a:pt x="188976" y="24384"/>
                </a:lnTo>
                <a:lnTo>
                  <a:pt x="187960" y="22860"/>
                </a:lnTo>
                <a:lnTo>
                  <a:pt x="185928" y="19812"/>
                </a:lnTo>
                <a:lnTo>
                  <a:pt x="179832" y="15748"/>
                </a:lnTo>
                <a:lnTo>
                  <a:pt x="179832" y="28956"/>
                </a:lnTo>
                <a:lnTo>
                  <a:pt x="179832" y="32004"/>
                </a:lnTo>
                <a:lnTo>
                  <a:pt x="161544" y="32004"/>
                </a:lnTo>
                <a:lnTo>
                  <a:pt x="161544" y="28956"/>
                </a:lnTo>
                <a:lnTo>
                  <a:pt x="167640" y="22860"/>
                </a:lnTo>
                <a:lnTo>
                  <a:pt x="173736" y="22860"/>
                </a:lnTo>
                <a:lnTo>
                  <a:pt x="179832" y="28956"/>
                </a:lnTo>
                <a:lnTo>
                  <a:pt x="179832" y="15748"/>
                </a:lnTo>
                <a:lnTo>
                  <a:pt x="176784" y="13716"/>
                </a:lnTo>
                <a:lnTo>
                  <a:pt x="164592" y="13716"/>
                </a:lnTo>
                <a:lnTo>
                  <a:pt x="160020" y="16764"/>
                </a:lnTo>
                <a:lnTo>
                  <a:pt x="152400" y="24384"/>
                </a:lnTo>
                <a:lnTo>
                  <a:pt x="150876" y="30480"/>
                </a:lnTo>
                <a:lnTo>
                  <a:pt x="150876" y="42672"/>
                </a:lnTo>
                <a:lnTo>
                  <a:pt x="152400" y="48768"/>
                </a:lnTo>
                <a:lnTo>
                  <a:pt x="155448" y="51816"/>
                </a:lnTo>
                <a:lnTo>
                  <a:pt x="158496" y="57912"/>
                </a:lnTo>
                <a:lnTo>
                  <a:pt x="163068" y="59436"/>
                </a:lnTo>
                <a:lnTo>
                  <a:pt x="179832" y="59436"/>
                </a:lnTo>
                <a:lnTo>
                  <a:pt x="185928" y="53340"/>
                </a:lnTo>
                <a:lnTo>
                  <a:pt x="187452" y="50292"/>
                </a:lnTo>
                <a:lnTo>
                  <a:pt x="188976" y="45720"/>
                </a:lnTo>
                <a:lnTo>
                  <a:pt x="178308" y="44196"/>
                </a:lnTo>
                <a:lnTo>
                  <a:pt x="178308" y="47244"/>
                </a:lnTo>
                <a:lnTo>
                  <a:pt x="176784" y="48768"/>
                </a:lnTo>
                <a:lnTo>
                  <a:pt x="175260" y="48768"/>
                </a:lnTo>
                <a:lnTo>
                  <a:pt x="173736" y="50292"/>
                </a:lnTo>
                <a:lnTo>
                  <a:pt x="166116" y="50292"/>
                </a:lnTo>
                <a:lnTo>
                  <a:pt x="164592" y="47244"/>
                </a:lnTo>
                <a:lnTo>
                  <a:pt x="161544" y="44196"/>
                </a:lnTo>
                <a:lnTo>
                  <a:pt x="161544" y="39624"/>
                </a:lnTo>
                <a:lnTo>
                  <a:pt x="190500" y="39624"/>
                </a:lnTo>
                <a:lnTo>
                  <a:pt x="190500" y="320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9455" y="1360932"/>
            <a:ext cx="160019" cy="80771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3121152" y="1363980"/>
            <a:ext cx="506095" cy="78105"/>
            <a:chOff x="3121152" y="1363980"/>
            <a:chExt cx="506095" cy="78105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1152" y="1363980"/>
              <a:ext cx="236220" cy="777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1365504"/>
              <a:ext cx="236219" cy="76200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2534412" y="1365504"/>
            <a:ext cx="434340" cy="76200"/>
            <a:chOff x="2534412" y="1365504"/>
            <a:chExt cx="434340" cy="76200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34412" y="1365504"/>
              <a:ext cx="240791" cy="761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5684" y="1365504"/>
              <a:ext cx="163067" cy="76200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05000" y="1365504"/>
            <a:ext cx="446532" cy="76199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1359395" y="1365503"/>
            <a:ext cx="287020" cy="59690"/>
          </a:xfrm>
          <a:custGeom>
            <a:avLst/>
            <a:gdLst/>
            <a:ahLst/>
            <a:cxnLst/>
            <a:rect l="l" t="t" r="r" b="b"/>
            <a:pathLst>
              <a:path w="287019" h="59690">
                <a:moveTo>
                  <a:pt x="56388" y="59436"/>
                </a:moveTo>
                <a:lnTo>
                  <a:pt x="51473" y="45720"/>
                </a:lnTo>
                <a:lnTo>
                  <a:pt x="47637" y="35052"/>
                </a:lnTo>
                <a:lnTo>
                  <a:pt x="39979" y="13716"/>
                </a:lnTo>
                <a:lnTo>
                  <a:pt x="36576" y="4254"/>
                </a:lnTo>
                <a:lnTo>
                  <a:pt x="36576" y="35052"/>
                </a:lnTo>
                <a:lnTo>
                  <a:pt x="19812" y="35052"/>
                </a:lnTo>
                <a:lnTo>
                  <a:pt x="28956" y="13716"/>
                </a:lnTo>
                <a:lnTo>
                  <a:pt x="36576" y="35052"/>
                </a:lnTo>
                <a:lnTo>
                  <a:pt x="36576" y="4254"/>
                </a:lnTo>
                <a:lnTo>
                  <a:pt x="35052" y="0"/>
                </a:lnTo>
                <a:lnTo>
                  <a:pt x="21336" y="0"/>
                </a:lnTo>
                <a:lnTo>
                  <a:pt x="0" y="59436"/>
                </a:lnTo>
                <a:lnTo>
                  <a:pt x="10668" y="59436"/>
                </a:lnTo>
                <a:lnTo>
                  <a:pt x="16764" y="45720"/>
                </a:lnTo>
                <a:lnTo>
                  <a:pt x="39624" y="45720"/>
                </a:lnTo>
                <a:lnTo>
                  <a:pt x="45720" y="59436"/>
                </a:lnTo>
                <a:lnTo>
                  <a:pt x="56388" y="59436"/>
                </a:lnTo>
                <a:close/>
              </a:path>
              <a:path w="287019" h="59690">
                <a:moveTo>
                  <a:pt x="71640" y="15240"/>
                </a:moveTo>
                <a:lnTo>
                  <a:pt x="60972" y="15240"/>
                </a:lnTo>
                <a:lnTo>
                  <a:pt x="60972" y="59436"/>
                </a:lnTo>
                <a:lnTo>
                  <a:pt x="71640" y="59436"/>
                </a:lnTo>
                <a:lnTo>
                  <a:pt x="71640" y="15240"/>
                </a:lnTo>
                <a:close/>
              </a:path>
              <a:path w="287019" h="59690">
                <a:moveTo>
                  <a:pt x="71640" y="0"/>
                </a:moveTo>
                <a:lnTo>
                  <a:pt x="60972" y="0"/>
                </a:lnTo>
                <a:lnTo>
                  <a:pt x="60972" y="10668"/>
                </a:lnTo>
                <a:lnTo>
                  <a:pt x="71640" y="10668"/>
                </a:lnTo>
                <a:lnTo>
                  <a:pt x="71640" y="0"/>
                </a:lnTo>
                <a:close/>
              </a:path>
              <a:path w="287019" h="59690">
                <a:moveTo>
                  <a:pt x="111252" y="16764"/>
                </a:moveTo>
                <a:lnTo>
                  <a:pt x="109728" y="15240"/>
                </a:lnTo>
                <a:lnTo>
                  <a:pt x="106680" y="13716"/>
                </a:lnTo>
                <a:lnTo>
                  <a:pt x="103632" y="13716"/>
                </a:lnTo>
                <a:lnTo>
                  <a:pt x="100584" y="15240"/>
                </a:lnTo>
                <a:lnTo>
                  <a:pt x="94488" y="21336"/>
                </a:lnTo>
                <a:lnTo>
                  <a:pt x="94488" y="15240"/>
                </a:lnTo>
                <a:lnTo>
                  <a:pt x="83820" y="15240"/>
                </a:lnTo>
                <a:lnTo>
                  <a:pt x="83820" y="59436"/>
                </a:lnTo>
                <a:lnTo>
                  <a:pt x="94488" y="59436"/>
                </a:lnTo>
                <a:lnTo>
                  <a:pt x="94488" y="38100"/>
                </a:lnTo>
                <a:lnTo>
                  <a:pt x="96012" y="33528"/>
                </a:lnTo>
                <a:lnTo>
                  <a:pt x="96012" y="30480"/>
                </a:lnTo>
                <a:lnTo>
                  <a:pt x="97536" y="28956"/>
                </a:lnTo>
                <a:lnTo>
                  <a:pt x="97536" y="27432"/>
                </a:lnTo>
                <a:lnTo>
                  <a:pt x="99060" y="25908"/>
                </a:lnTo>
                <a:lnTo>
                  <a:pt x="100584" y="25908"/>
                </a:lnTo>
                <a:lnTo>
                  <a:pt x="102108" y="24384"/>
                </a:lnTo>
                <a:lnTo>
                  <a:pt x="105156" y="24384"/>
                </a:lnTo>
                <a:lnTo>
                  <a:pt x="108204" y="25908"/>
                </a:lnTo>
                <a:lnTo>
                  <a:pt x="109728" y="25908"/>
                </a:lnTo>
                <a:lnTo>
                  <a:pt x="109982" y="24384"/>
                </a:lnTo>
                <a:lnTo>
                  <a:pt x="110490" y="21336"/>
                </a:lnTo>
                <a:lnTo>
                  <a:pt x="111252" y="16764"/>
                </a:lnTo>
                <a:close/>
              </a:path>
              <a:path w="287019" h="59690">
                <a:moveTo>
                  <a:pt x="152400" y="44196"/>
                </a:moveTo>
                <a:lnTo>
                  <a:pt x="141732" y="42672"/>
                </a:lnTo>
                <a:lnTo>
                  <a:pt x="140208" y="45720"/>
                </a:lnTo>
                <a:lnTo>
                  <a:pt x="140208" y="47244"/>
                </a:lnTo>
                <a:lnTo>
                  <a:pt x="137160" y="50292"/>
                </a:lnTo>
                <a:lnTo>
                  <a:pt x="128016" y="50292"/>
                </a:lnTo>
                <a:lnTo>
                  <a:pt x="126492" y="47244"/>
                </a:lnTo>
                <a:lnTo>
                  <a:pt x="123444" y="45720"/>
                </a:lnTo>
                <a:lnTo>
                  <a:pt x="123444" y="28956"/>
                </a:lnTo>
                <a:lnTo>
                  <a:pt x="124968" y="25908"/>
                </a:lnTo>
                <a:lnTo>
                  <a:pt x="128016" y="24384"/>
                </a:lnTo>
                <a:lnTo>
                  <a:pt x="129540" y="22860"/>
                </a:lnTo>
                <a:lnTo>
                  <a:pt x="134112" y="22860"/>
                </a:lnTo>
                <a:lnTo>
                  <a:pt x="135636" y="24384"/>
                </a:lnTo>
                <a:lnTo>
                  <a:pt x="137160" y="24384"/>
                </a:lnTo>
                <a:lnTo>
                  <a:pt x="140208" y="27432"/>
                </a:lnTo>
                <a:lnTo>
                  <a:pt x="140208" y="28956"/>
                </a:lnTo>
                <a:lnTo>
                  <a:pt x="150876" y="27432"/>
                </a:lnTo>
                <a:lnTo>
                  <a:pt x="149352" y="22860"/>
                </a:lnTo>
                <a:lnTo>
                  <a:pt x="147828" y="19812"/>
                </a:lnTo>
                <a:lnTo>
                  <a:pt x="144780" y="18288"/>
                </a:lnTo>
                <a:lnTo>
                  <a:pt x="141732" y="15240"/>
                </a:lnTo>
                <a:lnTo>
                  <a:pt x="137160" y="13716"/>
                </a:lnTo>
                <a:lnTo>
                  <a:pt x="126492" y="13716"/>
                </a:lnTo>
                <a:lnTo>
                  <a:pt x="117348" y="19812"/>
                </a:lnTo>
                <a:lnTo>
                  <a:pt x="114300" y="24384"/>
                </a:lnTo>
                <a:lnTo>
                  <a:pt x="112776" y="30480"/>
                </a:lnTo>
                <a:lnTo>
                  <a:pt x="112776" y="44196"/>
                </a:lnTo>
                <a:lnTo>
                  <a:pt x="114300" y="50292"/>
                </a:lnTo>
                <a:lnTo>
                  <a:pt x="121920" y="57912"/>
                </a:lnTo>
                <a:lnTo>
                  <a:pt x="126492" y="59436"/>
                </a:lnTo>
                <a:lnTo>
                  <a:pt x="138684" y="59436"/>
                </a:lnTo>
                <a:lnTo>
                  <a:pt x="141732" y="57912"/>
                </a:lnTo>
                <a:lnTo>
                  <a:pt x="146304" y="56388"/>
                </a:lnTo>
                <a:lnTo>
                  <a:pt x="149352" y="53340"/>
                </a:lnTo>
                <a:lnTo>
                  <a:pt x="150876" y="50292"/>
                </a:lnTo>
                <a:lnTo>
                  <a:pt x="152400" y="44196"/>
                </a:lnTo>
                <a:close/>
              </a:path>
              <a:path w="287019" h="59690">
                <a:moveTo>
                  <a:pt x="188988" y="16764"/>
                </a:moveTo>
                <a:lnTo>
                  <a:pt x="185940" y="15240"/>
                </a:lnTo>
                <a:lnTo>
                  <a:pt x="184416" y="13716"/>
                </a:lnTo>
                <a:lnTo>
                  <a:pt x="179844" y="13716"/>
                </a:lnTo>
                <a:lnTo>
                  <a:pt x="178320" y="15240"/>
                </a:lnTo>
                <a:lnTo>
                  <a:pt x="176796" y="15240"/>
                </a:lnTo>
                <a:lnTo>
                  <a:pt x="173748" y="18288"/>
                </a:lnTo>
                <a:lnTo>
                  <a:pt x="172224" y="21336"/>
                </a:lnTo>
                <a:lnTo>
                  <a:pt x="172224" y="15240"/>
                </a:lnTo>
                <a:lnTo>
                  <a:pt x="161556" y="15240"/>
                </a:lnTo>
                <a:lnTo>
                  <a:pt x="161556" y="59436"/>
                </a:lnTo>
                <a:lnTo>
                  <a:pt x="172224" y="59436"/>
                </a:lnTo>
                <a:lnTo>
                  <a:pt x="172224" y="45720"/>
                </a:lnTo>
                <a:lnTo>
                  <a:pt x="172224" y="33528"/>
                </a:lnTo>
                <a:lnTo>
                  <a:pt x="173748" y="30480"/>
                </a:lnTo>
                <a:lnTo>
                  <a:pt x="173748" y="28956"/>
                </a:lnTo>
                <a:lnTo>
                  <a:pt x="175272" y="27432"/>
                </a:lnTo>
                <a:lnTo>
                  <a:pt x="175272" y="25908"/>
                </a:lnTo>
                <a:lnTo>
                  <a:pt x="176796" y="25908"/>
                </a:lnTo>
                <a:lnTo>
                  <a:pt x="178320" y="24384"/>
                </a:lnTo>
                <a:lnTo>
                  <a:pt x="182892" y="24384"/>
                </a:lnTo>
                <a:lnTo>
                  <a:pt x="184416" y="25908"/>
                </a:lnTo>
                <a:lnTo>
                  <a:pt x="185940" y="25908"/>
                </a:lnTo>
                <a:lnTo>
                  <a:pt x="188988" y="16764"/>
                </a:lnTo>
                <a:close/>
              </a:path>
              <a:path w="287019" h="59690">
                <a:moveTo>
                  <a:pt x="230136" y="59436"/>
                </a:moveTo>
                <a:lnTo>
                  <a:pt x="227088" y="56388"/>
                </a:lnTo>
                <a:lnTo>
                  <a:pt x="227088" y="53340"/>
                </a:lnTo>
                <a:lnTo>
                  <a:pt x="227088" y="50292"/>
                </a:lnTo>
                <a:lnTo>
                  <a:pt x="227088" y="39624"/>
                </a:lnTo>
                <a:lnTo>
                  <a:pt x="227088" y="25908"/>
                </a:lnTo>
                <a:lnTo>
                  <a:pt x="225564" y="22860"/>
                </a:lnTo>
                <a:lnTo>
                  <a:pt x="225564" y="21336"/>
                </a:lnTo>
                <a:lnTo>
                  <a:pt x="224040" y="18288"/>
                </a:lnTo>
                <a:lnTo>
                  <a:pt x="222516" y="16764"/>
                </a:lnTo>
                <a:lnTo>
                  <a:pt x="220992" y="16764"/>
                </a:lnTo>
                <a:lnTo>
                  <a:pt x="214896" y="13716"/>
                </a:lnTo>
                <a:lnTo>
                  <a:pt x="204228" y="13716"/>
                </a:lnTo>
                <a:lnTo>
                  <a:pt x="199656" y="15240"/>
                </a:lnTo>
                <a:lnTo>
                  <a:pt x="196608" y="16764"/>
                </a:lnTo>
                <a:lnTo>
                  <a:pt x="195084" y="19812"/>
                </a:lnTo>
                <a:lnTo>
                  <a:pt x="192036" y="22860"/>
                </a:lnTo>
                <a:lnTo>
                  <a:pt x="192036" y="27432"/>
                </a:lnTo>
                <a:lnTo>
                  <a:pt x="202704" y="28956"/>
                </a:lnTo>
                <a:lnTo>
                  <a:pt x="202704" y="27432"/>
                </a:lnTo>
                <a:lnTo>
                  <a:pt x="204228" y="25908"/>
                </a:lnTo>
                <a:lnTo>
                  <a:pt x="204228" y="24384"/>
                </a:lnTo>
                <a:lnTo>
                  <a:pt x="205752" y="24384"/>
                </a:lnTo>
                <a:lnTo>
                  <a:pt x="207276" y="22860"/>
                </a:lnTo>
                <a:lnTo>
                  <a:pt x="211848" y="22860"/>
                </a:lnTo>
                <a:lnTo>
                  <a:pt x="213372" y="24384"/>
                </a:lnTo>
                <a:lnTo>
                  <a:pt x="214896" y="24384"/>
                </a:lnTo>
                <a:lnTo>
                  <a:pt x="214896" y="25908"/>
                </a:lnTo>
                <a:lnTo>
                  <a:pt x="216420" y="27432"/>
                </a:lnTo>
                <a:lnTo>
                  <a:pt x="216420" y="30480"/>
                </a:lnTo>
                <a:lnTo>
                  <a:pt x="216420" y="39624"/>
                </a:lnTo>
                <a:lnTo>
                  <a:pt x="216420" y="45720"/>
                </a:lnTo>
                <a:lnTo>
                  <a:pt x="214896" y="45720"/>
                </a:lnTo>
                <a:lnTo>
                  <a:pt x="214896" y="48768"/>
                </a:lnTo>
                <a:lnTo>
                  <a:pt x="213372" y="48768"/>
                </a:lnTo>
                <a:lnTo>
                  <a:pt x="210324" y="50292"/>
                </a:lnTo>
                <a:lnTo>
                  <a:pt x="204228" y="50292"/>
                </a:lnTo>
                <a:lnTo>
                  <a:pt x="202704" y="48768"/>
                </a:lnTo>
                <a:lnTo>
                  <a:pt x="201180" y="48768"/>
                </a:lnTo>
                <a:lnTo>
                  <a:pt x="201180" y="44196"/>
                </a:lnTo>
                <a:lnTo>
                  <a:pt x="202704" y="42672"/>
                </a:lnTo>
                <a:lnTo>
                  <a:pt x="205752" y="42672"/>
                </a:lnTo>
                <a:lnTo>
                  <a:pt x="208800" y="41148"/>
                </a:lnTo>
                <a:lnTo>
                  <a:pt x="214896" y="41148"/>
                </a:lnTo>
                <a:lnTo>
                  <a:pt x="216420" y="39624"/>
                </a:lnTo>
                <a:lnTo>
                  <a:pt x="216420" y="30480"/>
                </a:lnTo>
                <a:lnTo>
                  <a:pt x="213372" y="32004"/>
                </a:lnTo>
                <a:lnTo>
                  <a:pt x="210324" y="32004"/>
                </a:lnTo>
                <a:lnTo>
                  <a:pt x="201180" y="35052"/>
                </a:lnTo>
                <a:lnTo>
                  <a:pt x="198132" y="35052"/>
                </a:lnTo>
                <a:lnTo>
                  <a:pt x="195084" y="38100"/>
                </a:lnTo>
                <a:lnTo>
                  <a:pt x="193560" y="38100"/>
                </a:lnTo>
                <a:lnTo>
                  <a:pt x="192036" y="41148"/>
                </a:lnTo>
                <a:lnTo>
                  <a:pt x="190512" y="42672"/>
                </a:lnTo>
                <a:lnTo>
                  <a:pt x="190512" y="50292"/>
                </a:lnTo>
                <a:lnTo>
                  <a:pt x="193560" y="56388"/>
                </a:lnTo>
                <a:lnTo>
                  <a:pt x="196608" y="59436"/>
                </a:lnTo>
                <a:lnTo>
                  <a:pt x="208800" y="59436"/>
                </a:lnTo>
                <a:lnTo>
                  <a:pt x="211848" y="57912"/>
                </a:lnTo>
                <a:lnTo>
                  <a:pt x="213372" y="57912"/>
                </a:lnTo>
                <a:lnTo>
                  <a:pt x="217944" y="53340"/>
                </a:lnTo>
                <a:lnTo>
                  <a:pt x="217944" y="57912"/>
                </a:lnTo>
                <a:lnTo>
                  <a:pt x="219468" y="59436"/>
                </a:lnTo>
                <a:lnTo>
                  <a:pt x="230136" y="59436"/>
                </a:lnTo>
                <a:close/>
              </a:path>
              <a:path w="287019" h="59690">
                <a:moveTo>
                  <a:pt x="260604" y="1524"/>
                </a:moveTo>
                <a:lnTo>
                  <a:pt x="257556" y="1524"/>
                </a:lnTo>
                <a:lnTo>
                  <a:pt x="254508" y="0"/>
                </a:lnTo>
                <a:lnTo>
                  <a:pt x="248412" y="0"/>
                </a:lnTo>
                <a:lnTo>
                  <a:pt x="246888" y="1524"/>
                </a:lnTo>
                <a:lnTo>
                  <a:pt x="245364" y="1524"/>
                </a:lnTo>
                <a:lnTo>
                  <a:pt x="242316" y="3048"/>
                </a:lnTo>
                <a:lnTo>
                  <a:pt x="240792" y="4572"/>
                </a:lnTo>
                <a:lnTo>
                  <a:pt x="240792" y="6096"/>
                </a:lnTo>
                <a:lnTo>
                  <a:pt x="239268" y="7620"/>
                </a:lnTo>
                <a:lnTo>
                  <a:pt x="239268" y="15240"/>
                </a:lnTo>
                <a:lnTo>
                  <a:pt x="233172" y="15240"/>
                </a:lnTo>
                <a:lnTo>
                  <a:pt x="233172" y="24384"/>
                </a:lnTo>
                <a:lnTo>
                  <a:pt x="239268" y="24384"/>
                </a:lnTo>
                <a:lnTo>
                  <a:pt x="239268" y="59436"/>
                </a:lnTo>
                <a:lnTo>
                  <a:pt x="249936" y="59436"/>
                </a:lnTo>
                <a:lnTo>
                  <a:pt x="249936" y="24384"/>
                </a:lnTo>
                <a:lnTo>
                  <a:pt x="257556" y="24384"/>
                </a:lnTo>
                <a:lnTo>
                  <a:pt x="257556" y="15240"/>
                </a:lnTo>
                <a:lnTo>
                  <a:pt x="249936" y="15240"/>
                </a:lnTo>
                <a:lnTo>
                  <a:pt x="249936" y="10668"/>
                </a:lnTo>
                <a:lnTo>
                  <a:pt x="251460" y="10668"/>
                </a:lnTo>
                <a:lnTo>
                  <a:pt x="251460" y="9144"/>
                </a:lnTo>
                <a:lnTo>
                  <a:pt x="259080" y="9144"/>
                </a:lnTo>
                <a:lnTo>
                  <a:pt x="260604" y="10668"/>
                </a:lnTo>
                <a:lnTo>
                  <a:pt x="260604" y="1524"/>
                </a:lnTo>
                <a:close/>
              </a:path>
              <a:path w="287019" h="59690">
                <a:moveTo>
                  <a:pt x="286512" y="50292"/>
                </a:moveTo>
                <a:lnTo>
                  <a:pt x="278892" y="50292"/>
                </a:lnTo>
                <a:lnTo>
                  <a:pt x="278892" y="48768"/>
                </a:lnTo>
                <a:lnTo>
                  <a:pt x="277368" y="48768"/>
                </a:lnTo>
                <a:lnTo>
                  <a:pt x="277368" y="24384"/>
                </a:lnTo>
                <a:lnTo>
                  <a:pt x="284988" y="24384"/>
                </a:lnTo>
                <a:lnTo>
                  <a:pt x="284988" y="15240"/>
                </a:lnTo>
                <a:lnTo>
                  <a:pt x="277368" y="15240"/>
                </a:lnTo>
                <a:lnTo>
                  <a:pt x="277368" y="1524"/>
                </a:lnTo>
                <a:lnTo>
                  <a:pt x="266700" y="7620"/>
                </a:lnTo>
                <a:lnTo>
                  <a:pt x="266700" y="15240"/>
                </a:lnTo>
                <a:lnTo>
                  <a:pt x="260604" y="15240"/>
                </a:lnTo>
                <a:lnTo>
                  <a:pt x="260604" y="24384"/>
                </a:lnTo>
                <a:lnTo>
                  <a:pt x="266700" y="24384"/>
                </a:lnTo>
                <a:lnTo>
                  <a:pt x="266700" y="47244"/>
                </a:lnTo>
                <a:lnTo>
                  <a:pt x="268224" y="50292"/>
                </a:lnTo>
                <a:lnTo>
                  <a:pt x="268224" y="54864"/>
                </a:lnTo>
                <a:lnTo>
                  <a:pt x="269748" y="56388"/>
                </a:lnTo>
                <a:lnTo>
                  <a:pt x="269748" y="57912"/>
                </a:lnTo>
                <a:lnTo>
                  <a:pt x="271272" y="57912"/>
                </a:lnTo>
                <a:lnTo>
                  <a:pt x="272796" y="59436"/>
                </a:lnTo>
                <a:lnTo>
                  <a:pt x="284988" y="59436"/>
                </a:lnTo>
                <a:lnTo>
                  <a:pt x="286512" y="57912"/>
                </a:lnTo>
                <a:lnTo>
                  <a:pt x="286512" y="502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944112" y="1618487"/>
            <a:ext cx="113030" cy="53340"/>
          </a:xfrm>
          <a:custGeom>
            <a:avLst/>
            <a:gdLst/>
            <a:ahLst/>
            <a:cxnLst/>
            <a:rect l="l" t="t" r="r" b="b"/>
            <a:pathLst>
              <a:path w="113029" h="53339">
                <a:moveTo>
                  <a:pt x="19812" y="0"/>
                </a:moveTo>
                <a:lnTo>
                  <a:pt x="15240" y="0"/>
                </a:lnTo>
                <a:lnTo>
                  <a:pt x="13716" y="3048"/>
                </a:lnTo>
                <a:lnTo>
                  <a:pt x="9144" y="7620"/>
                </a:lnTo>
                <a:lnTo>
                  <a:pt x="6096" y="9144"/>
                </a:lnTo>
                <a:lnTo>
                  <a:pt x="3048" y="12192"/>
                </a:lnTo>
                <a:lnTo>
                  <a:pt x="0" y="13716"/>
                </a:lnTo>
                <a:lnTo>
                  <a:pt x="0" y="19812"/>
                </a:lnTo>
                <a:lnTo>
                  <a:pt x="1524" y="18288"/>
                </a:lnTo>
                <a:lnTo>
                  <a:pt x="4572" y="18288"/>
                </a:lnTo>
                <a:lnTo>
                  <a:pt x="6096" y="16764"/>
                </a:lnTo>
                <a:lnTo>
                  <a:pt x="12192" y="13716"/>
                </a:lnTo>
                <a:lnTo>
                  <a:pt x="13716" y="12192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113029" h="53339">
                <a:moveTo>
                  <a:pt x="70104" y="10668"/>
                </a:moveTo>
                <a:lnTo>
                  <a:pt x="68580" y="7620"/>
                </a:lnTo>
                <a:lnTo>
                  <a:pt x="62484" y="1524"/>
                </a:lnTo>
                <a:lnTo>
                  <a:pt x="57912" y="0"/>
                </a:lnTo>
                <a:lnTo>
                  <a:pt x="48768" y="0"/>
                </a:lnTo>
                <a:lnTo>
                  <a:pt x="44196" y="1524"/>
                </a:lnTo>
                <a:lnTo>
                  <a:pt x="41148" y="4572"/>
                </a:lnTo>
                <a:lnTo>
                  <a:pt x="38100" y="6096"/>
                </a:lnTo>
                <a:lnTo>
                  <a:pt x="36576" y="10668"/>
                </a:lnTo>
                <a:lnTo>
                  <a:pt x="36576" y="15240"/>
                </a:lnTo>
                <a:lnTo>
                  <a:pt x="42672" y="16764"/>
                </a:lnTo>
                <a:lnTo>
                  <a:pt x="42672" y="10668"/>
                </a:lnTo>
                <a:lnTo>
                  <a:pt x="45720" y="9144"/>
                </a:lnTo>
                <a:lnTo>
                  <a:pt x="47244" y="7620"/>
                </a:lnTo>
                <a:lnTo>
                  <a:pt x="50292" y="6096"/>
                </a:lnTo>
                <a:lnTo>
                  <a:pt x="56388" y="6096"/>
                </a:lnTo>
                <a:lnTo>
                  <a:pt x="59436" y="7620"/>
                </a:lnTo>
                <a:lnTo>
                  <a:pt x="64008" y="12192"/>
                </a:lnTo>
                <a:lnTo>
                  <a:pt x="64008" y="18288"/>
                </a:lnTo>
                <a:lnTo>
                  <a:pt x="62484" y="21336"/>
                </a:lnTo>
                <a:lnTo>
                  <a:pt x="57912" y="25908"/>
                </a:lnTo>
                <a:lnTo>
                  <a:pt x="54864" y="30480"/>
                </a:lnTo>
                <a:lnTo>
                  <a:pt x="48768" y="35052"/>
                </a:lnTo>
                <a:lnTo>
                  <a:pt x="45720" y="38100"/>
                </a:lnTo>
                <a:lnTo>
                  <a:pt x="42672" y="39624"/>
                </a:lnTo>
                <a:lnTo>
                  <a:pt x="41148" y="42672"/>
                </a:lnTo>
                <a:lnTo>
                  <a:pt x="38100" y="44196"/>
                </a:lnTo>
                <a:lnTo>
                  <a:pt x="36576" y="47244"/>
                </a:lnTo>
                <a:lnTo>
                  <a:pt x="35052" y="48768"/>
                </a:lnTo>
                <a:lnTo>
                  <a:pt x="35052" y="53340"/>
                </a:lnTo>
                <a:lnTo>
                  <a:pt x="70104" y="53340"/>
                </a:lnTo>
                <a:lnTo>
                  <a:pt x="70104" y="47244"/>
                </a:lnTo>
                <a:lnTo>
                  <a:pt x="44196" y="47244"/>
                </a:lnTo>
                <a:lnTo>
                  <a:pt x="44196" y="45720"/>
                </a:lnTo>
                <a:lnTo>
                  <a:pt x="45720" y="45720"/>
                </a:lnTo>
                <a:lnTo>
                  <a:pt x="54864" y="36576"/>
                </a:lnTo>
                <a:lnTo>
                  <a:pt x="59436" y="33528"/>
                </a:lnTo>
                <a:lnTo>
                  <a:pt x="62484" y="30480"/>
                </a:lnTo>
                <a:lnTo>
                  <a:pt x="64008" y="27432"/>
                </a:lnTo>
                <a:lnTo>
                  <a:pt x="65532" y="25908"/>
                </a:lnTo>
                <a:lnTo>
                  <a:pt x="67056" y="22860"/>
                </a:lnTo>
                <a:lnTo>
                  <a:pt x="70104" y="19812"/>
                </a:lnTo>
                <a:lnTo>
                  <a:pt x="70104" y="10668"/>
                </a:lnTo>
                <a:close/>
              </a:path>
              <a:path w="113029" h="53339">
                <a:moveTo>
                  <a:pt x="112776" y="16764"/>
                </a:moveTo>
                <a:lnTo>
                  <a:pt x="111252" y="13716"/>
                </a:lnTo>
                <a:lnTo>
                  <a:pt x="111252" y="10668"/>
                </a:lnTo>
                <a:lnTo>
                  <a:pt x="109728" y="9144"/>
                </a:lnTo>
                <a:lnTo>
                  <a:pt x="108204" y="6096"/>
                </a:lnTo>
                <a:lnTo>
                  <a:pt x="106680" y="4572"/>
                </a:lnTo>
                <a:lnTo>
                  <a:pt x="106680" y="18288"/>
                </a:lnTo>
                <a:lnTo>
                  <a:pt x="106680" y="35052"/>
                </a:lnTo>
                <a:lnTo>
                  <a:pt x="105156" y="41148"/>
                </a:lnTo>
                <a:lnTo>
                  <a:pt x="103632" y="44196"/>
                </a:lnTo>
                <a:lnTo>
                  <a:pt x="100584" y="45720"/>
                </a:lnTo>
                <a:lnTo>
                  <a:pt x="99060" y="47244"/>
                </a:lnTo>
                <a:lnTo>
                  <a:pt x="91440" y="47244"/>
                </a:lnTo>
                <a:lnTo>
                  <a:pt x="89916" y="45720"/>
                </a:lnTo>
                <a:lnTo>
                  <a:pt x="86868" y="44196"/>
                </a:lnTo>
                <a:lnTo>
                  <a:pt x="85344" y="41148"/>
                </a:lnTo>
                <a:lnTo>
                  <a:pt x="83820" y="35052"/>
                </a:lnTo>
                <a:lnTo>
                  <a:pt x="83820" y="18288"/>
                </a:lnTo>
                <a:lnTo>
                  <a:pt x="85344" y="12192"/>
                </a:lnTo>
                <a:lnTo>
                  <a:pt x="86868" y="9144"/>
                </a:lnTo>
                <a:lnTo>
                  <a:pt x="89916" y="7620"/>
                </a:lnTo>
                <a:lnTo>
                  <a:pt x="91440" y="6096"/>
                </a:lnTo>
                <a:lnTo>
                  <a:pt x="99060" y="6096"/>
                </a:lnTo>
                <a:lnTo>
                  <a:pt x="102108" y="7620"/>
                </a:lnTo>
                <a:lnTo>
                  <a:pt x="105156" y="13716"/>
                </a:lnTo>
                <a:lnTo>
                  <a:pt x="106680" y="18288"/>
                </a:lnTo>
                <a:lnTo>
                  <a:pt x="106680" y="4572"/>
                </a:lnTo>
                <a:lnTo>
                  <a:pt x="103632" y="1524"/>
                </a:lnTo>
                <a:lnTo>
                  <a:pt x="100584" y="0"/>
                </a:lnTo>
                <a:lnTo>
                  <a:pt x="91440" y="0"/>
                </a:lnTo>
                <a:lnTo>
                  <a:pt x="82296" y="4572"/>
                </a:lnTo>
                <a:lnTo>
                  <a:pt x="80772" y="7620"/>
                </a:lnTo>
                <a:lnTo>
                  <a:pt x="79248" y="12192"/>
                </a:lnTo>
                <a:lnTo>
                  <a:pt x="77724" y="15240"/>
                </a:lnTo>
                <a:lnTo>
                  <a:pt x="77724" y="36576"/>
                </a:lnTo>
                <a:lnTo>
                  <a:pt x="79248" y="44196"/>
                </a:lnTo>
                <a:lnTo>
                  <a:pt x="82296" y="48768"/>
                </a:lnTo>
                <a:lnTo>
                  <a:pt x="85344" y="51816"/>
                </a:lnTo>
                <a:lnTo>
                  <a:pt x="89916" y="53340"/>
                </a:lnTo>
                <a:lnTo>
                  <a:pt x="99060" y="53340"/>
                </a:lnTo>
                <a:lnTo>
                  <a:pt x="108204" y="48768"/>
                </a:lnTo>
                <a:lnTo>
                  <a:pt x="108966" y="47244"/>
                </a:lnTo>
                <a:lnTo>
                  <a:pt x="111252" y="42672"/>
                </a:lnTo>
                <a:lnTo>
                  <a:pt x="112776" y="38100"/>
                </a:lnTo>
                <a:lnTo>
                  <a:pt x="112776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314700" y="1618487"/>
            <a:ext cx="117475" cy="53340"/>
          </a:xfrm>
          <a:custGeom>
            <a:avLst/>
            <a:gdLst/>
            <a:ahLst/>
            <a:cxnLst/>
            <a:rect l="l" t="t" r="r" b="b"/>
            <a:pathLst>
              <a:path w="117475" h="53339">
                <a:moveTo>
                  <a:pt x="35052" y="32004"/>
                </a:moveTo>
                <a:lnTo>
                  <a:pt x="33528" y="28956"/>
                </a:lnTo>
                <a:lnTo>
                  <a:pt x="32004" y="27432"/>
                </a:lnTo>
                <a:lnTo>
                  <a:pt x="28956" y="25908"/>
                </a:lnTo>
                <a:lnTo>
                  <a:pt x="28956" y="32004"/>
                </a:lnTo>
                <a:lnTo>
                  <a:pt x="28956" y="42672"/>
                </a:lnTo>
                <a:lnTo>
                  <a:pt x="25908" y="44196"/>
                </a:lnTo>
                <a:lnTo>
                  <a:pt x="24384" y="45720"/>
                </a:lnTo>
                <a:lnTo>
                  <a:pt x="21336" y="47244"/>
                </a:lnTo>
                <a:lnTo>
                  <a:pt x="13716" y="47244"/>
                </a:lnTo>
                <a:lnTo>
                  <a:pt x="12192" y="45720"/>
                </a:lnTo>
                <a:lnTo>
                  <a:pt x="9144" y="45720"/>
                </a:lnTo>
                <a:lnTo>
                  <a:pt x="7620" y="44196"/>
                </a:lnTo>
                <a:lnTo>
                  <a:pt x="7620" y="42672"/>
                </a:lnTo>
                <a:lnTo>
                  <a:pt x="6096" y="41148"/>
                </a:lnTo>
                <a:lnTo>
                  <a:pt x="6096" y="35052"/>
                </a:lnTo>
                <a:lnTo>
                  <a:pt x="7620" y="32004"/>
                </a:lnTo>
                <a:lnTo>
                  <a:pt x="10668" y="28956"/>
                </a:lnTo>
                <a:lnTo>
                  <a:pt x="13716" y="27432"/>
                </a:lnTo>
                <a:lnTo>
                  <a:pt x="21336" y="27432"/>
                </a:lnTo>
                <a:lnTo>
                  <a:pt x="24384" y="28956"/>
                </a:lnTo>
                <a:lnTo>
                  <a:pt x="25908" y="30480"/>
                </a:lnTo>
                <a:lnTo>
                  <a:pt x="28956" y="32004"/>
                </a:lnTo>
                <a:lnTo>
                  <a:pt x="28956" y="25908"/>
                </a:lnTo>
                <a:lnTo>
                  <a:pt x="25908" y="24384"/>
                </a:lnTo>
                <a:lnTo>
                  <a:pt x="28956" y="22860"/>
                </a:lnTo>
                <a:lnTo>
                  <a:pt x="30480" y="21336"/>
                </a:lnTo>
                <a:lnTo>
                  <a:pt x="33528" y="18288"/>
                </a:lnTo>
                <a:lnTo>
                  <a:pt x="33528" y="10668"/>
                </a:lnTo>
                <a:lnTo>
                  <a:pt x="32004" y="6096"/>
                </a:lnTo>
                <a:lnTo>
                  <a:pt x="28956" y="4572"/>
                </a:lnTo>
                <a:lnTo>
                  <a:pt x="27432" y="3048"/>
                </a:lnTo>
                <a:lnTo>
                  <a:pt x="27432" y="9144"/>
                </a:lnTo>
                <a:lnTo>
                  <a:pt x="27432" y="18288"/>
                </a:lnTo>
                <a:lnTo>
                  <a:pt x="24384" y="21336"/>
                </a:lnTo>
                <a:lnTo>
                  <a:pt x="12192" y="21336"/>
                </a:lnTo>
                <a:lnTo>
                  <a:pt x="9144" y="18288"/>
                </a:lnTo>
                <a:lnTo>
                  <a:pt x="7620" y="15240"/>
                </a:lnTo>
                <a:lnTo>
                  <a:pt x="7620" y="12192"/>
                </a:lnTo>
                <a:lnTo>
                  <a:pt x="9144" y="9144"/>
                </a:lnTo>
                <a:lnTo>
                  <a:pt x="10668" y="7620"/>
                </a:lnTo>
                <a:lnTo>
                  <a:pt x="12192" y="7620"/>
                </a:lnTo>
                <a:lnTo>
                  <a:pt x="13716" y="6096"/>
                </a:lnTo>
                <a:lnTo>
                  <a:pt x="21336" y="6096"/>
                </a:lnTo>
                <a:lnTo>
                  <a:pt x="22860" y="7620"/>
                </a:lnTo>
                <a:lnTo>
                  <a:pt x="25908" y="9144"/>
                </a:lnTo>
                <a:lnTo>
                  <a:pt x="27432" y="9144"/>
                </a:lnTo>
                <a:lnTo>
                  <a:pt x="27432" y="3048"/>
                </a:lnTo>
                <a:lnTo>
                  <a:pt x="25908" y="1524"/>
                </a:lnTo>
                <a:lnTo>
                  <a:pt x="22860" y="0"/>
                </a:lnTo>
                <a:lnTo>
                  <a:pt x="12192" y="0"/>
                </a:lnTo>
                <a:lnTo>
                  <a:pt x="9144" y="1524"/>
                </a:lnTo>
                <a:lnTo>
                  <a:pt x="6096" y="4572"/>
                </a:lnTo>
                <a:lnTo>
                  <a:pt x="3048" y="6096"/>
                </a:lnTo>
                <a:lnTo>
                  <a:pt x="1524" y="9144"/>
                </a:lnTo>
                <a:lnTo>
                  <a:pt x="1524" y="16764"/>
                </a:lnTo>
                <a:lnTo>
                  <a:pt x="3048" y="18288"/>
                </a:lnTo>
                <a:lnTo>
                  <a:pt x="3048" y="19812"/>
                </a:lnTo>
                <a:lnTo>
                  <a:pt x="6096" y="22860"/>
                </a:lnTo>
                <a:lnTo>
                  <a:pt x="9144" y="24384"/>
                </a:lnTo>
                <a:lnTo>
                  <a:pt x="6096" y="24384"/>
                </a:lnTo>
                <a:lnTo>
                  <a:pt x="4572" y="25908"/>
                </a:lnTo>
                <a:lnTo>
                  <a:pt x="3048" y="28956"/>
                </a:lnTo>
                <a:lnTo>
                  <a:pt x="1524" y="30480"/>
                </a:lnTo>
                <a:lnTo>
                  <a:pt x="0" y="33528"/>
                </a:lnTo>
                <a:lnTo>
                  <a:pt x="0" y="42672"/>
                </a:lnTo>
                <a:lnTo>
                  <a:pt x="1524" y="45720"/>
                </a:lnTo>
                <a:lnTo>
                  <a:pt x="7620" y="51816"/>
                </a:lnTo>
                <a:lnTo>
                  <a:pt x="12192" y="53340"/>
                </a:lnTo>
                <a:lnTo>
                  <a:pt x="22860" y="53340"/>
                </a:lnTo>
                <a:lnTo>
                  <a:pt x="27432" y="51816"/>
                </a:lnTo>
                <a:lnTo>
                  <a:pt x="32004" y="47244"/>
                </a:lnTo>
                <a:lnTo>
                  <a:pt x="33528" y="45720"/>
                </a:lnTo>
                <a:lnTo>
                  <a:pt x="35052" y="42672"/>
                </a:lnTo>
                <a:lnTo>
                  <a:pt x="35052" y="32004"/>
                </a:lnTo>
                <a:close/>
              </a:path>
              <a:path w="117475" h="53339">
                <a:moveTo>
                  <a:pt x="76187" y="13716"/>
                </a:moveTo>
                <a:lnTo>
                  <a:pt x="73139" y="7620"/>
                </a:lnTo>
                <a:lnTo>
                  <a:pt x="71615" y="6096"/>
                </a:lnTo>
                <a:lnTo>
                  <a:pt x="70091" y="4572"/>
                </a:lnTo>
                <a:lnTo>
                  <a:pt x="70091" y="10668"/>
                </a:lnTo>
                <a:lnTo>
                  <a:pt x="70091" y="24384"/>
                </a:lnTo>
                <a:lnTo>
                  <a:pt x="67043" y="25908"/>
                </a:lnTo>
                <a:lnTo>
                  <a:pt x="65519" y="27432"/>
                </a:lnTo>
                <a:lnTo>
                  <a:pt x="62471" y="28956"/>
                </a:lnTo>
                <a:lnTo>
                  <a:pt x="54851" y="28956"/>
                </a:lnTo>
                <a:lnTo>
                  <a:pt x="53327" y="27432"/>
                </a:lnTo>
                <a:lnTo>
                  <a:pt x="50279" y="25908"/>
                </a:lnTo>
                <a:lnTo>
                  <a:pt x="48755" y="24384"/>
                </a:lnTo>
                <a:lnTo>
                  <a:pt x="47231" y="21336"/>
                </a:lnTo>
                <a:lnTo>
                  <a:pt x="47231" y="15240"/>
                </a:lnTo>
                <a:lnTo>
                  <a:pt x="50279" y="9144"/>
                </a:lnTo>
                <a:lnTo>
                  <a:pt x="56375" y="6096"/>
                </a:lnTo>
                <a:lnTo>
                  <a:pt x="62471" y="6096"/>
                </a:lnTo>
                <a:lnTo>
                  <a:pt x="65519" y="7620"/>
                </a:lnTo>
                <a:lnTo>
                  <a:pt x="67043" y="9144"/>
                </a:lnTo>
                <a:lnTo>
                  <a:pt x="70091" y="10668"/>
                </a:lnTo>
                <a:lnTo>
                  <a:pt x="70091" y="4572"/>
                </a:lnTo>
                <a:lnTo>
                  <a:pt x="68567" y="3048"/>
                </a:lnTo>
                <a:lnTo>
                  <a:pt x="62471" y="0"/>
                </a:lnTo>
                <a:lnTo>
                  <a:pt x="53327" y="0"/>
                </a:lnTo>
                <a:lnTo>
                  <a:pt x="50279" y="1524"/>
                </a:lnTo>
                <a:lnTo>
                  <a:pt x="45707" y="4572"/>
                </a:lnTo>
                <a:lnTo>
                  <a:pt x="42659" y="7620"/>
                </a:lnTo>
                <a:lnTo>
                  <a:pt x="41135" y="12192"/>
                </a:lnTo>
                <a:lnTo>
                  <a:pt x="41135" y="22860"/>
                </a:lnTo>
                <a:lnTo>
                  <a:pt x="42659" y="27432"/>
                </a:lnTo>
                <a:lnTo>
                  <a:pt x="48755" y="33528"/>
                </a:lnTo>
                <a:lnTo>
                  <a:pt x="53327" y="35052"/>
                </a:lnTo>
                <a:lnTo>
                  <a:pt x="62471" y="35052"/>
                </a:lnTo>
                <a:lnTo>
                  <a:pt x="65519" y="33528"/>
                </a:lnTo>
                <a:lnTo>
                  <a:pt x="68567" y="30480"/>
                </a:lnTo>
                <a:lnTo>
                  <a:pt x="69329" y="28956"/>
                </a:lnTo>
                <a:lnTo>
                  <a:pt x="70091" y="27432"/>
                </a:lnTo>
                <a:lnTo>
                  <a:pt x="70091" y="36576"/>
                </a:lnTo>
                <a:lnTo>
                  <a:pt x="68567" y="39624"/>
                </a:lnTo>
                <a:lnTo>
                  <a:pt x="68567" y="41148"/>
                </a:lnTo>
                <a:lnTo>
                  <a:pt x="67043" y="42672"/>
                </a:lnTo>
                <a:lnTo>
                  <a:pt x="67043" y="44196"/>
                </a:lnTo>
                <a:lnTo>
                  <a:pt x="65519" y="45720"/>
                </a:lnTo>
                <a:lnTo>
                  <a:pt x="63995" y="45720"/>
                </a:lnTo>
                <a:lnTo>
                  <a:pt x="62471" y="47244"/>
                </a:lnTo>
                <a:lnTo>
                  <a:pt x="53327" y="47244"/>
                </a:lnTo>
                <a:lnTo>
                  <a:pt x="50279" y="44196"/>
                </a:lnTo>
                <a:lnTo>
                  <a:pt x="50279" y="42672"/>
                </a:lnTo>
                <a:lnTo>
                  <a:pt x="48755" y="39624"/>
                </a:lnTo>
                <a:lnTo>
                  <a:pt x="42659" y="39624"/>
                </a:lnTo>
                <a:lnTo>
                  <a:pt x="44183" y="44196"/>
                </a:lnTo>
                <a:lnTo>
                  <a:pt x="47231" y="50292"/>
                </a:lnTo>
                <a:lnTo>
                  <a:pt x="53327" y="53340"/>
                </a:lnTo>
                <a:lnTo>
                  <a:pt x="62471" y="53340"/>
                </a:lnTo>
                <a:lnTo>
                  <a:pt x="71615" y="48768"/>
                </a:lnTo>
                <a:lnTo>
                  <a:pt x="72377" y="47244"/>
                </a:lnTo>
                <a:lnTo>
                  <a:pt x="73139" y="45720"/>
                </a:lnTo>
                <a:lnTo>
                  <a:pt x="76187" y="36576"/>
                </a:lnTo>
                <a:lnTo>
                  <a:pt x="76187" y="27432"/>
                </a:lnTo>
                <a:lnTo>
                  <a:pt x="76187" y="13716"/>
                </a:lnTo>
                <a:close/>
              </a:path>
              <a:path w="117475" h="53339">
                <a:moveTo>
                  <a:pt x="117335" y="28956"/>
                </a:moveTo>
                <a:lnTo>
                  <a:pt x="115811" y="24384"/>
                </a:lnTo>
                <a:lnTo>
                  <a:pt x="109715" y="18288"/>
                </a:lnTo>
                <a:lnTo>
                  <a:pt x="106667" y="16764"/>
                </a:lnTo>
                <a:lnTo>
                  <a:pt x="99047" y="16764"/>
                </a:lnTo>
                <a:lnTo>
                  <a:pt x="94475" y="18288"/>
                </a:lnTo>
                <a:lnTo>
                  <a:pt x="91427" y="19812"/>
                </a:lnTo>
                <a:lnTo>
                  <a:pt x="95999" y="6096"/>
                </a:lnTo>
                <a:lnTo>
                  <a:pt x="114287" y="6096"/>
                </a:lnTo>
                <a:lnTo>
                  <a:pt x="114287" y="0"/>
                </a:lnTo>
                <a:lnTo>
                  <a:pt x="89903" y="0"/>
                </a:lnTo>
                <a:lnTo>
                  <a:pt x="83807" y="27432"/>
                </a:lnTo>
                <a:lnTo>
                  <a:pt x="89903" y="28956"/>
                </a:lnTo>
                <a:lnTo>
                  <a:pt x="95999" y="22860"/>
                </a:lnTo>
                <a:lnTo>
                  <a:pt x="105143" y="22860"/>
                </a:lnTo>
                <a:lnTo>
                  <a:pt x="108191" y="24384"/>
                </a:lnTo>
                <a:lnTo>
                  <a:pt x="111239" y="27432"/>
                </a:lnTo>
                <a:lnTo>
                  <a:pt x="111239" y="41148"/>
                </a:lnTo>
                <a:lnTo>
                  <a:pt x="109715" y="44196"/>
                </a:lnTo>
                <a:lnTo>
                  <a:pt x="103619" y="47244"/>
                </a:lnTo>
                <a:lnTo>
                  <a:pt x="94475" y="47244"/>
                </a:lnTo>
                <a:lnTo>
                  <a:pt x="91427" y="44196"/>
                </a:lnTo>
                <a:lnTo>
                  <a:pt x="88379" y="38100"/>
                </a:lnTo>
                <a:lnTo>
                  <a:pt x="82283" y="38100"/>
                </a:lnTo>
                <a:lnTo>
                  <a:pt x="83807" y="42672"/>
                </a:lnTo>
                <a:lnTo>
                  <a:pt x="85331" y="45720"/>
                </a:lnTo>
                <a:lnTo>
                  <a:pt x="88379" y="48768"/>
                </a:lnTo>
                <a:lnTo>
                  <a:pt x="91427" y="51816"/>
                </a:lnTo>
                <a:lnTo>
                  <a:pt x="94475" y="53340"/>
                </a:lnTo>
                <a:lnTo>
                  <a:pt x="105143" y="53340"/>
                </a:lnTo>
                <a:lnTo>
                  <a:pt x="109715" y="51816"/>
                </a:lnTo>
                <a:lnTo>
                  <a:pt x="114287" y="47244"/>
                </a:lnTo>
                <a:lnTo>
                  <a:pt x="117335" y="42672"/>
                </a:lnTo>
                <a:lnTo>
                  <a:pt x="117335" y="2895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2659367" y="1618487"/>
            <a:ext cx="181610" cy="53340"/>
          </a:xfrm>
          <a:custGeom>
            <a:avLst/>
            <a:gdLst/>
            <a:ahLst/>
            <a:cxnLst/>
            <a:rect l="l" t="t" r="r" b="b"/>
            <a:pathLst>
              <a:path w="181610" h="53339">
                <a:moveTo>
                  <a:pt x="35052" y="35052"/>
                </a:moveTo>
                <a:lnTo>
                  <a:pt x="32004" y="28956"/>
                </a:lnTo>
                <a:lnTo>
                  <a:pt x="30480" y="27432"/>
                </a:lnTo>
                <a:lnTo>
                  <a:pt x="28956" y="25908"/>
                </a:lnTo>
                <a:lnTo>
                  <a:pt x="28956" y="35052"/>
                </a:lnTo>
                <a:lnTo>
                  <a:pt x="28956" y="39624"/>
                </a:lnTo>
                <a:lnTo>
                  <a:pt x="27432" y="42672"/>
                </a:lnTo>
                <a:lnTo>
                  <a:pt x="24384" y="45720"/>
                </a:lnTo>
                <a:lnTo>
                  <a:pt x="21336" y="47244"/>
                </a:lnTo>
                <a:lnTo>
                  <a:pt x="13716" y="47244"/>
                </a:lnTo>
                <a:lnTo>
                  <a:pt x="10668" y="45720"/>
                </a:lnTo>
                <a:lnTo>
                  <a:pt x="9144" y="45720"/>
                </a:lnTo>
                <a:lnTo>
                  <a:pt x="7620" y="44196"/>
                </a:lnTo>
                <a:lnTo>
                  <a:pt x="7620" y="42672"/>
                </a:lnTo>
                <a:lnTo>
                  <a:pt x="6096" y="41148"/>
                </a:lnTo>
                <a:lnTo>
                  <a:pt x="6096" y="35052"/>
                </a:lnTo>
                <a:lnTo>
                  <a:pt x="7620" y="32004"/>
                </a:lnTo>
                <a:lnTo>
                  <a:pt x="10668" y="28956"/>
                </a:lnTo>
                <a:lnTo>
                  <a:pt x="13716" y="27432"/>
                </a:lnTo>
                <a:lnTo>
                  <a:pt x="21336" y="27432"/>
                </a:lnTo>
                <a:lnTo>
                  <a:pt x="24384" y="28956"/>
                </a:lnTo>
                <a:lnTo>
                  <a:pt x="27432" y="32004"/>
                </a:lnTo>
                <a:lnTo>
                  <a:pt x="28956" y="35052"/>
                </a:lnTo>
                <a:lnTo>
                  <a:pt x="28956" y="25908"/>
                </a:lnTo>
                <a:lnTo>
                  <a:pt x="25908" y="24384"/>
                </a:lnTo>
                <a:lnTo>
                  <a:pt x="28956" y="22860"/>
                </a:lnTo>
                <a:lnTo>
                  <a:pt x="30480" y="21336"/>
                </a:lnTo>
                <a:lnTo>
                  <a:pt x="33528" y="18288"/>
                </a:lnTo>
                <a:lnTo>
                  <a:pt x="33528" y="10668"/>
                </a:lnTo>
                <a:lnTo>
                  <a:pt x="32004" y="6096"/>
                </a:lnTo>
                <a:lnTo>
                  <a:pt x="28956" y="4572"/>
                </a:lnTo>
                <a:lnTo>
                  <a:pt x="27432" y="3048"/>
                </a:lnTo>
                <a:lnTo>
                  <a:pt x="27432" y="12192"/>
                </a:lnTo>
                <a:lnTo>
                  <a:pt x="27432" y="16764"/>
                </a:lnTo>
                <a:lnTo>
                  <a:pt x="22860" y="21336"/>
                </a:lnTo>
                <a:lnTo>
                  <a:pt x="12192" y="21336"/>
                </a:lnTo>
                <a:lnTo>
                  <a:pt x="9144" y="18288"/>
                </a:lnTo>
                <a:lnTo>
                  <a:pt x="7620" y="15240"/>
                </a:lnTo>
                <a:lnTo>
                  <a:pt x="7620" y="12192"/>
                </a:lnTo>
                <a:lnTo>
                  <a:pt x="9144" y="9144"/>
                </a:lnTo>
                <a:lnTo>
                  <a:pt x="10668" y="7620"/>
                </a:lnTo>
                <a:lnTo>
                  <a:pt x="12192" y="7620"/>
                </a:lnTo>
                <a:lnTo>
                  <a:pt x="13716" y="6096"/>
                </a:lnTo>
                <a:lnTo>
                  <a:pt x="21336" y="6096"/>
                </a:lnTo>
                <a:lnTo>
                  <a:pt x="24384" y="9144"/>
                </a:lnTo>
                <a:lnTo>
                  <a:pt x="25908" y="9144"/>
                </a:lnTo>
                <a:lnTo>
                  <a:pt x="27432" y="12192"/>
                </a:lnTo>
                <a:lnTo>
                  <a:pt x="27432" y="3048"/>
                </a:lnTo>
                <a:lnTo>
                  <a:pt x="25908" y="1524"/>
                </a:lnTo>
                <a:lnTo>
                  <a:pt x="22860" y="0"/>
                </a:lnTo>
                <a:lnTo>
                  <a:pt x="12192" y="0"/>
                </a:lnTo>
                <a:lnTo>
                  <a:pt x="9144" y="1524"/>
                </a:lnTo>
                <a:lnTo>
                  <a:pt x="6096" y="4572"/>
                </a:lnTo>
                <a:lnTo>
                  <a:pt x="3048" y="6096"/>
                </a:lnTo>
                <a:lnTo>
                  <a:pt x="1524" y="9144"/>
                </a:lnTo>
                <a:lnTo>
                  <a:pt x="1524" y="18288"/>
                </a:lnTo>
                <a:lnTo>
                  <a:pt x="6096" y="22860"/>
                </a:lnTo>
                <a:lnTo>
                  <a:pt x="9144" y="24384"/>
                </a:lnTo>
                <a:lnTo>
                  <a:pt x="6096" y="24384"/>
                </a:lnTo>
                <a:lnTo>
                  <a:pt x="4572" y="25908"/>
                </a:lnTo>
                <a:lnTo>
                  <a:pt x="3048" y="28956"/>
                </a:lnTo>
                <a:lnTo>
                  <a:pt x="1524" y="30480"/>
                </a:lnTo>
                <a:lnTo>
                  <a:pt x="0" y="33528"/>
                </a:lnTo>
                <a:lnTo>
                  <a:pt x="0" y="42672"/>
                </a:lnTo>
                <a:lnTo>
                  <a:pt x="1524" y="45720"/>
                </a:lnTo>
                <a:lnTo>
                  <a:pt x="7620" y="51816"/>
                </a:lnTo>
                <a:lnTo>
                  <a:pt x="12192" y="53340"/>
                </a:lnTo>
                <a:lnTo>
                  <a:pt x="22860" y="53340"/>
                </a:lnTo>
                <a:lnTo>
                  <a:pt x="27432" y="51816"/>
                </a:lnTo>
                <a:lnTo>
                  <a:pt x="32004" y="47244"/>
                </a:lnTo>
                <a:lnTo>
                  <a:pt x="33528" y="45720"/>
                </a:lnTo>
                <a:lnTo>
                  <a:pt x="35052" y="42672"/>
                </a:lnTo>
                <a:lnTo>
                  <a:pt x="35052" y="35052"/>
                </a:lnTo>
                <a:close/>
              </a:path>
              <a:path w="181610" h="53339">
                <a:moveTo>
                  <a:pt x="97536" y="30480"/>
                </a:moveTo>
                <a:lnTo>
                  <a:pt x="96012" y="27432"/>
                </a:lnTo>
                <a:lnTo>
                  <a:pt x="92964" y="25908"/>
                </a:lnTo>
                <a:lnTo>
                  <a:pt x="91440" y="24384"/>
                </a:lnTo>
                <a:lnTo>
                  <a:pt x="88392" y="24384"/>
                </a:lnTo>
                <a:lnTo>
                  <a:pt x="92964" y="19812"/>
                </a:lnTo>
                <a:lnTo>
                  <a:pt x="94488" y="16764"/>
                </a:lnTo>
                <a:lnTo>
                  <a:pt x="94488" y="9144"/>
                </a:lnTo>
                <a:lnTo>
                  <a:pt x="92964" y="6096"/>
                </a:lnTo>
                <a:lnTo>
                  <a:pt x="89916" y="3048"/>
                </a:lnTo>
                <a:lnTo>
                  <a:pt x="86868" y="1524"/>
                </a:lnTo>
                <a:lnTo>
                  <a:pt x="85344" y="0"/>
                </a:lnTo>
                <a:lnTo>
                  <a:pt x="74676" y="0"/>
                </a:lnTo>
                <a:lnTo>
                  <a:pt x="68580" y="3048"/>
                </a:lnTo>
                <a:lnTo>
                  <a:pt x="65532" y="6096"/>
                </a:lnTo>
                <a:lnTo>
                  <a:pt x="64008" y="9144"/>
                </a:lnTo>
                <a:lnTo>
                  <a:pt x="62484" y="13716"/>
                </a:lnTo>
                <a:lnTo>
                  <a:pt x="68580" y="15240"/>
                </a:lnTo>
                <a:lnTo>
                  <a:pt x="70104" y="12192"/>
                </a:lnTo>
                <a:lnTo>
                  <a:pt x="76200" y="6096"/>
                </a:lnTo>
                <a:lnTo>
                  <a:pt x="82296" y="6096"/>
                </a:lnTo>
                <a:lnTo>
                  <a:pt x="85344" y="7620"/>
                </a:lnTo>
                <a:lnTo>
                  <a:pt x="86868" y="7620"/>
                </a:lnTo>
                <a:lnTo>
                  <a:pt x="88392" y="9144"/>
                </a:lnTo>
                <a:lnTo>
                  <a:pt x="88392" y="18288"/>
                </a:lnTo>
                <a:lnTo>
                  <a:pt x="85344" y="19812"/>
                </a:lnTo>
                <a:lnTo>
                  <a:pt x="83820" y="21336"/>
                </a:lnTo>
                <a:lnTo>
                  <a:pt x="76200" y="21336"/>
                </a:lnTo>
                <a:lnTo>
                  <a:pt x="76200" y="27432"/>
                </a:lnTo>
                <a:lnTo>
                  <a:pt x="86868" y="27432"/>
                </a:lnTo>
                <a:lnTo>
                  <a:pt x="91440" y="32004"/>
                </a:lnTo>
                <a:lnTo>
                  <a:pt x="91440" y="42672"/>
                </a:lnTo>
                <a:lnTo>
                  <a:pt x="88392" y="44196"/>
                </a:lnTo>
                <a:lnTo>
                  <a:pt x="86868" y="45720"/>
                </a:lnTo>
                <a:lnTo>
                  <a:pt x="83820" y="47244"/>
                </a:lnTo>
                <a:lnTo>
                  <a:pt x="77724" y="47244"/>
                </a:lnTo>
                <a:lnTo>
                  <a:pt x="74676" y="45720"/>
                </a:lnTo>
                <a:lnTo>
                  <a:pt x="70104" y="41148"/>
                </a:lnTo>
                <a:lnTo>
                  <a:pt x="68580" y="36576"/>
                </a:lnTo>
                <a:lnTo>
                  <a:pt x="62484" y="38100"/>
                </a:lnTo>
                <a:lnTo>
                  <a:pt x="64008" y="42672"/>
                </a:lnTo>
                <a:lnTo>
                  <a:pt x="65532" y="45720"/>
                </a:lnTo>
                <a:lnTo>
                  <a:pt x="68580" y="48768"/>
                </a:lnTo>
                <a:lnTo>
                  <a:pt x="71628" y="51816"/>
                </a:lnTo>
                <a:lnTo>
                  <a:pt x="76200" y="53340"/>
                </a:lnTo>
                <a:lnTo>
                  <a:pt x="85344" y="53340"/>
                </a:lnTo>
                <a:lnTo>
                  <a:pt x="89916" y="51816"/>
                </a:lnTo>
                <a:lnTo>
                  <a:pt x="96012" y="45720"/>
                </a:lnTo>
                <a:lnTo>
                  <a:pt x="97536" y="41148"/>
                </a:lnTo>
                <a:lnTo>
                  <a:pt x="97536" y="30480"/>
                </a:lnTo>
                <a:close/>
              </a:path>
              <a:path w="181610" h="53339">
                <a:moveTo>
                  <a:pt x="140220" y="21336"/>
                </a:moveTo>
                <a:lnTo>
                  <a:pt x="138696" y="16764"/>
                </a:lnTo>
                <a:lnTo>
                  <a:pt x="138696" y="13716"/>
                </a:lnTo>
                <a:lnTo>
                  <a:pt x="137172" y="10668"/>
                </a:lnTo>
                <a:lnTo>
                  <a:pt x="137172" y="9144"/>
                </a:lnTo>
                <a:lnTo>
                  <a:pt x="135648" y="6096"/>
                </a:lnTo>
                <a:lnTo>
                  <a:pt x="134124" y="4572"/>
                </a:lnTo>
                <a:lnTo>
                  <a:pt x="134124" y="18288"/>
                </a:lnTo>
                <a:lnTo>
                  <a:pt x="134124" y="35052"/>
                </a:lnTo>
                <a:lnTo>
                  <a:pt x="132600" y="41148"/>
                </a:lnTo>
                <a:lnTo>
                  <a:pt x="128028" y="45720"/>
                </a:lnTo>
                <a:lnTo>
                  <a:pt x="124980" y="47244"/>
                </a:lnTo>
                <a:lnTo>
                  <a:pt x="118884" y="47244"/>
                </a:lnTo>
                <a:lnTo>
                  <a:pt x="115836" y="45720"/>
                </a:lnTo>
                <a:lnTo>
                  <a:pt x="111264" y="41148"/>
                </a:lnTo>
                <a:lnTo>
                  <a:pt x="111264" y="12192"/>
                </a:lnTo>
                <a:lnTo>
                  <a:pt x="115836" y="7620"/>
                </a:lnTo>
                <a:lnTo>
                  <a:pt x="118884" y="6096"/>
                </a:lnTo>
                <a:lnTo>
                  <a:pt x="124980" y="6096"/>
                </a:lnTo>
                <a:lnTo>
                  <a:pt x="128028" y="7620"/>
                </a:lnTo>
                <a:lnTo>
                  <a:pt x="131076" y="10668"/>
                </a:lnTo>
                <a:lnTo>
                  <a:pt x="132600" y="13716"/>
                </a:lnTo>
                <a:lnTo>
                  <a:pt x="134124" y="18288"/>
                </a:lnTo>
                <a:lnTo>
                  <a:pt x="134124" y="4572"/>
                </a:lnTo>
                <a:lnTo>
                  <a:pt x="132600" y="3048"/>
                </a:lnTo>
                <a:lnTo>
                  <a:pt x="129552" y="1524"/>
                </a:lnTo>
                <a:lnTo>
                  <a:pt x="128028" y="0"/>
                </a:lnTo>
                <a:lnTo>
                  <a:pt x="118884" y="0"/>
                </a:lnTo>
                <a:lnTo>
                  <a:pt x="114312" y="1524"/>
                </a:lnTo>
                <a:lnTo>
                  <a:pt x="112788" y="3048"/>
                </a:lnTo>
                <a:lnTo>
                  <a:pt x="109740" y="4572"/>
                </a:lnTo>
                <a:lnTo>
                  <a:pt x="108216" y="7620"/>
                </a:lnTo>
                <a:lnTo>
                  <a:pt x="106692" y="12192"/>
                </a:lnTo>
                <a:lnTo>
                  <a:pt x="105168" y="15240"/>
                </a:lnTo>
                <a:lnTo>
                  <a:pt x="105168" y="36576"/>
                </a:lnTo>
                <a:lnTo>
                  <a:pt x="106692" y="44196"/>
                </a:lnTo>
                <a:lnTo>
                  <a:pt x="109740" y="48768"/>
                </a:lnTo>
                <a:lnTo>
                  <a:pt x="112788" y="51816"/>
                </a:lnTo>
                <a:lnTo>
                  <a:pt x="117360" y="53340"/>
                </a:lnTo>
                <a:lnTo>
                  <a:pt x="126504" y="53340"/>
                </a:lnTo>
                <a:lnTo>
                  <a:pt x="132600" y="50292"/>
                </a:lnTo>
                <a:lnTo>
                  <a:pt x="134124" y="48768"/>
                </a:lnTo>
                <a:lnTo>
                  <a:pt x="134886" y="47244"/>
                </a:lnTo>
                <a:lnTo>
                  <a:pt x="137172" y="42672"/>
                </a:lnTo>
                <a:lnTo>
                  <a:pt x="140220" y="33528"/>
                </a:lnTo>
                <a:lnTo>
                  <a:pt x="140220" y="21336"/>
                </a:lnTo>
                <a:close/>
              </a:path>
              <a:path w="181610" h="53339">
                <a:moveTo>
                  <a:pt x="181368" y="21336"/>
                </a:moveTo>
                <a:lnTo>
                  <a:pt x="179844" y="16764"/>
                </a:lnTo>
                <a:lnTo>
                  <a:pt x="179844" y="13716"/>
                </a:lnTo>
                <a:lnTo>
                  <a:pt x="178320" y="10668"/>
                </a:lnTo>
                <a:lnTo>
                  <a:pt x="178320" y="9144"/>
                </a:lnTo>
                <a:lnTo>
                  <a:pt x="176796" y="6096"/>
                </a:lnTo>
                <a:lnTo>
                  <a:pt x="175272" y="4572"/>
                </a:lnTo>
                <a:lnTo>
                  <a:pt x="175272" y="18288"/>
                </a:lnTo>
                <a:lnTo>
                  <a:pt x="175272" y="35052"/>
                </a:lnTo>
                <a:lnTo>
                  <a:pt x="173748" y="41148"/>
                </a:lnTo>
                <a:lnTo>
                  <a:pt x="172224" y="44196"/>
                </a:lnTo>
                <a:lnTo>
                  <a:pt x="166128" y="47244"/>
                </a:lnTo>
                <a:lnTo>
                  <a:pt x="160032" y="47244"/>
                </a:lnTo>
                <a:lnTo>
                  <a:pt x="156984" y="45720"/>
                </a:lnTo>
                <a:lnTo>
                  <a:pt x="152412" y="41148"/>
                </a:lnTo>
                <a:lnTo>
                  <a:pt x="152412" y="12192"/>
                </a:lnTo>
                <a:lnTo>
                  <a:pt x="156984" y="7620"/>
                </a:lnTo>
                <a:lnTo>
                  <a:pt x="160032" y="6096"/>
                </a:lnTo>
                <a:lnTo>
                  <a:pt x="167652" y="6096"/>
                </a:lnTo>
                <a:lnTo>
                  <a:pt x="172224" y="10668"/>
                </a:lnTo>
                <a:lnTo>
                  <a:pt x="173748" y="13716"/>
                </a:lnTo>
                <a:lnTo>
                  <a:pt x="175272" y="18288"/>
                </a:lnTo>
                <a:lnTo>
                  <a:pt x="175272" y="4572"/>
                </a:lnTo>
                <a:lnTo>
                  <a:pt x="173748" y="3048"/>
                </a:lnTo>
                <a:lnTo>
                  <a:pt x="170700" y="1524"/>
                </a:lnTo>
                <a:lnTo>
                  <a:pt x="169176" y="0"/>
                </a:lnTo>
                <a:lnTo>
                  <a:pt x="160032" y="0"/>
                </a:lnTo>
                <a:lnTo>
                  <a:pt x="150888" y="4572"/>
                </a:lnTo>
                <a:lnTo>
                  <a:pt x="149364" y="7620"/>
                </a:lnTo>
                <a:lnTo>
                  <a:pt x="147840" y="12192"/>
                </a:lnTo>
                <a:lnTo>
                  <a:pt x="146316" y="15240"/>
                </a:lnTo>
                <a:lnTo>
                  <a:pt x="146316" y="36576"/>
                </a:lnTo>
                <a:lnTo>
                  <a:pt x="147840" y="44196"/>
                </a:lnTo>
                <a:lnTo>
                  <a:pt x="150888" y="48768"/>
                </a:lnTo>
                <a:lnTo>
                  <a:pt x="153936" y="51816"/>
                </a:lnTo>
                <a:lnTo>
                  <a:pt x="158508" y="53340"/>
                </a:lnTo>
                <a:lnTo>
                  <a:pt x="167652" y="53340"/>
                </a:lnTo>
                <a:lnTo>
                  <a:pt x="173748" y="50292"/>
                </a:lnTo>
                <a:lnTo>
                  <a:pt x="176796" y="47244"/>
                </a:lnTo>
                <a:lnTo>
                  <a:pt x="178320" y="45720"/>
                </a:lnTo>
                <a:lnTo>
                  <a:pt x="178320" y="42672"/>
                </a:lnTo>
                <a:lnTo>
                  <a:pt x="181368" y="33528"/>
                </a:lnTo>
                <a:lnTo>
                  <a:pt x="181368" y="2133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2066531" y="1618487"/>
            <a:ext cx="119380" cy="53340"/>
          </a:xfrm>
          <a:custGeom>
            <a:avLst/>
            <a:gdLst/>
            <a:ahLst/>
            <a:cxnLst/>
            <a:rect l="l" t="t" r="r" b="b"/>
            <a:pathLst>
              <a:path w="119380" h="53339">
                <a:moveTo>
                  <a:pt x="35052" y="10668"/>
                </a:moveTo>
                <a:lnTo>
                  <a:pt x="33528" y="7620"/>
                </a:lnTo>
                <a:lnTo>
                  <a:pt x="27432" y="1524"/>
                </a:lnTo>
                <a:lnTo>
                  <a:pt x="22860" y="0"/>
                </a:lnTo>
                <a:lnTo>
                  <a:pt x="13716" y="0"/>
                </a:lnTo>
                <a:lnTo>
                  <a:pt x="9144" y="1524"/>
                </a:lnTo>
                <a:lnTo>
                  <a:pt x="6096" y="4572"/>
                </a:lnTo>
                <a:lnTo>
                  <a:pt x="3048" y="6096"/>
                </a:lnTo>
                <a:lnTo>
                  <a:pt x="1524" y="10668"/>
                </a:lnTo>
                <a:lnTo>
                  <a:pt x="1524" y="15240"/>
                </a:lnTo>
                <a:lnTo>
                  <a:pt x="7620" y="16764"/>
                </a:lnTo>
                <a:lnTo>
                  <a:pt x="7620" y="10668"/>
                </a:lnTo>
                <a:lnTo>
                  <a:pt x="10668" y="9144"/>
                </a:lnTo>
                <a:lnTo>
                  <a:pt x="12192" y="7620"/>
                </a:lnTo>
                <a:lnTo>
                  <a:pt x="15240" y="6096"/>
                </a:lnTo>
                <a:lnTo>
                  <a:pt x="21336" y="6096"/>
                </a:lnTo>
                <a:lnTo>
                  <a:pt x="22860" y="7620"/>
                </a:lnTo>
                <a:lnTo>
                  <a:pt x="25908" y="9144"/>
                </a:lnTo>
                <a:lnTo>
                  <a:pt x="28956" y="12192"/>
                </a:lnTo>
                <a:lnTo>
                  <a:pt x="28956" y="18288"/>
                </a:lnTo>
                <a:lnTo>
                  <a:pt x="27432" y="21336"/>
                </a:lnTo>
                <a:lnTo>
                  <a:pt x="24384" y="22860"/>
                </a:lnTo>
                <a:lnTo>
                  <a:pt x="22860" y="25908"/>
                </a:lnTo>
                <a:lnTo>
                  <a:pt x="19812" y="30480"/>
                </a:lnTo>
                <a:lnTo>
                  <a:pt x="13716" y="35052"/>
                </a:lnTo>
                <a:lnTo>
                  <a:pt x="10668" y="38100"/>
                </a:lnTo>
                <a:lnTo>
                  <a:pt x="7620" y="39624"/>
                </a:lnTo>
                <a:lnTo>
                  <a:pt x="3048" y="44196"/>
                </a:lnTo>
                <a:lnTo>
                  <a:pt x="1524" y="47244"/>
                </a:lnTo>
                <a:lnTo>
                  <a:pt x="0" y="48768"/>
                </a:lnTo>
                <a:lnTo>
                  <a:pt x="0" y="53340"/>
                </a:lnTo>
                <a:lnTo>
                  <a:pt x="35052" y="53340"/>
                </a:lnTo>
                <a:lnTo>
                  <a:pt x="35052" y="47244"/>
                </a:lnTo>
                <a:lnTo>
                  <a:pt x="9144" y="47244"/>
                </a:lnTo>
                <a:lnTo>
                  <a:pt x="9144" y="45720"/>
                </a:lnTo>
                <a:lnTo>
                  <a:pt x="10668" y="45720"/>
                </a:lnTo>
                <a:lnTo>
                  <a:pt x="12192" y="44196"/>
                </a:lnTo>
                <a:lnTo>
                  <a:pt x="12192" y="42672"/>
                </a:lnTo>
                <a:lnTo>
                  <a:pt x="15240" y="41148"/>
                </a:lnTo>
                <a:lnTo>
                  <a:pt x="22860" y="33528"/>
                </a:lnTo>
                <a:lnTo>
                  <a:pt x="27432" y="30480"/>
                </a:lnTo>
                <a:lnTo>
                  <a:pt x="28956" y="27432"/>
                </a:lnTo>
                <a:lnTo>
                  <a:pt x="30480" y="25908"/>
                </a:lnTo>
                <a:lnTo>
                  <a:pt x="32004" y="22860"/>
                </a:lnTo>
                <a:lnTo>
                  <a:pt x="33528" y="21336"/>
                </a:lnTo>
                <a:lnTo>
                  <a:pt x="33528" y="19812"/>
                </a:lnTo>
                <a:lnTo>
                  <a:pt x="35052" y="16764"/>
                </a:lnTo>
                <a:lnTo>
                  <a:pt x="35052" y="10668"/>
                </a:lnTo>
                <a:close/>
              </a:path>
              <a:path w="119380" h="53339">
                <a:moveTo>
                  <a:pt x="77724" y="28956"/>
                </a:moveTo>
                <a:lnTo>
                  <a:pt x="76200" y="24384"/>
                </a:lnTo>
                <a:lnTo>
                  <a:pt x="70104" y="18288"/>
                </a:lnTo>
                <a:lnTo>
                  <a:pt x="65532" y="16764"/>
                </a:lnTo>
                <a:lnTo>
                  <a:pt x="57912" y="16764"/>
                </a:lnTo>
                <a:lnTo>
                  <a:pt x="51816" y="19812"/>
                </a:lnTo>
                <a:lnTo>
                  <a:pt x="54864" y="6096"/>
                </a:lnTo>
                <a:lnTo>
                  <a:pt x="74676" y="6096"/>
                </a:lnTo>
                <a:lnTo>
                  <a:pt x="74676" y="0"/>
                </a:lnTo>
                <a:lnTo>
                  <a:pt x="50292" y="0"/>
                </a:lnTo>
                <a:lnTo>
                  <a:pt x="44196" y="27432"/>
                </a:lnTo>
                <a:lnTo>
                  <a:pt x="50292" y="28956"/>
                </a:lnTo>
                <a:lnTo>
                  <a:pt x="50292" y="27432"/>
                </a:lnTo>
                <a:lnTo>
                  <a:pt x="54864" y="22860"/>
                </a:lnTo>
                <a:lnTo>
                  <a:pt x="64008" y="22860"/>
                </a:lnTo>
                <a:lnTo>
                  <a:pt x="67056" y="24384"/>
                </a:lnTo>
                <a:lnTo>
                  <a:pt x="70104" y="27432"/>
                </a:lnTo>
                <a:lnTo>
                  <a:pt x="71628" y="30480"/>
                </a:lnTo>
                <a:lnTo>
                  <a:pt x="71628" y="38100"/>
                </a:lnTo>
                <a:lnTo>
                  <a:pt x="68580" y="44196"/>
                </a:lnTo>
                <a:lnTo>
                  <a:pt x="67056" y="45720"/>
                </a:lnTo>
                <a:lnTo>
                  <a:pt x="64008" y="47244"/>
                </a:lnTo>
                <a:lnTo>
                  <a:pt x="53340" y="47244"/>
                </a:lnTo>
                <a:lnTo>
                  <a:pt x="50292" y="44196"/>
                </a:lnTo>
                <a:lnTo>
                  <a:pt x="48768" y="41148"/>
                </a:lnTo>
                <a:lnTo>
                  <a:pt x="48768" y="38100"/>
                </a:lnTo>
                <a:lnTo>
                  <a:pt x="42672" y="38100"/>
                </a:lnTo>
                <a:lnTo>
                  <a:pt x="42672" y="42672"/>
                </a:lnTo>
                <a:lnTo>
                  <a:pt x="44196" y="45720"/>
                </a:lnTo>
                <a:lnTo>
                  <a:pt x="47244" y="48768"/>
                </a:lnTo>
                <a:lnTo>
                  <a:pt x="50292" y="51816"/>
                </a:lnTo>
                <a:lnTo>
                  <a:pt x="54864" y="53340"/>
                </a:lnTo>
                <a:lnTo>
                  <a:pt x="65532" y="53340"/>
                </a:lnTo>
                <a:lnTo>
                  <a:pt x="70104" y="51816"/>
                </a:lnTo>
                <a:lnTo>
                  <a:pt x="76200" y="42672"/>
                </a:lnTo>
                <a:lnTo>
                  <a:pt x="77724" y="39624"/>
                </a:lnTo>
                <a:lnTo>
                  <a:pt x="77724" y="28956"/>
                </a:lnTo>
                <a:close/>
              </a:path>
              <a:path w="119380" h="53339">
                <a:moveTo>
                  <a:pt x="118884" y="16764"/>
                </a:moveTo>
                <a:lnTo>
                  <a:pt x="117360" y="13716"/>
                </a:lnTo>
                <a:lnTo>
                  <a:pt x="117360" y="10668"/>
                </a:lnTo>
                <a:lnTo>
                  <a:pt x="115836" y="9144"/>
                </a:lnTo>
                <a:lnTo>
                  <a:pt x="114312" y="6096"/>
                </a:lnTo>
                <a:lnTo>
                  <a:pt x="112788" y="4572"/>
                </a:lnTo>
                <a:lnTo>
                  <a:pt x="112788" y="18288"/>
                </a:lnTo>
                <a:lnTo>
                  <a:pt x="112788" y="35052"/>
                </a:lnTo>
                <a:lnTo>
                  <a:pt x="111264" y="41148"/>
                </a:lnTo>
                <a:lnTo>
                  <a:pt x="109740" y="44196"/>
                </a:lnTo>
                <a:lnTo>
                  <a:pt x="106692" y="45720"/>
                </a:lnTo>
                <a:lnTo>
                  <a:pt x="105168" y="47244"/>
                </a:lnTo>
                <a:lnTo>
                  <a:pt x="97548" y="47244"/>
                </a:lnTo>
                <a:lnTo>
                  <a:pt x="96024" y="45720"/>
                </a:lnTo>
                <a:lnTo>
                  <a:pt x="92976" y="44196"/>
                </a:lnTo>
                <a:lnTo>
                  <a:pt x="91452" y="41148"/>
                </a:lnTo>
                <a:lnTo>
                  <a:pt x="89928" y="35052"/>
                </a:lnTo>
                <a:lnTo>
                  <a:pt x="89928" y="18288"/>
                </a:lnTo>
                <a:lnTo>
                  <a:pt x="91452" y="12192"/>
                </a:lnTo>
                <a:lnTo>
                  <a:pt x="92976" y="9144"/>
                </a:lnTo>
                <a:lnTo>
                  <a:pt x="96024" y="7620"/>
                </a:lnTo>
                <a:lnTo>
                  <a:pt x="97548" y="6096"/>
                </a:lnTo>
                <a:lnTo>
                  <a:pt x="105168" y="6096"/>
                </a:lnTo>
                <a:lnTo>
                  <a:pt x="108216" y="7620"/>
                </a:lnTo>
                <a:lnTo>
                  <a:pt x="111264" y="13716"/>
                </a:lnTo>
                <a:lnTo>
                  <a:pt x="112788" y="18288"/>
                </a:lnTo>
                <a:lnTo>
                  <a:pt x="112788" y="4572"/>
                </a:lnTo>
                <a:lnTo>
                  <a:pt x="109740" y="1524"/>
                </a:lnTo>
                <a:lnTo>
                  <a:pt x="106692" y="0"/>
                </a:lnTo>
                <a:lnTo>
                  <a:pt x="97548" y="0"/>
                </a:lnTo>
                <a:lnTo>
                  <a:pt x="88404" y="4572"/>
                </a:lnTo>
                <a:lnTo>
                  <a:pt x="86880" y="7620"/>
                </a:lnTo>
                <a:lnTo>
                  <a:pt x="85356" y="12192"/>
                </a:lnTo>
                <a:lnTo>
                  <a:pt x="83832" y="15240"/>
                </a:lnTo>
                <a:lnTo>
                  <a:pt x="83832" y="36576"/>
                </a:lnTo>
                <a:lnTo>
                  <a:pt x="85356" y="44196"/>
                </a:lnTo>
                <a:lnTo>
                  <a:pt x="88404" y="48768"/>
                </a:lnTo>
                <a:lnTo>
                  <a:pt x="91452" y="51816"/>
                </a:lnTo>
                <a:lnTo>
                  <a:pt x="96024" y="53340"/>
                </a:lnTo>
                <a:lnTo>
                  <a:pt x="105168" y="53340"/>
                </a:lnTo>
                <a:lnTo>
                  <a:pt x="114312" y="48768"/>
                </a:lnTo>
                <a:lnTo>
                  <a:pt x="115074" y="47244"/>
                </a:lnTo>
                <a:lnTo>
                  <a:pt x="117360" y="42672"/>
                </a:lnTo>
                <a:lnTo>
                  <a:pt x="118884" y="38100"/>
                </a:lnTo>
                <a:lnTo>
                  <a:pt x="118884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281684" y="1613915"/>
            <a:ext cx="439420" cy="59690"/>
          </a:xfrm>
          <a:custGeom>
            <a:avLst/>
            <a:gdLst/>
            <a:ahLst/>
            <a:cxnLst/>
            <a:rect l="l" t="t" r="r" b="b"/>
            <a:pathLst>
              <a:path w="439419" h="59689">
                <a:moveTo>
                  <a:pt x="54864" y="59436"/>
                </a:moveTo>
                <a:lnTo>
                  <a:pt x="47828" y="41148"/>
                </a:lnTo>
                <a:lnTo>
                  <a:pt x="44894" y="33528"/>
                </a:lnTo>
                <a:lnTo>
                  <a:pt x="36576" y="11912"/>
                </a:lnTo>
                <a:lnTo>
                  <a:pt x="36576" y="33528"/>
                </a:lnTo>
                <a:lnTo>
                  <a:pt x="18288" y="33528"/>
                </a:lnTo>
                <a:lnTo>
                  <a:pt x="24384" y="18288"/>
                </a:lnTo>
                <a:lnTo>
                  <a:pt x="25908" y="15240"/>
                </a:lnTo>
                <a:lnTo>
                  <a:pt x="25908" y="10668"/>
                </a:lnTo>
                <a:lnTo>
                  <a:pt x="27432" y="7620"/>
                </a:lnTo>
                <a:lnTo>
                  <a:pt x="28956" y="10668"/>
                </a:lnTo>
                <a:lnTo>
                  <a:pt x="36576" y="33528"/>
                </a:lnTo>
                <a:lnTo>
                  <a:pt x="36576" y="11912"/>
                </a:lnTo>
                <a:lnTo>
                  <a:pt x="34925" y="7620"/>
                </a:lnTo>
                <a:lnTo>
                  <a:pt x="32004" y="0"/>
                </a:lnTo>
                <a:lnTo>
                  <a:pt x="24384" y="0"/>
                </a:lnTo>
                <a:lnTo>
                  <a:pt x="0" y="59436"/>
                </a:lnTo>
                <a:lnTo>
                  <a:pt x="9144" y="59436"/>
                </a:lnTo>
                <a:lnTo>
                  <a:pt x="15240" y="41148"/>
                </a:lnTo>
                <a:lnTo>
                  <a:pt x="39624" y="41148"/>
                </a:lnTo>
                <a:lnTo>
                  <a:pt x="47244" y="59436"/>
                </a:lnTo>
                <a:lnTo>
                  <a:pt x="54864" y="59436"/>
                </a:lnTo>
                <a:close/>
              </a:path>
              <a:path w="439419" h="59689">
                <a:moveTo>
                  <a:pt x="70091" y="15240"/>
                </a:moveTo>
                <a:lnTo>
                  <a:pt x="62471" y="15240"/>
                </a:lnTo>
                <a:lnTo>
                  <a:pt x="62471" y="59436"/>
                </a:lnTo>
                <a:lnTo>
                  <a:pt x="70091" y="59436"/>
                </a:lnTo>
                <a:lnTo>
                  <a:pt x="70091" y="15240"/>
                </a:lnTo>
                <a:close/>
              </a:path>
              <a:path w="439419" h="59689">
                <a:moveTo>
                  <a:pt x="70091" y="0"/>
                </a:moveTo>
                <a:lnTo>
                  <a:pt x="62471" y="0"/>
                </a:lnTo>
                <a:lnTo>
                  <a:pt x="62471" y="7620"/>
                </a:lnTo>
                <a:lnTo>
                  <a:pt x="70091" y="7620"/>
                </a:lnTo>
                <a:lnTo>
                  <a:pt x="70091" y="0"/>
                </a:lnTo>
                <a:close/>
              </a:path>
              <a:path w="439419" h="59689">
                <a:moveTo>
                  <a:pt x="102108" y="16764"/>
                </a:moveTo>
                <a:lnTo>
                  <a:pt x="100584" y="15240"/>
                </a:lnTo>
                <a:lnTo>
                  <a:pt x="97536" y="13716"/>
                </a:lnTo>
                <a:lnTo>
                  <a:pt x="92964" y="13716"/>
                </a:lnTo>
                <a:lnTo>
                  <a:pt x="91440" y="15240"/>
                </a:lnTo>
                <a:lnTo>
                  <a:pt x="89916" y="15240"/>
                </a:lnTo>
                <a:lnTo>
                  <a:pt x="83820" y="21336"/>
                </a:lnTo>
                <a:lnTo>
                  <a:pt x="83820" y="15240"/>
                </a:lnTo>
                <a:lnTo>
                  <a:pt x="77724" y="15240"/>
                </a:lnTo>
                <a:lnTo>
                  <a:pt x="77724" y="59436"/>
                </a:lnTo>
                <a:lnTo>
                  <a:pt x="85344" y="59436"/>
                </a:lnTo>
                <a:lnTo>
                  <a:pt x="85344" y="33528"/>
                </a:lnTo>
                <a:lnTo>
                  <a:pt x="86868" y="30480"/>
                </a:lnTo>
                <a:lnTo>
                  <a:pt x="86868" y="27432"/>
                </a:lnTo>
                <a:lnTo>
                  <a:pt x="88392" y="25908"/>
                </a:lnTo>
                <a:lnTo>
                  <a:pt x="88392" y="24384"/>
                </a:lnTo>
                <a:lnTo>
                  <a:pt x="89916" y="22860"/>
                </a:lnTo>
                <a:lnTo>
                  <a:pt x="91440" y="22860"/>
                </a:lnTo>
                <a:lnTo>
                  <a:pt x="92964" y="21336"/>
                </a:lnTo>
                <a:lnTo>
                  <a:pt x="96012" y="21336"/>
                </a:lnTo>
                <a:lnTo>
                  <a:pt x="97536" y="22860"/>
                </a:lnTo>
                <a:lnTo>
                  <a:pt x="100584" y="24384"/>
                </a:lnTo>
                <a:lnTo>
                  <a:pt x="102108" y="16764"/>
                </a:lnTo>
                <a:close/>
              </a:path>
              <a:path w="439419" h="59689">
                <a:moveTo>
                  <a:pt x="143243" y="30480"/>
                </a:moveTo>
                <a:lnTo>
                  <a:pt x="141719" y="27432"/>
                </a:lnTo>
                <a:lnTo>
                  <a:pt x="141719" y="24384"/>
                </a:lnTo>
                <a:lnTo>
                  <a:pt x="138671" y="21336"/>
                </a:lnTo>
                <a:lnTo>
                  <a:pt x="137147" y="18288"/>
                </a:lnTo>
                <a:lnTo>
                  <a:pt x="135623" y="16764"/>
                </a:lnTo>
                <a:lnTo>
                  <a:pt x="135623" y="32004"/>
                </a:lnTo>
                <a:lnTo>
                  <a:pt x="135623" y="42672"/>
                </a:lnTo>
                <a:lnTo>
                  <a:pt x="131051" y="51816"/>
                </a:lnTo>
                <a:lnTo>
                  <a:pt x="121907" y="51816"/>
                </a:lnTo>
                <a:lnTo>
                  <a:pt x="118859" y="50292"/>
                </a:lnTo>
                <a:lnTo>
                  <a:pt x="115811" y="47244"/>
                </a:lnTo>
                <a:lnTo>
                  <a:pt x="115811" y="45720"/>
                </a:lnTo>
                <a:lnTo>
                  <a:pt x="114287" y="41148"/>
                </a:lnTo>
                <a:lnTo>
                  <a:pt x="114287" y="32004"/>
                </a:lnTo>
                <a:lnTo>
                  <a:pt x="117335" y="25908"/>
                </a:lnTo>
                <a:lnTo>
                  <a:pt x="121907" y="21336"/>
                </a:lnTo>
                <a:lnTo>
                  <a:pt x="128003" y="21336"/>
                </a:lnTo>
                <a:lnTo>
                  <a:pt x="131051" y="22860"/>
                </a:lnTo>
                <a:lnTo>
                  <a:pt x="132575" y="25908"/>
                </a:lnTo>
                <a:lnTo>
                  <a:pt x="134099" y="27432"/>
                </a:lnTo>
                <a:lnTo>
                  <a:pt x="135623" y="32004"/>
                </a:lnTo>
                <a:lnTo>
                  <a:pt x="135623" y="16764"/>
                </a:lnTo>
                <a:lnTo>
                  <a:pt x="132575" y="16764"/>
                </a:lnTo>
                <a:lnTo>
                  <a:pt x="131051" y="15240"/>
                </a:lnTo>
                <a:lnTo>
                  <a:pt x="128003" y="13716"/>
                </a:lnTo>
                <a:lnTo>
                  <a:pt x="121907" y="13716"/>
                </a:lnTo>
                <a:lnTo>
                  <a:pt x="117335" y="16764"/>
                </a:lnTo>
                <a:lnTo>
                  <a:pt x="114287" y="21336"/>
                </a:lnTo>
                <a:lnTo>
                  <a:pt x="114287" y="0"/>
                </a:lnTo>
                <a:lnTo>
                  <a:pt x="106667" y="0"/>
                </a:lnTo>
                <a:lnTo>
                  <a:pt x="106667" y="59436"/>
                </a:lnTo>
                <a:lnTo>
                  <a:pt x="114287" y="59436"/>
                </a:lnTo>
                <a:lnTo>
                  <a:pt x="114287" y="51816"/>
                </a:lnTo>
                <a:lnTo>
                  <a:pt x="117335" y="57912"/>
                </a:lnTo>
                <a:lnTo>
                  <a:pt x="120383" y="59436"/>
                </a:lnTo>
                <a:lnTo>
                  <a:pt x="131051" y="59436"/>
                </a:lnTo>
                <a:lnTo>
                  <a:pt x="134099" y="57912"/>
                </a:lnTo>
                <a:lnTo>
                  <a:pt x="141719" y="50292"/>
                </a:lnTo>
                <a:lnTo>
                  <a:pt x="143243" y="44196"/>
                </a:lnTo>
                <a:lnTo>
                  <a:pt x="143243" y="30480"/>
                </a:lnTo>
                <a:close/>
              </a:path>
              <a:path w="439419" h="59689">
                <a:moveTo>
                  <a:pt x="185928" y="15240"/>
                </a:moveTo>
                <a:lnTo>
                  <a:pt x="178308" y="15240"/>
                </a:lnTo>
                <a:lnTo>
                  <a:pt x="178308" y="41148"/>
                </a:lnTo>
                <a:lnTo>
                  <a:pt x="176784" y="44196"/>
                </a:lnTo>
                <a:lnTo>
                  <a:pt x="176784" y="45720"/>
                </a:lnTo>
                <a:lnTo>
                  <a:pt x="175260" y="48768"/>
                </a:lnTo>
                <a:lnTo>
                  <a:pt x="173736" y="50292"/>
                </a:lnTo>
                <a:lnTo>
                  <a:pt x="172212" y="50292"/>
                </a:lnTo>
                <a:lnTo>
                  <a:pt x="170688" y="51816"/>
                </a:lnTo>
                <a:lnTo>
                  <a:pt x="163068" y="51816"/>
                </a:lnTo>
                <a:lnTo>
                  <a:pt x="161544" y="50292"/>
                </a:lnTo>
                <a:lnTo>
                  <a:pt x="160020" y="50292"/>
                </a:lnTo>
                <a:lnTo>
                  <a:pt x="158496" y="48768"/>
                </a:lnTo>
                <a:lnTo>
                  <a:pt x="158496" y="15240"/>
                </a:lnTo>
                <a:lnTo>
                  <a:pt x="150876" y="15240"/>
                </a:lnTo>
                <a:lnTo>
                  <a:pt x="150876" y="51816"/>
                </a:lnTo>
                <a:lnTo>
                  <a:pt x="152400" y="53340"/>
                </a:lnTo>
                <a:lnTo>
                  <a:pt x="152400" y="54864"/>
                </a:lnTo>
                <a:lnTo>
                  <a:pt x="155448" y="57912"/>
                </a:lnTo>
                <a:lnTo>
                  <a:pt x="156972" y="57912"/>
                </a:lnTo>
                <a:lnTo>
                  <a:pt x="160020" y="59436"/>
                </a:lnTo>
                <a:lnTo>
                  <a:pt x="170688" y="59436"/>
                </a:lnTo>
                <a:lnTo>
                  <a:pt x="173736" y="57912"/>
                </a:lnTo>
                <a:lnTo>
                  <a:pt x="178308" y="51816"/>
                </a:lnTo>
                <a:lnTo>
                  <a:pt x="178308" y="59436"/>
                </a:lnTo>
                <a:lnTo>
                  <a:pt x="185928" y="59436"/>
                </a:lnTo>
                <a:lnTo>
                  <a:pt x="185928" y="15240"/>
                </a:lnTo>
                <a:close/>
              </a:path>
              <a:path w="439419" h="59689">
                <a:moveTo>
                  <a:pt x="228600" y="41148"/>
                </a:moveTo>
                <a:lnTo>
                  <a:pt x="222504" y="35052"/>
                </a:lnTo>
                <a:lnTo>
                  <a:pt x="219456" y="35052"/>
                </a:lnTo>
                <a:lnTo>
                  <a:pt x="216408" y="33528"/>
                </a:lnTo>
                <a:lnTo>
                  <a:pt x="211836" y="32004"/>
                </a:lnTo>
                <a:lnTo>
                  <a:pt x="208788" y="30480"/>
                </a:lnTo>
                <a:lnTo>
                  <a:pt x="204216" y="30480"/>
                </a:lnTo>
                <a:lnTo>
                  <a:pt x="204216" y="28956"/>
                </a:lnTo>
                <a:lnTo>
                  <a:pt x="202692" y="27432"/>
                </a:lnTo>
                <a:lnTo>
                  <a:pt x="202692" y="24384"/>
                </a:lnTo>
                <a:lnTo>
                  <a:pt x="204216" y="22860"/>
                </a:lnTo>
                <a:lnTo>
                  <a:pt x="205740" y="22860"/>
                </a:lnTo>
                <a:lnTo>
                  <a:pt x="208788" y="21336"/>
                </a:lnTo>
                <a:lnTo>
                  <a:pt x="213360" y="21336"/>
                </a:lnTo>
                <a:lnTo>
                  <a:pt x="214884" y="22860"/>
                </a:lnTo>
                <a:lnTo>
                  <a:pt x="216408" y="22860"/>
                </a:lnTo>
                <a:lnTo>
                  <a:pt x="219456" y="25908"/>
                </a:lnTo>
                <a:lnTo>
                  <a:pt x="219456" y="27432"/>
                </a:lnTo>
                <a:lnTo>
                  <a:pt x="227076" y="25908"/>
                </a:lnTo>
                <a:lnTo>
                  <a:pt x="227076" y="24384"/>
                </a:lnTo>
                <a:lnTo>
                  <a:pt x="225552" y="21336"/>
                </a:lnTo>
                <a:lnTo>
                  <a:pt x="224028" y="19812"/>
                </a:lnTo>
                <a:lnTo>
                  <a:pt x="224028" y="18288"/>
                </a:lnTo>
                <a:lnTo>
                  <a:pt x="220980" y="16764"/>
                </a:lnTo>
                <a:lnTo>
                  <a:pt x="219456" y="15240"/>
                </a:lnTo>
                <a:lnTo>
                  <a:pt x="216408" y="15240"/>
                </a:lnTo>
                <a:lnTo>
                  <a:pt x="213360" y="13716"/>
                </a:lnTo>
                <a:lnTo>
                  <a:pt x="208788" y="13716"/>
                </a:lnTo>
                <a:lnTo>
                  <a:pt x="205740" y="15240"/>
                </a:lnTo>
                <a:lnTo>
                  <a:pt x="202692" y="15240"/>
                </a:lnTo>
                <a:lnTo>
                  <a:pt x="201168" y="16764"/>
                </a:lnTo>
                <a:lnTo>
                  <a:pt x="199644" y="16764"/>
                </a:lnTo>
                <a:lnTo>
                  <a:pt x="196596" y="19812"/>
                </a:lnTo>
                <a:lnTo>
                  <a:pt x="196596" y="21336"/>
                </a:lnTo>
                <a:lnTo>
                  <a:pt x="195072" y="22860"/>
                </a:lnTo>
                <a:lnTo>
                  <a:pt x="195072" y="32004"/>
                </a:lnTo>
                <a:lnTo>
                  <a:pt x="201168" y="38100"/>
                </a:lnTo>
                <a:lnTo>
                  <a:pt x="204216" y="38100"/>
                </a:lnTo>
                <a:lnTo>
                  <a:pt x="207264" y="39624"/>
                </a:lnTo>
                <a:lnTo>
                  <a:pt x="211836" y="41148"/>
                </a:lnTo>
                <a:lnTo>
                  <a:pt x="214884" y="42672"/>
                </a:lnTo>
                <a:lnTo>
                  <a:pt x="219456" y="42672"/>
                </a:lnTo>
                <a:lnTo>
                  <a:pt x="220980" y="44196"/>
                </a:lnTo>
                <a:lnTo>
                  <a:pt x="220980" y="50292"/>
                </a:lnTo>
                <a:lnTo>
                  <a:pt x="219456" y="50292"/>
                </a:lnTo>
                <a:lnTo>
                  <a:pt x="217932" y="51816"/>
                </a:lnTo>
                <a:lnTo>
                  <a:pt x="205740" y="51816"/>
                </a:lnTo>
                <a:lnTo>
                  <a:pt x="201168" y="47244"/>
                </a:lnTo>
                <a:lnTo>
                  <a:pt x="201168" y="44196"/>
                </a:lnTo>
                <a:lnTo>
                  <a:pt x="193548" y="45720"/>
                </a:lnTo>
                <a:lnTo>
                  <a:pt x="196596" y="54864"/>
                </a:lnTo>
                <a:lnTo>
                  <a:pt x="199644" y="56388"/>
                </a:lnTo>
                <a:lnTo>
                  <a:pt x="202692" y="59436"/>
                </a:lnTo>
                <a:lnTo>
                  <a:pt x="217932" y="59436"/>
                </a:lnTo>
                <a:lnTo>
                  <a:pt x="220980" y="57912"/>
                </a:lnTo>
                <a:lnTo>
                  <a:pt x="222504" y="56388"/>
                </a:lnTo>
                <a:lnTo>
                  <a:pt x="225552" y="54864"/>
                </a:lnTo>
                <a:lnTo>
                  <a:pt x="227076" y="53340"/>
                </a:lnTo>
                <a:lnTo>
                  <a:pt x="227838" y="51816"/>
                </a:lnTo>
                <a:lnTo>
                  <a:pt x="228600" y="50292"/>
                </a:lnTo>
                <a:lnTo>
                  <a:pt x="228600" y="41148"/>
                </a:lnTo>
                <a:close/>
              </a:path>
              <a:path w="439419" h="59689">
                <a:moveTo>
                  <a:pt x="304787" y="59436"/>
                </a:moveTo>
                <a:lnTo>
                  <a:pt x="297764" y="41148"/>
                </a:lnTo>
                <a:lnTo>
                  <a:pt x="294830" y="33528"/>
                </a:lnTo>
                <a:lnTo>
                  <a:pt x="286499" y="11887"/>
                </a:lnTo>
                <a:lnTo>
                  <a:pt x="286499" y="33528"/>
                </a:lnTo>
                <a:lnTo>
                  <a:pt x="268211" y="33528"/>
                </a:lnTo>
                <a:lnTo>
                  <a:pt x="274307" y="18288"/>
                </a:lnTo>
                <a:lnTo>
                  <a:pt x="275831" y="15240"/>
                </a:lnTo>
                <a:lnTo>
                  <a:pt x="275831" y="10668"/>
                </a:lnTo>
                <a:lnTo>
                  <a:pt x="277355" y="7620"/>
                </a:lnTo>
                <a:lnTo>
                  <a:pt x="278879" y="10668"/>
                </a:lnTo>
                <a:lnTo>
                  <a:pt x="286499" y="33528"/>
                </a:lnTo>
                <a:lnTo>
                  <a:pt x="286499" y="11887"/>
                </a:lnTo>
                <a:lnTo>
                  <a:pt x="284861" y="7620"/>
                </a:lnTo>
                <a:lnTo>
                  <a:pt x="281927" y="0"/>
                </a:lnTo>
                <a:lnTo>
                  <a:pt x="274307" y="0"/>
                </a:lnTo>
                <a:lnTo>
                  <a:pt x="249923" y="59436"/>
                </a:lnTo>
                <a:lnTo>
                  <a:pt x="259067" y="59436"/>
                </a:lnTo>
                <a:lnTo>
                  <a:pt x="265163" y="41148"/>
                </a:lnTo>
                <a:lnTo>
                  <a:pt x="289547" y="41148"/>
                </a:lnTo>
                <a:lnTo>
                  <a:pt x="297167" y="59436"/>
                </a:lnTo>
                <a:lnTo>
                  <a:pt x="304787" y="59436"/>
                </a:lnTo>
                <a:close/>
              </a:path>
              <a:path w="439419" h="59689">
                <a:moveTo>
                  <a:pt x="348983" y="36576"/>
                </a:moveTo>
                <a:lnTo>
                  <a:pt x="347459" y="33528"/>
                </a:lnTo>
                <a:lnTo>
                  <a:pt x="341363" y="27432"/>
                </a:lnTo>
                <a:lnTo>
                  <a:pt x="336791" y="25908"/>
                </a:lnTo>
                <a:lnTo>
                  <a:pt x="339839" y="25908"/>
                </a:lnTo>
                <a:lnTo>
                  <a:pt x="341363" y="22860"/>
                </a:lnTo>
                <a:lnTo>
                  <a:pt x="344411" y="19812"/>
                </a:lnTo>
                <a:lnTo>
                  <a:pt x="345935" y="16764"/>
                </a:lnTo>
                <a:lnTo>
                  <a:pt x="345935" y="12192"/>
                </a:lnTo>
                <a:lnTo>
                  <a:pt x="344411" y="10668"/>
                </a:lnTo>
                <a:lnTo>
                  <a:pt x="342887" y="7620"/>
                </a:lnTo>
                <a:lnTo>
                  <a:pt x="339839" y="4572"/>
                </a:lnTo>
                <a:lnTo>
                  <a:pt x="330695" y="0"/>
                </a:lnTo>
                <a:lnTo>
                  <a:pt x="323075" y="0"/>
                </a:lnTo>
                <a:lnTo>
                  <a:pt x="318503" y="1524"/>
                </a:lnTo>
                <a:lnTo>
                  <a:pt x="309359" y="10668"/>
                </a:lnTo>
                <a:lnTo>
                  <a:pt x="309359" y="15240"/>
                </a:lnTo>
                <a:lnTo>
                  <a:pt x="316979" y="16764"/>
                </a:lnTo>
                <a:lnTo>
                  <a:pt x="316979" y="13716"/>
                </a:lnTo>
                <a:lnTo>
                  <a:pt x="321551" y="9144"/>
                </a:lnTo>
                <a:lnTo>
                  <a:pt x="324599" y="7620"/>
                </a:lnTo>
                <a:lnTo>
                  <a:pt x="330695" y="7620"/>
                </a:lnTo>
                <a:lnTo>
                  <a:pt x="333743" y="9144"/>
                </a:lnTo>
                <a:lnTo>
                  <a:pt x="338315" y="13716"/>
                </a:lnTo>
                <a:lnTo>
                  <a:pt x="338315" y="18288"/>
                </a:lnTo>
                <a:lnTo>
                  <a:pt x="336791" y="19812"/>
                </a:lnTo>
                <a:lnTo>
                  <a:pt x="333743" y="21336"/>
                </a:lnTo>
                <a:lnTo>
                  <a:pt x="332219" y="22860"/>
                </a:lnTo>
                <a:lnTo>
                  <a:pt x="324599" y="22860"/>
                </a:lnTo>
                <a:lnTo>
                  <a:pt x="323075" y="30480"/>
                </a:lnTo>
                <a:lnTo>
                  <a:pt x="332219" y="30480"/>
                </a:lnTo>
                <a:lnTo>
                  <a:pt x="335267" y="32004"/>
                </a:lnTo>
                <a:lnTo>
                  <a:pt x="336791" y="33528"/>
                </a:lnTo>
                <a:lnTo>
                  <a:pt x="339839" y="35052"/>
                </a:lnTo>
                <a:lnTo>
                  <a:pt x="341363" y="38100"/>
                </a:lnTo>
                <a:lnTo>
                  <a:pt x="341363" y="44196"/>
                </a:lnTo>
                <a:lnTo>
                  <a:pt x="339839" y="47244"/>
                </a:lnTo>
                <a:lnTo>
                  <a:pt x="336791" y="48768"/>
                </a:lnTo>
                <a:lnTo>
                  <a:pt x="335267" y="51816"/>
                </a:lnTo>
                <a:lnTo>
                  <a:pt x="321551" y="51816"/>
                </a:lnTo>
                <a:lnTo>
                  <a:pt x="318503" y="48768"/>
                </a:lnTo>
                <a:lnTo>
                  <a:pt x="316979" y="45720"/>
                </a:lnTo>
                <a:lnTo>
                  <a:pt x="316979" y="41148"/>
                </a:lnTo>
                <a:lnTo>
                  <a:pt x="309359" y="42672"/>
                </a:lnTo>
                <a:lnTo>
                  <a:pt x="309359" y="48768"/>
                </a:lnTo>
                <a:lnTo>
                  <a:pt x="310883" y="51816"/>
                </a:lnTo>
                <a:lnTo>
                  <a:pt x="315455" y="54864"/>
                </a:lnTo>
                <a:lnTo>
                  <a:pt x="318503" y="57912"/>
                </a:lnTo>
                <a:lnTo>
                  <a:pt x="323075" y="59436"/>
                </a:lnTo>
                <a:lnTo>
                  <a:pt x="333743" y="59436"/>
                </a:lnTo>
                <a:lnTo>
                  <a:pt x="338315" y="57912"/>
                </a:lnTo>
                <a:lnTo>
                  <a:pt x="342887" y="54864"/>
                </a:lnTo>
                <a:lnTo>
                  <a:pt x="344919" y="51816"/>
                </a:lnTo>
                <a:lnTo>
                  <a:pt x="348983" y="45720"/>
                </a:lnTo>
                <a:lnTo>
                  <a:pt x="348983" y="36576"/>
                </a:lnTo>
                <a:close/>
              </a:path>
              <a:path w="439419" h="59689">
                <a:moveTo>
                  <a:pt x="380987" y="0"/>
                </a:moveTo>
                <a:lnTo>
                  <a:pt x="376415" y="0"/>
                </a:lnTo>
                <a:lnTo>
                  <a:pt x="373367" y="6096"/>
                </a:lnTo>
                <a:lnTo>
                  <a:pt x="370319" y="9144"/>
                </a:lnTo>
                <a:lnTo>
                  <a:pt x="367271" y="10668"/>
                </a:lnTo>
                <a:lnTo>
                  <a:pt x="364223" y="13716"/>
                </a:lnTo>
                <a:lnTo>
                  <a:pt x="359651" y="15240"/>
                </a:lnTo>
                <a:lnTo>
                  <a:pt x="359651" y="22860"/>
                </a:lnTo>
                <a:lnTo>
                  <a:pt x="361175" y="21336"/>
                </a:lnTo>
                <a:lnTo>
                  <a:pt x="370319" y="16764"/>
                </a:lnTo>
                <a:lnTo>
                  <a:pt x="373367" y="13716"/>
                </a:lnTo>
                <a:lnTo>
                  <a:pt x="373367" y="59436"/>
                </a:lnTo>
                <a:lnTo>
                  <a:pt x="380987" y="59436"/>
                </a:lnTo>
                <a:lnTo>
                  <a:pt x="380987" y="0"/>
                </a:lnTo>
                <a:close/>
              </a:path>
              <a:path w="439419" h="59689">
                <a:moveTo>
                  <a:pt x="438899" y="24384"/>
                </a:moveTo>
                <a:lnTo>
                  <a:pt x="437375" y="19812"/>
                </a:lnTo>
                <a:lnTo>
                  <a:pt x="437375" y="16764"/>
                </a:lnTo>
                <a:lnTo>
                  <a:pt x="432803" y="7620"/>
                </a:lnTo>
                <a:lnTo>
                  <a:pt x="432803" y="6096"/>
                </a:lnTo>
                <a:lnTo>
                  <a:pt x="431279" y="4572"/>
                </a:lnTo>
                <a:lnTo>
                  <a:pt x="431279" y="21336"/>
                </a:lnTo>
                <a:lnTo>
                  <a:pt x="431279" y="39624"/>
                </a:lnTo>
                <a:lnTo>
                  <a:pt x="429755" y="45720"/>
                </a:lnTo>
                <a:lnTo>
                  <a:pt x="426707" y="48768"/>
                </a:lnTo>
                <a:lnTo>
                  <a:pt x="425183" y="51816"/>
                </a:lnTo>
                <a:lnTo>
                  <a:pt x="411467" y="51816"/>
                </a:lnTo>
                <a:lnTo>
                  <a:pt x="409943" y="48768"/>
                </a:lnTo>
                <a:lnTo>
                  <a:pt x="406895" y="45720"/>
                </a:lnTo>
                <a:lnTo>
                  <a:pt x="406895" y="15240"/>
                </a:lnTo>
                <a:lnTo>
                  <a:pt x="409943" y="12192"/>
                </a:lnTo>
                <a:lnTo>
                  <a:pt x="411467" y="9144"/>
                </a:lnTo>
                <a:lnTo>
                  <a:pt x="414515" y="7620"/>
                </a:lnTo>
                <a:lnTo>
                  <a:pt x="422135" y="7620"/>
                </a:lnTo>
                <a:lnTo>
                  <a:pt x="425183" y="9144"/>
                </a:lnTo>
                <a:lnTo>
                  <a:pt x="426707" y="12192"/>
                </a:lnTo>
                <a:lnTo>
                  <a:pt x="429755" y="15240"/>
                </a:lnTo>
                <a:lnTo>
                  <a:pt x="431279" y="21336"/>
                </a:lnTo>
                <a:lnTo>
                  <a:pt x="431279" y="4572"/>
                </a:lnTo>
                <a:lnTo>
                  <a:pt x="429755" y="3048"/>
                </a:lnTo>
                <a:lnTo>
                  <a:pt x="426707" y="3048"/>
                </a:lnTo>
                <a:lnTo>
                  <a:pt x="425183" y="1524"/>
                </a:lnTo>
                <a:lnTo>
                  <a:pt x="422135" y="0"/>
                </a:lnTo>
                <a:lnTo>
                  <a:pt x="414515" y="0"/>
                </a:lnTo>
                <a:lnTo>
                  <a:pt x="399275" y="18288"/>
                </a:lnTo>
                <a:lnTo>
                  <a:pt x="399275" y="41148"/>
                </a:lnTo>
                <a:lnTo>
                  <a:pt x="400799" y="48768"/>
                </a:lnTo>
                <a:lnTo>
                  <a:pt x="405371" y="54864"/>
                </a:lnTo>
                <a:lnTo>
                  <a:pt x="408419" y="57912"/>
                </a:lnTo>
                <a:lnTo>
                  <a:pt x="412991" y="59436"/>
                </a:lnTo>
                <a:lnTo>
                  <a:pt x="426707" y="59436"/>
                </a:lnTo>
                <a:lnTo>
                  <a:pt x="429755" y="56388"/>
                </a:lnTo>
                <a:lnTo>
                  <a:pt x="432803" y="54864"/>
                </a:lnTo>
                <a:lnTo>
                  <a:pt x="434327" y="51816"/>
                </a:lnTo>
                <a:lnTo>
                  <a:pt x="437375" y="42672"/>
                </a:lnTo>
                <a:lnTo>
                  <a:pt x="438899" y="36576"/>
                </a:lnTo>
                <a:lnTo>
                  <a:pt x="438899" y="2438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3938003" y="1828799"/>
            <a:ext cx="119380" cy="53340"/>
          </a:xfrm>
          <a:custGeom>
            <a:avLst/>
            <a:gdLst/>
            <a:ahLst/>
            <a:cxnLst/>
            <a:rect l="l" t="t" r="r" b="b"/>
            <a:pathLst>
              <a:path w="119379" h="53339">
                <a:moveTo>
                  <a:pt x="35052" y="10668"/>
                </a:moveTo>
                <a:lnTo>
                  <a:pt x="33528" y="6096"/>
                </a:lnTo>
                <a:lnTo>
                  <a:pt x="30480" y="4572"/>
                </a:lnTo>
                <a:lnTo>
                  <a:pt x="27432" y="1524"/>
                </a:lnTo>
                <a:lnTo>
                  <a:pt x="22860" y="0"/>
                </a:lnTo>
                <a:lnTo>
                  <a:pt x="13716" y="0"/>
                </a:lnTo>
                <a:lnTo>
                  <a:pt x="9144" y="1524"/>
                </a:lnTo>
                <a:lnTo>
                  <a:pt x="6096" y="3048"/>
                </a:lnTo>
                <a:lnTo>
                  <a:pt x="3048" y="6096"/>
                </a:lnTo>
                <a:lnTo>
                  <a:pt x="1524" y="10668"/>
                </a:lnTo>
                <a:lnTo>
                  <a:pt x="1524" y="15240"/>
                </a:lnTo>
                <a:lnTo>
                  <a:pt x="7620" y="16764"/>
                </a:lnTo>
                <a:lnTo>
                  <a:pt x="7620" y="10668"/>
                </a:lnTo>
                <a:lnTo>
                  <a:pt x="10668" y="9144"/>
                </a:lnTo>
                <a:lnTo>
                  <a:pt x="12192" y="6096"/>
                </a:lnTo>
                <a:lnTo>
                  <a:pt x="22860" y="6096"/>
                </a:lnTo>
                <a:lnTo>
                  <a:pt x="28956" y="12192"/>
                </a:lnTo>
                <a:lnTo>
                  <a:pt x="28956" y="18288"/>
                </a:lnTo>
                <a:lnTo>
                  <a:pt x="24384" y="22860"/>
                </a:lnTo>
                <a:lnTo>
                  <a:pt x="22860" y="25908"/>
                </a:lnTo>
                <a:lnTo>
                  <a:pt x="13716" y="35052"/>
                </a:lnTo>
                <a:lnTo>
                  <a:pt x="10668" y="36576"/>
                </a:lnTo>
                <a:lnTo>
                  <a:pt x="7620" y="39624"/>
                </a:lnTo>
                <a:lnTo>
                  <a:pt x="4572" y="41148"/>
                </a:lnTo>
                <a:lnTo>
                  <a:pt x="3048" y="44196"/>
                </a:lnTo>
                <a:lnTo>
                  <a:pt x="1524" y="45720"/>
                </a:lnTo>
                <a:lnTo>
                  <a:pt x="0" y="48768"/>
                </a:lnTo>
                <a:lnTo>
                  <a:pt x="0" y="53340"/>
                </a:lnTo>
                <a:lnTo>
                  <a:pt x="35052" y="53340"/>
                </a:lnTo>
                <a:lnTo>
                  <a:pt x="35052" y="47244"/>
                </a:lnTo>
                <a:lnTo>
                  <a:pt x="9144" y="47244"/>
                </a:lnTo>
                <a:lnTo>
                  <a:pt x="9144" y="45720"/>
                </a:lnTo>
                <a:lnTo>
                  <a:pt x="10668" y="44196"/>
                </a:lnTo>
                <a:lnTo>
                  <a:pt x="12192" y="44196"/>
                </a:lnTo>
                <a:lnTo>
                  <a:pt x="12192" y="42672"/>
                </a:lnTo>
                <a:lnTo>
                  <a:pt x="15240" y="39624"/>
                </a:lnTo>
                <a:lnTo>
                  <a:pt x="19812" y="36576"/>
                </a:lnTo>
                <a:lnTo>
                  <a:pt x="22860" y="33528"/>
                </a:lnTo>
                <a:lnTo>
                  <a:pt x="27432" y="30480"/>
                </a:lnTo>
                <a:lnTo>
                  <a:pt x="28956" y="27432"/>
                </a:lnTo>
                <a:lnTo>
                  <a:pt x="30480" y="25908"/>
                </a:lnTo>
                <a:lnTo>
                  <a:pt x="32004" y="22860"/>
                </a:lnTo>
                <a:lnTo>
                  <a:pt x="33528" y="21336"/>
                </a:lnTo>
                <a:lnTo>
                  <a:pt x="33528" y="18288"/>
                </a:lnTo>
                <a:lnTo>
                  <a:pt x="35052" y="16764"/>
                </a:lnTo>
                <a:lnTo>
                  <a:pt x="35052" y="10668"/>
                </a:lnTo>
                <a:close/>
              </a:path>
              <a:path w="119379" h="53339">
                <a:moveTo>
                  <a:pt x="77724" y="16764"/>
                </a:moveTo>
                <a:lnTo>
                  <a:pt x="74676" y="10668"/>
                </a:lnTo>
                <a:lnTo>
                  <a:pt x="74676" y="9144"/>
                </a:lnTo>
                <a:lnTo>
                  <a:pt x="73152" y="6096"/>
                </a:lnTo>
                <a:lnTo>
                  <a:pt x="71628" y="4572"/>
                </a:lnTo>
                <a:lnTo>
                  <a:pt x="71628" y="18288"/>
                </a:lnTo>
                <a:lnTo>
                  <a:pt x="71628" y="35052"/>
                </a:lnTo>
                <a:lnTo>
                  <a:pt x="70104" y="41148"/>
                </a:lnTo>
                <a:lnTo>
                  <a:pt x="65532" y="45720"/>
                </a:lnTo>
                <a:lnTo>
                  <a:pt x="62484" y="47244"/>
                </a:lnTo>
                <a:lnTo>
                  <a:pt x="56388" y="47244"/>
                </a:lnTo>
                <a:lnTo>
                  <a:pt x="53340" y="45720"/>
                </a:lnTo>
                <a:lnTo>
                  <a:pt x="51816" y="42672"/>
                </a:lnTo>
                <a:lnTo>
                  <a:pt x="50292" y="41148"/>
                </a:lnTo>
                <a:lnTo>
                  <a:pt x="48768" y="35052"/>
                </a:lnTo>
                <a:lnTo>
                  <a:pt x="48768" y="18288"/>
                </a:lnTo>
                <a:lnTo>
                  <a:pt x="50292" y="12192"/>
                </a:lnTo>
                <a:lnTo>
                  <a:pt x="51816" y="9144"/>
                </a:lnTo>
                <a:lnTo>
                  <a:pt x="53340" y="7620"/>
                </a:lnTo>
                <a:lnTo>
                  <a:pt x="56388" y="6096"/>
                </a:lnTo>
                <a:lnTo>
                  <a:pt x="64008" y="6096"/>
                </a:lnTo>
                <a:lnTo>
                  <a:pt x="65532" y="7620"/>
                </a:lnTo>
                <a:lnTo>
                  <a:pt x="68580" y="9144"/>
                </a:lnTo>
                <a:lnTo>
                  <a:pt x="70104" y="12192"/>
                </a:lnTo>
                <a:lnTo>
                  <a:pt x="71628" y="18288"/>
                </a:lnTo>
                <a:lnTo>
                  <a:pt x="71628" y="4572"/>
                </a:lnTo>
                <a:lnTo>
                  <a:pt x="68580" y="1524"/>
                </a:lnTo>
                <a:lnTo>
                  <a:pt x="65532" y="0"/>
                </a:lnTo>
                <a:lnTo>
                  <a:pt x="53340" y="0"/>
                </a:lnTo>
                <a:lnTo>
                  <a:pt x="50292" y="3048"/>
                </a:lnTo>
                <a:lnTo>
                  <a:pt x="47244" y="4572"/>
                </a:lnTo>
                <a:lnTo>
                  <a:pt x="44196" y="10668"/>
                </a:lnTo>
                <a:lnTo>
                  <a:pt x="42672" y="15240"/>
                </a:lnTo>
                <a:lnTo>
                  <a:pt x="42672" y="36576"/>
                </a:lnTo>
                <a:lnTo>
                  <a:pt x="44196" y="44196"/>
                </a:lnTo>
                <a:lnTo>
                  <a:pt x="47244" y="48768"/>
                </a:lnTo>
                <a:lnTo>
                  <a:pt x="50292" y="51816"/>
                </a:lnTo>
                <a:lnTo>
                  <a:pt x="54864" y="53340"/>
                </a:lnTo>
                <a:lnTo>
                  <a:pt x="64008" y="53340"/>
                </a:lnTo>
                <a:lnTo>
                  <a:pt x="70104" y="50292"/>
                </a:lnTo>
                <a:lnTo>
                  <a:pt x="73152" y="47244"/>
                </a:lnTo>
                <a:lnTo>
                  <a:pt x="74676" y="45720"/>
                </a:lnTo>
                <a:lnTo>
                  <a:pt x="76200" y="41148"/>
                </a:lnTo>
                <a:lnTo>
                  <a:pt x="76200" y="38100"/>
                </a:lnTo>
                <a:lnTo>
                  <a:pt x="77724" y="32004"/>
                </a:lnTo>
                <a:lnTo>
                  <a:pt x="77724" y="16764"/>
                </a:lnTo>
                <a:close/>
              </a:path>
              <a:path w="119379" h="53339">
                <a:moveTo>
                  <a:pt x="118884" y="16764"/>
                </a:moveTo>
                <a:lnTo>
                  <a:pt x="117360" y="13716"/>
                </a:lnTo>
                <a:lnTo>
                  <a:pt x="117360" y="10668"/>
                </a:lnTo>
                <a:lnTo>
                  <a:pt x="115836" y="9144"/>
                </a:lnTo>
                <a:lnTo>
                  <a:pt x="114312" y="6096"/>
                </a:lnTo>
                <a:lnTo>
                  <a:pt x="112788" y="4572"/>
                </a:lnTo>
                <a:lnTo>
                  <a:pt x="112788" y="18288"/>
                </a:lnTo>
                <a:lnTo>
                  <a:pt x="112788" y="35052"/>
                </a:lnTo>
                <a:lnTo>
                  <a:pt x="111264" y="41148"/>
                </a:lnTo>
                <a:lnTo>
                  <a:pt x="105168" y="47244"/>
                </a:lnTo>
                <a:lnTo>
                  <a:pt x="97548" y="47244"/>
                </a:lnTo>
                <a:lnTo>
                  <a:pt x="91452" y="41148"/>
                </a:lnTo>
                <a:lnTo>
                  <a:pt x="89928" y="35052"/>
                </a:lnTo>
                <a:lnTo>
                  <a:pt x="89928" y="18288"/>
                </a:lnTo>
                <a:lnTo>
                  <a:pt x="91452" y="12192"/>
                </a:lnTo>
                <a:lnTo>
                  <a:pt x="92976" y="9144"/>
                </a:lnTo>
                <a:lnTo>
                  <a:pt x="96024" y="7620"/>
                </a:lnTo>
                <a:lnTo>
                  <a:pt x="97548" y="6096"/>
                </a:lnTo>
                <a:lnTo>
                  <a:pt x="105168" y="6096"/>
                </a:lnTo>
                <a:lnTo>
                  <a:pt x="108216" y="7620"/>
                </a:lnTo>
                <a:lnTo>
                  <a:pt x="109740" y="9144"/>
                </a:lnTo>
                <a:lnTo>
                  <a:pt x="111264" y="12192"/>
                </a:lnTo>
                <a:lnTo>
                  <a:pt x="112788" y="18288"/>
                </a:lnTo>
                <a:lnTo>
                  <a:pt x="112788" y="4572"/>
                </a:lnTo>
                <a:lnTo>
                  <a:pt x="109740" y="1524"/>
                </a:lnTo>
                <a:lnTo>
                  <a:pt x="106692" y="0"/>
                </a:lnTo>
                <a:lnTo>
                  <a:pt x="94500" y="0"/>
                </a:lnTo>
                <a:lnTo>
                  <a:pt x="91452" y="3048"/>
                </a:lnTo>
                <a:lnTo>
                  <a:pt x="88404" y="4572"/>
                </a:lnTo>
                <a:lnTo>
                  <a:pt x="85356" y="10668"/>
                </a:lnTo>
                <a:lnTo>
                  <a:pt x="83832" y="15240"/>
                </a:lnTo>
                <a:lnTo>
                  <a:pt x="83832" y="36576"/>
                </a:lnTo>
                <a:lnTo>
                  <a:pt x="85356" y="44196"/>
                </a:lnTo>
                <a:lnTo>
                  <a:pt x="88404" y="48768"/>
                </a:lnTo>
                <a:lnTo>
                  <a:pt x="91452" y="51816"/>
                </a:lnTo>
                <a:lnTo>
                  <a:pt x="96024" y="53340"/>
                </a:lnTo>
                <a:lnTo>
                  <a:pt x="105168" y="53340"/>
                </a:lnTo>
                <a:lnTo>
                  <a:pt x="114312" y="48768"/>
                </a:lnTo>
                <a:lnTo>
                  <a:pt x="115074" y="47244"/>
                </a:lnTo>
                <a:lnTo>
                  <a:pt x="115836" y="45720"/>
                </a:lnTo>
                <a:lnTo>
                  <a:pt x="117360" y="41148"/>
                </a:lnTo>
                <a:lnTo>
                  <a:pt x="118884" y="38100"/>
                </a:lnTo>
                <a:lnTo>
                  <a:pt x="118884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3314700" y="1828799"/>
            <a:ext cx="117475" cy="53340"/>
          </a:xfrm>
          <a:custGeom>
            <a:avLst/>
            <a:gdLst/>
            <a:ahLst/>
            <a:cxnLst/>
            <a:rect l="l" t="t" r="r" b="b"/>
            <a:pathLst>
              <a:path w="117475" h="53339">
                <a:moveTo>
                  <a:pt x="35052" y="13716"/>
                </a:moveTo>
                <a:lnTo>
                  <a:pt x="32004" y="7620"/>
                </a:lnTo>
                <a:lnTo>
                  <a:pt x="30480" y="6096"/>
                </a:lnTo>
                <a:lnTo>
                  <a:pt x="28956" y="4572"/>
                </a:lnTo>
                <a:lnTo>
                  <a:pt x="28956" y="10668"/>
                </a:lnTo>
                <a:lnTo>
                  <a:pt x="28956" y="21336"/>
                </a:lnTo>
                <a:lnTo>
                  <a:pt x="27432" y="24384"/>
                </a:lnTo>
                <a:lnTo>
                  <a:pt x="24384" y="27432"/>
                </a:lnTo>
                <a:lnTo>
                  <a:pt x="21336" y="28956"/>
                </a:lnTo>
                <a:lnTo>
                  <a:pt x="13716" y="28956"/>
                </a:lnTo>
                <a:lnTo>
                  <a:pt x="10668" y="27432"/>
                </a:lnTo>
                <a:lnTo>
                  <a:pt x="7620" y="24384"/>
                </a:lnTo>
                <a:lnTo>
                  <a:pt x="6096" y="21336"/>
                </a:lnTo>
                <a:lnTo>
                  <a:pt x="6096" y="13716"/>
                </a:lnTo>
                <a:lnTo>
                  <a:pt x="7620" y="10668"/>
                </a:lnTo>
                <a:lnTo>
                  <a:pt x="9144" y="9144"/>
                </a:lnTo>
                <a:lnTo>
                  <a:pt x="12192" y="7620"/>
                </a:lnTo>
                <a:lnTo>
                  <a:pt x="13716" y="6096"/>
                </a:lnTo>
                <a:lnTo>
                  <a:pt x="24384" y="6096"/>
                </a:lnTo>
                <a:lnTo>
                  <a:pt x="25908" y="9144"/>
                </a:lnTo>
                <a:lnTo>
                  <a:pt x="28956" y="10668"/>
                </a:lnTo>
                <a:lnTo>
                  <a:pt x="28956" y="4572"/>
                </a:lnTo>
                <a:lnTo>
                  <a:pt x="25908" y="3048"/>
                </a:lnTo>
                <a:lnTo>
                  <a:pt x="24384" y="0"/>
                </a:lnTo>
                <a:lnTo>
                  <a:pt x="12192" y="0"/>
                </a:lnTo>
                <a:lnTo>
                  <a:pt x="7620" y="1524"/>
                </a:lnTo>
                <a:lnTo>
                  <a:pt x="1524" y="7620"/>
                </a:lnTo>
                <a:lnTo>
                  <a:pt x="0" y="12192"/>
                </a:lnTo>
                <a:lnTo>
                  <a:pt x="0" y="22860"/>
                </a:lnTo>
                <a:lnTo>
                  <a:pt x="1524" y="27432"/>
                </a:lnTo>
                <a:lnTo>
                  <a:pt x="7620" y="33528"/>
                </a:lnTo>
                <a:lnTo>
                  <a:pt x="12192" y="35052"/>
                </a:lnTo>
                <a:lnTo>
                  <a:pt x="18288" y="35052"/>
                </a:lnTo>
                <a:lnTo>
                  <a:pt x="21336" y="33528"/>
                </a:lnTo>
                <a:lnTo>
                  <a:pt x="24384" y="33528"/>
                </a:lnTo>
                <a:lnTo>
                  <a:pt x="27432" y="30480"/>
                </a:lnTo>
                <a:lnTo>
                  <a:pt x="28194" y="28956"/>
                </a:lnTo>
                <a:lnTo>
                  <a:pt x="28956" y="27432"/>
                </a:lnTo>
                <a:lnTo>
                  <a:pt x="28956" y="36576"/>
                </a:lnTo>
                <a:lnTo>
                  <a:pt x="27432" y="39624"/>
                </a:lnTo>
                <a:lnTo>
                  <a:pt x="27432" y="41148"/>
                </a:lnTo>
                <a:lnTo>
                  <a:pt x="25908" y="42672"/>
                </a:lnTo>
                <a:lnTo>
                  <a:pt x="25908" y="44196"/>
                </a:lnTo>
                <a:lnTo>
                  <a:pt x="24384" y="44196"/>
                </a:lnTo>
                <a:lnTo>
                  <a:pt x="21336" y="47244"/>
                </a:lnTo>
                <a:lnTo>
                  <a:pt x="13716" y="47244"/>
                </a:lnTo>
                <a:lnTo>
                  <a:pt x="12192" y="45720"/>
                </a:lnTo>
                <a:lnTo>
                  <a:pt x="10668" y="45720"/>
                </a:lnTo>
                <a:lnTo>
                  <a:pt x="9144" y="44196"/>
                </a:lnTo>
                <a:lnTo>
                  <a:pt x="9144" y="42672"/>
                </a:lnTo>
                <a:lnTo>
                  <a:pt x="7620" y="39624"/>
                </a:lnTo>
                <a:lnTo>
                  <a:pt x="1524" y="39624"/>
                </a:lnTo>
                <a:lnTo>
                  <a:pt x="3048" y="44196"/>
                </a:lnTo>
                <a:lnTo>
                  <a:pt x="4572" y="47244"/>
                </a:lnTo>
                <a:lnTo>
                  <a:pt x="9144" y="51816"/>
                </a:lnTo>
                <a:lnTo>
                  <a:pt x="12192" y="53340"/>
                </a:lnTo>
                <a:lnTo>
                  <a:pt x="19812" y="53340"/>
                </a:lnTo>
                <a:lnTo>
                  <a:pt x="24384" y="51816"/>
                </a:lnTo>
                <a:lnTo>
                  <a:pt x="28956" y="47244"/>
                </a:lnTo>
                <a:lnTo>
                  <a:pt x="32004" y="44196"/>
                </a:lnTo>
                <a:lnTo>
                  <a:pt x="33528" y="41148"/>
                </a:lnTo>
                <a:lnTo>
                  <a:pt x="35052" y="36576"/>
                </a:lnTo>
                <a:lnTo>
                  <a:pt x="35052" y="27432"/>
                </a:lnTo>
                <a:lnTo>
                  <a:pt x="35052" y="13716"/>
                </a:lnTo>
                <a:close/>
              </a:path>
              <a:path w="117475" h="53339">
                <a:moveTo>
                  <a:pt x="76200" y="32004"/>
                </a:moveTo>
                <a:lnTo>
                  <a:pt x="73914" y="27432"/>
                </a:lnTo>
                <a:lnTo>
                  <a:pt x="73152" y="25908"/>
                </a:lnTo>
                <a:lnTo>
                  <a:pt x="70104" y="24384"/>
                </a:lnTo>
                <a:lnTo>
                  <a:pt x="70104" y="32004"/>
                </a:lnTo>
                <a:lnTo>
                  <a:pt x="70104" y="42672"/>
                </a:lnTo>
                <a:lnTo>
                  <a:pt x="67056" y="44196"/>
                </a:lnTo>
                <a:lnTo>
                  <a:pt x="65532" y="45720"/>
                </a:lnTo>
                <a:lnTo>
                  <a:pt x="62484" y="47244"/>
                </a:lnTo>
                <a:lnTo>
                  <a:pt x="54864" y="47244"/>
                </a:lnTo>
                <a:lnTo>
                  <a:pt x="53340" y="45720"/>
                </a:lnTo>
                <a:lnTo>
                  <a:pt x="50292" y="44196"/>
                </a:lnTo>
                <a:lnTo>
                  <a:pt x="48768" y="44196"/>
                </a:lnTo>
                <a:lnTo>
                  <a:pt x="48768" y="39624"/>
                </a:lnTo>
                <a:lnTo>
                  <a:pt x="47244" y="38100"/>
                </a:lnTo>
                <a:lnTo>
                  <a:pt x="47244" y="33528"/>
                </a:lnTo>
                <a:lnTo>
                  <a:pt x="50292" y="30480"/>
                </a:lnTo>
                <a:lnTo>
                  <a:pt x="51816" y="27432"/>
                </a:lnTo>
                <a:lnTo>
                  <a:pt x="65532" y="27432"/>
                </a:lnTo>
                <a:lnTo>
                  <a:pt x="67056" y="30480"/>
                </a:lnTo>
                <a:lnTo>
                  <a:pt x="70104" y="32004"/>
                </a:lnTo>
                <a:lnTo>
                  <a:pt x="70104" y="24384"/>
                </a:lnTo>
                <a:lnTo>
                  <a:pt x="67056" y="24384"/>
                </a:lnTo>
                <a:lnTo>
                  <a:pt x="70104" y="22860"/>
                </a:lnTo>
                <a:lnTo>
                  <a:pt x="71628" y="21336"/>
                </a:lnTo>
                <a:lnTo>
                  <a:pt x="74676" y="18288"/>
                </a:lnTo>
                <a:lnTo>
                  <a:pt x="74676" y="9144"/>
                </a:lnTo>
                <a:lnTo>
                  <a:pt x="73152" y="6096"/>
                </a:lnTo>
                <a:lnTo>
                  <a:pt x="70104" y="3048"/>
                </a:lnTo>
                <a:lnTo>
                  <a:pt x="68580" y="2286"/>
                </a:lnTo>
                <a:lnTo>
                  <a:pt x="68580" y="9144"/>
                </a:lnTo>
                <a:lnTo>
                  <a:pt x="68580" y="16764"/>
                </a:lnTo>
                <a:lnTo>
                  <a:pt x="65532" y="19812"/>
                </a:lnTo>
                <a:lnTo>
                  <a:pt x="62484" y="21336"/>
                </a:lnTo>
                <a:lnTo>
                  <a:pt x="56388" y="21336"/>
                </a:lnTo>
                <a:lnTo>
                  <a:pt x="53340" y="19812"/>
                </a:lnTo>
                <a:lnTo>
                  <a:pt x="48768" y="15240"/>
                </a:lnTo>
                <a:lnTo>
                  <a:pt x="48768" y="10668"/>
                </a:lnTo>
                <a:lnTo>
                  <a:pt x="53340" y="6096"/>
                </a:lnTo>
                <a:lnTo>
                  <a:pt x="65532" y="6096"/>
                </a:lnTo>
                <a:lnTo>
                  <a:pt x="68580" y="9144"/>
                </a:lnTo>
                <a:lnTo>
                  <a:pt x="68580" y="2286"/>
                </a:lnTo>
                <a:lnTo>
                  <a:pt x="64008" y="0"/>
                </a:lnTo>
                <a:lnTo>
                  <a:pt x="54864" y="0"/>
                </a:lnTo>
                <a:lnTo>
                  <a:pt x="50292" y="1524"/>
                </a:lnTo>
                <a:lnTo>
                  <a:pt x="47244" y="3048"/>
                </a:lnTo>
                <a:lnTo>
                  <a:pt x="44196" y="6096"/>
                </a:lnTo>
                <a:lnTo>
                  <a:pt x="42672" y="9144"/>
                </a:lnTo>
                <a:lnTo>
                  <a:pt x="42672" y="15240"/>
                </a:lnTo>
                <a:lnTo>
                  <a:pt x="44196" y="18288"/>
                </a:lnTo>
                <a:lnTo>
                  <a:pt x="45720" y="19812"/>
                </a:lnTo>
                <a:lnTo>
                  <a:pt x="45720" y="21336"/>
                </a:lnTo>
                <a:lnTo>
                  <a:pt x="48768" y="22860"/>
                </a:lnTo>
                <a:lnTo>
                  <a:pt x="50292" y="24384"/>
                </a:lnTo>
                <a:lnTo>
                  <a:pt x="47244" y="24384"/>
                </a:lnTo>
                <a:lnTo>
                  <a:pt x="45720" y="25908"/>
                </a:lnTo>
                <a:lnTo>
                  <a:pt x="44196" y="28956"/>
                </a:lnTo>
                <a:lnTo>
                  <a:pt x="42672" y="30480"/>
                </a:lnTo>
                <a:lnTo>
                  <a:pt x="41148" y="33528"/>
                </a:lnTo>
                <a:lnTo>
                  <a:pt x="41148" y="41148"/>
                </a:lnTo>
                <a:lnTo>
                  <a:pt x="42672" y="45720"/>
                </a:lnTo>
                <a:lnTo>
                  <a:pt x="45720" y="48768"/>
                </a:lnTo>
                <a:lnTo>
                  <a:pt x="50292" y="51816"/>
                </a:lnTo>
                <a:lnTo>
                  <a:pt x="53340" y="53340"/>
                </a:lnTo>
                <a:lnTo>
                  <a:pt x="64008" y="53340"/>
                </a:lnTo>
                <a:lnTo>
                  <a:pt x="68580" y="51816"/>
                </a:lnTo>
                <a:lnTo>
                  <a:pt x="73152" y="47244"/>
                </a:lnTo>
                <a:lnTo>
                  <a:pt x="74676" y="45720"/>
                </a:lnTo>
                <a:lnTo>
                  <a:pt x="76200" y="41148"/>
                </a:lnTo>
                <a:lnTo>
                  <a:pt x="76200" y="32004"/>
                </a:lnTo>
                <a:close/>
              </a:path>
              <a:path w="117475" h="53339">
                <a:moveTo>
                  <a:pt x="117335" y="13716"/>
                </a:moveTo>
                <a:lnTo>
                  <a:pt x="115811" y="10668"/>
                </a:lnTo>
                <a:lnTo>
                  <a:pt x="114287" y="9144"/>
                </a:lnTo>
                <a:lnTo>
                  <a:pt x="114287" y="6096"/>
                </a:lnTo>
                <a:lnTo>
                  <a:pt x="111239" y="3048"/>
                </a:lnTo>
                <a:lnTo>
                  <a:pt x="111239" y="12192"/>
                </a:lnTo>
                <a:lnTo>
                  <a:pt x="111239" y="41148"/>
                </a:lnTo>
                <a:lnTo>
                  <a:pt x="108191" y="42672"/>
                </a:lnTo>
                <a:lnTo>
                  <a:pt x="106667" y="45720"/>
                </a:lnTo>
                <a:lnTo>
                  <a:pt x="103619" y="47244"/>
                </a:lnTo>
                <a:lnTo>
                  <a:pt x="97523" y="47244"/>
                </a:lnTo>
                <a:lnTo>
                  <a:pt x="94475" y="45720"/>
                </a:lnTo>
                <a:lnTo>
                  <a:pt x="92951" y="42672"/>
                </a:lnTo>
                <a:lnTo>
                  <a:pt x="89903" y="41148"/>
                </a:lnTo>
                <a:lnTo>
                  <a:pt x="88379" y="35052"/>
                </a:lnTo>
                <a:lnTo>
                  <a:pt x="88379" y="18288"/>
                </a:lnTo>
                <a:lnTo>
                  <a:pt x="89903" y="12192"/>
                </a:lnTo>
                <a:lnTo>
                  <a:pt x="94475" y="7620"/>
                </a:lnTo>
                <a:lnTo>
                  <a:pt x="97523" y="6096"/>
                </a:lnTo>
                <a:lnTo>
                  <a:pt x="103619" y="6096"/>
                </a:lnTo>
                <a:lnTo>
                  <a:pt x="106667" y="7620"/>
                </a:lnTo>
                <a:lnTo>
                  <a:pt x="111239" y="12192"/>
                </a:lnTo>
                <a:lnTo>
                  <a:pt x="111239" y="3048"/>
                </a:lnTo>
                <a:lnTo>
                  <a:pt x="108191" y="1524"/>
                </a:lnTo>
                <a:lnTo>
                  <a:pt x="106667" y="0"/>
                </a:lnTo>
                <a:lnTo>
                  <a:pt x="92951" y="0"/>
                </a:lnTo>
                <a:lnTo>
                  <a:pt x="91427" y="3048"/>
                </a:lnTo>
                <a:lnTo>
                  <a:pt x="88379" y="4572"/>
                </a:lnTo>
                <a:lnTo>
                  <a:pt x="85331" y="10668"/>
                </a:lnTo>
                <a:lnTo>
                  <a:pt x="82283" y="19812"/>
                </a:lnTo>
                <a:lnTo>
                  <a:pt x="82283" y="36576"/>
                </a:lnTo>
                <a:lnTo>
                  <a:pt x="85331" y="44196"/>
                </a:lnTo>
                <a:lnTo>
                  <a:pt x="88379" y="48768"/>
                </a:lnTo>
                <a:lnTo>
                  <a:pt x="91427" y="51816"/>
                </a:lnTo>
                <a:lnTo>
                  <a:pt x="95999" y="53340"/>
                </a:lnTo>
                <a:lnTo>
                  <a:pt x="105143" y="53340"/>
                </a:lnTo>
                <a:lnTo>
                  <a:pt x="108191" y="51816"/>
                </a:lnTo>
                <a:lnTo>
                  <a:pt x="109715" y="50292"/>
                </a:lnTo>
                <a:lnTo>
                  <a:pt x="112763" y="48768"/>
                </a:lnTo>
                <a:lnTo>
                  <a:pt x="113525" y="47244"/>
                </a:lnTo>
                <a:lnTo>
                  <a:pt x="114287" y="45720"/>
                </a:lnTo>
                <a:lnTo>
                  <a:pt x="115811" y="41148"/>
                </a:lnTo>
                <a:lnTo>
                  <a:pt x="117335" y="38100"/>
                </a:lnTo>
                <a:lnTo>
                  <a:pt x="117335" y="1371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657843" y="1828799"/>
            <a:ext cx="183515" cy="53340"/>
          </a:xfrm>
          <a:custGeom>
            <a:avLst/>
            <a:gdLst/>
            <a:ahLst/>
            <a:cxnLst/>
            <a:rect l="l" t="t" r="r" b="b"/>
            <a:pathLst>
              <a:path w="183514" h="53339">
                <a:moveTo>
                  <a:pt x="36576" y="30480"/>
                </a:moveTo>
                <a:lnTo>
                  <a:pt x="35052" y="25908"/>
                </a:lnTo>
                <a:lnTo>
                  <a:pt x="30480" y="21336"/>
                </a:lnTo>
                <a:lnTo>
                  <a:pt x="30480" y="32004"/>
                </a:lnTo>
                <a:lnTo>
                  <a:pt x="30480" y="38100"/>
                </a:lnTo>
                <a:lnTo>
                  <a:pt x="27432" y="44196"/>
                </a:lnTo>
                <a:lnTo>
                  <a:pt x="25908" y="45720"/>
                </a:lnTo>
                <a:lnTo>
                  <a:pt x="22860" y="47244"/>
                </a:lnTo>
                <a:lnTo>
                  <a:pt x="16764" y="47244"/>
                </a:lnTo>
                <a:lnTo>
                  <a:pt x="13716" y="45720"/>
                </a:lnTo>
                <a:lnTo>
                  <a:pt x="12192" y="45720"/>
                </a:lnTo>
                <a:lnTo>
                  <a:pt x="6096" y="39624"/>
                </a:lnTo>
                <a:lnTo>
                  <a:pt x="6096" y="32004"/>
                </a:lnTo>
                <a:lnTo>
                  <a:pt x="7620" y="28956"/>
                </a:lnTo>
                <a:lnTo>
                  <a:pt x="12192" y="24384"/>
                </a:lnTo>
                <a:lnTo>
                  <a:pt x="25908" y="24384"/>
                </a:lnTo>
                <a:lnTo>
                  <a:pt x="27432" y="27432"/>
                </a:lnTo>
                <a:lnTo>
                  <a:pt x="28956" y="28956"/>
                </a:lnTo>
                <a:lnTo>
                  <a:pt x="30480" y="32004"/>
                </a:lnTo>
                <a:lnTo>
                  <a:pt x="30480" y="21336"/>
                </a:lnTo>
                <a:lnTo>
                  <a:pt x="28956" y="19812"/>
                </a:lnTo>
                <a:lnTo>
                  <a:pt x="24384" y="18288"/>
                </a:lnTo>
                <a:lnTo>
                  <a:pt x="15240" y="18288"/>
                </a:lnTo>
                <a:lnTo>
                  <a:pt x="9144" y="21336"/>
                </a:lnTo>
                <a:lnTo>
                  <a:pt x="6096" y="24384"/>
                </a:lnTo>
                <a:lnTo>
                  <a:pt x="6096" y="15240"/>
                </a:lnTo>
                <a:lnTo>
                  <a:pt x="7620" y="13716"/>
                </a:lnTo>
                <a:lnTo>
                  <a:pt x="9144" y="10668"/>
                </a:lnTo>
                <a:lnTo>
                  <a:pt x="12192" y="7620"/>
                </a:lnTo>
                <a:lnTo>
                  <a:pt x="15240" y="6096"/>
                </a:lnTo>
                <a:lnTo>
                  <a:pt x="24384" y="6096"/>
                </a:lnTo>
                <a:lnTo>
                  <a:pt x="28956" y="10668"/>
                </a:lnTo>
                <a:lnTo>
                  <a:pt x="28956" y="13716"/>
                </a:lnTo>
                <a:lnTo>
                  <a:pt x="35052" y="13716"/>
                </a:lnTo>
                <a:lnTo>
                  <a:pt x="35052" y="9144"/>
                </a:lnTo>
                <a:lnTo>
                  <a:pt x="33528" y="6096"/>
                </a:lnTo>
                <a:lnTo>
                  <a:pt x="30480" y="3048"/>
                </a:lnTo>
                <a:lnTo>
                  <a:pt x="24384" y="0"/>
                </a:lnTo>
                <a:lnTo>
                  <a:pt x="13716" y="0"/>
                </a:lnTo>
                <a:lnTo>
                  <a:pt x="9144" y="1524"/>
                </a:lnTo>
                <a:lnTo>
                  <a:pt x="6096" y="6096"/>
                </a:lnTo>
                <a:lnTo>
                  <a:pt x="1524" y="10668"/>
                </a:lnTo>
                <a:lnTo>
                  <a:pt x="0" y="18288"/>
                </a:lnTo>
                <a:lnTo>
                  <a:pt x="0" y="36576"/>
                </a:lnTo>
                <a:lnTo>
                  <a:pt x="1524" y="42672"/>
                </a:lnTo>
                <a:lnTo>
                  <a:pt x="6096" y="47244"/>
                </a:lnTo>
                <a:lnTo>
                  <a:pt x="9144" y="51816"/>
                </a:lnTo>
                <a:lnTo>
                  <a:pt x="13716" y="53340"/>
                </a:lnTo>
                <a:lnTo>
                  <a:pt x="22860" y="53340"/>
                </a:lnTo>
                <a:lnTo>
                  <a:pt x="25908" y="51816"/>
                </a:lnTo>
                <a:lnTo>
                  <a:pt x="27432" y="50292"/>
                </a:lnTo>
                <a:lnTo>
                  <a:pt x="33528" y="47244"/>
                </a:lnTo>
                <a:lnTo>
                  <a:pt x="35052" y="44196"/>
                </a:lnTo>
                <a:lnTo>
                  <a:pt x="35052" y="41148"/>
                </a:lnTo>
                <a:lnTo>
                  <a:pt x="36576" y="38100"/>
                </a:lnTo>
                <a:lnTo>
                  <a:pt x="36576" y="30480"/>
                </a:lnTo>
                <a:close/>
              </a:path>
              <a:path w="183514" h="53339">
                <a:moveTo>
                  <a:pt x="97548" y="0"/>
                </a:moveTo>
                <a:lnTo>
                  <a:pt x="64020" y="0"/>
                </a:lnTo>
                <a:lnTo>
                  <a:pt x="64020" y="6096"/>
                </a:lnTo>
                <a:lnTo>
                  <a:pt x="91452" y="6096"/>
                </a:lnTo>
                <a:lnTo>
                  <a:pt x="88404" y="9144"/>
                </a:lnTo>
                <a:lnTo>
                  <a:pt x="85356" y="13716"/>
                </a:lnTo>
                <a:lnTo>
                  <a:pt x="76212" y="32004"/>
                </a:lnTo>
                <a:lnTo>
                  <a:pt x="73164" y="44196"/>
                </a:lnTo>
                <a:lnTo>
                  <a:pt x="73164" y="48768"/>
                </a:lnTo>
                <a:lnTo>
                  <a:pt x="71640" y="53340"/>
                </a:lnTo>
                <a:lnTo>
                  <a:pt x="77736" y="53340"/>
                </a:lnTo>
                <a:lnTo>
                  <a:pt x="79260" y="47244"/>
                </a:lnTo>
                <a:lnTo>
                  <a:pt x="79260" y="42672"/>
                </a:lnTo>
                <a:lnTo>
                  <a:pt x="80784" y="38100"/>
                </a:lnTo>
                <a:lnTo>
                  <a:pt x="82308" y="32004"/>
                </a:lnTo>
                <a:lnTo>
                  <a:pt x="94500" y="7620"/>
                </a:lnTo>
                <a:lnTo>
                  <a:pt x="97548" y="4572"/>
                </a:lnTo>
                <a:lnTo>
                  <a:pt x="97548" y="0"/>
                </a:lnTo>
                <a:close/>
              </a:path>
              <a:path w="183514" h="53339">
                <a:moveTo>
                  <a:pt x="141744" y="21336"/>
                </a:moveTo>
                <a:lnTo>
                  <a:pt x="140220" y="16764"/>
                </a:lnTo>
                <a:lnTo>
                  <a:pt x="140220" y="13716"/>
                </a:lnTo>
                <a:lnTo>
                  <a:pt x="138696" y="10668"/>
                </a:lnTo>
                <a:lnTo>
                  <a:pt x="138696" y="9144"/>
                </a:lnTo>
                <a:lnTo>
                  <a:pt x="137172" y="6096"/>
                </a:lnTo>
                <a:lnTo>
                  <a:pt x="135648" y="4572"/>
                </a:lnTo>
                <a:lnTo>
                  <a:pt x="135648" y="18288"/>
                </a:lnTo>
                <a:lnTo>
                  <a:pt x="135648" y="35052"/>
                </a:lnTo>
                <a:lnTo>
                  <a:pt x="134124" y="41148"/>
                </a:lnTo>
                <a:lnTo>
                  <a:pt x="131076" y="42672"/>
                </a:lnTo>
                <a:lnTo>
                  <a:pt x="129552" y="45720"/>
                </a:lnTo>
                <a:lnTo>
                  <a:pt x="126504" y="47244"/>
                </a:lnTo>
                <a:lnTo>
                  <a:pt x="120408" y="47244"/>
                </a:lnTo>
                <a:lnTo>
                  <a:pt x="117360" y="45720"/>
                </a:lnTo>
                <a:lnTo>
                  <a:pt x="115836" y="42672"/>
                </a:lnTo>
                <a:lnTo>
                  <a:pt x="112788" y="41148"/>
                </a:lnTo>
                <a:lnTo>
                  <a:pt x="112788" y="12192"/>
                </a:lnTo>
                <a:lnTo>
                  <a:pt x="117360" y="7620"/>
                </a:lnTo>
                <a:lnTo>
                  <a:pt x="120408" y="6096"/>
                </a:lnTo>
                <a:lnTo>
                  <a:pt x="126504" y="6096"/>
                </a:lnTo>
                <a:lnTo>
                  <a:pt x="132600" y="9144"/>
                </a:lnTo>
                <a:lnTo>
                  <a:pt x="134124" y="12192"/>
                </a:lnTo>
                <a:lnTo>
                  <a:pt x="135648" y="18288"/>
                </a:lnTo>
                <a:lnTo>
                  <a:pt x="135648" y="4572"/>
                </a:lnTo>
                <a:lnTo>
                  <a:pt x="134124" y="3048"/>
                </a:lnTo>
                <a:lnTo>
                  <a:pt x="131076" y="1524"/>
                </a:lnTo>
                <a:lnTo>
                  <a:pt x="129552" y="0"/>
                </a:lnTo>
                <a:lnTo>
                  <a:pt x="115836" y="0"/>
                </a:lnTo>
                <a:lnTo>
                  <a:pt x="114312" y="3048"/>
                </a:lnTo>
                <a:lnTo>
                  <a:pt x="111264" y="4572"/>
                </a:lnTo>
                <a:lnTo>
                  <a:pt x="108216" y="10668"/>
                </a:lnTo>
                <a:lnTo>
                  <a:pt x="106692" y="15240"/>
                </a:lnTo>
                <a:lnTo>
                  <a:pt x="106692" y="36576"/>
                </a:lnTo>
                <a:lnTo>
                  <a:pt x="108216" y="44196"/>
                </a:lnTo>
                <a:lnTo>
                  <a:pt x="111264" y="48768"/>
                </a:lnTo>
                <a:lnTo>
                  <a:pt x="114312" y="51816"/>
                </a:lnTo>
                <a:lnTo>
                  <a:pt x="118884" y="53340"/>
                </a:lnTo>
                <a:lnTo>
                  <a:pt x="128028" y="53340"/>
                </a:lnTo>
                <a:lnTo>
                  <a:pt x="134124" y="50292"/>
                </a:lnTo>
                <a:lnTo>
                  <a:pt x="135648" y="48768"/>
                </a:lnTo>
                <a:lnTo>
                  <a:pt x="136410" y="47244"/>
                </a:lnTo>
                <a:lnTo>
                  <a:pt x="137172" y="45720"/>
                </a:lnTo>
                <a:lnTo>
                  <a:pt x="138696" y="41148"/>
                </a:lnTo>
                <a:lnTo>
                  <a:pt x="140220" y="38100"/>
                </a:lnTo>
                <a:lnTo>
                  <a:pt x="141744" y="32004"/>
                </a:lnTo>
                <a:lnTo>
                  <a:pt x="141744" y="21336"/>
                </a:lnTo>
                <a:close/>
              </a:path>
              <a:path w="183514" h="53339">
                <a:moveTo>
                  <a:pt x="182892" y="21336"/>
                </a:moveTo>
                <a:lnTo>
                  <a:pt x="181368" y="16764"/>
                </a:lnTo>
                <a:lnTo>
                  <a:pt x="181368" y="13716"/>
                </a:lnTo>
                <a:lnTo>
                  <a:pt x="179844" y="10668"/>
                </a:lnTo>
                <a:lnTo>
                  <a:pt x="179844" y="9144"/>
                </a:lnTo>
                <a:lnTo>
                  <a:pt x="178320" y="6096"/>
                </a:lnTo>
                <a:lnTo>
                  <a:pt x="176796" y="4572"/>
                </a:lnTo>
                <a:lnTo>
                  <a:pt x="176796" y="18288"/>
                </a:lnTo>
                <a:lnTo>
                  <a:pt x="176796" y="35052"/>
                </a:lnTo>
                <a:lnTo>
                  <a:pt x="175272" y="41148"/>
                </a:lnTo>
                <a:lnTo>
                  <a:pt x="170700" y="45720"/>
                </a:lnTo>
                <a:lnTo>
                  <a:pt x="167652" y="47244"/>
                </a:lnTo>
                <a:lnTo>
                  <a:pt x="161556" y="47244"/>
                </a:lnTo>
                <a:lnTo>
                  <a:pt x="158508" y="45720"/>
                </a:lnTo>
                <a:lnTo>
                  <a:pt x="156984" y="42672"/>
                </a:lnTo>
                <a:lnTo>
                  <a:pt x="153936" y="41148"/>
                </a:lnTo>
                <a:lnTo>
                  <a:pt x="153936" y="12192"/>
                </a:lnTo>
                <a:lnTo>
                  <a:pt x="158508" y="7620"/>
                </a:lnTo>
                <a:lnTo>
                  <a:pt x="161556" y="6096"/>
                </a:lnTo>
                <a:lnTo>
                  <a:pt x="169176" y="6096"/>
                </a:lnTo>
                <a:lnTo>
                  <a:pt x="170700" y="7620"/>
                </a:lnTo>
                <a:lnTo>
                  <a:pt x="173748" y="9144"/>
                </a:lnTo>
                <a:lnTo>
                  <a:pt x="175272" y="12192"/>
                </a:lnTo>
                <a:lnTo>
                  <a:pt x="176796" y="18288"/>
                </a:lnTo>
                <a:lnTo>
                  <a:pt x="176796" y="4572"/>
                </a:lnTo>
                <a:lnTo>
                  <a:pt x="175272" y="3048"/>
                </a:lnTo>
                <a:lnTo>
                  <a:pt x="172224" y="1524"/>
                </a:lnTo>
                <a:lnTo>
                  <a:pt x="170700" y="0"/>
                </a:lnTo>
                <a:lnTo>
                  <a:pt x="158508" y="0"/>
                </a:lnTo>
                <a:lnTo>
                  <a:pt x="155460" y="3048"/>
                </a:lnTo>
                <a:lnTo>
                  <a:pt x="152412" y="4572"/>
                </a:lnTo>
                <a:lnTo>
                  <a:pt x="149364" y="10668"/>
                </a:lnTo>
                <a:lnTo>
                  <a:pt x="147840" y="15240"/>
                </a:lnTo>
                <a:lnTo>
                  <a:pt x="147840" y="36576"/>
                </a:lnTo>
                <a:lnTo>
                  <a:pt x="149364" y="44196"/>
                </a:lnTo>
                <a:lnTo>
                  <a:pt x="152412" y="48768"/>
                </a:lnTo>
                <a:lnTo>
                  <a:pt x="155460" y="51816"/>
                </a:lnTo>
                <a:lnTo>
                  <a:pt x="160032" y="53340"/>
                </a:lnTo>
                <a:lnTo>
                  <a:pt x="169176" y="53340"/>
                </a:lnTo>
                <a:lnTo>
                  <a:pt x="175272" y="50292"/>
                </a:lnTo>
                <a:lnTo>
                  <a:pt x="178320" y="47244"/>
                </a:lnTo>
                <a:lnTo>
                  <a:pt x="179844" y="45720"/>
                </a:lnTo>
                <a:lnTo>
                  <a:pt x="179844" y="41148"/>
                </a:lnTo>
                <a:lnTo>
                  <a:pt x="181368" y="38100"/>
                </a:lnTo>
                <a:lnTo>
                  <a:pt x="182892" y="32004"/>
                </a:lnTo>
                <a:lnTo>
                  <a:pt x="182892" y="2133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066544" y="1828799"/>
            <a:ext cx="119380" cy="53340"/>
          </a:xfrm>
          <a:custGeom>
            <a:avLst/>
            <a:gdLst/>
            <a:ahLst/>
            <a:cxnLst/>
            <a:rect l="l" t="t" r="r" b="b"/>
            <a:pathLst>
              <a:path w="119380" h="53339">
                <a:moveTo>
                  <a:pt x="36576" y="35052"/>
                </a:moveTo>
                <a:lnTo>
                  <a:pt x="30480" y="35052"/>
                </a:lnTo>
                <a:lnTo>
                  <a:pt x="30480" y="12192"/>
                </a:lnTo>
                <a:lnTo>
                  <a:pt x="30480" y="0"/>
                </a:lnTo>
                <a:lnTo>
                  <a:pt x="25908" y="0"/>
                </a:lnTo>
                <a:lnTo>
                  <a:pt x="24384" y="2070"/>
                </a:lnTo>
                <a:lnTo>
                  <a:pt x="24384" y="12192"/>
                </a:lnTo>
                <a:lnTo>
                  <a:pt x="24384" y="35052"/>
                </a:lnTo>
                <a:lnTo>
                  <a:pt x="6096" y="35052"/>
                </a:lnTo>
                <a:lnTo>
                  <a:pt x="24384" y="12192"/>
                </a:lnTo>
                <a:lnTo>
                  <a:pt x="24384" y="2070"/>
                </a:lnTo>
                <a:lnTo>
                  <a:pt x="0" y="35052"/>
                </a:lnTo>
                <a:lnTo>
                  <a:pt x="0" y="41148"/>
                </a:lnTo>
                <a:lnTo>
                  <a:pt x="24384" y="41148"/>
                </a:lnTo>
                <a:lnTo>
                  <a:pt x="24384" y="53340"/>
                </a:lnTo>
                <a:lnTo>
                  <a:pt x="30480" y="53340"/>
                </a:lnTo>
                <a:lnTo>
                  <a:pt x="30480" y="41148"/>
                </a:lnTo>
                <a:lnTo>
                  <a:pt x="36576" y="41148"/>
                </a:lnTo>
                <a:lnTo>
                  <a:pt x="36576" y="35052"/>
                </a:lnTo>
                <a:close/>
              </a:path>
              <a:path w="119380" h="53339">
                <a:moveTo>
                  <a:pt x="76200" y="0"/>
                </a:moveTo>
                <a:lnTo>
                  <a:pt x="42672" y="0"/>
                </a:lnTo>
                <a:lnTo>
                  <a:pt x="42672" y="6096"/>
                </a:lnTo>
                <a:lnTo>
                  <a:pt x="70104" y="6096"/>
                </a:lnTo>
                <a:lnTo>
                  <a:pt x="65532" y="9144"/>
                </a:lnTo>
                <a:lnTo>
                  <a:pt x="62484" y="13716"/>
                </a:lnTo>
                <a:lnTo>
                  <a:pt x="56388" y="25908"/>
                </a:lnTo>
                <a:lnTo>
                  <a:pt x="53340" y="38100"/>
                </a:lnTo>
                <a:lnTo>
                  <a:pt x="50292" y="44196"/>
                </a:lnTo>
                <a:lnTo>
                  <a:pt x="50292" y="53340"/>
                </a:lnTo>
                <a:lnTo>
                  <a:pt x="56388" y="53340"/>
                </a:lnTo>
                <a:lnTo>
                  <a:pt x="56388" y="47244"/>
                </a:lnTo>
                <a:lnTo>
                  <a:pt x="57912" y="42672"/>
                </a:lnTo>
                <a:lnTo>
                  <a:pt x="57912" y="38100"/>
                </a:lnTo>
                <a:lnTo>
                  <a:pt x="60960" y="32004"/>
                </a:lnTo>
                <a:lnTo>
                  <a:pt x="62484" y="25908"/>
                </a:lnTo>
                <a:lnTo>
                  <a:pt x="68580" y="13716"/>
                </a:lnTo>
                <a:lnTo>
                  <a:pt x="73152" y="7620"/>
                </a:lnTo>
                <a:lnTo>
                  <a:pt x="76200" y="4572"/>
                </a:lnTo>
                <a:lnTo>
                  <a:pt x="76200" y="0"/>
                </a:lnTo>
                <a:close/>
              </a:path>
              <a:path w="119380" h="53339">
                <a:moveTo>
                  <a:pt x="118872" y="16764"/>
                </a:moveTo>
                <a:lnTo>
                  <a:pt x="117348" y="13716"/>
                </a:lnTo>
                <a:lnTo>
                  <a:pt x="117348" y="10668"/>
                </a:lnTo>
                <a:lnTo>
                  <a:pt x="115824" y="9144"/>
                </a:lnTo>
                <a:lnTo>
                  <a:pt x="114300" y="6096"/>
                </a:lnTo>
                <a:lnTo>
                  <a:pt x="112776" y="4572"/>
                </a:lnTo>
                <a:lnTo>
                  <a:pt x="112776" y="18288"/>
                </a:lnTo>
                <a:lnTo>
                  <a:pt x="112776" y="35052"/>
                </a:lnTo>
                <a:lnTo>
                  <a:pt x="111252" y="41148"/>
                </a:lnTo>
                <a:lnTo>
                  <a:pt x="105156" y="47244"/>
                </a:lnTo>
                <a:lnTo>
                  <a:pt x="97536" y="47244"/>
                </a:lnTo>
                <a:lnTo>
                  <a:pt x="91440" y="41148"/>
                </a:lnTo>
                <a:lnTo>
                  <a:pt x="89916" y="35052"/>
                </a:lnTo>
                <a:lnTo>
                  <a:pt x="89916" y="18288"/>
                </a:lnTo>
                <a:lnTo>
                  <a:pt x="91440" y="12192"/>
                </a:lnTo>
                <a:lnTo>
                  <a:pt x="92964" y="9144"/>
                </a:lnTo>
                <a:lnTo>
                  <a:pt x="96012" y="7620"/>
                </a:lnTo>
                <a:lnTo>
                  <a:pt x="97536" y="6096"/>
                </a:lnTo>
                <a:lnTo>
                  <a:pt x="105156" y="6096"/>
                </a:lnTo>
                <a:lnTo>
                  <a:pt x="108204" y="7620"/>
                </a:lnTo>
                <a:lnTo>
                  <a:pt x="109728" y="9144"/>
                </a:lnTo>
                <a:lnTo>
                  <a:pt x="111252" y="12192"/>
                </a:lnTo>
                <a:lnTo>
                  <a:pt x="112776" y="18288"/>
                </a:lnTo>
                <a:lnTo>
                  <a:pt x="112776" y="4572"/>
                </a:lnTo>
                <a:lnTo>
                  <a:pt x="109728" y="1524"/>
                </a:lnTo>
                <a:lnTo>
                  <a:pt x="106680" y="0"/>
                </a:lnTo>
                <a:lnTo>
                  <a:pt x="94488" y="0"/>
                </a:lnTo>
                <a:lnTo>
                  <a:pt x="91440" y="3048"/>
                </a:lnTo>
                <a:lnTo>
                  <a:pt x="88392" y="4572"/>
                </a:lnTo>
                <a:lnTo>
                  <a:pt x="85344" y="10668"/>
                </a:lnTo>
                <a:lnTo>
                  <a:pt x="83820" y="15240"/>
                </a:lnTo>
                <a:lnTo>
                  <a:pt x="83820" y="36576"/>
                </a:lnTo>
                <a:lnTo>
                  <a:pt x="85344" y="44196"/>
                </a:lnTo>
                <a:lnTo>
                  <a:pt x="88392" y="48768"/>
                </a:lnTo>
                <a:lnTo>
                  <a:pt x="91440" y="51816"/>
                </a:lnTo>
                <a:lnTo>
                  <a:pt x="96012" y="53340"/>
                </a:lnTo>
                <a:lnTo>
                  <a:pt x="105156" y="53340"/>
                </a:lnTo>
                <a:lnTo>
                  <a:pt x="114300" y="48768"/>
                </a:lnTo>
                <a:lnTo>
                  <a:pt x="115062" y="47244"/>
                </a:lnTo>
                <a:lnTo>
                  <a:pt x="115824" y="45720"/>
                </a:lnTo>
                <a:lnTo>
                  <a:pt x="117348" y="41148"/>
                </a:lnTo>
                <a:lnTo>
                  <a:pt x="118872" y="38100"/>
                </a:lnTo>
                <a:lnTo>
                  <a:pt x="118872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03019" y="1825751"/>
            <a:ext cx="240792" cy="76200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1578864" y="1825751"/>
            <a:ext cx="128270" cy="59690"/>
          </a:xfrm>
          <a:custGeom>
            <a:avLst/>
            <a:gdLst/>
            <a:ahLst/>
            <a:cxnLst/>
            <a:rect l="l" t="t" r="r" b="b"/>
            <a:pathLst>
              <a:path w="128269" h="59689">
                <a:moveTo>
                  <a:pt x="38100" y="0"/>
                </a:moveTo>
                <a:lnTo>
                  <a:pt x="0" y="0"/>
                </a:lnTo>
                <a:lnTo>
                  <a:pt x="0" y="7620"/>
                </a:lnTo>
                <a:lnTo>
                  <a:pt x="30480" y="7620"/>
                </a:lnTo>
                <a:lnTo>
                  <a:pt x="25908" y="10668"/>
                </a:lnTo>
                <a:lnTo>
                  <a:pt x="13716" y="35052"/>
                </a:lnTo>
                <a:lnTo>
                  <a:pt x="12192" y="42672"/>
                </a:lnTo>
                <a:lnTo>
                  <a:pt x="9144" y="54864"/>
                </a:lnTo>
                <a:lnTo>
                  <a:pt x="9144" y="59436"/>
                </a:lnTo>
                <a:lnTo>
                  <a:pt x="16764" y="59436"/>
                </a:lnTo>
                <a:lnTo>
                  <a:pt x="16764" y="53340"/>
                </a:lnTo>
                <a:lnTo>
                  <a:pt x="18288" y="47244"/>
                </a:lnTo>
                <a:lnTo>
                  <a:pt x="19812" y="42672"/>
                </a:lnTo>
                <a:lnTo>
                  <a:pt x="21336" y="35052"/>
                </a:lnTo>
                <a:lnTo>
                  <a:pt x="24384" y="28956"/>
                </a:lnTo>
                <a:lnTo>
                  <a:pt x="27432" y="21336"/>
                </a:lnTo>
                <a:lnTo>
                  <a:pt x="30480" y="15240"/>
                </a:lnTo>
                <a:lnTo>
                  <a:pt x="35052" y="9144"/>
                </a:lnTo>
                <a:lnTo>
                  <a:pt x="38100" y="6096"/>
                </a:lnTo>
                <a:lnTo>
                  <a:pt x="38100" y="0"/>
                </a:lnTo>
                <a:close/>
              </a:path>
              <a:path w="128269" h="59689">
                <a:moveTo>
                  <a:pt x="82296" y="38100"/>
                </a:moveTo>
                <a:lnTo>
                  <a:pt x="74676" y="38100"/>
                </a:lnTo>
                <a:lnTo>
                  <a:pt x="74676" y="13716"/>
                </a:lnTo>
                <a:lnTo>
                  <a:pt x="74676" y="0"/>
                </a:lnTo>
                <a:lnTo>
                  <a:pt x="68580" y="0"/>
                </a:lnTo>
                <a:lnTo>
                  <a:pt x="67056" y="2120"/>
                </a:lnTo>
                <a:lnTo>
                  <a:pt x="67056" y="13716"/>
                </a:lnTo>
                <a:lnTo>
                  <a:pt x="67056" y="38100"/>
                </a:lnTo>
                <a:lnTo>
                  <a:pt x="50292" y="38100"/>
                </a:lnTo>
                <a:lnTo>
                  <a:pt x="67056" y="13716"/>
                </a:lnTo>
                <a:lnTo>
                  <a:pt x="67056" y="2120"/>
                </a:lnTo>
                <a:lnTo>
                  <a:pt x="41148" y="38100"/>
                </a:lnTo>
                <a:lnTo>
                  <a:pt x="41148" y="45720"/>
                </a:lnTo>
                <a:lnTo>
                  <a:pt x="67056" y="45720"/>
                </a:lnTo>
                <a:lnTo>
                  <a:pt x="67056" y="59436"/>
                </a:lnTo>
                <a:lnTo>
                  <a:pt x="74676" y="59436"/>
                </a:lnTo>
                <a:lnTo>
                  <a:pt x="74676" y="45720"/>
                </a:lnTo>
                <a:lnTo>
                  <a:pt x="82296" y="45720"/>
                </a:lnTo>
                <a:lnTo>
                  <a:pt x="82296" y="38100"/>
                </a:lnTo>
                <a:close/>
              </a:path>
              <a:path w="128269" h="59689">
                <a:moveTo>
                  <a:pt x="128003" y="0"/>
                </a:moveTo>
                <a:lnTo>
                  <a:pt x="89903" y="0"/>
                </a:lnTo>
                <a:lnTo>
                  <a:pt x="89903" y="7620"/>
                </a:lnTo>
                <a:lnTo>
                  <a:pt x="120383" y="7620"/>
                </a:lnTo>
                <a:lnTo>
                  <a:pt x="115811" y="10668"/>
                </a:lnTo>
                <a:lnTo>
                  <a:pt x="103619" y="35052"/>
                </a:lnTo>
                <a:lnTo>
                  <a:pt x="102095" y="42672"/>
                </a:lnTo>
                <a:lnTo>
                  <a:pt x="99047" y="48768"/>
                </a:lnTo>
                <a:lnTo>
                  <a:pt x="99047" y="59436"/>
                </a:lnTo>
                <a:lnTo>
                  <a:pt x="106667" y="59436"/>
                </a:lnTo>
                <a:lnTo>
                  <a:pt x="106667" y="53340"/>
                </a:lnTo>
                <a:lnTo>
                  <a:pt x="108191" y="47244"/>
                </a:lnTo>
                <a:lnTo>
                  <a:pt x="109715" y="42672"/>
                </a:lnTo>
                <a:lnTo>
                  <a:pt x="111239" y="35052"/>
                </a:lnTo>
                <a:lnTo>
                  <a:pt x="114287" y="28956"/>
                </a:lnTo>
                <a:lnTo>
                  <a:pt x="117335" y="21336"/>
                </a:lnTo>
                <a:lnTo>
                  <a:pt x="123431" y="9144"/>
                </a:lnTo>
                <a:lnTo>
                  <a:pt x="128003" y="6096"/>
                </a:lnTo>
                <a:lnTo>
                  <a:pt x="12800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3944112" y="2039111"/>
            <a:ext cx="113030" cy="53340"/>
          </a:xfrm>
          <a:custGeom>
            <a:avLst/>
            <a:gdLst/>
            <a:ahLst/>
            <a:cxnLst/>
            <a:rect l="l" t="t" r="r" b="b"/>
            <a:pathLst>
              <a:path w="113029" h="53339">
                <a:moveTo>
                  <a:pt x="19812" y="0"/>
                </a:moveTo>
                <a:lnTo>
                  <a:pt x="15240" y="0"/>
                </a:lnTo>
                <a:lnTo>
                  <a:pt x="13716" y="3048"/>
                </a:lnTo>
                <a:lnTo>
                  <a:pt x="9144" y="7620"/>
                </a:lnTo>
                <a:lnTo>
                  <a:pt x="6096" y="9144"/>
                </a:lnTo>
                <a:lnTo>
                  <a:pt x="3048" y="12192"/>
                </a:lnTo>
                <a:lnTo>
                  <a:pt x="0" y="13716"/>
                </a:lnTo>
                <a:lnTo>
                  <a:pt x="0" y="19812"/>
                </a:lnTo>
                <a:lnTo>
                  <a:pt x="1524" y="18288"/>
                </a:lnTo>
                <a:lnTo>
                  <a:pt x="4572" y="18288"/>
                </a:lnTo>
                <a:lnTo>
                  <a:pt x="6096" y="16764"/>
                </a:lnTo>
                <a:lnTo>
                  <a:pt x="12192" y="13716"/>
                </a:lnTo>
                <a:lnTo>
                  <a:pt x="13716" y="12192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113029" h="53339">
                <a:moveTo>
                  <a:pt x="70104" y="10668"/>
                </a:moveTo>
                <a:lnTo>
                  <a:pt x="68580" y="7620"/>
                </a:lnTo>
                <a:lnTo>
                  <a:pt x="62484" y="1524"/>
                </a:lnTo>
                <a:lnTo>
                  <a:pt x="57912" y="0"/>
                </a:lnTo>
                <a:lnTo>
                  <a:pt x="48768" y="0"/>
                </a:lnTo>
                <a:lnTo>
                  <a:pt x="44196" y="1524"/>
                </a:lnTo>
                <a:lnTo>
                  <a:pt x="41148" y="4572"/>
                </a:lnTo>
                <a:lnTo>
                  <a:pt x="38100" y="6096"/>
                </a:lnTo>
                <a:lnTo>
                  <a:pt x="36576" y="10668"/>
                </a:lnTo>
                <a:lnTo>
                  <a:pt x="36576" y="15240"/>
                </a:lnTo>
                <a:lnTo>
                  <a:pt x="42672" y="16764"/>
                </a:lnTo>
                <a:lnTo>
                  <a:pt x="42672" y="10668"/>
                </a:lnTo>
                <a:lnTo>
                  <a:pt x="45720" y="9144"/>
                </a:lnTo>
                <a:lnTo>
                  <a:pt x="47244" y="7620"/>
                </a:lnTo>
                <a:lnTo>
                  <a:pt x="50292" y="6096"/>
                </a:lnTo>
                <a:lnTo>
                  <a:pt x="56388" y="6096"/>
                </a:lnTo>
                <a:lnTo>
                  <a:pt x="59436" y="7620"/>
                </a:lnTo>
                <a:lnTo>
                  <a:pt x="64008" y="12192"/>
                </a:lnTo>
                <a:lnTo>
                  <a:pt x="64008" y="18288"/>
                </a:lnTo>
                <a:lnTo>
                  <a:pt x="62484" y="21336"/>
                </a:lnTo>
                <a:lnTo>
                  <a:pt x="57912" y="25908"/>
                </a:lnTo>
                <a:lnTo>
                  <a:pt x="54864" y="30480"/>
                </a:lnTo>
                <a:lnTo>
                  <a:pt x="48768" y="35052"/>
                </a:lnTo>
                <a:lnTo>
                  <a:pt x="45720" y="38100"/>
                </a:lnTo>
                <a:lnTo>
                  <a:pt x="42672" y="39624"/>
                </a:lnTo>
                <a:lnTo>
                  <a:pt x="41148" y="42672"/>
                </a:lnTo>
                <a:lnTo>
                  <a:pt x="38100" y="44196"/>
                </a:lnTo>
                <a:lnTo>
                  <a:pt x="36576" y="47244"/>
                </a:lnTo>
                <a:lnTo>
                  <a:pt x="35052" y="48768"/>
                </a:lnTo>
                <a:lnTo>
                  <a:pt x="35052" y="53340"/>
                </a:lnTo>
                <a:lnTo>
                  <a:pt x="70104" y="53340"/>
                </a:lnTo>
                <a:lnTo>
                  <a:pt x="70104" y="47244"/>
                </a:lnTo>
                <a:lnTo>
                  <a:pt x="44196" y="47244"/>
                </a:lnTo>
                <a:lnTo>
                  <a:pt x="44196" y="45720"/>
                </a:lnTo>
                <a:lnTo>
                  <a:pt x="45720" y="44196"/>
                </a:lnTo>
                <a:lnTo>
                  <a:pt x="47244" y="44196"/>
                </a:lnTo>
                <a:lnTo>
                  <a:pt x="54864" y="36576"/>
                </a:lnTo>
                <a:lnTo>
                  <a:pt x="59436" y="33528"/>
                </a:lnTo>
                <a:lnTo>
                  <a:pt x="62484" y="30480"/>
                </a:lnTo>
                <a:lnTo>
                  <a:pt x="64008" y="27432"/>
                </a:lnTo>
                <a:lnTo>
                  <a:pt x="65532" y="25908"/>
                </a:lnTo>
                <a:lnTo>
                  <a:pt x="67056" y="22860"/>
                </a:lnTo>
                <a:lnTo>
                  <a:pt x="70104" y="19812"/>
                </a:lnTo>
                <a:lnTo>
                  <a:pt x="70104" y="10668"/>
                </a:lnTo>
                <a:close/>
              </a:path>
              <a:path w="113029" h="53339">
                <a:moveTo>
                  <a:pt x="112776" y="16764"/>
                </a:moveTo>
                <a:lnTo>
                  <a:pt x="111252" y="13716"/>
                </a:lnTo>
                <a:lnTo>
                  <a:pt x="111252" y="10668"/>
                </a:lnTo>
                <a:lnTo>
                  <a:pt x="109728" y="9144"/>
                </a:lnTo>
                <a:lnTo>
                  <a:pt x="108204" y="6096"/>
                </a:lnTo>
                <a:lnTo>
                  <a:pt x="106680" y="4572"/>
                </a:lnTo>
                <a:lnTo>
                  <a:pt x="106680" y="18288"/>
                </a:lnTo>
                <a:lnTo>
                  <a:pt x="106680" y="35052"/>
                </a:lnTo>
                <a:lnTo>
                  <a:pt x="105156" y="41148"/>
                </a:lnTo>
                <a:lnTo>
                  <a:pt x="103632" y="44196"/>
                </a:lnTo>
                <a:lnTo>
                  <a:pt x="100584" y="45720"/>
                </a:lnTo>
                <a:lnTo>
                  <a:pt x="99060" y="47244"/>
                </a:lnTo>
                <a:lnTo>
                  <a:pt x="91440" y="47244"/>
                </a:lnTo>
                <a:lnTo>
                  <a:pt x="89916" y="45720"/>
                </a:lnTo>
                <a:lnTo>
                  <a:pt x="86868" y="44196"/>
                </a:lnTo>
                <a:lnTo>
                  <a:pt x="85344" y="41148"/>
                </a:lnTo>
                <a:lnTo>
                  <a:pt x="83820" y="35052"/>
                </a:lnTo>
                <a:lnTo>
                  <a:pt x="83820" y="18288"/>
                </a:lnTo>
                <a:lnTo>
                  <a:pt x="85344" y="12192"/>
                </a:lnTo>
                <a:lnTo>
                  <a:pt x="86868" y="9144"/>
                </a:lnTo>
                <a:lnTo>
                  <a:pt x="89916" y="7620"/>
                </a:lnTo>
                <a:lnTo>
                  <a:pt x="91440" y="6096"/>
                </a:lnTo>
                <a:lnTo>
                  <a:pt x="99060" y="6096"/>
                </a:lnTo>
                <a:lnTo>
                  <a:pt x="102108" y="7620"/>
                </a:lnTo>
                <a:lnTo>
                  <a:pt x="103632" y="10668"/>
                </a:lnTo>
                <a:lnTo>
                  <a:pt x="105156" y="12192"/>
                </a:lnTo>
                <a:lnTo>
                  <a:pt x="106680" y="18288"/>
                </a:lnTo>
                <a:lnTo>
                  <a:pt x="106680" y="4572"/>
                </a:lnTo>
                <a:lnTo>
                  <a:pt x="103632" y="1524"/>
                </a:lnTo>
                <a:lnTo>
                  <a:pt x="100584" y="0"/>
                </a:lnTo>
                <a:lnTo>
                  <a:pt x="91440" y="0"/>
                </a:lnTo>
                <a:lnTo>
                  <a:pt x="82296" y="4572"/>
                </a:lnTo>
                <a:lnTo>
                  <a:pt x="80772" y="7620"/>
                </a:lnTo>
                <a:lnTo>
                  <a:pt x="79248" y="12192"/>
                </a:lnTo>
                <a:lnTo>
                  <a:pt x="77724" y="15240"/>
                </a:lnTo>
                <a:lnTo>
                  <a:pt x="77724" y="36576"/>
                </a:lnTo>
                <a:lnTo>
                  <a:pt x="79248" y="44196"/>
                </a:lnTo>
                <a:lnTo>
                  <a:pt x="82296" y="48768"/>
                </a:lnTo>
                <a:lnTo>
                  <a:pt x="85344" y="51816"/>
                </a:lnTo>
                <a:lnTo>
                  <a:pt x="89916" y="53340"/>
                </a:lnTo>
                <a:lnTo>
                  <a:pt x="99060" y="53340"/>
                </a:lnTo>
                <a:lnTo>
                  <a:pt x="108204" y="48768"/>
                </a:lnTo>
                <a:lnTo>
                  <a:pt x="108966" y="47244"/>
                </a:lnTo>
                <a:lnTo>
                  <a:pt x="111252" y="42672"/>
                </a:lnTo>
                <a:lnTo>
                  <a:pt x="112776" y="38100"/>
                </a:lnTo>
                <a:lnTo>
                  <a:pt x="112776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3314700" y="2039111"/>
            <a:ext cx="117475" cy="53340"/>
          </a:xfrm>
          <a:custGeom>
            <a:avLst/>
            <a:gdLst/>
            <a:ahLst/>
            <a:cxnLst/>
            <a:rect l="l" t="t" r="r" b="b"/>
            <a:pathLst>
              <a:path w="117475" h="53339">
                <a:moveTo>
                  <a:pt x="35052" y="32004"/>
                </a:moveTo>
                <a:lnTo>
                  <a:pt x="33528" y="28956"/>
                </a:lnTo>
                <a:lnTo>
                  <a:pt x="32004" y="27432"/>
                </a:lnTo>
                <a:lnTo>
                  <a:pt x="28956" y="25908"/>
                </a:lnTo>
                <a:lnTo>
                  <a:pt x="28956" y="32004"/>
                </a:lnTo>
                <a:lnTo>
                  <a:pt x="28956" y="42672"/>
                </a:lnTo>
                <a:lnTo>
                  <a:pt x="25908" y="44196"/>
                </a:lnTo>
                <a:lnTo>
                  <a:pt x="24384" y="45720"/>
                </a:lnTo>
                <a:lnTo>
                  <a:pt x="21336" y="47244"/>
                </a:lnTo>
                <a:lnTo>
                  <a:pt x="13716" y="47244"/>
                </a:lnTo>
                <a:lnTo>
                  <a:pt x="12192" y="45720"/>
                </a:lnTo>
                <a:lnTo>
                  <a:pt x="9144" y="45720"/>
                </a:lnTo>
                <a:lnTo>
                  <a:pt x="7620" y="44196"/>
                </a:lnTo>
                <a:lnTo>
                  <a:pt x="7620" y="42672"/>
                </a:lnTo>
                <a:lnTo>
                  <a:pt x="6096" y="41148"/>
                </a:lnTo>
                <a:lnTo>
                  <a:pt x="6096" y="35052"/>
                </a:lnTo>
                <a:lnTo>
                  <a:pt x="7620" y="32004"/>
                </a:lnTo>
                <a:lnTo>
                  <a:pt x="10668" y="28956"/>
                </a:lnTo>
                <a:lnTo>
                  <a:pt x="13716" y="27432"/>
                </a:lnTo>
                <a:lnTo>
                  <a:pt x="21336" y="27432"/>
                </a:lnTo>
                <a:lnTo>
                  <a:pt x="24384" y="28956"/>
                </a:lnTo>
                <a:lnTo>
                  <a:pt x="25908" y="30480"/>
                </a:lnTo>
                <a:lnTo>
                  <a:pt x="28956" y="32004"/>
                </a:lnTo>
                <a:lnTo>
                  <a:pt x="28956" y="25908"/>
                </a:lnTo>
                <a:lnTo>
                  <a:pt x="25908" y="24384"/>
                </a:lnTo>
                <a:lnTo>
                  <a:pt x="28956" y="22860"/>
                </a:lnTo>
                <a:lnTo>
                  <a:pt x="30480" y="21336"/>
                </a:lnTo>
                <a:lnTo>
                  <a:pt x="33528" y="18288"/>
                </a:lnTo>
                <a:lnTo>
                  <a:pt x="33528" y="10668"/>
                </a:lnTo>
                <a:lnTo>
                  <a:pt x="32004" y="6096"/>
                </a:lnTo>
                <a:lnTo>
                  <a:pt x="28956" y="4572"/>
                </a:lnTo>
                <a:lnTo>
                  <a:pt x="27432" y="3048"/>
                </a:lnTo>
                <a:lnTo>
                  <a:pt x="27432" y="9144"/>
                </a:lnTo>
                <a:lnTo>
                  <a:pt x="27432" y="18288"/>
                </a:lnTo>
                <a:lnTo>
                  <a:pt x="24384" y="21336"/>
                </a:lnTo>
                <a:lnTo>
                  <a:pt x="12192" y="21336"/>
                </a:lnTo>
                <a:lnTo>
                  <a:pt x="9144" y="18288"/>
                </a:lnTo>
                <a:lnTo>
                  <a:pt x="7620" y="15240"/>
                </a:lnTo>
                <a:lnTo>
                  <a:pt x="7620" y="12192"/>
                </a:lnTo>
                <a:lnTo>
                  <a:pt x="9144" y="9144"/>
                </a:lnTo>
                <a:lnTo>
                  <a:pt x="10668" y="7620"/>
                </a:lnTo>
                <a:lnTo>
                  <a:pt x="12192" y="7620"/>
                </a:lnTo>
                <a:lnTo>
                  <a:pt x="13716" y="6096"/>
                </a:lnTo>
                <a:lnTo>
                  <a:pt x="21336" y="6096"/>
                </a:lnTo>
                <a:lnTo>
                  <a:pt x="22860" y="7620"/>
                </a:lnTo>
                <a:lnTo>
                  <a:pt x="25908" y="7620"/>
                </a:lnTo>
                <a:lnTo>
                  <a:pt x="27432" y="9144"/>
                </a:lnTo>
                <a:lnTo>
                  <a:pt x="27432" y="3048"/>
                </a:lnTo>
                <a:lnTo>
                  <a:pt x="25908" y="1524"/>
                </a:lnTo>
                <a:lnTo>
                  <a:pt x="22860" y="0"/>
                </a:lnTo>
                <a:lnTo>
                  <a:pt x="12192" y="0"/>
                </a:lnTo>
                <a:lnTo>
                  <a:pt x="9144" y="1524"/>
                </a:lnTo>
                <a:lnTo>
                  <a:pt x="6096" y="4572"/>
                </a:lnTo>
                <a:lnTo>
                  <a:pt x="3048" y="6096"/>
                </a:lnTo>
                <a:lnTo>
                  <a:pt x="1524" y="9144"/>
                </a:lnTo>
                <a:lnTo>
                  <a:pt x="1524" y="16764"/>
                </a:lnTo>
                <a:lnTo>
                  <a:pt x="3048" y="18288"/>
                </a:lnTo>
                <a:lnTo>
                  <a:pt x="3048" y="19812"/>
                </a:lnTo>
                <a:lnTo>
                  <a:pt x="6096" y="22860"/>
                </a:lnTo>
                <a:lnTo>
                  <a:pt x="9144" y="24384"/>
                </a:lnTo>
                <a:lnTo>
                  <a:pt x="6096" y="24384"/>
                </a:lnTo>
                <a:lnTo>
                  <a:pt x="4572" y="25908"/>
                </a:lnTo>
                <a:lnTo>
                  <a:pt x="3048" y="28956"/>
                </a:lnTo>
                <a:lnTo>
                  <a:pt x="1524" y="30480"/>
                </a:lnTo>
                <a:lnTo>
                  <a:pt x="0" y="33528"/>
                </a:lnTo>
                <a:lnTo>
                  <a:pt x="0" y="42672"/>
                </a:lnTo>
                <a:lnTo>
                  <a:pt x="1524" y="45720"/>
                </a:lnTo>
                <a:lnTo>
                  <a:pt x="7620" y="51816"/>
                </a:lnTo>
                <a:lnTo>
                  <a:pt x="12192" y="53340"/>
                </a:lnTo>
                <a:lnTo>
                  <a:pt x="22860" y="53340"/>
                </a:lnTo>
                <a:lnTo>
                  <a:pt x="27432" y="51816"/>
                </a:lnTo>
                <a:lnTo>
                  <a:pt x="32004" y="47244"/>
                </a:lnTo>
                <a:lnTo>
                  <a:pt x="33528" y="45720"/>
                </a:lnTo>
                <a:lnTo>
                  <a:pt x="35052" y="42672"/>
                </a:lnTo>
                <a:lnTo>
                  <a:pt x="35052" y="32004"/>
                </a:lnTo>
                <a:close/>
              </a:path>
              <a:path w="117475" h="53339">
                <a:moveTo>
                  <a:pt x="76200" y="32004"/>
                </a:moveTo>
                <a:lnTo>
                  <a:pt x="74676" y="28956"/>
                </a:lnTo>
                <a:lnTo>
                  <a:pt x="73152" y="27432"/>
                </a:lnTo>
                <a:lnTo>
                  <a:pt x="70104" y="25908"/>
                </a:lnTo>
                <a:lnTo>
                  <a:pt x="70104" y="32004"/>
                </a:lnTo>
                <a:lnTo>
                  <a:pt x="70104" y="42672"/>
                </a:lnTo>
                <a:lnTo>
                  <a:pt x="67056" y="44196"/>
                </a:lnTo>
                <a:lnTo>
                  <a:pt x="65532" y="45720"/>
                </a:lnTo>
                <a:lnTo>
                  <a:pt x="62484" y="47244"/>
                </a:lnTo>
                <a:lnTo>
                  <a:pt x="54864" y="47244"/>
                </a:lnTo>
                <a:lnTo>
                  <a:pt x="53340" y="45720"/>
                </a:lnTo>
                <a:lnTo>
                  <a:pt x="50292" y="45720"/>
                </a:lnTo>
                <a:lnTo>
                  <a:pt x="48768" y="44196"/>
                </a:lnTo>
                <a:lnTo>
                  <a:pt x="48768" y="41148"/>
                </a:lnTo>
                <a:lnTo>
                  <a:pt x="47244" y="39624"/>
                </a:lnTo>
                <a:lnTo>
                  <a:pt x="47244" y="35052"/>
                </a:lnTo>
                <a:lnTo>
                  <a:pt x="48768" y="32004"/>
                </a:lnTo>
                <a:lnTo>
                  <a:pt x="51816" y="28956"/>
                </a:lnTo>
                <a:lnTo>
                  <a:pt x="54864" y="27432"/>
                </a:lnTo>
                <a:lnTo>
                  <a:pt x="62484" y="27432"/>
                </a:lnTo>
                <a:lnTo>
                  <a:pt x="65532" y="28956"/>
                </a:lnTo>
                <a:lnTo>
                  <a:pt x="67056" y="30480"/>
                </a:lnTo>
                <a:lnTo>
                  <a:pt x="70104" y="32004"/>
                </a:lnTo>
                <a:lnTo>
                  <a:pt x="70104" y="25908"/>
                </a:lnTo>
                <a:lnTo>
                  <a:pt x="67056" y="24384"/>
                </a:lnTo>
                <a:lnTo>
                  <a:pt x="70104" y="22860"/>
                </a:lnTo>
                <a:lnTo>
                  <a:pt x="71628" y="21336"/>
                </a:lnTo>
                <a:lnTo>
                  <a:pt x="74676" y="18288"/>
                </a:lnTo>
                <a:lnTo>
                  <a:pt x="74676" y="10668"/>
                </a:lnTo>
                <a:lnTo>
                  <a:pt x="73152" y="6096"/>
                </a:lnTo>
                <a:lnTo>
                  <a:pt x="70104" y="4572"/>
                </a:lnTo>
                <a:lnTo>
                  <a:pt x="68580" y="3048"/>
                </a:lnTo>
                <a:lnTo>
                  <a:pt x="68580" y="9144"/>
                </a:lnTo>
                <a:lnTo>
                  <a:pt x="68580" y="18288"/>
                </a:lnTo>
                <a:lnTo>
                  <a:pt x="65532" y="21336"/>
                </a:lnTo>
                <a:lnTo>
                  <a:pt x="53340" y="21336"/>
                </a:lnTo>
                <a:lnTo>
                  <a:pt x="50292" y="18288"/>
                </a:lnTo>
                <a:lnTo>
                  <a:pt x="48768" y="15240"/>
                </a:lnTo>
                <a:lnTo>
                  <a:pt x="48768" y="12192"/>
                </a:lnTo>
                <a:lnTo>
                  <a:pt x="50292" y="9144"/>
                </a:lnTo>
                <a:lnTo>
                  <a:pt x="51816" y="7620"/>
                </a:lnTo>
                <a:lnTo>
                  <a:pt x="53340" y="7620"/>
                </a:lnTo>
                <a:lnTo>
                  <a:pt x="56388" y="6096"/>
                </a:lnTo>
                <a:lnTo>
                  <a:pt x="62484" y="6096"/>
                </a:lnTo>
                <a:lnTo>
                  <a:pt x="65532" y="7620"/>
                </a:lnTo>
                <a:lnTo>
                  <a:pt x="67056" y="7620"/>
                </a:lnTo>
                <a:lnTo>
                  <a:pt x="68580" y="9144"/>
                </a:lnTo>
                <a:lnTo>
                  <a:pt x="68580" y="3048"/>
                </a:lnTo>
                <a:lnTo>
                  <a:pt x="67056" y="1524"/>
                </a:lnTo>
                <a:lnTo>
                  <a:pt x="64008" y="0"/>
                </a:lnTo>
                <a:lnTo>
                  <a:pt x="54864" y="0"/>
                </a:lnTo>
                <a:lnTo>
                  <a:pt x="50292" y="1524"/>
                </a:lnTo>
                <a:lnTo>
                  <a:pt x="47244" y="4572"/>
                </a:lnTo>
                <a:lnTo>
                  <a:pt x="44196" y="6096"/>
                </a:lnTo>
                <a:lnTo>
                  <a:pt x="42672" y="9144"/>
                </a:lnTo>
                <a:lnTo>
                  <a:pt x="42672" y="16764"/>
                </a:lnTo>
                <a:lnTo>
                  <a:pt x="45720" y="19812"/>
                </a:lnTo>
                <a:lnTo>
                  <a:pt x="45720" y="21336"/>
                </a:lnTo>
                <a:lnTo>
                  <a:pt x="48768" y="22860"/>
                </a:lnTo>
                <a:lnTo>
                  <a:pt x="50292" y="24384"/>
                </a:lnTo>
                <a:lnTo>
                  <a:pt x="47244" y="24384"/>
                </a:lnTo>
                <a:lnTo>
                  <a:pt x="45720" y="25908"/>
                </a:lnTo>
                <a:lnTo>
                  <a:pt x="44196" y="28956"/>
                </a:lnTo>
                <a:lnTo>
                  <a:pt x="42672" y="30480"/>
                </a:lnTo>
                <a:lnTo>
                  <a:pt x="41148" y="33528"/>
                </a:lnTo>
                <a:lnTo>
                  <a:pt x="41148" y="42672"/>
                </a:lnTo>
                <a:lnTo>
                  <a:pt x="42672" y="45720"/>
                </a:lnTo>
                <a:lnTo>
                  <a:pt x="45720" y="48768"/>
                </a:lnTo>
                <a:lnTo>
                  <a:pt x="50292" y="51816"/>
                </a:lnTo>
                <a:lnTo>
                  <a:pt x="53340" y="53340"/>
                </a:lnTo>
                <a:lnTo>
                  <a:pt x="64008" y="53340"/>
                </a:lnTo>
                <a:lnTo>
                  <a:pt x="68580" y="51816"/>
                </a:lnTo>
                <a:lnTo>
                  <a:pt x="73152" y="47244"/>
                </a:lnTo>
                <a:lnTo>
                  <a:pt x="74676" y="45720"/>
                </a:lnTo>
                <a:lnTo>
                  <a:pt x="76200" y="42672"/>
                </a:lnTo>
                <a:lnTo>
                  <a:pt x="76200" y="32004"/>
                </a:lnTo>
                <a:close/>
              </a:path>
              <a:path w="117475" h="53339">
                <a:moveTo>
                  <a:pt x="117335" y="28956"/>
                </a:moveTo>
                <a:lnTo>
                  <a:pt x="115811" y="24384"/>
                </a:lnTo>
                <a:lnTo>
                  <a:pt x="109715" y="18288"/>
                </a:lnTo>
                <a:lnTo>
                  <a:pt x="106667" y="16764"/>
                </a:lnTo>
                <a:lnTo>
                  <a:pt x="99047" y="16764"/>
                </a:lnTo>
                <a:lnTo>
                  <a:pt x="94475" y="18288"/>
                </a:lnTo>
                <a:lnTo>
                  <a:pt x="91427" y="19812"/>
                </a:lnTo>
                <a:lnTo>
                  <a:pt x="95999" y="6096"/>
                </a:lnTo>
                <a:lnTo>
                  <a:pt x="114287" y="6096"/>
                </a:lnTo>
                <a:lnTo>
                  <a:pt x="114287" y="0"/>
                </a:lnTo>
                <a:lnTo>
                  <a:pt x="89903" y="0"/>
                </a:lnTo>
                <a:lnTo>
                  <a:pt x="83807" y="27432"/>
                </a:lnTo>
                <a:lnTo>
                  <a:pt x="89903" y="28956"/>
                </a:lnTo>
                <a:lnTo>
                  <a:pt x="95999" y="22860"/>
                </a:lnTo>
                <a:lnTo>
                  <a:pt x="105143" y="22860"/>
                </a:lnTo>
                <a:lnTo>
                  <a:pt x="108191" y="24384"/>
                </a:lnTo>
                <a:lnTo>
                  <a:pt x="111239" y="27432"/>
                </a:lnTo>
                <a:lnTo>
                  <a:pt x="111239" y="41148"/>
                </a:lnTo>
                <a:lnTo>
                  <a:pt x="109715" y="44196"/>
                </a:lnTo>
                <a:lnTo>
                  <a:pt x="103619" y="47244"/>
                </a:lnTo>
                <a:lnTo>
                  <a:pt x="94475" y="47244"/>
                </a:lnTo>
                <a:lnTo>
                  <a:pt x="91427" y="44196"/>
                </a:lnTo>
                <a:lnTo>
                  <a:pt x="88379" y="38100"/>
                </a:lnTo>
                <a:lnTo>
                  <a:pt x="82283" y="38100"/>
                </a:lnTo>
                <a:lnTo>
                  <a:pt x="83807" y="42672"/>
                </a:lnTo>
                <a:lnTo>
                  <a:pt x="85331" y="45720"/>
                </a:lnTo>
                <a:lnTo>
                  <a:pt x="88379" y="48768"/>
                </a:lnTo>
                <a:lnTo>
                  <a:pt x="91427" y="51816"/>
                </a:lnTo>
                <a:lnTo>
                  <a:pt x="94475" y="53340"/>
                </a:lnTo>
                <a:lnTo>
                  <a:pt x="105143" y="53340"/>
                </a:lnTo>
                <a:lnTo>
                  <a:pt x="109715" y="51816"/>
                </a:lnTo>
                <a:lnTo>
                  <a:pt x="114287" y="47244"/>
                </a:lnTo>
                <a:lnTo>
                  <a:pt x="117335" y="42672"/>
                </a:lnTo>
                <a:lnTo>
                  <a:pt x="117335" y="2895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2642603" y="2039111"/>
            <a:ext cx="219710" cy="53340"/>
          </a:xfrm>
          <a:custGeom>
            <a:avLst/>
            <a:gdLst/>
            <a:ahLst/>
            <a:cxnLst/>
            <a:rect l="l" t="t" r="r" b="b"/>
            <a:pathLst>
              <a:path w="219710" h="53339">
                <a:moveTo>
                  <a:pt x="19812" y="0"/>
                </a:moveTo>
                <a:lnTo>
                  <a:pt x="16764" y="0"/>
                </a:lnTo>
                <a:lnTo>
                  <a:pt x="15240" y="3048"/>
                </a:lnTo>
                <a:lnTo>
                  <a:pt x="10668" y="7620"/>
                </a:lnTo>
                <a:lnTo>
                  <a:pt x="7620" y="9144"/>
                </a:lnTo>
                <a:lnTo>
                  <a:pt x="4572" y="12192"/>
                </a:lnTo>
                <a:lnTo>
                  <a:pt x="0" y="13716"/>
                </a:lnTo>
                <a:lnTo>
                  <a:pt x="0" y="19812"/>
                </a:lnTo>
                <a:lnTo>
                  <a:pt x="3048" y="18288"/>
                </a:lnTo>
                <a:lnTo>
                  <a:pt x="4572" y="18288"/>
                </a:lnTo>
                <a:lnTo>
                  <a:pt x="10668" y="15240"/>
                </a:lnTo>
                <a:lnTo>
                  <a:pt x="13716" y="12192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219710" h="53339">
                <a:moveTo>
                  <a:pt x="71628" y="10668"/>
                </a:moveTo>
                <a:lnTo>
                  <a:pt x="70104" y="7620"/>
                </a:lnTo>
                <a:lnTo>
                  <a:pt x="68580" y="6096"/>
                </a:lnTo>
                <a:lnTo>
                  <a:pt x="64008" y="1524"/>
                </a:lnTo>
                <a:lnTo>
                  <a:pt x="59436" y="0"/>
                </a:lnTo>
                <a:lnTo>
                  <a:pt x="48768" y="0"/>
                </a:lnTo>
                <a:lnTo>
                  <a:pt x="45720" y="1524"/>
                </a:lnTo>
                <a:lnTo>
                  <a:pt x="42672" y="4572"/>
                </a:lnTo>
                <a:lnTo>
                  <a:pt x="39624" y="6096"/>
                </a:lnTo>
                <a:lnTo>
                  <a:pt x="38100" y="10668"/>
                </a:lnTo>
                <a:lnTo>
                  <a:pt x="38100" y="15240"/>
                </a:lnTo>
                <a:lnTo>
                  <a:pt x="44196" y="16764"/>
                </a:lnTo>
                <a:lnTo>
                  <a:pt x="44196" y="10668"/>
                </a:lnTo>
                <a:lnTo>
                  <a:pt x="45720" y="9144"/>
                </a:lnTo>
                <a:lnTo>
                  <a:pt x="48768" y="7620"/>
                </a:lnTo>
                <a:lnTo>
                  <a:pt x="50292" y="6096"/>
                </a:lnTo>
                <a:lnTo>
                  <a:pt x="57912" y="6096"/>
                </a:lnTo>
                <a:lnTo>
                  <a:pt x="59436" y="7620"/>
                </a:lnTo>
                <a:lnTo>
                  <a:pt x="62484" y="9144"/>
                </a:lnTo>
                <a:lnTo>
                  <a:pt x="65532" y="12192"/>
                </a:lnTo>
                <a:lnTo>
                  <a:pt x="65532" y="18288"/>
                </a:lnTo>
                <a:lnTo>
                  <a:pt x="64008" y="21336"/>
                </a:lnTo>
                <a:lnTo>
                  <a:pt x="60960" y="22860"/>
                </a:lnTo>
                <a:lnTo>
                  <a:pt x="59436" y="25908"/>
                </a:lnTo>
                <a:lnTo>
                  <a:pt x="47244" y="38100"/>
                </a:lnTo>
                <a:lnTo>
                  <a:pt x="44196" y="39624"/>
                </a:lnTo>
                <a:lnTo>
                  <a:pt x="39624" y="44196"/>
                </a:lnTo>
                <a:lnTo>
                  <a:pt x="38100" y="47244"/>
                </a:lnTo>
                <a:lnTo>
                  <a:pt x="36576" y="48768"/>
                </a:lnTo>
                <a:lnTo>
                  <a:pt x="36576" y="50292"/>
                </a:lnTo>
                <a:lnTo>
                  <a:pt x="35052" y="51816"/>
                </a:lnTo>
                <a:lnTo>
                  <a:pt x="36576" y="53340"/>
                </a:lnTo>
                <a:lnTo>
                  <a:pt x="71628" y="53340"/>
                </a:lnTo>
                <a:lnTo>
                  <a:pt x="71628" y="47244"/>
                </a:lnTo>
                <a:lnTo>
                  <a:pt x="45720" y="47244"/>
                </a:lnTo>
                <a:lnTo>
                  <a:pt x="45720" y="45720"/>
                </a:lnTo>
                <a:lnTo>
                  <a:pt x="48768" y="42672"/>
                </a:lnTo>
                <a:lnTo>
                  <a:pt x="51816" y="41148"/>
                </a:lnTo>
                <a:lnTo>
                  <a:pt x="54864" y="36576"/>
                </a:lnTo>
                <a:lnTo>
                  <a:pt x="59436" y="33528"/>
                </a:lnTo>
                <a:lnTo>
                  <a:pt x="67056" y="25908"/>
                </a:lnTo>
                <a:lnTo>
                  <a:pt x="68580" y="22860"/>
                </a:lnTo>
                <a:lnTo>
                  <a:pt x="70104" y="21336"/>
                </a:lnTo>
                <a:lnTo>
                  <a:pt x="70104" y="19812"/>
                </a:lnTo>
                <a:lnTo>
                  <a:pt x="71628" y="16764"/>
                </a:lnTo>
                <a:lnTo>
                  <a:pt x="71628" y="10668"/>
                </a:lnTo>
                <a:close/>
              </a:path>
              <a:path w="219710" h="53339">
                <a:moveTo>
                  <a:pt x="135648" y="33528"/>
                </a:moveTo>
                <a:lnTo>
                  <a:pt x="132600" y="27432"/>
                </a:lnTo>
                <a:lnTo>
                  <a:pt x="131076" y="25908"/>
                </a:lnTo>
                <a:lnTo>
                  <a:pt x="124980" y="22860"/>
                </a:lnTo>
                <a:lnTo>
                  <a:pt x="128028" y="22860"/>
                </a:lnTo>
                <a:lnTo>
                  <a:pt x="131076" y="19812"/>
                </a:lnTo>
                <a:lnTo>
                  <a:pt x="132600" y="16764"/>
                </a:lnTo>
                <a:lnTo>
                  <a:pt x="132600" y="9144"/>
                </a:lnTo>
                <a:lnTo>
                  <a:pt x="131076" y="6096"/>
                </a:lnTo>
                <a:lnTo>
                  <a:pt x="128028" y="3048"/>
                </a:lnTo>
                <a:lnTo>
                  <a:pt x="121932" y="0"/>
                </a:lnTo>
                <a:lnTo>
                  <a:pt x="112788" y="0"/>
                </a:lnTo>
                <a:lnTo>
                  <a:pt x="108216" y="1524"/>
                </a:lnTo>
                <a:lnTo>
                  <a:pt x="103644" y="6096"/>
                </a:lnTo>
                <a:lnTo>
                  <a:pt x="102120" y="9144"/>
                </a:lnTo>
                <a:lnTo>
                  <a:pt x="100596" y="13716"/>
                </a:lnTo>
                <a:lnTo>
                  <a:pt x="106692" y="15240"/>
                </a:lnTo>
                <a:lnTo>
                  <a:pt x="106692" y="12192"/>
                </a:lnTo>
                <a:lnTo>
                  <a:pt x="111264" y="7620"/>
                </a:lnTo>
                <a:lnTo>
                  <a:pt x="114312" y="6096"/>
                </a:lnTo>
                <a:lnTo>
                  <a:pt x="121932" y="6096"/>
                </a:lnTo>
                <a:lnTo>
                  <a:pt x="126504" y="10668"/>
                </a:lnTo>
                <a:lnTo>
                  <a:pt x="126504" y="16764"/>
                </a:lnTo>
                <a:lnTo>
                  <a:pt x="123456" y="19812"/>
                </a:lnTo>
                <a:lnTo>
                  <a:pt x="120408" y="21336"/>
                </a:lnTo>
                <a:lnTo>
                  <a:pt x="114312" y="21336"/>
                </a:lnTo>
                <a:lnTo>
                  <a:pt x="112788" y="27432"/>
                </a:lnTo>
                <a:lnTo>
                  <a:pt x="124980" y="27432"/>
                </a:lnTo>
                <a:lnTo>
                  <a:pt x="126504" y="28956"/>
                </a:lnTo>
                <a:lnTo>
                  <a:pt x="128028" y="32004"/>
                </a:lnTo>
                <a:lnTo>
                  <a:pt x="129552" y="33528"/>
                </a:lnTo>
                <a:lnTo>
                  <a:pt x="129552" y="39624"/>
                </a:lnTo>
                <a:lnTo>
                  <a:pt x="128028" y="42672"/>
                </a:lnTo>
                <a:lnTo>
                  <a:pt x="124980" y="45720"/>
                </a:lnTo>
                <a:lnTo>
                  <a:pt x="121932" y="47244"/>
                </a:lnTo>
                <a:lnTo>
                  <a:pt x="114312" y="47244"/>
                </a:lnTo>
                <a:lnTo>
                  <a:pt x="112788" y="45720"/>
                </a:lnTo>
                <a:lnTo>
                  <a:pt x="109740" y="44196"/>
                </a:lnTo>
                <a:lnTo>
                  <a:pt x="108216" y="42672"/>
                </a:lnTo>
                <a:lnTo>
                  <a:pt x="108216" y="41148"/>
                </a:lnTo>
                <a:lnTo>
                  <a:pt x="106692" y="36576"/>
                </a:lnTo>
                <a:lnTo>
                  <a:pt x="100596" y="38100"/>
                </a:lnTo>
                <a:lnTo>
                  <a:pt x="100596" y="42672"/>
                </a:lnTo>
                <a:lnTo>
                  <a:pt x="102120" y="45720"/>
                </a:lnTo>
                <a:lnTo>
                  <a:pt x="108216" y="51816"/>
                </a:lnTo>
                <a:lnTo>
                  <a:pt x="112788" y="53340"/>
                </a:lnTo>
                <a:lnTo>
                  <a:pt x="123456" y="53340"/>
                </a:lnTo>
                <a:lnTo>
                  <a:pt x="126504" y="51816"/>
                </a:lnTo>
                <a:lnTo>
                  <a:pt x="131076" y="48768"/>
                </a:lnTo>
                <a:lnTo>
                  <a:pt x="132600" y="47244"/>
                </a:lnTo>
                <a:lnTo>
                  <a:pt x="134124" y="45720"/>
                </a:lnTo>
                <a:lnTo>
                  <a:pt x="135648" y="41148"/>
                </a:lnTo>
                <a:lnTo>
                  <a:pt x="135648" y="33528"/>
                </a:lnTo>
                <a:close/>
              </a:path>
              <a:path w="219710" h="53339">
                <a:moveTo>
                  <a:pt x="176784" y="16764"/>
                </a:moveTo>
                <a:lnTo>
                  <a:pt x="175260" y="13716"/>
                </a:lnTo>
                <a:lnTo>
                  <a:pt x="175260" y="10668"/>
                </a:lnTo>
                <a:lnTo>
                  <a:pt x="173736" y="9144"/>
                </a:lnTo>
                <a:lnTo>
                  <a:pt x="172212" y="6096"/>
                </a:lnTo>
                <a:lnTo>
                  <a:pt x="172212" y="4572"/>
                </a:lnTo>
                <a:lnTo>
                  <a:pt x="170688" y="3810"/>
                </a:lnTo>
                <a:lnTo>
                  <a:pt x="170688" y="18288"/>
                </a:lnTo>
                <a:lnTo>
                  <a:pt x="170688" y="35052"/>
                </a:lnTo>
                <a:lnTo>
                  <a:pt x="169164" y="41148"/>
                </a:lnTo>
                <a:lnTo>
                  <a:pt x="167640" y="44196"/>
                </a:lnTo>
                <a:lnTo>
                  <a:pt x="166116" y="45720"/>
                </a:lnTo>
                <a:lnTo>
                  <a:pt x="163068" y="47244"/>
                </a:lnTo>
                <a:lnTo>
                  <a:pt x="155448" y="47244"/>
                </a:lnTo>
                <a:lnTo>
                  <a:pt x="153924" y="45720"/>
                </a:lnTo>
                <a:lnTo>
                  <a:pt x="150876" y="44196"/>
                </a:lnTo>
                <a:lnTo>
                  <a:pt x="149352" y="41148"/>
                </a:lnTo>
                <a:lnTo>
                  <a:pt x="147828" y="35052"/>
                </a:lnTo>
                <a:lnTo>
                  <a:pt x="147828" y="18288"/>
                </a:lnTo>
                <a:lnTo>
                  <a:pt x="149352" y="12192"/>
                </a:lnTo>
                <a:lnTo>
                  <a:pt x="150876" y="9144"/>
                </a:lnTo>
                <a:lnTo>
                  <a:pt x="153924" y="7620"/>
                </a:lnTo>
                <a:lnTo>
                  <a:pt x="155448" y="6096"/>
                </a:lnTo>
                <a:lnTo>
                  <a:pt x="163068" y="6096"/>
                </a:lnTo>
                <a:lnTo>
                  <a:pt x="166116" y="7620"/>
                </a:lnTo>
                <a:lnTo>
                  <a:pt x="167640" y="10668"/>
                </a:lnTo>
                <a:lnTo>
                  <a:pt x="169164" y="12192"/>
                </a:lnTo>
                <a:lnTo>
                  <a:pt x="170688" y="18288"/>
                </a:lnTo>
                <a:lnTo>
                  <a:pt x="170688" y="3810"/>
                </a:lnTo>
                <a:lnTo>
                  <a:pt x="169164" y="3048"/>
                </a:lnTo>
                <a:lnTo>
                  <a:pt x="167640" y="1524"/>
                </a:lnTo>
                <a:lnTo>
                  <a:pt x="164592" y="0"/>
                </a:lnTo>
                <a:lnTo>
                  <a:pt x="155448" y="0"/>
                </a:lnTo>
                <a:lnTo>
                  <a:pt x="149352" y="3048"/>
                </a:lnTo>
                <a:lnTo>
                  <a:pt x="144780" y="7620"/>
                </a:lnTo>
                <a:lnTo>
                  <a:pt x="143256" y="12192"/>
                </a:lnTo>
                <a:lnTo>
                  <a:pt x="143256" y="15240"/>
                </a:lnTo>
                <a:lnTo>
                  <a:pt x="141732" y="19812"/>
                </a:lnTo>
                <a:lnTo>
                  <a:pt x="141732" y="36576"/>
                </a:lnTo>
                <a:lnTo>
                  <a:pt x="143256" y="44196"/>
                </a:lnTo>
                <a:lnTo>
                  <a:pt x="150876" y="51816"/>
                </a:lnTo>
                <a:lnTo>
                  <a:pt x="153924" y="53340"/>
                </a:lnTo>
                <a:lnTo>
                  <a:pt x="163068" y="53340"/>
                </a:lnTo>
                <a:lnTo>
                  <a:pt x="172212" y="48768"/>
                </a:lnTo>
                <a:lnTo>
                  <a:pt x="172974" y="47244"/>
                </a:lnTo>
                <a:lnTo>
                  <a:pt x="175260" y="42672"/>
                </a:lnTo>
                <a:lnTo>
                  <a:pt x="176784" y="38100"/>
                </a:lnTo>
                <a:lnTo>
                  <a:pt x="176784" y="16764"/>
                </a:lnTo>
                <a:close/>
              </a:path>
              <a:path w="219710" h="53339">
                <a:moveTo>
                  <a:pt x="219456" y="16764"/>
                </a:moveTo>
                <a:lnTo>
                  <a:pt x="216408" y="10668"/>
                </a:lnTo>
                <a:lnTo>
                  <a:pt x="216408" y="9144"/>
                </a:lnTo>
                <a:lnTo>
                  <a:pt x="214884" y="6096"/>
                </a:lnTo>
                <a:lnTo>
                  <a:pt x="213360" y="4572"/>
                </a:lnTo>
                <a:lnTo>
                  <a:pt x="213360" y="18288"/>
                </a:lnTo>
                <a:lnTo>
                  <a:pt x="213360" y="35052"/>
                </a:lnTo>
                <a:lnTo>
                  <a:pt x="211836" y="41148"/>
                </a:lnTo>
                <a:lnTo>
                  <a:pt x="210312" y="44196"/>
                </a:lnTo>
                <a:lnTo>
                  <a:pt x="204216" y="47244"/>
                </a:lnTo>
                <a:lnTo>
                  <a:pt x="198120" y="47244"/>
                </a:lnTo>
                <a:lnTo>
                  <a:pt x="195072" y="45720"/>
                </a:lnTo>
                <a:lnTo>
                  <a:pt x="190500" y="41148"/>
                </a:lnTo>
                <a:lnTo>
                  <a:pt x="190500" y="12192"/>
                </a:lnTo>
                <a:lnTo>
                  <a:pt x="195072" y="7620"/>
                </a:lnTo>
                <a:lnTo>
                  <a:pt x="198120" y="6096"/>
                </a:lnTo>
                <a:lnTo>
                  <a:pt x="205740" y="6096"/>
                </a:lnTo>
                <a:lnTo>
                  <a:pt x="211836" y="12192"/>
                </a:lnTo>
                <a:lnTo>
                  <a:pt x="213360" y="18288"/>
                </a:lnTo>
                <a:lnTo>
                  <a:pt x="213360" y="4572"/>
                </a:lnTo>
                <a:lnTo>
                  <a:pt x="210312" y="1524"/>
                </a:lnTo>
                <a:lnTo>
                  <a:pt x="207264" y="0"/>
                </a:lnTo>
                <a:lnTo>
                  <a:pt x="198120" y="0"/>
                </a:lnTo>
                <a:lnTo>
                  <a:pt x="188976" y="4572"/>
                </a:lnTo>
                <a:lnTo>
                  <a:pt x="187452" y="7620"/>
                </a:lnTo>
                <a:lnTo>
                  <a:pt x="185928" y="12192"/>
                </a:lnTo>
                <a:lnTo>
                  <a:pt x="184404" y="15240"/>
                </a:lnTo>
                <a:lnTo>
                  <a:pt x="184404" y="36576"/>
                </a:lnTo>
                <a:lnTo>
                  <a:pt x="185928" y="44196"/>
                </a:lnTo>
                <a:lnTo>
                  <a:pt x="188976" y="48768"/>
                </a:lnTo>
                <a:lnTo>
                  <a:pt x="192024" y="51816"/>
                </a:lnTo>
                <a:lnTo>
                  <a:pt x="196596" y="53340"/>
                </a:lnTo>
                <a:lnTo>
                  <a:pt x="205740" y="53340"/>
                </a:lnTo>
                <a:lnTo>
                  <a:pt x="211836" y="50292"/>
                </a:lnTo>
                <a:lnTo>
                  <a:pt x="214884" y="47244"/>
                </a:lnTo>
                <a:lnTo>
                  <a:pt x="216408" y="45720"/>
                </a:lnTo>
                <a:lnTo>
                  <a:pt x="216408" y="42672"/>
                </a:lnTo>
                <a:lnTo>
                  <a:pt x="219456" y="33528"/>
                </a:lnTo>
                <a:lnTo>
                  <a:pt x="219456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2066531" y="2039111"/>
            <a:ext cx="119380" cy="53340"/>
          </a:xfrm>
          <a:custGeom>
            <a:avLst/>
            <a:gdLst/>
            <a:ahLst/>
            <a:cxnLst/>
            <a:rect l="l" t="t" r="r" b="b"/>
            <a:pathLst>
              <a:path w="119380" h="53339">
                <a:moveTo>
                  <a:pt x="35052" y="10668"/>
                </a:moveTo>
                <a:lnTo>
                  <a:pt x="33528" y="7620"/>
                </a:lnTo>
                <a:lnTo>
                  <a:pt x="27432" y="1524"/>
                </a:lnTo>
                <a:lnTo>
                  <a:pt x="22860" y="0"/>
                </a:lnTo>
                <a:lnTo>
                  <a:pt x="13716" y="0"/>
                </a:lnTo>
                <a:lnTo>
                  <a:pt x="9144" y="1524"/>
                </a:lnTo>
                <a:lnTo>
                  <a:pt x="6096" y="4572"/>
                </a:lnTo>
                <a:lnTo>
                  <a:pt x="3048" y="6096"/>
                </a:lnTo>
                <a:lnTo>
                  <a:pt x="1524" y="10668"/>
                </a:lnTo>
                <a:lnTo>
                  <a:pt x="1524" y="15240"/>
                </a:lnTo>
                <a:lnTo>
                  <a:pt x="7620" y="16764"/>
                </a:lnTo>
                <a:lnTo>
                  <a:pt x="7620" y="10668"/>
                </a:lnTo>
                <a:lnTo>
                  <a:pt x="10668" y="9144"/>
                </a:lnTo>
                <a:lnTo>
                  <a:pt x="12192" y="7620"/>
                </a:lnTo>
                <a:lnTo>
                  <a:pt x="15240" y="6096"/>
                </a:lnTo>
                <a:lnTo>
                  <a:pt x="21336" y="6096"/>
                </a:lnTo>
                <a:lnTo>
                  <a:pt x="22860" y="7620"/>
                </a:lnTo>
                <a:lnTo>
                  <a:pt x="25908" y="9144"/>
                </a:lnTo>
                <a:lnTo>
                  <a:pt x="28956" y="12192"/>
                </a:lnTo>
                <a:lnTo>
                  <a:pt x="28956" y="18288"/>
                </a:lnTo>
                <a:lnTo>
                  <a:pt x="27432" y="21336"/>
                </a:lnTo>
                <a:lnTo>
                  <a:pt x="24384" y="22860"/>
                </a:lnTo>
                <a:lnTo>
                  <a:pt x="22860" y="25908"/>
                </a:lnTo>
                <a:lnTo>
                  <a:pt x="19812" y="30480"/>
                </a:lnTo>
                <a:lnTo>
                  <a:pt x="13716" y="35052"/>
                </a:lnTo>
                <a:lnTo>
                  <a:pt x="10668" y="38100"/>
                </a:lnTo>
                <a:lnTo>
                  <a:pt x="7620" y="39624"/>
                </a:lnTo>
                <a:lnTo>
                  <a:pt x="3048" y="44196"/>
                </a:lnTo>
                <a:lnTo>
                  <a:pt x="1524" y="47244"/>
                </a:lnTo>
                <a:lnTo>
                  <a:pt x="0" y="48768"/>
                </a:lnTo>
                <a:lnTo>
                  <a:pt x="0" y="53340"/>
                </a:lnTo>
                <a:lnTo>
                  <a:pt x="35052" y="53340"/>
                </a:lnTo>
                <a:lnTo>
                  <a:pt x="35052" y="47244"/>
                </a:lnTo>
                <a:lnTo>
                  <a:pt x="9144" y="47244"/>
                </a:lnTo>
                <a:lnTo>
                  <a:pt x="9144" y="45720"/>
                </a:lnTo>
                <a:lnTo>
                  <a:pt x="10668" y="44196"/>
                </a:lnTo>
                <a:lnTo>
                  <a:pt x="12192" y="44196"/>
                </a:lnTo>
                <a:lnTo>
                  <a:pt x="12192" y="42672"/>
                </a:lnTo>
                <a:lnTo>
                  <a:pt x="15240" y="41148"/>
                </a:lnTo>
                <a:lnTo>
                  <a:pt x="22860" y="33528"/>
                </a:lnTo>
                <a:lnTo>
                  <a:pt x="27432" y="30480"/>
                </a:lnTo>
                <a:lnTo>
                  <a:pt x="28956" y="27432"/>
                </a:lnTo>
                <a:lnTo>
                  <a:pt x="30480" y="25908"/>
                </a:lnTo>
                <a:lnTo>
                  <a:pt x="32004" y="22860"/>
                </a:lnTo>
                <a:lnTo>
                  <a:pt x="33528" y="21336"/>
                </a:lnTo>
                <a:lnTo>
                  <a:pt x="33528" y="19812"/>
                </a:lnTo>
                <a:lnTo>
                  <a:pt x="35052" y="16764"/>
                </a:lnTo>
                <a:lnTo>
                  <a:pt x="35052" y="10668"/>
                </a:lnTo>
                <a:close/>
              </a:path>
              <a:path w="119380" h="53339">
                <a:moveTo>
                  <a:pt x="77724" y="28956"/>
                </a:moveTo>
                <a:lnTo>
                  <a:pt x="76200" y="24384"/>
                </a:lnTo>
                <a:lnTo>
                  <a:pt x="70104" y="18288"/>
                </a:lnTo>
                <a:lnTo>
                  <a:pt x="65532" y="16764"/>
                </a:lnTo>
                <a:lnTo>
                  <a:pt x="57912" y="16764"/>
                </a:lnTo>
                <a:lnTo>
                  <a:pt x="51816" y="19812"/>
                </a:lnTo>
                <a:lnTo>
                  <a:pt x="54864" y="6096"/>
                </a:lnTo>
                <a:lnTo>
                  <a:pt x="74676" y="6096"/>
                </a:lnTo>
                <a:lnTo>
                  <a:pt x="74676" y="0"/>
                </a:lnTo>
                <a:lnTo>
                  <a:pt x="50292" y="0"/>
                </a:lnTo>
                <a:lnTo>
                  <a:pt x="44196" y="27432"/>
                </a:lnTo>
                <a:lnTo>
                  <a:pt x="50292" y="28956"/>
                </a:lnTo>
                <a:lnTo>
                  <a:pt x="50292" y="27432"/>
                </a:lnTo>
                <a:lnTo>
                  <a:pt x="54864" y="22860"/>
                </a:lnTo>
                <a:lnTo>
                  <a:pt x="64008" y="22860"/>
                </a:lnTo>
                <a:lnTo>
                  <a:pt x="67056" y="24384"/>
                </a:lnTo>
                <a:lnTo>
                  <a:pt x="70104" y="27432"/>
                </a:lnTo>
                <a:lnTo>
                  <a:pt x="71628" y="30480"/>
                </a:lnTo>
                <a:lnTo>
                  <a:pt x="71628" y="38100"/>
                </a:lnTo>
                <a:lnTo>
                  <a:pt x="68580" y="44196"/>
                </a:lnTo>
                <a:lnTo>
                  <a:pt x="67056" y="45720"/>
                </a:lnTo>
                <a:lnTo>
                  <a:pt x="64008" y="47244"/>
                </a:lnTo>
                <a:lnTo>
                  <a:pt x="53340" y="47244"/>
                </a:lnTo>
                <a:lnTo>
                  <a:pt x="50292" y="44196"/>
                </a:lnTo>
                <a:lnTo>
                  <a:pt x="48768" y="41148"/>
                </a:lnTo>
                <a:lnTo>
                  <a:pt x="48768" y="38100"/>
                </a:lnTo>
                <a:lnTo>
                  <a:pt x="42672" y="38100"/>
                </a:lnTo>
                <a:lnTo>
                  <a:pt x="42672" y="42672"/>
                </a:lnTo>
                <a:lnTo>
                  <a:pt x="44196" y="45720"/>
                </a:lnTo>
                <a:lnTo>
                  <a:pt x="47244" y="48768"/>
                </a:lnTo>
                <a:lnTo>
                  <a:pt x="50292" y="51816"/>
                </a:lnTo>
                <a:lnTo>
                  <a:pt x="54864" y="53340"/>
                </a:lnTo>
                <a:lnTo>
                  <a:pt x="65532" y="53340"/>
                </a:lnTo>
                <a:lnTo>
                  <a:pt x="70104" y="51816"/>
                </a:lnTo>
                <a:lnTo>
                  <a:pt x="76200" y="42672"/>
                </a:lnTo>
                <a:lnTo>
                  <a:pt x="77724" y="39624"/>
                </a:lnTo>
                <a:lnTo>
                  <a:pt x="77724" y="28956"/>
                </a:lnTo>
                <a:close/>
              </a:path>
              <a:path w="119380" h="53339">
                <a:moveTo>
                  <a:pt x="118884" y="16764"/>
                </a:moveTo>
                <a:lnTo>
                  <a:pt x="117360" y="13716"/>
                </a:lnTo>
                <a:lnTo>
                  <a:pt x="117360" y="10668"/>
                </a:lnTo>
                <a:lnTo>
                  <a:pt x="115836" y="9144"/>
                </a:lnTo>
                <a:lnTo>
                  <a:pt x="114312" y="6096"/>
                </a:lnTo>
                <a:lnTo>
                  <a:pt x="112788" y="4572"/>
                </a:lnTo>
                <a:lnTo>
                  <a:pt x="112788" y="18288"/>
                </a:lnTo>
                <a:lnTo>
                  <a:pt x="112788" y="35052"/>
                </a:lnTo>
                <a:lnTo>
                  <a:pt x="111264" y="41148"/>
                </a:lnTo>
                <a:lnTo>
                  <a:pt x="109740" y="44196"/>
                </a:lnTo>
                <a:lnTo>
                  <a:pt x="106692" y="45720"/>
                </a:lnTo>
                <a:lnTo>
                  <a:pt x="105168" y="47244"/>
                </a:lnTo>
                <a:lnTo>
                  <a:pt x="97548" y="47244"/>
                </a:lnTo>
                <a:lnTo>
                  <a:pt x="96024" y="45720"/>
                </a:lnTo>
                <a:lnTo>
                  <a:pt x="92976" y="44196"/>
                </a:lnTo>
                <a:lnTo>
                  <a:pt x="91452" y="41148"/>
                </a:lnTo>
                <a:lnTo>
                  <a:pt x="89928" y="35052"/>
                </a:lnTo>
                <a:lnTo>
                  <a:pt x="89928" y="18288"/>
                </a:lnTo>
                <a:lnTo>
                  <a:pt x="91452" y="12192"/>
                </a:lnTo>
                <a:lnTo>
                  <a:pt x="92976" y="9144"/>
                </a:lnTo>
                <a:lnTo>
                  <a:pt x="96024" y="7620"/>
                </a:lnTo>
                <a:lnTo>
                  <a:pt x="97548" y="6096"/>
                </a:lnTo>
                <a:lnTo>
                  <a:pt x="105168" y="6096"/>
                </a:lnTo>
                <a:lnTo>
                  <a:pt x="108216" y="7620"/>
                </a:lnTo>
                <a:lnTo>
                  <a:pt x="109740" y="10668"/>
                </a:lnTo>
                <a:lnTo>
                  <a:pt x="111264" y="12192"/>
                </a:lnTo>
                <a:lnTo>
                  <a:pt x="112788" y="18288"/>
                </a:lnTo>
                <a:lnTo>
                  <a:pt x="112788" y="4572"/>
                </a:lnTo>
                <a:lnTo>
                  <a:pt x="109740" y="1524"/>
                </a:lnTo>
                <a:lnTo>
                  <a:pt x="106692" y="0"/>
                </a:lnTo>
                <a:lnTo>
                  <a:pt x="97548" y="0"/>
                </a:lnTo>
                <a:lnTo>
                  <a:pt x="88404" y="4572"/>
                </a:lnTo>
                <a:lnTo>
                  <a:pt x="86880" y="7620"/>
                </a:lnTo>
                <a:lnTo>
                  <a:pt x="85356" y="12192"/>
                </a:lnTo>
                <a:lnTo>
                  <a:pt x="83832" y="15240"/>
                </a:lnTo>
                <a:lnTo>
                  <a:pt x="83832" y="36576"/>
                </a:lnTo>
                <a:lnTo>
                  <a:pt x="85356" y="44196"/>
                </a:lnTo>
                <a:lnTo>
                  <a:pt x="88404" y="48768"/>
                </a:lnTo>
                <a:lnTo>
                  <a:pt x="91452" y="51816"/>
                </a:lnTo>
                <a:lnTo>
                  <a:pt x="96024" y="53340"/>
                </a:lnTo>
                <a:lnTo>
                  <a:pt x="105168" y="53340"/>
                </a:lnTo>
                <a:lnTo>
                  <a:pt x="114312" y="48768"/>
                </a:lnTo>
                <a:lnTo>
                  <a:pt x="115074" y="47244"/>
                </a:lnTo>
                <a:lnTo>
                  <a:pt x="117360" y="42672"/>
                </a:lnTo>
                <a:lnTo>
                  <a:pt x="118884" y="38100"/>
                </a:lnTo>
                <a:lnTo>
                  <a:pt x="118884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3019" y="2036063"/>
            <a:ext cx="240792" cy="76200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1578864" y="2036063"/>
            <a:ext cx="128270" cy="59690"/>
          </a:xfrm>
          <a:custGeom>
            <a:avLst/>
            <a:gdLst/>
            <a:ahLst/>
            <a:cxnLst/>
            <a:rect l="l" t="t" r="r" b="b"/>
            <a:pathLst>
              <a:path w="128269" h="59689">
                <a:moveTo>
                  <a:pt x="38100" y="0"/>
                </a:moveTo>
                <a:lnTo>
                  <a:pt x="0" y="0"/>
                </a:lnTo>
                <a:lnTo>
                  <a:pt x="0" y="7620"/>
                </a:lnTo>
                <a:lnTo>
                  <a:pt x="30480" y="7620"/>
                </a:lnTo>
                <a:lnTo>
                  <a:pt x="25908" y="12192"/>
                </a:lnTo>
                <a:lnTo>
                  <a:pt x="22860" y="16764"/>
                </a:lnTo>
                <a:lnTo>
                  <a:pt x="13716" y="35052"/>
                </a:lnTo>
                <a:lnTo>
                  <a:pt x="12192" y="42672"/>
                </a:lnTo>
                <a:lnTo>
                  <a:pt x="9144" y="54864"/>
                </a:lnTo>
                <a:lnTo>
                  <a:pt x="9144" y="59436"/>
                </a:lnTo>
                <a:lnTo>
                  <a:pt x="16764" y="59436"/>
                </a:lnTo>
                <a:lnTo>
                  <a:pt x="16764" y="53340"/>
                </a:lnTo>
                <a:lnTo>
                  <a:pt x="18288" y="47244"/>
                </a:lnTo>
                <a:lnTo>
                  <a:pt x="19812" y="42672"/>
                </a:lnTo>
                <a:lnTo>
                  <a:pt x="21336" y="36576"/>
                </a:lnTo>
                <a:lnTo>
                  <a:pt x="24384" y="28956"/>
                </a:lnTo>
                <a:lnTo>
                  <a:pt x="27432" y="22860"/>
                </a:lnTo>
                <a:lnTo>
                  <a:pt x="30480" y="15240"/>
                </a:lnTo>
                <a:lnTo>
                  <a:pt x="35052" y="10668"/>
                </a:lnTo>
                <a:lnTo>
                  <a:pt x="38100" y="6096"/>
                </a:lnTo>
                <a:lnTo>
                  <a:pt x="38100" y="0"/>
                </a:lnTo>
                <a:close/>
              </a:path>
              <a:path w="128269" h="59689">
                <a:moveTo>
                  <a:pt x="82283" y="33528"/>
                </a:moveTo>
                <a:lnTo>
                  <a:pt x="80759" y="30480"/>
                </a:lnTo>
                <a:lnTo>
                  <a:pt x="77711" y="25908"/>
                </a:lnTo>
                <a:lnTo>
                  <a:pt x="74663" y="22860"/>
                </a:lnTo>
                <a:lnTo>
                  <a:pt x="74663" y="33528"/>
                </a:lnTo>
                <a:lnTo>
                  <a:pt x="74663" y="45720"/>
                </a:lnTo>
                <a:lnTo>
                  <a:pt x="70091" y="50292"/>
                </a:lnTo>
                <a:lnTo>
                  <a:pt x="67043" y="51816"/>
                </a:lnTo>
                <a:lnTo>
                  <a:pt x="57899" y="51816"/>
                </a:lnTo>
                <a:lnTo>
                  <a:pt x="51803" y="45720"/>
                </a:lnTo>
                <a:lnTo>
                  <a:pt x="51803" y="44196"/>
                </a:lnTo>
                <a:lnTo>
                  <a:pt x="50279" y="41148"/>
                </a:lnTo>
                <a:lnTo>
                  <a:pt x="50279" y="36576"/>
                </a:lnTo>
                <a:lnTo>
                  <a:pt x="51803" y="33528"/>
                </a:lnTo>
                <a:lnTo>
                  <a:pt x="54851" y="32004"/>
                </a:lnTo>
                <a:lnTo>
                  <a:pt x="56375" y="30480"/>
                </a:lnTo>
                <a:lnTo>
                  <a:pt x="59423" y="28956"/>
                </a:lnTo>
                <a:lnTo>
                  <a:pt x="67043" y="28956"/>
                </a:lnTo>
                <a:lnTo>
                  <a:pt x="70091" y="30480"/>
                </a:lnTo>
                <a:lnTo>
                  <a:pt x="71615" y="32004"/>
                </a:lnTo>
                <a:lnTo>
                  <a:pt x="74663" y="33528"/>
                </a:lnTo>
                <a:lnTo>
                  <a:pt x="74663" y="22860"/>
                </a:lnTo>
                <a:lnTo>
                  <a:pt x="70091" y="21336"/>
                </a:lnTo>
                <a:lnTo>
                  <a:pt x="59423" y="21336"/>
                </a:lnTo>
                <a:lnTo>
                  <a:pt x="57899" y="22860"/>
                </a:lnTo>
                <a:lnTo>
                  <a:pt x="51803" y="25908"/>
                </a:lnTo>
                <a:lnTo>
                  <a:pt x="50279" y="28956"/>
                </a:lnTo>
                <a:lnTo>
                  <a:pt x="50279" y="22860"/>
                </a:lnTo>
                <a:lnTo>
                  <a:pt x="51803" y="18288"/>
                </a:lnTo>
                <a:lnTo>
                  <a:pt x="53327" y="15240"/>
                </a:lnTo>
                <a:lnTo>
                  <a:pt x="53327" y="13716"/>
                </a:lnTo>
                <a:lnTo>
                  <a:pt x="54851" y="10668"/>
                </a:lnTo>
                <a:lnTo>
                  <a:pt x="57899" y="9144"/>
                </a:lnTo>
                <a:lnTo>
                  <a:pt x="59423" y="7620"/>
                </a:lnTo>
                <a:lnTo>
                  <a:pt x="68567" y="7620"/>
                </a:lnTo>
                <a:lnTo>
                  <a:pt x="73139" y="12192"/>
                </a:lnTo>
                <a:lnTo>
                  <a:pt x="73139" y="15240"/>
                </a:lnTo>
                <a:lnTo>
                  <a:pt x="80759" y="15240"/>
                </a:lnTo>
                <a:lnTo>
                  <a:pt x="80759" y="10668"/>
                </a:lnTo>
                <a:lnTo>
                  <a:pt x="79743" y="7620"/>
                </a:lnTo>
                <a:lnTo>
                  <a:pt x="79235" y="6096"/>
                </a:lnTo>
                <a:lnTo>
                  <a:pt x="76187" y="4572"/>
                </a:lnTo>
                <a:lnTo>
                  <a:pt x="73139" y="1524"/>
                </a:lnTo>
                <a:lnTo>
                  <a:pt x="68567" y="0"/>
                </a:lnTo>
                <a:lnTo>
                  <a:pt x="57899" y="0"/>
                </a:lnTo>
                <a:lnTo>
                  <a:pt x="53327" y="1524"/>
                </a:lnTo>
                <a:lnTo>
                  <a:pt x="42659" y="41148"/>
                </a:lnTo>
                <a:lnTo>
                  <a:pt x="45707" y="48768"/>
                </a:lnTo>
                <a:lnTo>
                  <a:pt x="48755" y="53340"/>
                </a:lnTo>
                <a:lnTo>
                  <a:pt x="57899" y="59436"/>
                </a:lnTo>
                <a:lnTo>
                  <a:pt x="67043" y="59436"/>
                </a:lnTo>
                <a:lnTo>
                  <a:pt x="79235" y="53340"/>
                </a:lnTo>
                <a:lnTo>
                  <a:pt x="79997" y="51816"/>
                </a:lnTo>
                <a:lnTo>
                  <a:pt x="82283" y="47244"/>
                </a:lnTo>
                <a:lnTo>
                  <a:pt x="82283" y="33528"/>
                </a:lnTo>
                <a:close/>
              </a:path>
              <a:path w="128269" h="59689">
                <a:moveTo>
                  <a:pt x="128003" y="0"/>
                </a:moveTo>
                <a:lnTo>
                  <a:pt x="89903" y="0"/>
                </a:lnTo>
                <a:lnTo>
                  <a:pt x="89903" y="7620"/>
                </a:lnTo>
                <a:lnTo>
                  <a:pt x="120383" y="7620"/>
                </a:lnTo>
                <a:lnTo>
                  <a:pt x="115811" y="12192"/>
                </a:lnTo>
                <a:lnTo>
                  <a:pt x="112763" y="16764"/>
                </a:lnTo>
                <a:lnTo>
                  <a:pt x="103619" y="35052"/>
                </a:lnTo>
                <a:lnTo>
                  <a:pt x="102095" y="42672"/>
                </a:lnTo>
                <a:lnTo>
                  <a:pt x="99047" y="48768"/>
                </a:lnTo>
                <a:lnTo>
                  <a:pt x="99047" y="59436"/>
                </a:lnTo>
                <a:lnTo>
                  <a:pt x="106667" y="59436"/>
                </a:lnTo>
                <a:lnTo>
                  <a:pt x="106667" y="53340"/>
                </a:lnTo>
                <a:lnTo>
                  <a:pt x="108191" y="47244"/>
                </a:lnTo>
                <a:lnTo>
                  <a:pt x="109715" y="42672"/>
                </a:lnTo>
                <a:lnTo>
                  <a:pt x="111239" y="36576"/>
                </a:lnTo>
                <a:lnTo>
                  <a:pt x="114287" y="28956"/>
                </a:lnTo>
                <a:lnTo>
                  <a:pt x="117335" y="22860"/>
                </a:lnTo>
                <a:lnTo>
                  <a:pt x="120383" y="15240"/>
                </a:lnTo>
                <a:lnTo>
                  <a:pt x="123431" y="10668"/>
                </a:lnTo>
                <a:lnTo>
                  <a:pt x="128003" y="6096"/>
                </a:lnTo>
                <a:lnTo>
                  <a:pt x="12800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3944112" y="2249423"/>
            <a:ext cx="113030" cy="53340"/>
          </a:xfrm>
          <a:custGeom>
            <a:avLst/>
            <a:gdLst/>
            <a:ahLst/>
            <a:cxnLst/>
            <a:rect l="l" t="t" r="r" b="b"/>
            <a:pathLst>
              <a:path w="113029" h="53339">
                <a:moveTo>
                  <a:pt x="19812" y="0"/>
                </a:moveTo>
                <a:lnTo>
                  <a:pt x="15240" y="0"/>
                </a:lnTo>
                <a:lnTo>
                  <a:pt x="13716" y="3048"/>
                </a:lnTo>
                <a:lnTo>
                  <a:pt x="6096" y="10668"/>
                </a:lnTo>
                <a:lnTo>
                  <a:pt x="0" y="13716"/>
                </a:lnTo>
                <a:lnTo>
                  <a:pt x="0" y="19812"/>
                </a:lnTo>
                <a:lnTo>
                  <a:pt x="1524" y="19812"/>
                </a:lnTo>
                <a:lnTo>
                  <a:pt x="4572" y="18288"/>
                </a:lnTo>
                <a:lnTo>
                  <a:pt x="6096" y="16764"/>
                </a:lnTo>
                <a:lnTo>
                  <a:pt x="12192" y="13716"/>
                </a:lnTo>
                <a:lnTo>
                  <a:pt x="13716" y="12192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113029" h="53339">
                <a:moveTo>
                  <a:pt x="71615" y="35052"/>
                </a:moveTo>
                <a:lnTo>
                  <a:pt x="68567" y="28956"/>
                </a:lnTo>
                <a:lnTo>
                  <a:pt x="67043" y="27432"/>
                </a:lnTo>
                <a:lnTo>
                  <a:pt x="65519" y="25908"/>
                </a:lnTo>
                <a:lnTo>
                  <a:pt x="65519" y="35052"/>
                </a:lnTo>
                <a:lnTo>
                  <a:pt x="65519" y="41148"/>
                </a:lnTo>
                <a:lnTo>
                  <a:pt x="62471" y="44196"/>
                </a:lnTo>
                <a:lnTo>
                  <a:pt x="60947" y="47244"/>
                </a:lnTo>
                <a:lnTo>
                  <a:pt x="50279" y="47244"/>
                </a:lnTo>
                <a:lnTo>
                  <a:pt x="47231" y="45720"/>
                </a:lnTo>
                <a:lnTo>
                  <a:pt x="45707" y="45720"/>
                </a:lnTo>
                <a:lnTo>
                  <a:pt x="42659" y="42672"/>
                </a:lnTo>
                <a:lnTo>
                  <a:pt x="42659" y="32004"/>
                </a:lnTo>
                <a:lnTo>
                  <a:pt x="45707" y="30480"/>
                </a:lnTo>
                <a:lnTo>
                  <a:pt x="47231" y="28956"/>
                </a:lnTo>
                <a:lnTo>
                  <a:pt x="50279" y="27432"/>
                </a:lnTo>
                <a:lnTo>
                  <a:pt x="57899" y="27432"/>
                </a:lnTo>
                <a:lnTo>
                  <a:pt x="60947" y="28956"/>
                </a:lnTo>
                <a:lnTo>
                  <a:pt x="63995" y="32004"/>
                </a:lnTo>
                <a:lnTo>
                  <a:pt x="65519" y="35052"/>
                </a:lnTo>
                <a:lnTo>
                  <a:pt x="65519" y="25908"/>
                </a:lnTo>
                <a:lnTo>
                  <a:pt x="62471" y="24384"/>
                </a:lnTo>
                <a:lnTo>
                  <a:pt x="65519" y="22860"/>
                </a:lnTo>
                <a:lnTo>
                  <a:pt x="67043" y="22860"/>
                </a:lnTo>
                <a:lnTo>
                  <a:pt x="67805" y="21336"/>
                </a:lnTo>
                <a:lnTo>
                  <a:pt x="68567" y="19812"/>
                </a:lnTo>
                <a:lnTo>
                  <a:pt x="68567" y="18288"/>
                </a:lnTo>
                <a:lnTo>
                  <a:pt x="70091" y="16764"/>
                </a:lnTo>
                <a:lnTo>
                  <a:pt x="70091" y="10668"/>
                </a:lnTo>
                <a:lnTo>
                  <a:pt x="68567" y="7620"/>
                </a:lnTo>
                <a:lnTo>
                  <a:pt x="67043" y="6096"/>
                </a:lnTo>
                <a:lnTo>
                  <a:pt x="63995" y="3048"/>
                </a:lnTo>
                <a:lnTo>
                  <a:pt x="63995" y="12192"/>
                </a:lnTo>
                <a:lnTo>
                  <a:pt x="63995" y="16764"/>
                </a:lnTo>
                <a:lnTo>
                  <a:pt x="59423" y="21336"/>
                </a:lnTo>
                <a:lnTo>
                  <a:pt x="47231" y="21336"/>
                </a:lnTo>
                <a:lnTo>
                  <a:pt x="44183" y="18288"/>
                </a:lnTo>
                <a:lnTo>
                  <a:pt x="44183" y="10668"/>
                </a:lnTo>
                <a:lnTo>
                  <a:pt x="47231" y="7620"/>
                </a:lnTo>
                <a:lnTo>
                  <a:pt x="50279" y="6096"/>
                </a:lnTo>
                <a:lnTo>
                  <a:pt x="57899" y="6096"/>
                </a:lnTo>
                <a:lnTo>
                  <a:pt x="63995" y="12192"/>
                </a:lnTo>
                <a:lnTo>
                  <a:pt x="63995" y="3048"/>
                </a:lnTo>
                <a:lnTo>
                  <a:pt x="62471" y="1524"/>
                </a:lnTo>
                <a:lnTo>
                  <a:pt x="57899" y="0"/>
                </a:lnTo>
                <a:lnTo>
                  <a:pt x="48755" y="0"/>
                </a:lnTo>
                <a:lnTo>
                  <a:pt x="45707" y="1524"/>
                </a:lnTo>
                <a:lnTo>
                  <a:pt x="39611" y="7620"/>
                </a:lnTo>
                <a:lnTo>
                  <a:pt x="38087" y="10668"/>
                </a:lnTo>
                <a:lnTo>
                  <a:pt x="38087" y="18288"/>
                </a:lnTo>
                <a:lnTo>
                  <a:pt x="39611" y="19812"/>
                </a:lnTo>
                <a:lnTo>
                  <a:pt x="41135" y="22860"/>
                </a:lnTo>
                <a:lnTo>
                  <a:pt x="42659" y="22860"/>
                </a:lnTo>
                <a:lnTo>
                  <a:pt x="45707" y="24384"/>
                </a:lnTo>
                <a:lnTo>
                  <a:pt x="39611" y="27432"/>
                </a:lnTo>
                <a:lnTo>
                  <a:pt x="38087" y="28956"/>
                </a:lnTo>
                <a:lnTo>
                  <a:pt x="36563" y="32004"/>
                </a:lnTo>
                <a:lnTo>
                  <a:pt x="36563" y="42672"/>
                </a:lnTo>
                <a:lnTo>
                  <a:pt x="38087" y="45720"/>
                </a:lnTo>
                <a:lnTo>
                  <a:pt x="44183" y="51816"/>
                </a:lnTo>
                <a:lnTo>
                  <a:pt x="48755" y="53340"/>
                </a:lnTo>
                <a:lnTo>
                  <a:pt x="59423" y="53340"/>
                </a:lnTo>
                <a:lnTo>
                  <a:pt x="63995" y="51816"/>
                </a:lnTo>
                <a:lnTo>
                  <a:pt x="68567" y="47244"/>
                </a:lnTo>
                <a:lnTo>
                  <a:pt x="70091" y="45720"/>
                </a:lnTo>
                <a:lnTo>
                  <a:pt x="71615" y="42672"/>
                </a:lnTo>
                <a:lnTo>
                  <a:pt x="71615" y="35052"/>
                </a:lnTo>
                <a:close/>
              </a:path>
              <a:path w="113029" h="53339">
                <a:moveTo>
                  <a:pt x="112776" y="18288"/>
                </a:moveTo>
                <a:lnTo>
                  <a:pt x="111252" y="15240"/>
                </a:lnTo>
                <a:lnTo>
                  <a:pt x="111252" y="12192"/>
                </a:lnTo>
                <a:lnTo>
                  <a:pt x="109728" y="9144"/>
                </a:lnTo>
                <a:lnTo>
                  <a:pt x="108204" y="7620"/>
                </a:lnTo>
                <a:lnTo>
                  <a:pt x="107442" y="6096"/>
                </a:lnTo>
                <a:lnTo>
                  <a:pt x="106680" y="4572"/>
                </a:lnTo>
                <a:lnTo>
                  <a:pt x="106680" y="18288"/>
                </a:lnTo>
                <a:lnTo>
                  <a:pt x="106680" y="35052"/>
                </a:lnTo>
                <a:lnTo>
                  <a:pt x="105156" y="41148"/>
                </a:lnTo>
                <a:lnTo>
                  <a:pt x="103632" y="44196"/>
                </a:lnTo>
                <a:lnTo>
                  <a:pt x="100584" y="45720"/>
                </a:lnTo>
                <a:lnTo>
                  <a:pt x="99060" y="47244"/>
                </a:lnTo>
                <a:lnTo>
                  <a:pt x="91440" y="47244"/>
                </a:lnTo>
                <a:lnTo>
                  <a:pt x="89916" y="45720"/>
                </a:lnTo>
                <a:lnTo>
                  <a:pt x="86868" y="44196"/>
                </a:lnTo>
                <a:lnTo>
                  <a:pt x="85344" y="41148"/>
                </a:lnTo>
                <a:lnTo>
                  <a:pt x="83820" y="35052"/>
                </a:lnTo>
                <a:lnTo>
                  <a:pt x="83820" y="18288"/>
                </a:lnTo>
                <a:lnTo>
                  <a:pt x="85344" y="13716"/>
                </a:lnTo>
                <a:lnTo>
                  <a:pt x="86868" y="10668"/>
                </a:lnTo>
                <a:lnTo>
                  <a:pt x="91440" y="6096"/>
                </a:lnTo>
                <a:lnTo>
                  <a:pt x="99060" y="6096"/>
                </a:lnTo>
                <a:lnTo>
                  <a:pt x="102108" y="7620"/>
                </a:lnTo>
                <a:lnTo>
                  <a:pt x="105156" y="13716"/>
                </a:lnTo>
                <a:lnTo>
                  <a:pt x="106680" y="18288"/>
                </a:lnTo>
                <a:lnTo>
                  <a:pt x="106680" y="4572"/>
                </a:lnTo>
                <a:lnTo>
                  <a:pt x="103632" y="1524"/>
                </a:lnTo>
                <a:lnTo>
                  <a:pt x="100584" y="1524"/>
                </a:lnTo>
                <a:lnTo>
                  <a:pt x="97536" y="0"/>
                </a:lnTo>
                <a:lnTo>
                  <a:pt x="91440" y="0"/>
                </a:lnTo>
                <a:lnTo>
                  <a:pt x="82296" y="4572"/>
                </a:lnTo>
                <a:lnTo>
                  <a:pt x="80772" y="7620"/>
                </a:lnTo>
                <a:lnTo>
                  <a:pt x="79248" y="12192"/>
                </a:lnTo>
                <a:lnTo>
                  <a:pt x="77724" y="15240"/>
                </a:lnTo>
                <a:lnTo>
                  <a:pt x="77724" y="36576"/>
                </a:lnTo>
                <a:lnTo>
                  <a:pt x="79248" y="44196"/>
                </a:lnTo>
                <a:lnTo>
                  <a:pt x="82296" y="48768"/>
                </a:lnTo>
                <a:lnTo>
                  <a:pt x="85344" y="51816"/>
                </a:lnTo>
                <a:lnTo>
                  <a:pt x="89916" y="53340"/>
                </a:lnTo>
                <a:lnTo>
                  <a:pt x="102108" y="53340"/>
                </a:lnTo>
                <a:lnTo>
                  <a:pt x="105156" y="50292"/>
                </a:lnTo>
                <a:lnTo>
                  <a:pt x="108204" y="48768"/>
                </a:lnTo>
                <a:lnTo>
                  <a:pt x="108966" y="47244"/>
                </a:lnTo>
                <a:lnTo>
                  <a:pt x="111252" y="42672"/>
                </a:lnTo>
                <a:lnTo>
                  <a:pt x="112776" y="38100"/>
                </a:lnTo>
                <a:lnTo>
                  <a:pt x="112776" y="1828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3314700" y="2249423"/>
            <a:ext cx="117475" cy="53340"/>
          </a:xfrm>
          <a:custGeom>
            <a:avLst/>
            <a:gdLst/>
            <a:ahLst/>
            <a:cxnLst/>
            <a:rect l="l" t="t" r="r" b="b"/>
            <a:pathLst>
              <a:path w="117475" h="53339">
                <a:moveTo>
                  <a:pt x="35052" y="13716"/>
                </a:moveTo>
                <a:lnTo>
                  <a:pt x="32004" y="7620"/>
                </a:lnTo>
                <a:lnTo>
                  <a:pt x="30480" y="6096"/>
                </a:lnTo>
                <a:lnTo>
                  <a:pt x="28956" y="4572"/>
                </a:lnTo>
                <a:lnTo>
                  <a:pt x="28956" y="12192"/>
                </a:lnTo>
                <a:lnTo>
                  <a:pt x="28956" y="21336"/>
                </a:lnTo>
                <a:lnTo>
                  <a:pt x="27432" y="24384"/>
                </a:lnTo>
                <a:lnTo>
                  <a:pt x="25908" y="25908"/>
                </a:lnTo>
                <a:lnTo>
                  <a:pt x="24384" y="28956"/>
                </a:lnTo>
                <a:lnTo>
                  <a:pt x="10668" y="28956"/>
                </a:lnTo>
                <a:lnTo>
                  <a:pt x="9144" y="25908"/>
                </a:lnTo>
                <a:lnTo>
                  <a:pt x="7620" y="24384"/>
                </a:lnTo>
                <a:lnTo>
                  <a:pt x="6096" y="21336"/>
                </a:lnTo>
                <a:lnTo>
                  <a:pt x="6096" y="15240"/>
                </a:lnTo>
                <a:lnTo>
                  <a:pt x="9144" y="9144"/>
                </a:lnTo>
                <a:lnTo>
                  <a:pt x="12192" y="7620"/>
                </a:lnTo>
                <a:lnTo>
                  <a:pt x="13716" y="6096"/>
                </a:lnTo>
                <a:lnTo>
                  <a:pt x="21336" y="6096"/>
                </a:lnTo>
                <a:lnTo>
                  <a:pt x="24384" y="7620"/>
                </a:lnTo>
                <a:lnTo>
                  <a:pt x="28956" y="12192"/>
                </a:lnTo>
                <a:lnTo>
                  <a:pt x="28956" y="4572"/>
                </a:lnTo>
                <a:lnTo>
                  <a:pt x="25908" y="3048"/>
                </a:lnTo>
                <a:lnTo>
                  <a:pt x="24384" y="1524"/>
                </a:lnTo>
                <a:lnTo>
                  <a:pt x="19812" y="0"/>
                </a:lnTo>
                <a:lnTo>
                  <a:pt x="12192" y="0"/>
                </a:lnTo>
                <a:lnTo>
                  <a:pt x="7620" y="1524"/>
                </a:lnTo>
                <a:lnTo>
                  <a:pt x="4572" y="4572"/>
                </a:lnTo>
                <a:lnTo>
                  <a:pt x="1524" y="9144"/>
                </a:lnTo>
                <a:lnTo>
                  <a:pt x="0" y="12192"/>
                </a:lnTo>
                <a:lnTo>
                  <a:pt x="0" y="22860"/>
                </a:lnTo>
                <a:lnTo>
                  <a:pt x="1524" y="27432"/>
                </a:lnTo>
                <a:lnTo>
                  <a:pt x="7620" y="33528"/>
                </a:lnTo>
                <a:lnTo>
                  <a:pt x="12192" y="35052"/>
                </a:lnTo>
                <a:lnTo>
                  <a:pt x="21336" y="35052"/>
                </a:lnTo>
                <a:lnTo>
                  <a:pt x="24384" y="33528"/>
                </a:lnTo>
                <a:lnTo>
                  <a:pt x="28956" y="28956"/>
                </a:lnTo>
                <a:lnTo>
                  <a:pt x="28956" y="38100"/>
                </a:lnTo>
                <a:lnTo>
                  <a:pt x="27432" y="39624"/>
                </a:lnTo>
                <a:lnTo>
                  <a:pt x="27432" y="41148"/>
                </a:lnTo>
                <a:lnTo>
                  <a:pt x="25908" y="42672"/>
                </a:lnTo>
                <a:lnTo>
                  <a:pt x="25908" y="44196"/>
                </a:lnTo>
                <a:lnTo>
                  <a:pt x="24384" y="45720"/>
                </a:lnTo>
                <a:lnTo>
                  <a:pt x="22860" y="45720"/>
                </a:lnTo>
                <a:lnTo>
                  <a:pt x="21336" y="47244"/>
                </a:lnTo>
                <a:lnTo>
                  <a:pt x="12192" y="47244"/>
                </a:lnTo>
                <a:lnTo>
                  <a:pt x="9144" y="44196"/>
                </a:lnTo>
                <a:lnTo>
                  <a:pt x="9144" y="42672"/>
                </a:lnTo>
                <a:lnTo>
                  <a:pt x="7620" y="39624"/>
                </a:lnTo>
                <a:lnTo>
                  <a:pt x="1524" y="39624"/>
                </a:lnTo>
                <a:lnTo>
                  <a:pt x="3048" y="44196"/>
                </a:lnTo>
                <a:lnTo>
                  <a:pt x="6096" y="50292"/>
                </a:lnTo>
                <a:lnTo>
                  <a:pt x="12192" y="53340"/>
                </a:lnTo>
                <a:lnTo>
                  <a:pt x="24384" y="53340"/>
                </a:lnTo>
                <a:lnTo>
                  <a:pt x="25908" y="50292"/>
                </a:lnTo>
                <a:lnTo>
                  <a:pt x="28956" y="48768"/>
                </a:lnTo>
                <a:lnTo>
                  <a:pt x="30480" y="47244"/>
                </a:lnTo>
                <a:lnTo>
                  <a:pt x="32004" y="45720"/>
                </a:lnTo>
                <a:lnTo>
                  <a:pt x="33528" y="41148"/>
                </a:lnTo>
                <a:lnTo>
                  <a:pt x="35052" y="38100"/>
                </a:lnTo>
                <a:lnTo>
                  <a:pt x="35052" y="13716"/>
                </a:lnTo>
                <a:close/>
              </a:path>
              <a:path w="117475" h="53339">
                <a:moveTo>
                  <a:pt x="76200" y="32004"/>
                </a:moveTo>
                <a:lnTo>
                  <a:pt x="74676" y="28956"/>
                </a:lnTo>
                <a:lnTo>
                  <a:pt x="73152" y="27432"/>
                </a:lnTo>
                <a:lnTo>
                  <a:pt x="70104" y="25908"/>
                </a:lnTo>
                <a:lnTo>
                  <a:pt x="70104" y="32004"/>
                </a:lnTo>
                <a:lnTo>
                  <a:pt x="70104" y="42672"/>
                </a:lnTo>
                <a:lnTo>
                  <a:pt x="67056" y="44196"/>
                </a:lnTo>
                <a:lnTo>
                  <a:pt x="65532" y="47244"/>
                </a:lnTo>
                <a:lnTo>
                  <a:pt x="54864" y="47244"/>
                </a:lnTo>
                <a:lnTo>
                  <a:pt x="53340" y="45720"/>
                </a:lnTo>
                <a:lnTo>
                  <a:pt x="50292" y="45720"/>
                </a:lnTo>
                <a:lnTo>
                  <a:pt x="48768" y="44196"/>
                </a:lnTo>
                <a:lnTo>
                  <a:pt x="48768" y="41148"/>
                </a:lnTo>
                <a:lnTo>
                  <a:pt x="47244" y="39624"/>
                </a:lnTo>
                <a:lnTo>
                  <a:pt x="47244" y="35052"/>
                </a:lnTo>
                <a:lnTo>
                  <a:pt x="48768" y="32004"/>
                </a:lnTo>
                <a:lnTo>
                  <a:pt x="51816" y="28956"/>
                </a:lnTo>
                <a:lnTo>
                  <a:pt x="54864" y="27432"/>
                </a:lnTo>
                <a:lnTo>
                  <a:pt x="62484" y="27432"/>
                </a:lnTo>
                <a:lnTo>
                  <a:pt x="65532" y="28956"/>
                </a:lnTo>
                <a:lnTo>
                  <a:pt x="67056" y="30480"/>
                </a:lnTo>
                <a:lnTo>
                  <a:pt x="70104" y="32004"/>
                </a:lnTo>
                <a:lnTo>
                  <a:pt x="70104" y="25908"/>
                </a:lnTo>
                <a:lnTo>
                  <a:pt x="67056" y="24384"/>
                </a:lnTo>
                <a:lnTo>
                  <a:pt x="70104" y="22860"/>
                </a:lnTo>
                <a:lnTo>
                  <a:pt x="71628" y="22860"/>
                </a:lnTo>
                <a:lnTo>
                  <a:pt x="72390" y="21336"/>
                </a:lnTo>
                <a:lnTo>
                  <a:pt x="73152" y="19812"/>
                </a:lnTo>
                <a:lnTo>
                  <a:pt x="74676" y="18288"/>
                </a:lnTo>
                <a:lnTo>
                  <a:pt x="74676" y="10668"/>
                </a:lnTo>
                <a:lnTo>
                  <a:pt x="73152" y="7620"/>
                </a:lnTo>
                <a:lnTo>
                  <a:pt x="71628" y="6096"/>
                </a:lnTo>
                <a:lnTo>
                  <a:pt x="68580" y="3048"/>
                </a:lnTo>
                <a:lnTo>
                  <a:pt x="68580" y="10668"/>
                </a:lnTo>
                <a:lnTo>
                  <a:pt x="68580" y="18288"/>
                </a:lnTo>
                <a:lnTo>
                  <a:pt x="65532" y="21336"/>
                </a:lnTo>
                <a:lnTo>
                  <a:pt x="53340" y="21336"/>
                </a:lnTo>
                <a:lnTo>
                  <a:pt x="48768" y="16764"/>
                </a:lnTo>
                <a:lnTo>
                  <a:pt x="48768" y="12192"/>
                </a:lnTo>
                <a:lnTo>
                  <a:pt x="53340" y="7620"/>
                </a:lnTo>
                <a:lnTo>
                  <a:pt x="56388" y="6096"/>
                </a:lnTo>
                <a:lnTo>
                  <a:pt x="62484" y="6096"/>
                </a:lnTo>
                <a:lnTo>
                  <a:pt x="65532" y="7620"/>
                </a:lnTo>
                <a:lnTo>
                  <a:pt x="68580" y="10668"/>
                </a:lnTo>
                <a:lnTo>
                  <a:pt x="68580" y="3048"/>
                </a:lnTo>
                <a:lnTo>
                  <a:pt x="67056" y="1524"/>
                </a:lnTo>
                <a:lnTo>
                  <a:pt x="64008" y="0"/>
                </a:lnTo>
                <a:lnTo>
                  <a:pt x="54864" y="0"/>
                </a:lnTo>
                <a:lnTo>
                  <a:pt x="50292" y="1524"/>
                </a:lnTo>
                <a:lnTo>
                  <a:pt x="44196" y="7620"/>
                </a:lnTo>
                <a:lnTo>
                  <a:pt x="42672" y="10668"/>
                </a:lnTo>
                <a:lnTo>
                  <a:pt x="42672" y="16764"/>
                </a:lnTo>
                <a:lnTo>
                  <a:pt x="45720" y="19812"/>
                </a:lnTo>
                <a:lnTo>
                  <a:pt x="45720" y="22860"/>
                </a:lnTo>
                <a:lnTo>
                  <a:pt x="48768" y="22860"/>
                </a:lnTo>
                <a:lnTo>
                  <a:pt x="50292" y="24384"/>
                </a:lnTo>
                <a:lnTo>
                  <a:pt x="47244" y="25908"/>
                </a:lnTo>
                <a:lnTo>
                  <a:pt x="44196" y="28956"/>
                </a:lnTo>
                <a:lnTo>
                  <a:pt x="41148" y="35052"/>
                </a:lnTo>
                <a:lnTo>
                  <a:pt x="41148" y="42672"/>
                </a:lnTo>
                <a:lnTo>
                  <a:pt x="42672" y="45720"/>
                </a:lnTo>
                <a:lnTo>
                  <a:pt x="45720" y="48768"/>
                </a:lnTo>
                <a:lnTo>
                  <a:pt x="50292" y="51816"/>
                </a:lnTo>
                <a:lnTo>
                  <a:pt x="53340" y="53340"/>
                </a:lnTo>
                <a:lnTo>
                  <a:pt x="64008" y="53340"/>
                </a:lnTo>
                <a:lnTo>
                  <a:pt x="68580" y="51816"/>
                </a:lnTo>
                <a:lnTo>
                  <a:pt x="73152" y="47244"/>
                </a:lnTo>
                <a:lnTo>
                  <a:pt x="74676" y="45720"/>
                </a:lnTo>
                <a:lnTo>
                  <a:pt x="76200" y="42672"/>
                </a:lnTo>
                <a:lnTo>
                  <a:pt x="76200" y="32004"/>
                </a:lnTo>
                <a:close/>
              </a:path>
              <a:path w="117475" h="53339">
                <a:moveTo>
                  <a:pt x="117335" y="15240"/>
                </a:moveTo>
                <a:lnTo>
                  <a:pt x="114287" y="9144"/>
                </a:lnTo>
                <a:lnTo>
                  <a:pt x="114287" y="7620"/>
                </a:lnTo>
                <a:lnTo>
                  <a:pt x="113525" y="6096"/>
                </a:lnTo>
                <a:lnTo>
                  <a:pt x="112763" y="4572"/>
                </a:lnTo>
                <a:lnTo>
                  <a:pt x="111239" y="3048"/>
                </a:lnTo>
                <a:lnTo>
                  <a:pt x="111239" y="13716"/>
                </a:lnTo>
                <a:lnTo>
                  <a:pt x="111239" y="41148"/>
                </a:lnTo>
                <a:lnTo>
                  <a:pt x="106667" y="45720"/>
                </a:lnTo>
                <a:lnTo>
                  <a:pt x="103619" y="47244"/>
                </a:lnTo>
                <a:lnTo>
                  <a:pt x="97523" y="47244"/>
                </a:lnTo>
                <a:lnTo>
                  <a:pt x="94475" y="45720"/>
                </a:lnTo>
                <a:lnTo>
                  <a:pt x="89903" y="41148"/>
                </a:lnTo>
                <a:lnTo>
                  <a:pt x="88379" y="35052"/>
                </a:lnTo>
                <a:lnTo>
                  <a:pt x="88379" y="18288"/>
                </a:lnTo>
                <a:lnTo>
                  <a:pt x="89903" y="13716"/>
                </a:lnTo>
                <a:lnTo>
                  <a:pt x="92951" y="10668"/>
                </a:lnTo>
                <a:lnTo>
                  <a:pt x="94475" y="7620"/>
                </a:lnTo>
                <a:lnTo>
                  <a:pt x="97523" y="6096"/>
                </a:lnTo>
                <a:lnTo>
                  <a:pt x="103619" y="6096"/>
                </a:lnTo>
                <a:lnTo>
                  <a:pt x="106667" y="7620"/>
                </a:lnTo>
                <a:lnTo>
                  <a:pt x="108191" y="10668"/>
                </a:lnTo>
                <a:lnTo>
                  <a:pt x="111239" y="13716"/>
                </a:lnTo>
                <a:lnTo>
                  <a:pt x="111239" y="3048"/>
                </a:lnTo>
                <a:lnTo>
                  <a:pt x="108191" y="1524"/>
                </a:lnTo>
                <a:lnTo>
                  <a:pt x="106667" y="1524"/>
                </a:lnTo>
                <a:lnTo>
                  <a:pt x="103619" y="0"/>
                </a:lnTo>
                <a:lnTo>
                  <a:pt x="95999" y="0"/>
                </a:lnTo>
                <a:lnTo>
                  <a:pt x="92951" y="1524"/>
                </a:lnTo>
                <a:lnTo>
                  <a:pt x="91427" y="3048"/>
                </a:lnTo>
                <a:lnTo>
                  <a:pt x="88379" y="4572"/>
                </a:lnTo>
                <a:lnTo>
                  <a:pt x="86855" y="7620"/>
                </a:lnTo>
                <a:lnTo>
                  <a:pt x="85331" y="12192"/>
                </a:lnTo>
                <a:lnTo>
                  <a:pt x="83807" y="15240"/>
                </a:lnTo>
                <a:lnTo>
                  <a:pt x="82283" y="21336"/>
                </a:lnTo>
                <a:lnTo>
                  <a:pt x="82283" y="36576"/>
                </a:lnTo>
                <a:lnTo>
                  <a:pt x="85331" y="44196"/>
                </a:lnTo>
                <a:lnTo>
                  <a:pt x="88379" y="48768"/>
                </a:lnTo>
                <a:lnTo>
                  <a:pt x="91427" y="51816"/>
                </a:lnTo>
                <a:lnTo>
                  <a:pt x="95999" y="53340"/>
                </a:lnTo>
                <a:lnTo>
                  <a:pt x="108191" y="53340"/>
                </a:lnTo>
                <a:lnTo>
                  <a:pt x="109715" y="50292"/>
                </a:lnTo>
                <a:lnTo>
                  <a:pt x="112763" y="48768"/>
                </a:lnTo>
                <a:lnTo>
                  <a:pt x="113525" y="47244"/>
                </a:lnTo>
                <a:lnTo>
                  <a:pt x="115811" y="42672"/>
                </a:lnTo>
                <a:lnTo>
                  <a:pt x="117335" y="38100"/>
                </a:lnTo>
                <a:lnTo>
                  <a:pt x="117335" y="1524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2659367" y="2249423"/>
            <a:ext cx="181610" cy="53340"/>
          </a:xfrm>
          <a:custGeom>
            <a:avLst/>
            <a:gdLst/>
            <a:ahLst/>
            <a:cxnLst/>
            <a:rect l="l" t="t" r="r" b="b"/>
            <a:pathLst>
              <a:path w="181610" h="53339">
                <a:moveTo>
                  <a:pt x="33528" y="0"/>
                </a:moveTo>
                <a:lnTo>
                  <a:pt x="0" y="0"/>
                </a:lnTo>
                <a:lnTo>
                  <a:pt x="0" y="6096"/>
                </a:lnTo>
                <a:lnTo>
                  <a:pt x="27432" y="6096"/>
                </a:lnTo>
                <a:lnTo>
                  <a:pt x="24384" y="10668"/>
                </a:lnTo>
                <a:lnTo>
                  <a:pt x="19812" y="15240"/>
                </a:lnTo>
                <a:lnTo>
                  <a:pt x="16764" y="21336"/>
                </a:lnTo>
                <a:lnTo>
                  <a:pt x="13716" y="25908"/>
                </a:lnTo>
                <a:lnTo>
                  <a:pt x="9144" y="44196"/>
                </a:lnTo>
                <a:lnTo>
                  <a:pt x="7620" y="48768"/>
                </a:lnTo>
                <a:lnTo>
                  <a:pt x="7620" y="53340"/>
                </a:lnTo>
                <a:lnTo>
                  <a:pt x="13716" y="53340"/>
                </a:lnTo>
                <a:lnTo>
                  <a:pt x="13716" y="48768"/>
                </a:lnTo>
                <a:lnTo>
                  <a:pt x="15240" y="42672"/>
                </a:lnTo>
                <a:lnTo>
                  <a:pt x="16764" y="38100"/>
                </a:lnTo>
                <a:lnTo>
                  <a:pt x="19812" y="25908"/>
                </a:lnTo>
                <a:lnTo>
                  <a:pt x="24384" y="19812"/>
                </a:lnTo>
                <a:lnTo>
                  <a:pt x="27432" y="13716"/>
                </a:lnTo>
                <a:lnTo>
                  <a:pt x="33528" y="4572"/>
                </a:lnTo>
                <a:lnTo>
                  <a:pt x="33528" y="0"/>
                </a:lnTo>
                <a:close/>
              </a:path>
              <a:path w="181610" h="53339">
                <a:moveTo>
                  <a:pt x="97536" y="35052"/>
                </a:moveTo>
                <a:lnTo>
                  <a:pt x="91440" y="35052"/>
                </a:lnTo>
                <a:lnTo>
                  <a:pt x="91440" y="12192"/>
                </a:lnTo>
                <a:lnTo>
                  <a:pt x="91440" y="0"/>
                </a:lnTo>
                <a:lnTo>
                  <a:pt x="86868" y="0"/>
                </a:lnTo>
                <a:lnTo>
                  <a:pt x="85344" y="2070"/>
                </a:lnTo>
                <a:lnTo>
                  <a:pt x="85344" y="12192"/>
                </a:lnTo>
                <a:lnTo>
                  <a:pt x="85344" y="35052"/>
                </a:lnTo>
                <a:lnTo>
                  <a:pt x="68580" y="35052"/>
                </a:lnTo>
                <a:lnTo>
                  <a:pt x="85344" y="12192"/>
                </a:lnTo>
                <a:lnTo>
                  <a:pt x="85344" y="2070"/>
                </a:lnTo>
                <a:lnTo>
                  <a:pt x="60960" y="35052"/>
                </a:lnTo>
                <a:lnTo>
                  <a:pt x="60960" y="41148"/>
                </a:lnTo>
                <a:lnTo>
                  <a:pt x="85344" y="41148"/>
                </a:lnTo>
                <a:lnTo>
                  <a:pt x="85344" y="53340"/>
                </a:lnTo>
                <a:lnTo>
                  <a:pt x="91440" y="53340"/>
                </a:lnTo>
                <a:lnTo>
                  <a:pt x="91440" y="41148"/>
                </a:lnTo>
                <a:lnTo>
                  <a:pt x="97536" y="41148"/>
                </a:lnTo>
                <a:lnTo>
                  <a:pt x="97536" y="35052"/>
                </a:lnTo>
                <a:close/>
              </a:path>
              <a:path w="181610" h="53339">
                <a:moveTo>
                  <a:pt x="140220" y="28956"/>
                </a:moveTo>
                <a:lnTo>
                  <a:pt x="138696" y="25908"/>
                </a:lnTo>
                <a:lnTo>
                  <a:pt x="135648" y="21336"/>
                </a:lnTo>
                <a:lnTo>
                  <a:pt x="131076" y="18288"/>
                </a:lnTo>
                <a:lnTo>
                  <a:pt x="128028" y="16764"/>
                </a:lnTo>
                <a:lnTo>
                  <a:pt x="120408" y="16764"/>
                </a:lnTo>
                <a:lnTo>
                  <a:pt x="117360" y="18288"/>
                </a:lnTo>
                <a:lnTo>
                  <a:pt x="114312" y="21336"/>
                </a:lnTo>
                <a:lnTo>
                  <a:pt x="117360" y="6096"/>
                </a:lnTo>
                <a:lnTo>
                  <a:pt x="137172" y="6096"/>
                </a:lnTo>
                <a:lnTo>
                  <a:pt x="137172" y="0"/>
                </a:lnTo>
                <a:lnTo>
                  <a:pt x="112788" y="0"/>
                </a:lnTo>
                <a:lnTo>
                  <a:pt x="106692" y="27432"/>
                </a:lnTo>
                <a:lnTo>
                  <a:pt x="112788" y="28956"/>
                </a:lnTo>
                <a:lnTo>
                  <a:pt x="112788" y="27432"/>
                </a:lnTo>
                <a:lnTo>
                  <a:pt x="115836" y="24384"/>
                </a:lnTo>
                <a:lnTo>
                  <a:pt x="117360" y="24384"/>
                </a:lnTo>
                <a:lnTo>
                  <a:pt x="118884" y="22860"/>
                </a:lnTo>
                <a:lnTo>
                  <a:pt x="126504" y="22860"/>
                </a:lnTo>
                <a:lnTo>
                  <a:pt x="129552" y="24384"/>
                </a:lnTo>
                <a:lnTo>
                  <a:pt x="131076" y="25908"/>
                </a:lnTo>
                <a:lnTo>
                  <a:pt x="134124" y="32004"/>
                </a:lnTo>
                <a:lnTo>
                  <a:pt x="134124" y="38100"/>
                </a:lnTo>
                <a:lnTo>
                  <a:pt x="131076" y="44196"/>
                </a:lnTo>
                <a:lnTo>
                  <a:pt x="124980" y="47244"/>
                </a:lnTo>
                <a:lnTo>
                  <a:pt x="115836" y="47244"/>
                </a:lnTo>
                <a:lnTo>
                  <a:pt x="112788" y="44196"/>
                </a:lnTo>
                <a:lnTo>
                  <a:pt x="111264" y="41148"/>
                </a:lnTo>
                <a:lnTo>
                  <a:pt x="111264" y="38100"/>
                </a:lnTo>
                <a:lnTo>
                  <a:pt x="105168" y="38100"/>
                </a:lnTo>
                <a:lnTo>
                  <a:pt x="105168" y="42672"/>
                </a:lnTo>
                <a:lnTo>
                  <a:pt x="106692" y="47244"/>
                </a:lnTo>
                <a:lnTo>
                  <a:pt x="109740" y="50292"/>
                </a:lnTo>
                <a:lnTo>
                  <a:pt x="112788" y="51816"/>
                </a:lnTo>
                <a:lnTo>
                  <a:pt x="117360" y="53340"/>
                </a:lnTo>
                <a:lnTo>
                  <a:pt x="128028" y="53340"/>
                </a:lnTo>
                <a:lnTo>
                  <a:pt x="132600" y="51816"/>
                </a:lnTo>
                <a:lnTo>
                  <a:pt x="135648" y="47244"/>
                </a:lnTo>
                <a:lnTo>
                  <a:pt x="138696" y="44196"/>
                </a:lnTo>
                <a:lnTo>
                  <a:pt x="140220" y="39624"/>
                </a:lnTo>
                <a:lnTo>
                  <a:pt x="140220" y="28956"/>
                </a:lnTo>
                <a:close/>
              </a:path>
              <a:path w="181610" h="53339">
                <a:moveTo>
                  <a:pt x="181368" y="21336"/>
                </a:moveTo>
                <a:lnTo>
                  <a:pt x="179844" y="18288"/>
                </a:lnTo>
                <a:lnTo>
                  <a:pt x="179844" y="15240"/>
                </a:lnTo>
                <a:lnTo>
                  <a:pt x="178320" y="12192"/>
                </a:lnTo>
                <a:lnTo>
                  <a:pt x="178320" y="9144"/>
                </a:lnTo>
                <a:lnTo>
                  <a:pt x="176796" y="7620"/>
                </a:lnTo>
                <a:lnTo>
                  <a:pt x="176034" y="6096"/>
                </a:lnTo>
                <a:lnTo>
                  <a:pt x="175272" y="4572"/>
                </a:lnTo>
                <a:lnTo>
                  <a:pt x="175272" y="18288"/>
                </a:lnTo>
                <a:lnTo>
                  <a:pt x="175272" y="35052"/>
                </a:lnTo>
                <a:lnTo>
                  <a:pt x="173748" y="41148"/>
                </a:lnTo>
                <a:lnTo>
                  <a:pt x="172224" y="44196"/>
                </a:lnTo>
                <a:lnTo>
                  <a:pt x="166128" y="47244"/>
                </a:lnTo>
                <a:lnTo>
                  <a:pt x="160032" y="47244"/>
                </a:lnTo>
                <a:lnTo>
                  <a:pt x="156984" y="45720"/>
                </a:lnTo>
                <a:lnTo>
                  <a:pt x="152412" y="41148"/>
                </a:lnTo>
                <a:lnTo>
                  <a:pt x="152412" y="13716"/>
                </a:lnTo>
                <a:lnTo>
                  <a:pt x="155460" y="10668"/>
                </a:lnTo>
                <a:lnTo>
                  <a:pt x="156984" y="7620"/>
                </a:lnTo>
                <a:lnTo>
                  <a:pt x="160032" y="6096"/>
                </a:lnTo>
                <a:lnTo>
                  <a:pt x="167652" y="6096"/>
                </a:lnTo>
                <a:lnTo>
                  <a:pt x="172224" y="10668"/>
                </a:lnTo>
                <a:lnTo>
                  <a:pt x="173748" y="13716"/>
                </a:lnTo>
                <a:lnTo>
                  <a:pt x="175272" y="18288"/>
                </a:lnTo>
                <a:lnTo>
                  <a:pt x="175272" y="4572"/>
                </a:lnTo>
                <a:lnTo>
                  <a:pt x="173748" y="3048"/>
                </a:lnTo>
                <a:lnTo>
                  <a:pt x="170700" y="1524"/>
                </a:lnTo>
                <a:lnTo>
                  <a:pt x="169176" y="1524"/>
                </a:lnTo>
                <a:lnTo>
                  <a:pt x="166128" y="0"/>
                </a:lnTo>
                <a:lnTo>
                  <a:pt x="160032" y="0"/>
                </a:lnTo>
                <a:lnTo>
                  <a:pt x="150888" y="4572"/>
                </a:lnTo>
                <a:lnTo>
                  <a:pt x="149364" y="7620"/>
                </a:lnTo>
                <a:lnTo>
                  <a:pt x="147840" y="12192"/>
                </a:lnTo>
                <a:lnTo>
                  <a:pt x="146316" y="15240"/>
                </a:lnTo>
                <a:lnTo>
                  <a:pt x="146316" y="36576"/>
                </a:lnTo>
                <a:lnTo>
                  <a:pt x="147840" y="44196"/>
                </a:lnTo>
                <a:lnTo>
                  <a:pt x="150888" y="48768"/>
                </a:lnTo>
                <a:lnTo>
                  <a:pt x="153936" y="51816"/>
                </a:lnTo>
                <a:lnTo>
                  <a:pt x="158508" y="53340"/>
                </a:lnTo>
                <a:lnTo>
                  <a:pt x="170700" y="53340"/>
                </a:lnTo>
                <a:lnTo>
                  <a:pt x="176796" y="47244"/>
                </a:lnTo>
                <a:lnTo>
                  <a:pt x="178320" y="45720"/>
                </a:lnTo>
                <a:lnTo>
                  <a:pt x="178320" y="42672"/>
                </a:lnTo>
                <a:lnTo>
                  <a:pt x="181368" y="33528"/>
                </a:lnTo>
                <a:lnTo>
                  <a:pt x="181368" y="2133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2068068" y="2249423"/>
            <a:ext cx="117475" cy="53340"/>
          </a:xfrm>
          <a:custGeom>
            <a:avLst/>
            <a:gdLst/>
            <a:ahLst/>
            <a:cxnLst/>
            <a:rect l="l" t="t" r="r" b="b"/>
            <a:pathLst>
              <a:path w="117475" h="53339">
                <a:moveTo>
                  <a:pt x="35052" y="33528"/>
                </a:moveTo>
                <a:lnTo>
                  <a:pt x="33528" y="30480"/>
                </a:lnTo>
                <a:lnTo>
                  <a:pt x="32004" y="28956"/>
                </a:lnTo>
                <a:lnTo>
                  <a:pt x="30480" y="25908"/>
                </a:lnTo>
                <a:lnTo>
                  <a:pt x="27432" y="24384"/>
                </a:lnTo>
                <a:lnTo>
                  <a:pt x="24384" y="24384"/>
                </a:lnTo>
                <a:lnTo>
                  <a:pt x="25908" y="22860"/>
                </a:lnTo>
                <a:lnTo>
                  <a:pt x="28956" y="21336"/>
                </a:lnTo>
                <a:lnTo>
                  <a:pt x="28956" y="19812"/>
                </a:lnTo>
                <a:lnTo>
                  <a:pt x="30480" y="18288"/>
                </a:lnTo>
                <a:lnTo>
                  <a:pt x="32004" y="15240"/>
                </a:lnTo>
                <a:lnTo>
                  <a:pt x="32004" y="10668"/>
                </a:lnTo>
                <a:lnTo>
                  <a:pt x="28956" y="7620"/>
                </a:lnTo>
                <a:lnTo>
                  <a:pt x="28194" y="6096"/>
                </a:lnTo>
                <a:lnTo>
                  <a:pt x="27432" y="4572"/>
                </a:lnTo>
                <a:lnTo>
                  <a:pt x="24384" y="1524"/>
                </a:lnTo>
                <a:lnTo>
                  <a:pt x="21336" y="1524"/>
                </a:lnTo>
                <a:lnTo>
                  <a:pt x="18288" y="0"/>
                </a:lnTo>
                <a:lnTo>
                  <a:pt x="10668" y="0"/>
                </a:lnTo>
                <a:lnTo>
                  <a:pt x="7620" y="1524"/>
                </a:lnTo>
                <a:lnTo>
                  <a:pt x="4572" y="4572"/>
                </a:lnTo>
                <a:lnTo>
                  <a:pt x="1524" y="6096"/>
                </a:lnTo>
                <a:lnTo>
                  <a:pt x="0" y="9144"/>
                </a:lnTo>
                <a:lnTo>
                  <a:pt x="0" y="13716"/>
                </a:lnTo>
                <a:lnTo>
                  <a:pt x="6096" y="15240"/>
                </a:lnTo>
                <a:lnTo>
                  <a:pt x="6096" y="12192"/>
                </a:lnTo>
                <a:lnTo>
                  <a:pt x="10668" y="7620"/>
                </a:lnTo>
                <a:lnTo>
                  <a:pt x="13716" y="6096"/>
                </a:lnTo>
                <a:lnTo>
                  <a:pt x="18288" y="6096"/>
                </a:lnTo>
                <a:lnTo>
                  <a:pt x="21336" y="7620"/>
                </a:lnTo>
                <a:lnTo>
                  <a:pt x="25908" y="12192"/>
                </a:lnTo>
                <a:lnTo>
                  <a:pt x="25908" y="16764"/>
                </a:lnTo>
                <a:lnTo>
                  <a:pt x="24384" y="18288"/>
                </a:lnTo>
                <a:lnTo>
                  <a:pt x="21336" y="19812"/>
                </a:lnTo>
                <a:lnTo>
                  <a:pt x="19812" y="21336"/>
                </a:lnTo>
                <a:lnTo>
                  <a:pt x="13716" y="21336"/>
                </a:lnTo>
                <a:lnTo>
                  <a:pt x="12192" y="27432"/>
                </a:lnTo>
                <a:lnTo>
                  <a:pt x="22860" y="27432"/>
                </a:lnTo>
                <a:lnTo>
                  <a:pt x="28956" y="33528"/>
                </a:lnTo>
                <a:lnTo>
                  <a:pt x="28956" y="39624"/>
                </a:lnTo>
                <a:lnTo>
                  <a:pt x="27432" y="42672"/>
                </a:lnTo>
                <a:lnTo>
                  <a:pt x="22860" y="47244"/>
                </a:lnTo>
                <a:lnTo>
                  <a:pt x="10668" y="47244"/>
                </a:lnTo>
                <a:lnTo>
                  <a:pt x="7620" y="44196"/>
                </a:lnTo>
                <a:lnTo>
                  <a:pt x="6096" y="41148"/>
                </a:lnTo>
                <a:lnTo>
                  <a:pt x="6096" y="36576"/>
                </a:lnTo>
                <a:lnTo>
                  <a:pt x="0" y="38100"/>
                </a:lnTo>
                <a:lnTo>
                  <a:pt x="0" y="42672"/>
                </a:lnTo>
                <a:lnTo>
                  <a:pt x="1524" y="47244"/>
                </a:lnTo>
                <a:lnTo>
                  <a:pt x="4572" y="48768"/>
                </a:lnTo>
                <a:lnTo>
                  <a:pt x="7620" y="51816"/>
                </a:lnTo>
                <a:lnTo>
                  <a:pt x="12192" y="53340"/>
                </a:lnTo>
                <a:lnTo>
                  <a:pt x="21336" y="53340"/>
                </a:lnTo>
                <a:lnTo>
                  <a:pt x="25908" y="51816"/>
                </a:lnTo>
                <a:lnTo>
                  <a:pt x="28956" y="48768"/>
                </a:lnTo>
                <a:lnTo>
                  <a:pt x="31242" y="47244"/>
                </a:lnTo>
                <a:lnTo>
                  <a:pt x="33528" y="45720"/>
                </a:lnTo>
                <a:lnTo>
                  <a:pt x="35052" y="41148"/>
                </a:lnTo>
                <a:lnTo>
                  <a:pt x="35052" y="33528"/>
                </a:lnTo>
                <a:close/>
              </a:path>
              <a:path w="117475" h="53339">
                <a:moveTo>
                  <a:pt x="74676" y="0"/>
                </a:moveTo>
                <a:lnTo>
                  <a:pt x="41148" y="0"/>
                </a:lnTo>
                <a:lnTo>
                  <a:pt x="41148" y="6096"/>
                </a:lnTo>
                <a:lnTo>
                  <a:pt x="68580" y="6096"/>
                </a:lnTo>
                <a:lnTo>
                  <a:pt x="64008" y="10668"/>
                </a:lnTo>
                <a:lnTo>
                  <a:pt x="60960" y="15240"/>
                </a:lnTo>
                <a:lnTo>
                  <a:pt x="57912" y="21336"/>
                </a:lnTo>
                <a:lnTo>
                  <a:pt x="54864" y="25908"/>
                </a:lnTo>
                <a:lnTo>
                  <a:pt x="51816" y="38100"/>
                </a:lnTo>
                <a:lnTo>
                  <a:pt x="48768" y="44196"/>
                </a:lnTo>
                <a:lnTo>
                  <a:pt x="48768" y="53340"/>
                </a:lnTo>
                <a:lnTo>
                  <a:pt x="54864" y="53340"/>
                </a:lnTo>
                <a:lnTo>
                  <a:pt x="54864" y="48768"/>
                </a:lnTo>
                <a:lnTo>
                  <a:pt x="56388" y="42672"/>
                </a:lnTo>
                <a:lnTo>
                  <a:pt x="56388" y="38100"/>
                </a:lnTo>
                <a:lnTo>
                  <a:pt x="59436" y="32004"/>
                </a:lnTo>
                <a:lnTo>
                  <a:pt x="60960" y="25908"/>
                </a:lnTo>
                <a:lnTo>
                  <a:pt x="67056" y="13716"/>
                </a:lnTo>
                <a:lnTo>
                  <a:pt x="71628" y="9144"/>
                </a:lnTo>
                <a:lnTo>
                  <a:pt x="74676" y="4572"/>
                </a:lnTo>
                <a:lnTo>
                  <a:pt x="74676" y="0"/>
                </a:lnTo>
                <a:close/>
              </a:path>
              <a:path w="117475" h="53339">
                <a:moveTo>
                  <a:pt x="117348" y="28956"/>
                </a:moveTo>
                <a:lnTo>
                  <a:pt x="115824" y="25908"/>
                </a:lnTo>
                <a:lnTo>
                  <a:pt x="112776" y="21336"/>
                </a:lnTo>
                <a:lnTo>
                  <a:pt x="109728" y="18288"/>
                </a:lnTo>
                <a:lnTo>
                  <a:pt x="105156" y="16764"/>
                </a:lnTo>
                <a:lnTo>
                  <a:pt x="97536" y="16764"/>
                </a:lnTo>
                <a:lnTo>
                  <a:pt x="94488" y="18288"/>
                </a:lnTo>
                <a:lnTo>
                  <a:pt x="91440" y="21336"/>
                </a:lnTo>
                <a:lnTo>
                  <a:pt x="94488" y="6096"/>
                </a:lnTo>
                <a:lnTo>
                  <a:pt x="114300" y="6096"/>
                </a:lnTo>
                <a:lnTo>
                  <a:pt x="114300" y="0"/>
                </a:lnTo>
                <a:lnTo>
                  <a:pt x="89916" y="0"/>
                </a:lnTo>
                <a:lnTo>
                  <a:pt x="83820" y="27432"/>
                </a:lnTo>
                <a:lnTo>
                  <a:pt x="89916" y="28956"/>
                </a:lnTo>
                <a:lnTo>
                  <a:pt x="91440" y="27432"/>
                </a:lnTo>
                <a:lnTo>
                  <a:pt x="91440" y="25908"/>
                </a:lnTo>
                <a:lnTo>
                  <a:pt x="92964" y="24384"/>
                </a:lnTo>
                <a:lnTo>
                  <a:pt x="94488" y="24384"/>
                </a:lnTo>
                <a:lnTo>
                  <a:pt x="97536" y="22860"/>
                </a:lnTo>
                <a:lnTo>
                  <a:pt x="103632" y="22860"/>
                </a:lnTo>
                <a:lnTo>
                  <a:pt x="106680" y="24384"/>
                </a:lnTo>
                <a:lnTo>
                  <a:pt x="108204" y="25908"/>
                </a:lnTo>
                <a:lnTo>
                  <a:pt x="111252" y="32004"/>
                </a:lnTo>
                <a:lnTo>
                  <a:pt x="111252" y="38100"/>
                </a:lnTo>
                <a:lnTo>
                  <a:pt x="108204" y="44196"/>
                </a:lnTo>
                <a:lnTo>
                  <a:pt x="106680" y="45720"/>
                </a:lnTo>
                <a:lnTo>
                  <a:pt x="103632" y="47244"/>
                </a:lnTo>
                <a:lnTo>
                  <a:pt x="92964" y="47244"/>
                </a:lnTo>
                <a:lnTo>
                  <a:pt x="89916" y="44196"/>
                </a:lnTo>
                <a:lnTo>
                  <a:pt x="88392" y="41148"/>
                </a:lnTo>
                <a:lnTo>
                  <a:pt x="88392" y="38100"/>
                </a:lnTo>
                <a:lnTo>
                  <a:pt x="82296" y="38100"/>
                </a:lnTo>
                <a:lnTo>
                  <a:pt x="82296" y="42672"/>
                </a:lnTo>
                <a:lnTo>
                  <a:pt x="83820" y="47244"/>
                </a:lnTo>
                <a:lnTo>
                  <a:pt x="86868" y="50292"/>
                </a:lnTo>
                <a:lnTo>
                  <a:pt x="89916" y="51816"/>
                </a:lnTo>
                <a:lnTo>
                  <a:pt x="94488" y="53340"/>
                </a:lnTo>
                <a:lnTo>
                  <a:pt x="105156" y="53340"/>
                </a:lnTo>
                <a:lnTo>
                  <a:pt x="109728" y="51816"/>
                </a:lnTo>
                <a:lnTo>
                  <a:pt x="112776" y="47244"/>
                </a:lnTo>
                <a:lnTo>
                  <a:pt x="115824" y="44196"/>
                </a:lnTo>
                <a:lnTo>
                  <a:pt x="117348" y="39624"/>
                </a:lnTo>
                <a:lnTo>
                  <a:pt x="117348" y="2895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03019" y="2246376"/>
            <a:ext cx="240792" cy="76200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1578864" y="2246375"/>
            <a:ext cx="128270" cy="59690"/>
          </a:xfrm>
          <a:custGeom>
            <a:avLst/>
            <a:gdLst/>
            <a:ahLst/>
            <a:cxnLst/>
            <a:rect l="l" t="t" r="r" b="b"/>
            <a:pathLst>
              <a:path w="128269" h="59689">
                <a:moveTo>
                  <a:pt x="38100" y="0"/>
                </a:moveTo>
                <a:lnTo>
                  <a:pt x="0" y="0"/>
                </a:lnTo>
                <a:lnTo>
                  <a:pt x="0" y="7620"/>
                </a:lnTo>
                <a:lnTo>
                  <a:pt x="30480" y="7620"/>
                </a:lnTo>
                <a:lnTo>
                  <a:pt x="25908" y="12192"/>
                </a:lnTo>
                <a:lnTo>
                  <a:pt x="22860" y="16764"/>
                </a:lnTo>
                <a:lnTo>
                  <a:pt x="16764" y="28956"/>
                </a:lnTo>
                <a:lnTo>
                  <a:pt x="13716" y="36576"/>
                </a:lnTo>
                <a:lnTo>
                  <a:pt x="9144" y="54864"/>
                </a:lnTo>
                <a:lnTo>
                  <a:pt x="9144" y="59436"/>
                </a:lnTo>
                <a:lnTo>
                  <a:pt x="16764" y="59436"/>
                </a:lnTo>
                <a:lnTo>
                  <a:pt x="16764" y="53340"/>
                </a:lnTo>
                <a:lnTo>
                  <a:pt x="18288" y="48768"/>
                </a:lnTo>
                <a:lnTo>
                  <a:pt x="21336" y="36576"/>
                </a:lnTo>
                <a:lnTo>
                  <a:pt x="24384" y="28956"/>
                </a:lnTo>
                <a:lnTo>
                  <a:pt x="27432" y="22860"/>
                </a:lnTo>
                <a:lnTo>
                  <a:pt x="30480" y="15240"/>
                </a:lnTo>
                <a:lnTo>
                  <a:pt x="35052" y="10668"/>
                </a:lnTo>
                <a:lnTo>
                  <a:pt x="38100" y="6096"/>
                </a:lnTo>
                <a:lnTo>
                  <a:pt x="38100" y="0"/>
                </a:lnTo>
                <a:close/>
              </a:path>
              <a:path w="128269" h="59689">
                <a:moveTo>
                  <a:pt x="82296" y="0"/>
                </a:moveTo>
                <a:lnTo>
                  <a:pt x="44196" y="0"/>
                </a:lnTo>
                <a:lnTo>
                  <a:pt x="44196" y="7620"/>
                </a:lnTo>
                <a:lnTo>
                  <a:pt x="74676" y="7620"/>
                </a:lnTo>
                <a:lnTo>
                  <a:pt x="71628" y="12192"/>
                </a:lnTo>
                <a:lnTo>
                  <a:pt x="67056" y="16764"/>
                </a:lnTo>
                <a:lnTo>
                  <a:pt x="60960" y="28956"/>
                </a:lnTo>
                <a:lnTo>
                  <a:pt x="57912" y="36576"/>
                </a:lnTo>
                <a:lnTo>
                  <a:pt x="53340" y="54864"/>
                </a:lnTo>
                <a:lnTo>
                  <a:pt x="53340" y="59436"/>
                </a:lnTo>
                <a:lnTo>
                  <a:pt x="60960" y="59436"/>
                </a:lnTo>
                <a:lnTo>
                  <a:pt x="62484" y="53340"/>
                </a:lnTo>
                <a:lnTo>
                  <a:pt x="62484" y="48768"/>
                </a:lnTo>
                <a:lnTo>
                  <a:pt x="65532" y="36576"/>
                </a:lnTo>
                <a:lnTo>
                  <a:pt x="68580" y="28956"/>
                </a:lnTo>
                <a:lnTo>
                  <a:pt x="71628" y="22860"/>
                </a:lnTo>
                <a:lnTo>
                  <a:pt x="76200" y="15240"/>
                </a:lnTo>
                <a:lnTo>
                  <a:pt x="82296" y="6096"/>
                </a:lnTo>
                <a:lnTo>
                  <a:pt x="82296" y="0"/>
                </a:lnTo>
                <a:close/>
              </a:path>
              <a:path w="128269" h="59689">
                <a:moveTo>
                  <a:pt x="128003" y="0"/>
                </a:moveTo>
                <a:lnTo>
                  <a:pt x="89903" y="0"/>
                </a:lnTo>
                <a:lnTo>
                  <a:pt x="89903" y="7620"/>
                </a:lnTo>
                <a:lnTo>
                  <a:pt x="120383" y="7620"/>
                </a:lnTo>
                <a:lnTo>
                  <a:pt x="115811" y="12192"/>
                </a:lnTo>
                <a:lnTo>
                  <a:pt x="112763" y="16764"/>
                </a:lnTo>
                <a:lnTo>
                  <a:pt x="106667" y="28956"/>
                </a:lnTo>
                <a:lnTo>
                  <a:pt x="103619" y="36576"/>
                </a:lnTo>
                <a:lnTo>
                  <a:pt x="102095" y="42672"/>
                </a:lnTo>
                <a:lnTo>
                  <a:pt x="99047" y="48768"/>
                </a:lnTo>
                <a:lnTo>
                  <a:pt x="99047" y="59436"/>
                </a:lnTo>
                <a:lnTo>
                  <a:pt x="106667" y="59436"/>
                </a:lnTo>
                <a:lnTo>
                  <a:pt x="106667" y="53340"/>
                </a:lnTo>
                <a:lnTo>
                  <a:pt x="108191" y="48768"/>
                </a:lnTo>
                <a:lnTo>
                  <a:pt x="111239" y="36576"/>
                </a:lnTo>
                <a:lnTo>
                  <a:pt x="114287" y="28956"/>
                </a:lnTo>
                <a:lnTo>
                  <a:pt x="117335" y="22860"/>
                </a:lnTo>
                <a:lnTo>
                  <a:pt x="120383" y="15240"/>
                </a:lnTo>
                <a:lnTo>
                  <a:pt x="123431" y="10668"/>
                </a:lnTo>
                <a:lnTo>
                  <a:pt x="128003" y="6096"/>
                </a:lnTo>
                <a:lnTo>
                  <a:pt x="12800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3939527" y="2459735"/>
            <a:ext cx="117475" cy="53340"/>
          </a:xfrm>
          <a:custGeom>
            <a:avLst/>
            <a:gdLst/>
            <a:ahLst/>
            <a:cxnLst/>
            <a:rect l="l" t="t" r="r" b="b"/>
            <a:pathLst>
              <a:path w="117475" h="53339">
                <a:moveTo>
                  <a:pt x="35052" y="33528"/>
                </a:moveTo>
                <a:lnTo>
                  <a:pt x="32004" y="27432"/>
                </a:lnTo>
                <a:lnTo>
                  <a:pt x="30480" y="25908"/>
                </a:lnTo>
                <a:lnTo>
                  <a:pt x="24384" y="22860"/>
                </a:lnTo>
                <a:lnTo>
                  <a:pt x="25908" y="22860"/>
                </a:lnTo>
                <a:lnTo>
                  <a:pt x="28956" y="21336"/>
                </a:lnTo>
                <a:lnTo>
                  <a:pt x="28956" y="19812"/>
                </a:lnTo>
                <a:lnTo>
                  <a:pt x="30480" y="16764"/>
                </a:lnTo>
                <a:lnTo>
                  <a:pt x="32004" y="15240"/>
                </a:lnTo>
                <a:lnTo>
                  <a:pt x="32004" y="10668"/>
                </a:lnTo>
                <a:lnTo>
                  <a:pt x="30480" y="9144"/>
                </a:lnTo>
                <a:lnTo>
                  <a:pt x="28956" y="6096"/>
                </a:lnTo>
                <a:lnTo>
                  <a:pt x="28956" y="4572"/>
                </a:lnTo>
                <a:lnTo>
                  <a:pt x="25908" y="3048"/>
                </a:lnTo>
                <a:lnTo>
                  <a:pt x="24384" y="1524"/>
                </a:lnTo>
                <a:lnTo>
                  <a:pt x="21336" y="0"/>
                </a:lnTo>
                <a:lnTo>
                  <a:pt x="10668" y="0"/>
                </a:lnTo>
                <a:lnTo>
                  <a:pt x="4572" y="3048"/>
                </a:lnTo>
                <a:lnTo>
                  <a:pt x="1524" y="6096"/>
                </a:lnTo>
                <a:lnTo>
                  <a:pt x="0" y="9144"/>
                </a:lnTo>
                <a:lnTo>
                  <a:pt x="0" y="13716"/>
                </a:lnTo>
                <a:lnTo>
                  <a:pt x="6096" y="15240"/>
                </a:lnTo>
                <a:lnTo>
                  <a:pt x="6096" y="12192"/>
                </a:lnTo>
                <a:lnTo>
                  <a:pt x="7620" y="9144"/>
                </a:lnTo>
                <a:lnTo>
                  <a:pt x="10668" y="6096"/>
                </a:lnTo>
                <a:lnTo>
                  <a:pt x="21336" y="6096"/>
                </a:lnTo>
                <a:lnTo>
                  <a:pt x="25908" y="10668"/>
                </a:lnTo>
                <a:lnTo>
                  <a:pt x="25908" y="16764"/>
                </a:lnTo>
                <a:lnTo>
                  <a:pt x="24384" y="18288"/>
                </a:lnTo>
                <a:lnTo>
                  <a:pt x="21336" y="19812"/>
                </a:lnTo>
                <a:lnTo>
                  <a:pt x="19812" y="21336"/>
                </a:lnTo>
                <a:lnTo>
                  <a:pt x="13716" y="21336"/>
                </a:lnTo>
                <a:lnTo>
                  <a:pt x="12192" y="27432"/>
                </a:lnTo>
                <a:lnTo>
                  <a:pt x="22860" y="27432"/>
                </a:lnTo>
                <a:lnTo>
                  <a:pt x="25908" y="28956"/>
                </a:lnTo>
                <a:lnTo>
                  <a:pt x="27432" y="32004"/>
                </a:lnTo>
                <a:lnTo>
                  <a:pt x="28956" y="33528"/>
                </a:lnTo>
                <a:lnTo>
                  <a:pt x="28956" y="39624"/>
                </a:lnTo>
                <a:lnTo>
                  <a:pt x="27432" y="42672"/>
                </a:lnTo>
                <a:lnTo>
                  <a:pt x="25908" y="44196"/>
                </a:lnTo>
                <a:lnTo>
                  <a:pt x="19812" y="47244"/>
                </a:lnTo>
                <a:lnTo>
                  <a:pt x="13716" y="47244"/>
                </a:lnTo>
                <a:lnTo>
                  <a:pt x="10668" y="45720"/>
                </a:lnTo>
                <a:lnTo>
                  <a:pt x="7620" y="42672"/>
                </a:lnTo>
                <a:lnTo>
                  <a:pt x="6096" y="39624"/>
                </a:lnTo>
                <a:lnTo>
                  <a:pt x="6096" y="36576"/>
                </a:lnTo>
                <a:lnTo>
                  <a:pt x="0" y="38100"/>
                </a:lnTo>
                <a:lnTo>
                  <a:pt x="0" y="42672"/>
                </a:lnTo>
                <a:lnTo>
                  <a:pt x="1524" y="45720"/>
                </a:lnTo>
                <a:lnTo>
                  <a:pt x="7620" y="51816"/>
                </a:lnTo>
                <a:lnTo>
                  <a:pt x="12192" y="53340"/>
                </a:lnTo>
                <a:lnTo>
                  <a:pt x="21336" y="53340"/>
                </a:lnTo>
                <a:lnTo>
                  <a:pt x="25908" y="51816"/>
                </a:lnTo>
                <a:lnTo>
                  <a:pt x="28956" y="48768"/>
                </a:lnTo>
                <a:lnTo>
                  <a:pt x="31242" y="47244"/>
                </a:lnTo>
                <a:lnTo>
                  <a:pt x="33528" y="45720"/>
                </a:lnTo>
                <a:lnTo>
                  <a:pt x="35052" y="41148"/>
                </a:lnTo>
                <a:lnTo>
                  <a:pt x="35052" y="33528"/>
                </a:lnTo>
                <a:close/>
              </a:path>
              <a:path w="117475" h="53339">
                <a:moveTo>
                  <a:pt x="76200" y="28956"/>
                </a:moveTo>
                <a:lnTo>
                  <a:pt x="74676" y="24384"/>
                </a:lnTo>
                <a:lnTo>
                  <a:pt x="68580" y="18288"/>
                </a:lnTo>
                <a:lnTo>
                  <a:pt x="64008" y="16764"/>
                </a:lnTo>
                <a:lnTo>
                  <a:pt x="56388" y="16764"/>
                </a:lnTo>
                <a:lnTo>
                  <a:pt x="50292" y="19812"/>
                </a:lnTo>
                <a:lnTo>
                  <a:pt x="53340" y="6096"/>
                </a:lnTo>
                <a:lnTo>
                  <a:pt x="73152" y="6096"/>
                </a:lnTo>
                <a:lnTo>
                  <a:pt x="73152" y="0"/>
                </a:lnTo>
                <a:lnTo>
                  <a:pt x="48768" y="0"/>
                </a:lnTo>
                <a:lnTo>
                  <a:pt x="42672" y="27432"/>
                </a:lnTo>
                <a:lnTo>
                  <a:pt x="48768" y="28956"/>
                </a:lnTo>
                <a:lnTo>
                  <a:pt x="48768" y="27432"/>
                </a:lnTo>
                <a:lnTo>
                  <a:pt x="53340" y="22860"/>
                </a:lnTo>
                <a:lnTo>
                  <a:pt x="62484" y="22860"/>
                </a:lnTo>
                <a:lnTo>
                  <a:pt x="65532" y="24384"/>
                </a:lnTo>
                <a:lnTo>
                  <a:pt x="68580" y="27432"/>
                </a:lnTo>
                <a:lnTo>
                  <a:pt x="70104" y="30480"/>
                </a:lnTo>
                <a:lnTo>
                  <a:pt x="70104" y="38100"/>
                </a:lnTo>
                <a:lnTo>
                  <a:pt x="67056" y="44196"/>
                </a:lnTo>
                <a:lnTo>
                  <a:pt x="65532" y="45720"/>
                </a:lnTo>
                <a:lnTo>
                  <a:pt x="62484" y="47244"/>
                </a:lnTo>
                <a:lnTo>
                  <a:pt x="54864" y="47244"/>
                </a:lnTo>
                <a:lnTo>
                  <a:pt x="51816" y="45720"/>
                </a:lnTo>
                <a:lnTo>
                  <a:pt x="47244" y="41148"/>
                </a:lnTo>
                <a:lnTo>
                  <a:pt x="47244" y="38100"/>
                </a:lnTo>
                <a:lnTo>
                  <a:pt x="41148" y="38100"/>
                </a:lnTo>
                <a:lnTo>
                  <a:pt x="41148" y="42672"/>
                </a:lnTo>
                <a:lnTo>
                  <a:pt x="42672" y="45720"/>
                </a:lnTo>
                <a:lnTo>
                  <a:pt x="45720" y="48768"/>
                </a:lnTo>
                <a:lnTo>
                  <a:pt x="48768" y="51816"/>
                </a:lnTo>
                <a:lnTo>
                  <a:pt x="53340" y="53340"/>
                </a:lnTo>
                <a:lnTo>
                  <a:pt x="64008" y="53340"/>
                </a:lnTo>
                <a:lnTo>
                  <a:pt x="68580" y="51816"/>
                </a:lnTo>
                <a:lnTo>
                  <a:pt x="74676" y="42672"/>
                </a:lnTo>
                <a:lnTo>
                  <a:pt x="76200" y="39624"/>
                </a:lnTo>
                <a:lnTo>
                  <a:pt x="76200" y="28956"/>
                </a:lnTo>
                <a:close/>
              </a:path>
              <a:path w="117475" h="53339">
                <a:moveTo>
                  <a:pt x="117360" y="16764"/>
                </a:moveTo>
                <a:lnTo>
                  <a:pt x="115836" y="13716"/>
                </a:lnTo>
                <a:lnTo>
                  <a:pt x="115836" y="10668"/>
                </a:lnTo>
                <a:lnTo>
                  <a:pt x="114312" y="9144"/>
                </a:lnTo>
                <a:lnTo>
                  <a:pt x="112788" y="6096"/>
                </a:lnTo>
                <a:lnTo>
                  <a:pt x="111264" y="4572"/>
                </a:lnTo>
                <a:lnTo>
                  <a:pt x="111264" y="18288"/>
                </a:lnTo>
                <a:lnTo>
                  <a:pt x="111264" y="35052"/>
                </a:lnTo>
                <a:lnTo>
                  <a:pt x="109740" y="41148"/>
                </a:lnTo>
                <a:lnTo>
                  <a:pt x="108216" y="44196"/>
                </a:lnTo>
                <a:lnTo>
                  <a:pt x="105168" y="45720"/>
                </a:lnTo>
                <a:lnTo>
                  <a:pt x="103644" y="47244"/>
                </a:lnTo>
                <a:lnTo>
                  <a:pt x="96024" y="47244"/>
                </a:lnTo>
                <a:lnTo>
                  <a:pt x="94500" y="45720"/>
                </a:lnTo>
                <a:lnTo>
                  <a:pt x="91452" y="44196"/>
                </a:lnTo>
                <a:lnTo>
                  <a:pt x="89928" y="41148"/>
                </a:lnTo>
                <a:lnTo>
                  <a:pt x="88404" y="35052"/>
                </a:lnTo>
                <a:lnTo>
                  <a:pt x="88404" y="18288"/>
                </a:lnTo>
                <a:lnTo>
                  <a:pt x="89928" y="12192"/>
                </a:lnTo>
                <a:lnTo>
                  <a:pt x="91452" y="9144"/>
                </a:lnTo>
                <a:lnTo>
                  <a:pt x="94500" y="7620"/>
                </a:lnTo>
                <a:lnTo>
                  <a:pt x="96024" y="6096"/>
                </a:lnTo>
                <a:lnTo>
                  <a:pt x="103644" y="6096"/>
                </a:lnTo>
                <a:lnTo>
                  <a:pt x="106692" y="7620"/>
                </a:lnTo>
                <a:lnTo>
                  <a:pt x="108216" y="10668"/>
                </a:lnTo>
                <a:lnTo>
                  <a:pt x="109740" y="12192"/>
                </a:lnTo>
                <a:lnTo>
                  <a:pt x="111264" y="18288"/>
                </a:lnTo>
                <a:lnTo>
                  <a:pt x="111264" y="4572"/>
                </a:lnTo>
                <a:lnTo>
                  <a:pt x="108216" y="1524"/>
                </a:lnTo>
                <a:lnTo>
                  <a:pt x="105168" y="0"/>
                </a:lnTo>
                <a:lnTo>
                  <a:pt x="96024" y="0"/>
                </a:lnTo>
                <a:lnTo>
                  <a:pt x="86880" y="4572"/>
                </a:lnTo>
                <a:lnTo>
                  <a:pt x="83832" y="10668"/>
                </a:lnTo>
                <a:lnTo>
                  <a:pt x="82308" y="15240"/>
                </a:lnTo>
                <a:lnTo>
                  <a:pt x="82308" y="36576"/>
                </a:lnTo>
                <a:lnTo>
                  <a:pt x="83832" y="44196"/>
                </a:lnTo>
                <a:lnTo>
                  <a:pt x="86880" y="48768"/>
                </a:lnTo>
                <a:lnTo>
                  <a:pt x="89928" y="51816"/>
                </a:lnTo>
                <a:lnTo>
                  <a:pt x="94500" y="53340"/>
                </a:lnTo>
                <a:lnTo>
                  <a:pt x="103644" y="53340"/>
                </a:lnTo>
                <a:lnTo>
                  <a:pt x="112788" y="48768"/>
                </a:lnTo>
                <a:lnTo>
                  <a:pt x="113550" y="47244"/>
                </a:lnTo>
                <a:lnTo>
                  <a:pt x="114312" y="45720"/>
                </a:lnTo>
                <a:lnTo>
                  <a:pt x="115836" y="41148"/>
                </a:lnTo>
                <a:lnTo>
                  <a:pt x="117360" y="38100"/>
                </a:lnTo>
                <a:lnTo>
                  <a:pt x="117360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3281172" y="2459735"/>
            <a:ext cx="182880" cy="53975"/>
          </a:xfrm>
          <a:custGeom>
            <a:avLst/>
            <a:gdLst/>
            <a:ahLst/>
            <a:cxnLst/>
            <a:rect l="l" t="t" r="r" b="b"/>
            <a:pathLst>
              <a:path w="182879" h="53975">
                <a:moveTo>
                  <a:pt x="35052" y="7632"/>
                </a:moveTo>
                <a:lnTo>
                  <a:pt x="28956" y="1536"/>
                </a:lnTo>
                <a:lnTo>
                  <a:pt x="24384" y="12"/>
                </a:lnTo>
                <a:lnTo>
                  <a:pt x="13716" y="12"/>
                </a:lnTo>
                <a:lnTo>
                  <a:pt x="10668" y="1536"/>
                </a:lnTo>
                <a:lnTo>
                  <a:pt x="7620" y="4584"/>
                </a:lnTo>
                <a:lnTo>
                  <a:pt x="4572" y="6108"/>
                </a:lnTo>
                <a:lnTo>
                  <a:pt x="1524" y="15252"/>
                </a:lnTo>
                <a:lnTo>
                  <a:pt x="7620" y="16776"/>
                </a:lnTo>
                <a:lnTo>
                  <a:pt x="7620" y="13728"/>
                </a:lnTo>
                <a:lnTo>
                  <a:pt x="9144" y="10680"/>
                </a:lnTo>
                <a:lnTo>
                  <a:pt x="10668" y="9156"/>
                </a:lnTo>
                <a:lnTo>
                  <a:pt x="13716" y="7632"/>
                </a:lnTo>
                <a:lnTo>
                  <a:pt x="15240" y="6108"/>
                </a:lnTo>
                <a:lnTo>
                  <a:pt x="22860" y="6108"/>
                </a:lnTo>
                <a:lnTo>
                  <a:pt x="24384" y="7632"/>
                </a:lnTo>
                <a:lnTo>
                  <a:pt x="27432" y="9156"/>
                </a:lnTo>
                <a:lnTo>
                  <a:pt x="28956" y="10680"/>
                </a:lnTo>
                <a:lnTo>
                  <a:pt x="28956" y="21348"/>
                </a:lnTo>
                <a:lnTo>
                  <a:pt x="25908" y="22872"/>
                </a:lnTo>
                <a:lnTo>
                  <a:pt x="24384" y="25920"/>
                </a:lnTo>
                <a:lnTo>
                  <a:pt x="15240" y="35064"/>
                </a:lnTo>
                <a:lnTo>
                  <a:pt x="10668" y="38112"/>
                </a:lnTo>
                <a:lnTo>
                  <a:pt x="3048" y="45732"/>
                </a:lnTo>
                <a:lnTo>
                  <a:pt x="1524" y="48780"/>
                </a:lnTo>
                <a:lnTo>
                  <a:pt x="1524" y="50304"/>
                </a:lnTo>
                <a:lnTo>
                  <a:pt x="0" y="51828"/>
                </a:lnTo>
                <a:lnTo>
                  <a:pt x="0" y="53352"/>
                </a:lnTo>
                <a:lnTo>
                  <a:pt x="35052" y="53352"/>
                </a:lnTo>
                <a:lnTo>
                  <a:pt x="35052" y="47256"/>
                </a:lnTo>
                <a:lnTo>
                  <a:pt x="9144" y="47256"/>
                </a:lnTo>
                <a:lnTo>
                  <a:pt x="13716" y="42684"/>
                </a:lnTo>
                <a:lnTo>
                  <a:pt x="16764" y="41160"/>
                </a:lnTo>
                <a:lnTo>
                  <a:pt x="19812" y="36588"/>
                </a:lnTo>
                <a:lnTo>
                  <a:pt x="24384" y="33540"/>
                </a:lnTo>
                <a:lnTo>
                  <a:pt x="32004" y="25920"/>
                </a:lnTo>
                <a:lnTo>
                  <a:pt x="33528" y="22872"/>
                </a:lnTo>
                <a:lnTo>
                  <a:pt x="35052" y="21348"/>
                </a:lnTo>
                <a:lnTo>
                  <a:pt x="35052" y="7632"/>
                </a:lnTo>
                <a:close/>
              </a:path>
              <a:path w="182879" h="53975">
                <a:moveTo>
                  <a:pt x="99060" y="10680"/>
                </a:moveTo>
                <a:lnTo>
                  <a:pt x="97536" y="7632"/>
                </a:lnTo>
                <a:lnTo>
                  <a:pt x="91440" y="1536"/>
                </a:lnTo>
                <a:lnTo>
                  <a:pt x="86868" y="12"/>
                </a:lnTo>
                <a:lnTo>
                  <a:pt x="77724" y="12"/>
                </a:lnTo>
                <a:lnTo>
                  <a:pt x="73152" y="1536"/>
                </a:lnTo>
                <a:lnTo>
                  <a:pt x="70104" y="4584"/>
                </a:lnTo>
                <a:lnTo>
                  <a:pt x="67056" y="6108"/>
                </a:lnTo>
                <a:lnTo>
                  <a:pt x="65532" y="10680"/>
                </a:lnTo>
                <a:lnTo>
                  <a:pt x="65532" y="15252"/>
                </a:lnTo>
                <a:lnTo>
                  <a:pt x="71628" y="16776"/>
                </a:lnTo>
                <a:lnTo>
                  <a:pt x="71628" y="13728"/>
                </a:lnTo>
                <a:lnTo>
                  <a:pt x="73152" y="10680"/>
                </a:lnTo>
                <a:lnTo>
                  <a:pt x="76200" y="7632"/>
                </a:lnTo>
                <a:lnTo>
                  <a:pt x="79248" y="6108"/>
                </a:lnTo>
                <a:lnTo>
                  <a:pt x="85344" y="6108"/>
                </a:lnTo>
                <a:lnTo>
                  <a:pt x="88392" y="7632"/>
                </a:lnTo>
                <a:lnTo>
                  <a:pt x="92964" y="12204"/>
                </a:lnTo>
                <a:lnTo>
                  <a:pt x="92964" y="18300"/>
                </a:lnTo>
                <a:lnTo>
                  <a:pt x="91440" y="21348"/>
                </a:lnTo>
                <a:lnTo>
                  <a:pt x="86868" y="25920"/>
                </a:lnTo>
                <a:lnTo>
                  <a:pt x="83820" y="30492"/>
                </a:lnTo>
                <a:lnTo>
                  <a:pt x="77724" y="35064"/>
                </a:lnTo>
                <a:lnTo>
                  <a:pt x="74676" y="38112"/>
                </a:lnTo>
                <a:lnTo>
                  <a:pt x="71628" y="39636"/>
                </a:lnTo>
                <a:lnTo>
                  <a:pt x="70104" y="42684"/>
                </a:lnTo>
                <a:lnTo>
                  <a:pt x="67056" y="44208"/>
                </a:lnTo>
                <a:lnTo>
                  <a:pt x="65532" y="45732"/>
                </a:lnTo>
                <a:lnTo>
                  <a:pt x="65532" y="48780"/>
                </a:lnTo>
                <a:lnTo>
                  <a:pt x="64008" y="50304"/>
                </a:lnTo>
                <a:lnTo>
                  <a:pt x="64008" y="53352"/>
                </a:lnTo>
                <a:lnTo>
                  <a:pt x="99060" y="53352"/>
                </a:lnTo>
                <a:lnTo>
                  <a:pt x="99060" y="47256"/>
                </a:lnTo>
                <a:lnTo>
                  <a:pt x="73152" y="47256"/>
                </a:lnTo>
                <a:lnTo>
                  <a:pt x="73152" y="45732"/>
                </a:lnTo>
                <a:lnTo>
                  <a:pt x="74676" y="44208"/>
                </a:lnTo>
                <a:lnTo>
                  <a:pt x="76200" y="44208"/>
                </a:lnTo>
                <a:lnTo>
                  <a:pt x="83820" y="36588"/>
                </a:lnTo>
                <a:lnTo>
                  <a:pt x="88392" y="33540"/>
                </a:lnTo>
                <a:lnTo>
                  <a:pt x="91440" y="30492"/>
                </a:lnTo>
                <a:lnTo>
                  <a:pt x="92964" y="27444"/>
                </a:lnTo>
                <a:lnTo>
                  <a:pt x="96012" y="25920"/>
                </a:lnTo>
                <a:lnTo>
                  <a:pt x="97536" y="22872"/>
                </a:lnTo>
                <a:lnTo>
                  <a:pt x="97536" y="21348"/>
                </a:lnTo>
                <a:lnTo>
                  <a:pt x="99060" y="19824"/>
                </a:lnTo>
                <a:lnTo>
                  <a:pt x="99060" y="10680"/>
                </a:lnTo>
                <a:close/>
              </a:path>
              <a:path w="182879" h="53975">
                <a:moveTo>
                  <a:pt x="141732" y="16764"/>
                </a:moveTo>
                <a:lnTo>
                  <a:pt x="140208" y="13716"/>
                </a:lnTo>
                <a:lnTo>
                  <a:pt x="140208" y="10668"/>
                </a:lnTo>
                <a:lnTo>
                  <a:pt x="138684" y="9144"/>
                </a:lnTo>
                <a:lnTo>
                  <a:pt x="137160" y="6096"/>
                </a:lnTo>
                <a:lnTo>
                  <a:pt x="137160" y="4572"/>
                </a:lnTo>
                <a:lnTo>
                  <a:pt x="135636" y="3810"/>
                </a:lnTo>
                <a:lnTo>
                  <a:pt x="135636" y="18288"/>
                </a:lnTo>
                <a:lnTo>
                  <a:pt x="135636" y="35052"/>
                </a:lnTo>
                <a:lnTo>
                  <a:pt x="134112" y="41148"/>
                </a:lnTo>
                <a:lnTo>
                  <a:pt x="132588" y="44196"/>
                </a:lnTo>
                <a:lnTo>
                  <a:pt x="129540" y="45720"/>
                </a:lnTo>
                <a:lnTo>
                  <a:pt x="128016" y="47244"/>
                </a:lnTo>
                <a:lnTo>
                  <a:pt x="120396" y="47244"/>
                </a:lnTo>
                <a:lnTo>
                  <a:pt x="118872" y="45720"/>
                </a:lnTo>
                <a:lnTo>
                  <a:pt x="115824" y="44196"/>
                </a:lnTo>
                <a:lnTo>
                  <a:pt x="114300" y="41148"/>
                </a:lnTo>
                <a:lnTo>
                  <a:pt x="112776" y="35052"/>
                </a:lnTo>
                <a:lnTo>
                  <a:pt x="112776" y="18288"/>
                </a:lnTo>
                <a:lnTo>
                  <a:pt x="114300" y="12192"/>
                </a:lnTo>
                <a:lnTo>
                  <a:pt x="115824" y="9144"/>
                </a:lnTo>
                <a:lnTo>
                  <a:pt x="118872" y="7620"/>
                </a:lnTo>
                <a:lnTo>
                  <a:pt x="120396" y="6096"/>
                </a:lnTo>
                <a:lnTo>
                  <a:pt x="128016" y="6096"/>
                </a:lnTo>
                <a:lnTo>
                  <a:pt x="131064" y="7620"/>
                </a:lnTo>
                <a:lnTo>
                  <a:pt x="132588" y="10668"/>
                </a:lnTo>
                <a:lnTo>
                  <a:pt x="134112" y="12192"/>
                </a:lnTo>
                <a:lnTo>
                  <a:pt x="135636" y="18288"/>
                </a:lnTo>
                <a:lnTo>
                  <a:pt x="135636" y="3810"/>
                </a:lnTo>
                <a:lnTo>
                  <a:pt x="134112" y="3048"/>
                </a:lnTo>
                <a:lnTo>
                  <a:pt x="132588" y="1524"/>
                </a:lnTo>
                <a:lnTo>
                  <a:pt x="129540" y="0"/>
                </a:lnTo>
                <a:lnTo>
                  <a:pt x="120396" y="0"/>
                </a:lnTo>
                <a:lnTo>
                  <a:pt x="114300" y="3048"/>
                </a:lnTo>
                <a:lnTo>
                  <a:pt x="109728" y="7620"/>
                </a:lnTo>
                <a:lnTo>
                  <a:pt x="108204" y="10668"/>
                </a:lnTo>
                <a:lnTo>
                  <a:pt x="108204" y="15240"/>
                </a:lnTo>
                <a:lnTo>
                  <a:pt x="106680" y="19812"/>
                </a:lnTo>
                <a:lnTo>
                  <a:pt x="106680" y="36576"/>
                </a:lnTo>
                <a:lnTo>
                  <a:pt x="108204" y="44196"/>
                </a:lnTo>
                <a:lnTo>
                  <a:pt x="115824" y="51816"/>
                </a:lnTo>
                <a:lnTo>
                  <a:pt x="118872" y="53340"/>
                </a:lnTo>
                <a:lnTo>
                  <a:pt x="128016" y="53340"/>
                </a:lnTo>
                <a:lnTo>
                  <a:pt x="137160" y="48768"/>
                </a:lnTo>
                <a:lnTo>
                  <a:pt x="137922" y="47244"/>
                </a:lnTo>
                <a:lnTo>
                  <a:pt x="138684" y="45720"/>
                </a:lnTo>
                <a:lnTo>
                  <a:pt x="140208" y="41148"/>
                </a:lnTo>
                <a:lnTo>
                  <a:pt x="141732" y="38100"/>
                </a:lnTo>
                <a:lnTo>
                  <a:pt x="141732" y="16764"/>
                </a:lnTo>
                <a:close/>
              </a:path>
              <a:path w="182879" h="53975">
                <a:moveTo>
                  <a:pt x="182880" y="16764"/>
                </a:moveTo>
                <a:lnTo>
                  <a:pt x="181356" y="13716"/>
                </a:lnTo>
                <a:lnTo>
                  <a:pt x="181356" y="10668"/>
                </a:lnTo>
                <a:lnTo>
                  <a:pt x="179832" y="9144"/>
                </a:lnTo>
                <a:lnTo>
                  <a:pt x="179832" y="6096"/>
                </a:lnTo>
                <a:lnTo>
                  <a:pt x="176784" y="3048"/>
                </a:lnTo>
                <a:lnTo>
                  <a:pt x="176784" y="12192"/>
                </a:lnTo>
                <a:lnTo>
                  <a:pt x="176784" y="41148"/>
                </a:lnTo>
                <a:lnTo>
                  <a:pt x="172212" y="45720"/>
                </a:lnTo>
                <a:lnTo>
                  <a:pt x="169164" y="47244"/>
                </a:lnTo>
                <a:lnTo>
                  <a:pt x="163068" y="47244"/>
                </a:lnTo>
                <a:lnTo>
                  <a:pt x="156972" y="44196"/>
                </a:lnTo>
                <a:lnTo>
                  <a:pt x="155448" y="41148"/>
                </a:lnTo>
                <a:lnTo>
                  <a:pt x="153924" y="35052"/>
                </a:lnTo>
                <a:lnTo>
                  <a:pt x="153924" y="18288"/>
                </a:lnTo>
                <a:lnTo>
                  <a:pt x="155448" y="12192"/>
                </a:lnTo>
                <a:lnTo>
                  <a:pt x="156972" y="9144"/>
                </a:lnTo>
                <a:lnTo>
                  <a:pt x="163068" y="6096"/>
                </a:lnTo>
                <a:lnTo>
                  <a:pt x="169164" y="6096"/>
                </a:lnTo>
                <a:lnTo>
                  <a:pt x="172212" y="7620"/>
                </a:lnTo>
                <a:lnTo>
                  <a:pt x="173736" y="10668"/>
                </a:lnTo>
                <a:lnTo>
                  <a:pt x="176784" y="12192"/>
                </a:lnTo>
                <a:lnTo>
                  <a:pt x="176784" y="3048"/>
                </a:lnTo>
                <a:lnTo>
                  <a:pt x="170688" y="0"/>
                </a:lnTo>
                <a:lnTo>
                  <a:pt x="161544" y="0"/>
                </a:lnTo>
                <a:lnTo>
                  <a:pt x="155448" y="3048"/>
                </a:lnTo>
                <a:lnTo>
                  <a:pt x="150876" y="7620"/>
                </a:lnTo>
                <a:lnTo>
                  <a:pt x="150876" y="10668"/>
                </a:lnTo>
                <a:lnTo>
                  <a:pt x="147828" y="19812"/>
                </a:lnTo>
                <a:lnTo>
                  <a:pt x="147828" y="36576"/>
                </a:lnTo>
                <a:lnTo>
                  <a:pt x="149352" y="44196"/>
                </a:lnTo>
                <a:lnTo>
                  <a:pt x="156972" y="51816"/>
                </a:lnTo>
                <a:lnTo>
                  <a:pt x="160020" y="53340"/>
                </a:lnTo>
                <a:lnTo>
                  <a:pt x="169164" y="53340"/>
                </a:lnTo>
                <a:lnTo>
                  <a:pt x="178308" y="48768"/>
                </a:lnTo>
                <a:lnTo>
                  <a:pt x="179070" y="47244"/>
                </a:lnTo>
                <a:lnTo>
                  <a:pt x="179832" y="45720"/>
                </a:lnTo>
                <a:lnTo>
                  <a:pt x="181356" y="41148"/>
                </a:lnTo>
                <a:lnTo>
                  <a:pt x="182880" y="38100"/>
                </a:lnTo>
                <a:lnTo>
                  <a:pt x="182880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2657843" y="2459735"/>
            <a:ext cx="183515" cy="53340"/>
          </a:xfrm>
          <a:custGeom>
            <a:avLst/>
            <a:gdLst/>
            <a:ahLst/>
            <a:cxnLst/>
            <a:rect l="l" t="t" r="r" b="b"/>
            <a:pathLst>
              <a:path w="183514" h="53339">
                <a:moveTo>
                  <a:pt x="36576" y="30480"/>
                </a:moveTo>
                <a:lnTo>
                  <a:pt x="35052" y="25908"/>
                </a:lnTo>
                <a:lnTo>
                  <a:pt x="33528" y="24384"/>
                </a:lnTo>
                <a:lnTo>
                  <a:pt x="30480" y="21336"/>
                </a:lnTo>
                <a:lnTo>
                  <a:pt x="30480" y="32004"/>
                </a:lnTo>
                <a:lnTo>
                  <a:pt x="30480" y="39624"/>
                </a:lnTo>
                <a:lnTo>
                  <a:pt x="28956" y="42672"/>
                </a:lnTo>
                <a:lnTo>
                  <a:pt x="25908" y="45720"/>
                </a:lnTo>
                <a:lnTo>
                  <a:pt x="22860" y="47244"/>
                </a:lnTo>
                <a:lnTo>
                  <a:pt x="13716" y="47244"/>
                </a:lnTo>
                <a:lnTo>
                  <a:pt x="6096" y="39624"/>
                </a:lnTo>
                <a:lnTo>
                  <a:pt x="6096" y="32004"/>
                </a:lnTo>
                <a:lnTo>
                  <a:pt x="7620" y="28956"/>
                </a:lnTo>
                <a:lnTo>
                  <a:pt x="9144" y="27432"/>
                </a:lnTo>
                <a:lnTo>
                  <a:pt x="12192" y="25908"/>
                </a:lnTo>
                <a:lnTo>
                  <a:pt x="15240" y="24384"/>
                </a:lnTo>
                <a:lnTo>
                  <a:pt x="22860" y="24384"/>
                </a:lnTo>
                <a:lnTo>
                  <a:pt x="25908" y="25908"/>
                </a:lnTo>
                <a:lnTo>
                  <a:pt x="28956" y="28956"/>
                </a:lnTo>
                <a:lnTo>
                  <a:pt x="30480" y="32004"/>
                </a:lnTo>
                <a:lnTo>
                  <a:pt x="30480" y="21336"/>
                </a:lnTo>
                <a:lnTo>
                  <a:pt x="28956" y="19812"/>
                </a:lnTo>
                <a:lnTo>
                  <a:pt x="24384" y="18288"/>
                </a:lnTo>
                <a:lnTo>
                  <a:pt x="15240" y="18288"/>
                </a:lnTo>
                <a:lnTo>
                  <a:pt x="9144" y="21336"/>
                </a:lnTo>
                <a:lnTo>
                  <a:pt x="7620" y="22860"/>
                </a:lnTo>
                <a:lnTo>
                  <a:pt x="6096" y="25908"/>
                </a:lnTo>
                <a:lnTo>
                  <a:pt x="6096" y="16764"/>
                </a:lnTo>
                <a:lnTo>
                  <a:pt x="9144" y="10668"/>
                </a:lnTo>
                <a:lnTo>
                  <a:pt x="12192" y="7620"/>
                </a:lnTo>
                <a:lnTo>
                  <a:pt x="15240" y="6096"/>
                </a:lnTo>
                <a:lnTo>
                  <a:pt x="21336" y="6096"/>
                </a:lnTo>
                <a:lnTo>
                  <a:pt x="24384" y="7620"/>
                </a:lnTo>
                <a:lnTo>
                  <a:pt x="25908" y="9144"/>
                </a:lnTo>
                <a:lnTo>
                  <a:pt x="27432" y="9144"/>
                </a:lnTo>
                <a:lnTo>
                  <a:pt x="28956" y="10668"/>
                </a:lnTo>
                <a:lnTo>
                  <a:pt x="28956" y="13716"/>
                </a:lnTo>
                <a:lnTo>
                  <a:pt x="35052" y="13716"/>
                </a:lnTo>
                <a:lnTo>
                  <a:pt x="35052" y="9144"/>
                </a:lnTo>
                <a:lnTo>
                  <a:pt x="33528" y="6096"/>
                </a:lnTo>
                <a:lnTo>
                  <a:pt x="30480" y="3048"/>
                </a:lnTo>
                <a:lnTo>
                  <a:pt x="24384" y="0"/>
                </a:lnTo>
                <a:lnTo>
                  <a:pt x="13716" y="0"/>
                </a:lnTo>
                <a:lnTo>
                  <a:pt x="9144" y="1524"/>
                </a:lnTo>
                <a:lnTo>
                  <a:pt x="6096" y="6096"/>
                </a:lnTo>
                <a:lnTo>
                  <a:pt x="1524" y="10668"/>
                </a:lnTo>
                <a:lnTo>
                  <a:pt x="0" y="18288"/>
                </a:lnTo>
                <a:lnTo>
                  <a:pt x="0" y="36576"/>
                </a:lnTo>
                <a:lnTo>
                  <a:pt x="1524" y="44196"/>
                </a:lnTo>
                <a:lnTo>
                  <a:pt x="6096" y="47244"/>
                </a:lnTo>
                <a:lnTo>
                  <a:pt x="9144" y="51816"/>
                </a:lnTo>
                <a:lnTo>
                  <a:pt x="13716" y="53340"/>
                </a:lnTo>
                <a:lnTo>
                  <a:pt x="25908" y="53340"/>
                </a:lnTo>
                <a:lnTo>
                  <a:pt x="27432" y="51816"/>
                </a:lnTo>
                <a:lnTo>
                  <a:pt x="30480" y="50292"/>
                </a:lnTo>
                <a:lnTo>
                  <a:pt x="33528" y="47244"/>
                </a:lnTo>
                <a:lnTo>
                  <a:pt x="35052" y="44196"/>
                </a:lnTo>
                <a:lnTo>
                  <a:pt x="35052" y="41148"/>
                </a:lnTo>
                <a:lnTo>
                  <a:pt x="36576" y="38100"/>
                </a:lnTo>
                <a:lnTo>
                  <a:pt x="36576" y="30480"/>
                </a:lnTo>
                <a:close/>
              </a:path>
              <a:path w="183514" h="53339">
                <a:moveTo>
                  <a:pt x="99060" y="35052"/>
                </a:moveTo>
                <a:lnTo>
                  <a:pt x="92964" y="35052"/>
                </a:lnTo>
                <a:lnTo>
                  <a:pt x="92964" y="12192"/>
                </a:lnTo>
                <a:lnTo>
                  <a:pt x="92964" y="0"/>
                </a:lnTo>
                <a:lnTo>
                  <a:pt x="88392" y="0"/>
                </a:lnTo>
                <a:lnTo>
                  <a:pt x="86868" y="2070"/>
                </a:lnTo>
                <a:lnTo>
                  <a:pt x="86868" y="12192"/>
                </a:lnTo>
                <a:lnTo>
                  <a:pt x="86868" y="35052"/>
                </a:lnTo>
                <a:lnTo>
                  <a:pt x="70104" y="35052"/>
                </a:lnTo>
                <a:lnTo>
                  <a:pt x="86868" y="12192"/>
                </a:lnTo>
                <a:lnTo>
                  <a:pt x="86868" y="2070"/>
                </a:lnTo>
                <a:lnTo>
                  <a:pt x="62484" y="35052"/>
                </a:lnTo>
                <a:lnTo>
                  <a:pt x="62484" y="41148"/>
                </a:lnTo>
                <a:lnTo>
                  <a:pt x="86868" y="41148"/>
                </a:lnTo>
                <a:lnTo>
                  <a:pt x="86868" y="53340"/>
                </a:lnTo>
                <a:lnTo>
                  <a:pt x="92964" y="53340"/>
                </a:lnTo>
                <a:lnTo>
                  <a:pt x="92964" y="41148"/>
                </a:lnTo>
                <a:lnTo>
                  <a:pt x="99060" y="41148"/>
                </a:lnTo>
                <a:lnTo>
                  <a:pt x="99060" y="35052"/>
                </a:lnTo>
                <a:close/>
              </a:path>
              <a:path w="183514" h="53339">
                <a:moveTo>
                  <a:pt x="141744" y="21336"/>
                </a:moveTo>
                <a:lnTo>
                  <a:pt x="140220" y="16764"/>
                </a:lnTo>
                <a:lnTo>
                  <a:pt x="140220" y="13716"/>
                </a:lnTo>
                <a:lnTo>
                  <a:pt x="138696" y="10668"/>
                </a:lnTo>
                <a:lnTo>
                  <a:pt x="138696" y="9144"/>
                </a:lnTo>
                <a:lnTo>
                  <a:pt x="137172" y="6096"/>
                </a:lnTo>
                <a:lnTo>
                  <a:pt x="135648" y="4572"/>
                </a:lnTo>
                <a:lnTo>
                  <a:pt x="135648" y="18288"/>
                </a:lnTo>
                <a:lnTo>
                  <a:pt x="135648" y="35052"/>
                </a:lnTo>
                <a:lnTo>
                  <a:pt x="134124" y="41148"/>
                </a:lnTo>
                <a:lnTo>
                  <a:pt x="129552" y="45720"/>
                </a:lnTo>
                <a:lnTo>
                  <a:pt x="126504" y="47244"/>
                </a:lnTo>
                <a:lnTo>
                  <a:pt x="120408" y="47244"/>
                </a:lnTo>
                <a:lnTo>
                  <a:pt x="117360" y="45720"/>
                </a:lnTo>
                <a:lnTo>
                  <a:pt x="112788" y="41148"/>
                </a:lnTo>
                <a:lnTo>
                  <a:pt x="112788" y="12192"/>
                </a:lnTo>
                <a:lnTo>
                  <a:pt x="117360" y="7620"/>
                </a:lnTo>
                <a:lnTo>
                  <a:pt x="120408" y="6096"/>
                </a:lnTo>
                <a:lnTo>
                  <a:pt x="126504" y="6096"/>
                </a:lnTo>
                <a:lnTo>
                  <a:pt x="129552" y="7620"/>
                </a:lnTo>
                <a:lnTo>
                  <a:pt x="134124" y="12192"/>
                </a:lnTo>
                <a:lnTo>
                  <a:pt x="135648" y="18288"/>
                </a:lnTo>
                <a:lnTo>
                  <a:pt x="135648" y="4572"/>
                </a:lnTo>
                <a:lnTo>
                  <a:pt x="134124" y="3048"/>
                </a:lnTo>
                <a:lnTo>
                  <a:pt x="131076" y="1524"/>
                </a:lnTo>
                <a:lnTo>
                  <a:pt x="129552" y="0"/>
                </a:lnTo>
                <a:lnTo>
                  <a:pt x="120408" y="0"/>
                </a:lnTo>
                <a:lnTo>
                  <a:pt x="115836" y="1524"/>
                </a:lnTo>
                <a:lnTo>
                  <a:pt x="114312" y="3048"/>
                </a:lnTo>
                <a:lnTo>
                  <a:pt x="111264" y="4572"/>
                </a:lnTo>
                <a:lnTo>
                  <a:pt x="108216" y="10668"/>
                </a:lnTo>
                <a:lnTo>
                  <a:pt x="106692" y="15240"/>
                </a:lnTo>
                <a:lnTo>
                  <a:pt x="106692" y="36576"/>
                </a:lnTo>
                <a:lnTo>
                  <a:pt x="108216" y="44196"/>
                </a:lnTo>
                <a:lnTo>
                  <a:pt x="111264" y="48768"/>
                </a:lnTo>
                <a:lnTo>
                  <a:pt x="114312" y="51816"/>
                </a:lnTo>
                <a:lnTo>
                  <a:pt x="118884" y="53340"/>
                </a:lnTo>
                <a:lnTo>
                  <a:pt x="128028" y="53340"/>
                </a:lnTo>
                <a:lnTo>
                  <a:pt x="134124" y="50292"/>
                </a:lnTo>
                <a:lnTo>
                  <a:pt x="135648" y="48768"/>
                </a:lnTo>
                <a:lnTo>
                  <a:pt x="136410" y="47244"/>
                </a:lnTo>
                <a:lnTo>
                  <a:pt x="137172" y="45720"/>
                </a:lnTo>
                <a:lnTo>
                  <a:pt x="138696" y="41148"/>
                </a:lnTo>
                <a:lnTo>
                  <a:pt x="140220" y="38100"/>
                </a:lnTo>
                <a:lnTo>
                  <a:pt x="141744" y="33528"/>
                </a:lnTo>
                <a:lnTo>
                  <a:pt x="141744" y="21336"/>
                </a:lnTo>
                <a:close/>
              </a:path>
              <a:path w="183514" h="53339">
                <a:moveTo>
                  <a:pt x="182892" y="21336"/>
                </a:moveTo>
                <a:lnTo>
                  <a:pt x="181368" y="16764"/>
                </a:lnTo>
                <a:lnTo>
                  <a:pt x="181368" y="13716"/>
                </a:lnTo>
                <a:lnTo>
                  <a:pt x="179844" y="10668"/>
                </a:lnTo>
                <a:lnTo>
                  <a:pt x="179844" y="9144"/>
                </a:lnTo>
                <a:lnTo>
                  <a:pt x="178320" y="6096"/>
                </a:lnTo>
                <a:lnTo>
                  <a:pt x="176796" y="4572"/>
                </a:lnTo>
                <a:lnTo>
                  <a:pt x="176796" y="18288"/>
                </a:lnTo>
                <a:lnTo>
                  <a:pt x="176796" y="35052"/>
                </a:lnTo>
                <a:lnTo>
                  <a:pt x="175272" y="41148"/>
                </a:lnTo>
                <a:lnTo>
                  <a:pt x="173748" y="44196"/>
                </a:lnTo>
                <a:lnTo>
                  <a:pt x="167652" y="47244"/>
                </a:lnTo>
                <a:lnTo>
                  <a:pt x="161556" y="47244"/>
                </a:lnTo>
                <a:lnTo>
                  <a:pt x="158508" y="45720"/>
                </a:lnTo>
                <a:lnTo>
                  <a:pt x="153936" y="41148"/>
                </a:lnTo>
                <a:lnTo>
                  <a:pt x="153936" y="12192"/>
                </a:lnTo>
                <a:lnTo>
                  <a:pt x="158508" y="7620"/>
                </a:lnTo>
                <a:lnTo>
                  <a:pt x="161556" y="6096"/>
                </a:lnTo>
                <a:lnTo>
                  <a:pt x="169176" y="6096"/>
                </a:lnTo>
                <a:lnTo>
                  <a:pt x="175272" y="12192"/>
                </a:lnTo>
                <a:lnTo>
                  <a:pt x="176796" y="18288"/>
                </a:lnTo>
                <a:lnTo>
                  <a:pt x="176796" y="4572"/>
                </a:lnTo>
                <a:lnTo>
                  <a:pt x="175272" y="3048"/>
                </a:lnTo>
                <a:lnTo>
                  <a:pt x="172224" y="1524"/>
                </a:lnTo>
                <a:lnTo>
                  <a:pt x="170700" y="0"/>
                </a:lnTo>
                <a:lnTo>
                  <a:pt x="161556" y="0"/>
                </a:lnTo>
                <a:lnTo>
                  <a:pt x="152412" y="4572"/>
                </a:lnTo>
                <a:lnTo>
                  <a:pt x="149364" y="10668"/>
                </a:lnTo>
                <a:lnTo>
                  <a:pt x="147840" y="15240"/>
                </a:lnTo>
                <a:lnTo>
                  <a:pt x="147840" y="36576"/>
                </a:lnTo>
                <a:lnTo>
                  <a:pt x="149364" y="44196"/>
                </a:lnTo>
                <a:lnTo>
                  <a:pt x="152412" y="48768"/>
                </a:lnTo>
                <a:lnTo>
                  <a:pt x="155460" y="51816"/>
                </a:lnTo>
                <a:lnTo>
                  <a:pt x="160032" y="53340"/>
                </a:lnTo>
                <a:lnTo>
                  <a:pt x="169176" y="53340"/>
                </a:lnTo>
                <a:lnTo>
                  <a:pt x="175272" y="50292"/>
                </a:lnTo>
                <a:lnTo>
                  <a:pt x="178320" y="47244"/>
                </a:lnTo>
                <a:lnTo>
                  <a:pt x="179844" y="45720"/>
                </a:lnTo>
                <a:lnTo>
                  <a:pt x="179844" y="41148"/>
                </a:lnTo>
                <a:lnTo>
                  <a:pt x="181368" y="38100"/>
                </a:lnTo>
                <a:lnTo>
                  <a:pt x="182892" y="33528"/>
                </a:lnTo>
                <a:lnTo>
                  <a:pt x="182892" y="2133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2072627" y="2459735"/>
            <a:ext cx="113030" cy="53340"/>
          </a:xfrm>
          <a:custGeom>
            <a:avLst/>
            <a:gdLst/>
            <a:ahLst/>
            <a:cxnLst/>
            <a:rect l="l" t="t" r="r" b="b"/>
            <a:pathLst>
              <a:path w="113030" h="53339">
                <a:moveTo>
                  <a:pt x="19812" y="0"/>
                </a:moveTo>
                <a:lnTo>
                  <a:pt x="15240" y="0"/>
                </a:lnTo>
                <a:lnTo>
                  <a:pt x="13716" y="3048"/>
                </a:lnTo>
                <a:lnTo>
                  <a:pt x="9144" y="7620"/>
                </a:lnTo>
                <a:lnTo>
                  <a:pt x="6096" y="9144"/>
                </a:lnTo>
                <a:lnTo>
                  <a:pt x="3048" y="12192"/>
                </a:lnTo>
                <a:lnTo>
                  <a:pt x="0" y="13716"/>
                </a:lnTo>
                <a:lnTo>
                  <a:pt x="0" y="19812"/>
                </a:lnTo>
                <a:lnTo>
                  <a:pt x="1524" y="18288"/>
                </a:lnTo>
                <a:lnTo>
                  <a:pt x="4572" y="18288"/>
                </a:lnTo>
                <a:lnTo>
                  <a:pt x="6096" y="16764"/>
                </a:lnTo>
                <a:lnTo>
                  <a:pt x="12192" y="13716"/>
                </a:lnTo>
                <a:lnTo>
                  <a:pt x="13716" y="12192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113030" h="53339">
                <a:moveTo>
                  <a:pt x="71628" y="33528"/>
                </a:moveTo>
                <a:lnTo>
                  <a:pt x="68580" y="27432"/>
                </a:lnTo>
                <a:lnTo>
                  <a:pt x="67056" y="25908"/>
                </a:lnTo>
                <a:lnTo>
                  <a:pt x="60960" y="22860"/>
                </a:lnTo>
                <a:lnTo>
                  <a:pt x="64008" y="22860"/>
                </a:lnTo>
                <a:lnTo>
                  <a:pt x="67056" y="19812"/>
                </a:lnTo>
                <a:lnTo>
                  <a:pt x="67056" y="16764"/>
                </a:lnTo>
                <a:lnTo>
                  <a:pt x="68580" y="15240"/>
                </a:lnTo>
                <a:lnTo>
                  <a:pt x="68580" y="10668"/>
                </a:lnTo>
                <a:lnTo>
                  <a:pt x="67056" y="9144"/>
                </a:lnTo>
                <a:lnTo>
                  <a:pt x="67056" y="6096"/>
                </a:lnTo>
                <a:lnTo>
                  <a:pt x="65532" y="4572"/>
                </a:lnTo>
                <a:lnTo>
                  <a:pt x="62484" y="3048"/>
                </a:lnTo>
                <a:lnTo>
                  <a:pt x="60960" y="1524"/>
                </a:lnTo>
                <a:lnTo>
                  <a:pt x="57912" y="0"/>
                </a:lnTo>
                <a:lnTo>
                  <a:pt x="48768" y="0"/>
                </a:lnTo>
                <a:lnTo>
                  <a:pt x="44196" y="1524"/>
                </a:lnTo>
                <a:lnTo>
                  <a:pt x="41148" y="3048"/>
                </a:lnTo>
                <a:lnTo>
                  <a:pt x="39624" y="6096"/>
                </a:lnTo>
                <a:lnTo>
                  <a:pt x="36576" y="9144"/>
                </a:lnTo>
                <a:lnTo>
                  <a:pt x="36576" y="13716"/>
                </a:lnTo>
                <a:lnTo>
                  <a:pt x="42672" y="15240"/>
                </a:lnTo>
                <a:lnTo>
                  <a:pt x="42672" y="12192"/>
                </a:lnTo>
                <a:lnTo>
                  <a:pt x="44196" y="9144"/>
                </a:lnTo>
                <a:lnTo>
                  <a:pt x="47244" y="6096"/>
                </a:lnTo>
                <a:lnTo>
                  <a:pt x="57912" y="6096"/>
                </a:lnTo>
                <a:lnTo>
                  <a:pt x="62484" y="10668"/>
                </a:lnTo>
                <a:lnTo>
                  <a:pt x="62484" y="16764"/>
                </a:lnTo>
                <a:lnTo>
                  <a:pt x="59436" y="19812"/>
                </a:lnTo>
                <a:lnTo>
                  <a:pt x="56388" y="21336"/>
                </a:lnTo>
                <a:lnTo>
                  <a:pt x="50292" y="21336"/>
                </a:lnTo>
                <a:lnTo>
                  <a:pt x="48768" y="27432"/>
                </a:lnTo>
                <a:lnTo>
                  <a:pt x="59436" y="27432"/>
                </a:lnTo>
                <a:lnTo>
                  <a:pt x="62484" y="28956"/>
                </a:lnTo>
                <a:lnTo>
                  <a:pt x="64008" y="32004"/>
                </a:lnTo>
                <a:lnTo>
                  <a:pt x="65532" y="33528"/>
                </a:lnTo>
                <a:lnTo>
                  <a:pt x="65532" y="39624"/>
                </a:lnTo>
                <a:lnTo>
                  <a:pt x="64008" y="42672"/>
                </a:lnTo>
                <a:lnTo>
                  <a:pt x="60960" y="45720"/>
                </a:lnTo>
                <a:lnTo>
                  <a:pt x="57912" y="47244"/>
                </a:lnTo>
                <a:lnTo>
                  <a:pt x="50292" y="47244"/>
                </a:lnTo>
                <a:lnTo>
                  <a:pt x="47244" y="45720"/>
                </a:lnTo>
                <a:lnTo>
                  <a:pt x="44196" y="42672"/>
                </a:lnTo>
                <a:lnTo>
                  <a:pt x="42672" y="39624"/>
                </a:lnTo>
                <a:lnTo>
                  <a:pt x="42672" y="36576"/>
                </a:lnTo>
                <a:lnTo>
                  <a:pt x="36576" y="38100"/>
                </a:lnTo>
                <a:lnTo>
                  <a:pt x="36576" y="42672"/>
                </a:lnTo>
                <a:lnTo>
                  <a:pt x="38100" y="45720"/>
                </a:lnTo>
                <a:lnTo>
                  <a:pt x="44196" y="51816"/>
                </a:lnTo>
                <a:lnTo>
                  <a:pt x="48768" y="53340"/>
                </a:lnTo>
                <a:lnTo>
                  <a:pt x="57912" y="53340"/>
                </a:lnTo>
                <a:lnTo>
                  <a:pt x="62484" y="51816"/>
                </a:lnTo>
                <a:lnTo>
                  <a:pt x="65532" y="48768"/>
                </a:lnTo>
                <a:lnTo>
                  <a:pt x="67818" y="47244"/>
                </a:lnTo>
                <a:lnTo>
                  <a:pt x="70104" y="45720"/>
                </a:lnTo>
                <a:lnTo>
                  <a:pt x="71628" y="41148"/>
                </a:lnTo>
                <a:lnTo>
                  <a:pt x="71628" y="33528"/>
                </a:lnTo>
                <a:close/>
              </a:path>
              <a:path w="113030" h="53339">
                <a:moveTo>
                  <a:pt x="112788" y="16764"/>
                </a:moveTo>
                <a:lnTo>
                  <a:pt x="111264" y="13716"/>
                </a:lnTo>
                <a:lnTo>
                  <a:pt x="111264" y="10668"/>
                </a:lnTo>
                <a:lnTo>
                  <a:pt x="109740" y="9144"/>
                </a:lnTo>
                <a:lnTo>
                  <a:pt x="108216" y="6096"/>
                </a:lnTo>
                <a:lnTo>
                  <a:pt x="106692" y="4572"/>
                </a:lnTo>
                <a:lnTo>
                  <a:pt x="106692" y="18288"/>
                </a:lnTo>
                <a:lnTo>
                  <a:pt x="106692" y="35052"/>
                </a:lnTo>
                <a:lnTo>
                  <a:pt x="105168" y="41148"/>
                </a:lnTo>
                <a:lnTo>
                  <a:pt x="103644" y="44196"/>
                </a:lnTo>
                <a:lnTo>
                  <a:pt x="100596" y="45720"/>
                </a:lnTo>
                <a:lnTo>
                  <a:pt x="99072" y="47244"/>
                </a:lnTo>
                <a:lnTo>
                  <a:pt x="91452" y="47244"/>
                </a:lnTo>
                <a:lnTo>
                  <a:pt x="89928" y="45720"/>
                </a:lnTo>
                <a:lnTo>
                  <a:pt x="86880" y="44196"/>
                </a:lnTo>
                <a:lnTo>
                  <a:pt x="85356" y="41148"/>
                </a:lnTo>
                <a:lnTo>
                  <a:pt x="83832" y="35052"/>
                </a:lnTo>
                <a:lnTo>
                  <a:pt x="83832" y="18288"/>
                </a:lnTo>
                <a:lnTo>
                  <a:pt x="85356" y="12192"/>
                </a:lnTo>
                <a:lnTo>
                  <a:pt x="86880" y="9144"/>
                </a:lnTo>
                <a:lnTo>
                  <a:pt x="89928" y="7620"/>
                </a:lnTo>
                <a:lnTo>
                  <a:pt x="91452" y="6096"/>
                </a:lnTo>
                <a:lnTo>
                  <a:pt x="99072" y="6096"/>
                </a:lnTo>
                <a:lnTo>
                  <a:pt x="102120" y="7620"/>
                </a:lnTo>
                <a:lnTo>
                  <a:pt x="103644" y="10668"/>
                </a:lnTo>
                <a:lnTo>
                  <a:pt x="105168" y="12192"/>
                </a:lnTo>
                <a:lnTo>
                  <a:pt x="106692" y="18288"/>
                </a:lnTo>
                <a:lnTo>
                  <a:pt x="106692" y="4572"/>
                </a:lnTo>
                <a:lnTo>
                  <a:pt x="103644" y="1524"/>
                </a:lnTo>
                <a:lnTo>
                  <a:pt x="100596" y="0"/>
                </a:lnTo>
                <a:lnTo>
                  <a:pt x="91452" y="0"/>
                </a:lnTo>
                <a:lnTo>
                  <a:pt x="82308" y="4572"/>
                </a:lnTo>
                <a:lnTo>
                  <a:pt x="79260" y="10668"/>
                </a:lnTo>
                <a:lnTo>
                  <a:pt x="77736" y="15240"/>
                </a:lnTo>
                <a:lnTo>
                  <a:pt x="77736" y="36576"/>
                </a:lnTo>
                <a:lnTo>
                  <a:pt x="79260" y="44196"/>
                </a:lnTo>
                <a:lnTo>
                  <a:pt x="82308" y="48768"/>
                </a:lnTo>
                <a:lnTo>
                  <a:pt x="85356" y="51816"/>
                </a:lnTo>
                <a:lnTo>
                  <a:pt x="89928" y="53340"/>
                </a:lnTo>
                <a:lnTo>
                  <a:pt x="99072" y="53340"/>
                </a:lnTo>
                <a:lnTo>
                  <a:pt x="108216" y="48768"/>
                </a:lnTo>
                <a:lnTo>
                  <a:pt x="108978" y="47244"/>
                </a:lnTo>
                <a:lnTo>
                  <a:pt x="109740" y="45720"/>
                </a:lnTo>
                <a:lnTo>
                  <a:pt x="111264" y="41148"/>
                </a:lnTo>
                <a:lnTo>
                  <a:pt x="112788" y="38100"/>
                </a:lnTo>
                <a:lnTo>
                  <a:pt x="112788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330452" y="2455163"/>
            <a:ext cx="346075" cy="62865"/>
          </a:xfrm>
          <a:custGeom>
            <a:avLst/>
            <a:gdLst/>
            <a:ahLst/>
            <a:cxnLst/>
            <a:rect l="l" t="t" r="r" b="b"/>
            <a:pathLst>
              <a:path w="346075" h="62864">
                <a:moveTo>
                  <a:pt x="50292" y="41148"/>
                </a:moveTo>
                <a:lnTo>
                  <a:pt x="42672" y="39624"/>
                </a:lnTo>
                <a:lnTo>
                  <a:pt x="42672" y="44196"/>
                </a:lnTo>
                <a:lnTo>
                  <a:pt x="39624" y="48768"/>
                </a:lnTo>
                <a:lnTo>
                  <a:pt x="36576" y="50292"/>
                </a:lnTo>
                <a:lnTo>
                  <a:pt x="35052" y="53340"/>
                </a:lnTo>
                <a:lnTo>
                  <a:pt x="30480" y="54864"/>
                </a:lnTo>
                <a:lnTo>
                  <a:pt x="22860" y="54864"/>
                </a:lnTo>
                <a:lnTo>
                  <a:pt x="13716" y="50292"/>
                </a:lnTo>
                <a:lnTo>
                  <a:pt x="10668" y="44196"/>
                </a:lnTo>
                <a:lnTo>
                  <a:pt x="7620" y="35052"/>
                </a:lnTo>
                <a:lnTo>
                  <a:pt x="7620" y="27432"/>
                </a:lnTo>
                <a:lnTo>
                  <a:pt x="9144" y="22860"/>
                </a:lnTo>
                <a:lnTo>
                  <a:pt x="10668" y="19812"/>
                </a:lnTo>
                <a:lnTo>
                  <a:pt x="10668" y="15240"/>
                </a:lnTo>
                <a:lnTo>
                  <a:pt x="13716" y="12192"/>
                </a:lnTo>
                <a:lnTo>
                  <a:pt x="16764" y="10668"/>
                </a:lnTo>
                <a:lnTo>
                  <a:pt x="18288" y="9144"/>
                </a:lnTo>
                <a:lnTo>
                  <a:pt x="22860" y="7620"/>
                </a:lnTo>
                <a:lnTo>
                  <a:pt x="30480" y="7620"/>
                </a:lnTo>
                <a:lnTo>
                  <a:pt x="36576" y="10668"/>
                </a:lnTo>
                <a:lnTo>
                  <a:pt x="41148" y="15240"/>
                </a:lnTo>
                <a:lnTo>
                  <a:pt x="41148" y="19812"/>
                </a:lnTo>
                <a:lnTo>
                  <a:pt x="48768" y="18288"/>
                </a:lnTo>
                <a:lnTo>
                  <a:pt x="47244" y="12192"/>
                </a:lnTo>
                <a:lnTo>
                  <a:pt x="45720" y="7620"/>
                </a:lnTo>
                <a:lnTo>
                  <a:pt x="41148" y="4572"/>
                </a:lnTo>
                <a:lnTo>
                  <a:pt x="38100" y="1524"/>
                </a:lnTo>
                <a:lnTo>
                  <a:pt x="32004" y="0"/>
                </a:lnTo>
                <a:lnTo>
                  <a:pt x="22860" y="0"/>
                </a:lnTo>
                <a:lnTo>
                  <a:pt x="13716" y="3048"/>
                </a:lnTo>
                <a:lnTo>
                  <a:pt x="9144" y="6096"/>
                </a:lnTo>
                <a:lnTo>
                  <a:pt x="6096" y="9144"/>
                </a:lnTo>
                <a:lnTo>
                  <a:pt x="4572" y="13716"/>
                </a:lnTo>
                <a:lnTo>
                  <a:pt x="1524" y="18288"/>
                </a:lnTo>
                <a:lnTo>
                  <a:pt x="0" y="24384"/>
                </a:lnTo>
                <a:lnTo>
                  <a:pt x="0" y="36576"/>
                </a:lnTo>
                <a:lnTo>
                  <a:pt x="1524" y="41148"/>
                </a:lnTo>
                <a:lnTo>
                  <a:pt x="3048" y="47244"/>
                </a:lnTo>
                <a:lnTo>
                  <a:pt x="9144" y="56388"/>
                </a:lnTo>
                <a:lnTo>
                  <a:pt x="12192" y="57912"/>
                </a:lnTo>
                <a:lnTo>
                  <a:pt x="16764" y="60960"/>
                </a:lnTo>
                <a:lnTo>
                  <a:pt x="21336" y="62484"/>
                </a:lnTo>
                <a:lnTo>
                  <a:pt x="33528" y="62484"/>
                </a:lnTo>
                <a:lnTo>
                  <a:pt x="38100" y="60960"/>
                </a:lnTo>
                <a:lnTo>
                  <a:pt x="45720" y="53340"/>
                </a:lnTo>
                <a:lnTo>
                  <a:pt x="48768" y="48768"/>
                </a:lnTo>
                <a:lnTo>
                  <a:pt x="50292" y="41148"/>
                </a:lnTo>
                <a:close/>
              </a:path>
              <a:path w="346075" h="62864">
                <a:moveTo>
                  <a:pt x="97523" y="30480"/>
                </a:moveTo>
                <a:lnTo>
                  <a:pt x="95999" y="24384"/>
                </a:lnTo>
                <a:lnTo>
                  <a:pt x="93713" y="22860"/>
                </a:lnTo>
                <a:lnTo>
                  <a:pt x="91427" y="21336"/>
                </a:lnTo>
                <a:lnTo>
                  <a:pt x="89903" y="19050"/>
                </a:lnTo>
                <a:lnTo>
                  <a:pt x="89903" y="32004"/>
                </a:lnTo>
                <a:lnTo>
                  <a:pt x="89903" y="42672"/>
                </a:lnTo>
                <a:lnTo>
                  <a:pt x="88379" y="47244"/>
                </a:lnTo>
                <a:lnTo>
                  <a:pt x="83807" y="51816"/>
                </a:lnTo>
                <a:lnTo>
                  <a:pt x="80759" y="53340"/>
                </a:lnTo>
                <a:lnTo>
                  <a:pt x="74663" y="53340"/>
                </a:lnTo>
                <a:lnTo>
                  <a:pt x="71615" y="51816"/>
                </a:lnTo>
                <a:lnTo>
                  <a:pt x="67043" y="47244"/>
                </a:lnTo>
                <a:lnTo>
                  <a:pt x="65519" y="42672"/>
                </a:lnTo>
                <a:lnTo>
                  <a:pt x="65519" y="33528"/>
                </a:lnTo>
                <a:lnTo>
                  <a:pt x="67043" y="28956"/>
                </a:lnTo>
                <a:lnTo>
                  <a:pt x="68567" y="25908"/>
                </a:lnTo>
                <a:lnTo>
                  <a:pt x="74663" y="22860"/>
                </a:lnTo>
                <a:lnTo>
                  <a:pt x="80759" y="22860"/>
                </a:lnTo>
                <a:lnTo>
                  <a:pt x="86855" y="25908"/>
                </a:lnTo>
                <a:lnTo>
                  <a:pt x="89903" y="32004"/>
                </a:lnTo>
                <a:lnTo>
                  <a:pt x="89903" y="19050"/>
                </a:lnTo>
                <a:lnTo>
                  <a:pt x="88379" y="16764"/>
                </a:lnTo>
                <a:lnTo>
                  <a:pt x="83807" y="15240"/>
                </a:lnTo>
                <a:lnTo>
                  <a:pt x="73139" y="15240"/>
                </a:lnTo>
                <a:lnTo>
                  <a:pt x="68567" y="16764"/>
                </a:lnTo>
                <a:lnTo>
                  <a:pt x="63995" y="19812"/>
                </a:lnTo>
                <a:lnTo>
                  <a:pt x="59423" y="24384"/>
                </a:lnTo>
                <a:lnTo>
                  <a:pt x="57899" y="30480"/>
                </a:lnTo>
                <a:lnTo>
                  <a:pt x="57899" y="45720"/>
                </a:lnTo>
                <a:lnTo>
                  <a:pt x="59423" y="50292"/>
                </a:lnTo>
                <a:lnTo>
                  <a:pt x="63995" y="54864"/>
                </a:lnTo>
                <a:lnTo>
                  <a:pt x="67043" y="59436"/>
                </a:lnTo>
                <a:lnTo>
                  <a:pt x="71615" y="60960"/>
                </a:lnTo>
                <a:lnTo>
                  <a:pt x="80759" y="60960"/>
                </a:lnTo>
                <a:lnTo>
                  <a:pt x="85331" y="59436"/>
                </a:lnTo>
                <a:lnTo>
                  <a:pt x="91427" y="56388"/>
                </a:lnTo>
                <a:lnTo>
                  <a:pt x="92951" y="53340"/>
                </a:lnTo>
                <a:lnTo>
                  <a:pt x="95999" y="47244"/>
                </a:lnTo>
                <a:lnTo>
                  <a:pt x="97523" y="42672"/>
                </a:lnTo>
                <a:lnTo>
                  <a:pt x="97523" y="30480"/>
                </a:lnTo>
                <a:close/>
              </a:path>
              <a:path w="346075" h="62864">
                <a:moveTo>
                  <a:pt x="138684" y="24384"/>
                </a:moveTo>
                <a:lnTo>
                  <a:pt x="137160" y="21336"/>
                </a:lnTo>
                <a:lnTo>
                  <a:pt x="137160" y="19812"/>
                </a:lnTo>
                <a:lnTo>
                  <a:pt x="134112" y="16764"/>
                </a:lnTo>
                <a:lnTo>
                  <a:pt x="132588" y="16764"/>
                </a:lnTo>
                <a:lnTo>
                  <a:pt x="129540" y="15240"/>
                </a:lnTo>
                <a:lnTo>
                  <a:pt x="118872" y="15240"/>
                </a:lnTo>
                <a:lnTo>
                  <a:pt x="114300" y="18288"/>
                </a:lnTo>
                <a:lnTo>
                  <a:pt x="111252" y="22860"/>
                </a:lnTo>
                <a:lnTo>
                  <a:pt x="111252" y="16764"/>
                </a:lnTo>
                <a:lnTo>
                  <a:pt x="103632" y="16764"/>
                </a:lnTo>
                <a:lnTo>
                  <a:pt x="103632" y="60960"/>
                </a:lnTo>
                <a:lnTo>
                  <a:pt x="111252" y="60960"/>
                </a:lnTo>
                <a:lnTo>
                  <a:pt x="111252" y="32004"/>
                </a:lnTo>
                <a:lnTo>
                  <a:pt x="112776" y="27432"/>
                </a:lnTo>
                <a:lnTo>
                  <a:pt x="115824" y="25908"/>
                </a:lnTo>
                <a:lnTo>
                  <a:pt x="117348" y="24384"/>
                </a:lnTo>
                <a:lnTo>
                  <a:pt x="120396" y="22860"/>
                </a:lnTo>
                <a:lnTo>
                  <a:pt x="126492" y="22860"/>
                </a:lnTo>
                <a:lnTo>
                  <a:pt x="128016" y="24384"/>
                </a:lnTo>
                <a:lnTo>
                  <a:pt x="129540" y="24384"/>
                </a:lnTo>
                <a:lnTo>
                  <a:pt x="131064" y="25908"/>
                </a:lnTo>
                <a:lnTo>
                  <a:pt x="131064" y="60960"/>
                </a:lnTo>
                <a:lnTo>
                  <a:pt x="138684" y="60960"/>
                </a:lnTo>
                <a:lnTo>
                  <a:pt x="138684" y="24384"/>
                </a:lnTo>
                <a:close/>
              </a:path>
              <a:path w="346075" h="62864">
                <a:moveTo>
                  <a:pt x="185928" y="45720"/>
                </a:moveTo>
                <a:lnTo>
                  <a:pt x="178308" y="44196"/>
                </a:lnTo>
                <a:lnTo>
                  <a:pt x="178308" y="47244"/>
                </a:lnTo>
                <a:lnTo>
                  <a:pt x="175260" y="50292"/>
                </a:lnTo>
                <a:lnTo>
                  <a:pt x="172212" y="51816"/>
                </a:lnTo>
                <a:lnTo>
                  <a:pt x="170688" y="53340"/>
                </a:lnTo>
                <a:lnTo>
                  <a:pt x="163068" y="53340"/>
                </a:lnTo>
                <a:lnTo>
                  <a:pt x="156972" y="47244"/>
                </a:lnTo>
                <a:lnTo>
                  <a:pt x="155448" y="42672"/>
                </a:lnTo>
                <a:lnTo>
                  <a:pt x="155448" y="32004"/>
                </a:lnTo>
                <a:lnTo>
                  <a:pt x="158496" y="25908"/>
                </a:lnTo>
                <a:lnTo>
                  <a:pt x="161544" y="24384"/>
                </a:lnTo>
                <a:lnTo>
                  <a:pt x="163068" y="22860"/>
                </a:lnTo>
                <a:lnTo>
                  <a:pt x="172212" y="22860"/>
                </a:lnTo>
                <a:lnTo>
                  <a:pt x="175260" y="25908"/>
                </a:lnTo>
                <a:lnTo>
                  <a:pt x="175260" y="27432"/>
                </a:lnTo>
                <a:lnTo>
                  <a:pt x="176784" y="30480"/>
                </a:lnTo>
                <a:lnTo>
                  <a:pt x="184404" y="28956"/>
                </a:lnTo>
                <a:lnTo>
                  <a:pt x="182880" y="24384"/>
                </a:lnTo>
                <a:lnTo>
                  <a:pt x="181356" y="21336"/>
                </a:lnTo>
                <a:lnTo>
                  <a:pt x="178308" y="18288"/>
                </a:lnTo>
                <a:lnTo>
                  <a:pt x="172212" y="15240"/>
                </a:lnTo>
                <a:lnTo>
                  <a:pt x="160020" y="15240"/>
                </a:lnTo>
                <a:lnTo>
                  <a:pt x="156972" y="18288"/>
                </a:lnTo>
                <a:lnTo>
                  <a:pt x="153924" y="19812"/>
                </a:lnTo>
                <a:lnTo>
                  <a:pt x="150876" y="22860"/>
                </a:lnTo>
                <a:lnTo>
                  <a:pt x="147828" y="28956"/>
                </a:lnTo>
                <a:lnTo>
                  <a:pt x="147828" y="45720"/>
                </a:lnTo>
                <a:lnTo>
                  <a:pt x="149352" y="50292"/>
                </a:lnTo>
                <a:lnTo>
                  <a:pt x="153924" y="54864"/>
                </a:lnTo>
                <a:lnTo>
                  <a:pt x="156972" y="59436"/>
                </a:lnTo>
                <a:lnTo>
                  <a:pt x="161544" y="60960"/>
                </a:lnTo>
                <a:lnTo>
                  <a:pt x="172212" y="60960"/>
                </a:lnTo>
                <a:lnTo>
                  <a:pt x="176784" y="59436"/>
                </a:lnTo>
                <a:lnTo>
                  <a:pt x="182880" y="53340"/>
                </a:lnTo>
                <a:lnTo>
                  <a:pt x="184404" y="50292"/>
                </a:lnTo>
                <a:lnTo>
                  <a:pt x="185928" y="45720"/>
                </a:lnTo>
                <a:close/>
              </a:path>
              <a:path w="346075" h="62864">
                <a:moveTo>
                  <a:pt x="228600" y="30480"/>
                </a:moveTo>
                <a:lnTo>
                  <a:pt x="227076" y="24384"/>
                </a:lnTo>
                <a:lnTo>
                  <a:pt x="224790" y="22860"/>
                </a:lnTo>
                <a:lnTo>
                  <a:pt x="222504" y="21336"/>
                </a:lnTo>
                <a:lnTo>
                  <a:pt x="220980" y="19050"/>
                </a:lnTo>
                <a:lnTo>
                  <a:pt x="220980" y="32004"/>
                </a:lnTo>
                <a:lnTo>
                  <a:pt x="220980" y="42672"/>
                </a:lnTo>
                <a:lnTo>
                  <a:pt x="219456" y="47244"/>
                </a:lnTo>
                <a:lnTo>
                  <a:pt x="216408" y="48768"/>
                </a:lnTo>
                <a:lnTo>
                  <a:pt x="214884" y="51816"/>
                </a:lnTo>
                <a:lnTo>
                  <a:pt x="211836" y="53340"/>
                </a:lnTo>
                <a:lnTo>
                  <a:pt x="204216" y="53340"/>
                </a:lnTo>
                <a:lnTo>
                  <a:pt x="199644" y="48768"/>
                </a:lnTo>
                <a:lnTo>
                  <a:pt x="196596" y="47244"/>
                </a:lnTo>
                <a:lnTo>
                  <a:pt x="196596" y="28956"/>
                </a:lnTo>
                <a:lnTo>
                  <a:pt x="199644" y="25908"/>
                </a:lnTo>
                <a:lnTo>
                  <a:pt x="202692" y="24384"/>
                </a:lnTo>
                <a:lnTo>
                  <a:pt x="204216" y="22860"/>
                </a:lnTo>
                <a:lnTo>
                  <a:pt x="211836" y="22860"/>
                </a:lnTo>
                <a:lnTo>
                  <a:pt x="214884" y="24384"/>
                </a:lnTo>
                <a:lnTo>
                  <a:pt x="219456" y="28956"/>
                </a:lnTo>
                <a:lnTo>
                  <a:pt x="220980" y="32004"/>
                </a:lnTo>
                <a:lnTo>
                  <a:pt x="220980" y="19050"/>
                </a:lnTo>
                <a:lnTo>
                  <a:pt x="219456" y="16764"/>
                </a:lnTo>
                <a:lnTo>
                  <a:pt x="214884" y="15240"/>
                </a:lnTo>
                <a:lnTo>
                  <a:pt x="202692" y="15240"/>
                </a:lnTo>
                <a:lnTo>
                  <a:pt x="198120" y="16764"/>
                </a:lnTo>
                <a:lnTo>
                  <a:pt x="190487" y="24384"/>
                </a:lnTo>
                <a:lnTo>
                  <a:pt x="188963" y="30480"/>
                </a:lnTo>
                <a:lnTo>
                  <a:pt x="188963" y="45720"/>
                </a:lnTo>
                <a:lnTo>
                  <a:pt x="190487" y="50292"/>
                </a:lnTo>
                <a:lnTo>
                  <a:pt x="193548" y="54864"/>
                </a:lnTo>
                <a:lnTo>
                  <a:pt x="198120" y="59436"/>
                </a:lnTo>
                <a:lnTo>
                  <a:pt x="202692" y="60960"/>
                </a:lnTo>
                <a:lnTo>
                  <a:pt x="211836" y="60960"/>
                </a:lnTo>
                <a:lnTo>
                  <a:pt x="220980" y="56388"/>
                </a:lnTo>
                <a:lnTo>
                  <a:pt x="224028" y="53340"/>
                </a:lnTo>
                <a:lnTo>
                  <a:pt x="227076" y="47244"/>
                </a:lnTo>
                <a:lnTo>
                  <a:pt x="228600" y="42672"/>
                </a:lnTo>
                <a:lnTo>
                  <a:pt x="228600" y="30480"/>
                </a:lnTo>
                <a:close/>
              </a:path>
              <a:path w="346075" h="62864">
                <a:moveTo>
                  <a:pt x="260591" y="18288"/>
                </a:moveTo>
                <a:lnTo>
                  <a:pt x="257543" y="15240"/>
                </a:lnTo>
                <a:lnTo>
                  <a:pt x="248399" y="15240"/>
                </a:lnTo>
                <a:lnTo>
                  <a:pt x="246875" y="16764"/>
                </a:lnTo>
                <a:lnTo>
                  <a:pt x="245351" y="16764"/>
                </a:lnTo>
                <a:lnTo>
                  <a:pt x="242303" y="22860"/>
                </a:lnTo>
                <a:lnTo>
                  <a:pt x="242303" y="16764"/>
                </a:lnTo>
                <a:lnTo>
                  <a:pt x="236207" y="16764"/>
                </a:lnTo>
                <a:lnTo>
                  <a:pt x="236207" y="60960"/>
                </a:lnTo>
                <a:lnTo>
                  <a:pt x="243827" y="60960"/>
                </a:lnTo>
                <a:lnTo>
                  <a:pt x="243827" y="30480"/>
                </a:lnTo>
                <a:lnTo>
                  <a:pt x="245351" y="28956"/>
                </a:lnTo>
                <a:lnTo>
                  <a:pt x="245351" y="25908"/>
                </a:lnTo>
                <a:lnTo>
                  <a:pt x="246875" y="25908"/>
                </a:lnTo>
                <a:lnTo>
                  <a:pt x="246875" y="24384"/>
                </a:lnTo>
                <a:lnTo>
                  <a:pt x="248399" y="22860"/>
                </a:lnTo>
                <a:lnTo>
                  <a:pt x="256019" y="22860"/>
                </a:lnTo>
                <a:lnTo>
                  <a:pt x="257543" y="24384"/>
                </a:lnTo>
                <a:lnTo>
                  <a:pt x="260591" y="18288"/>
                </a:lnTo>
                <a:close/>
              </a:path>
              <a:path w="346075" h="62864">
                <a:moveTo>
                  <a:pt x="297180" y="1524"/>
                </a:moveTo>
                <a:lnTo>
                  <a:pt x="289560" y="1524"/>
                </a:lnTo>
                <a:lnTo>
                  <a:pt x="289560" y="19812"/>
                </a:lnTo>
                <a:lnTo>
                  <a:pt x="289560" y="28956"/>
                </a:lnTo>
                <a:lnTo>
                  <a:pt x="289560" y="47244"/>
                </a:lnTo>
                <a:lnTo>
                  <a:pt x="286512" y="48768"/>
                </a:lnTo>
                <a:lnTo>
                  <a:pt x="284988" y="51816"/>
                </a:lnTo>
                <a:lnTo>
                  <a:pt x="281940" y="53340"/>
                </a:lnTo>
                <a:lnTo>
                  <a:pt x="277368" y="53340"/>
                </a:lnTo>
                <a:lnTo>
                  <a:pt x="274320" y="51816"/>
                </a:lnTo>
                <a:lnTo>
                  <a:pt x="272796" y="48768"/>
                </a:lnTo>
                <a:lnTo>
                  <a:pt x="269748" y="47244"/>
                </a:lnTo>
                <a:lnTo>
                  <a:pt x="268224" y="42672"/>
                </a:lnTo>
                <a:lnTo>
                  <a:pt x="268224" y="32004"/>
                </a:lnTo>
                <a:lnTo>
                  <a:pt x="271272" y="25908"/>
                </a:lnTo>
                <a:lnTo>
                  <a:pt x="274320" y="24384"/>
                </a:lnTo>
                <a:lnTo>
                  <a:pt x="275844" y="22860"/>
                </a:lnTo>
                <a:lnTo>
                  <a:pt x="281940" y="22860"/>
                </a:lnTo>
                <a:lnTo>
                  <a:pt x="284988" y="24384"/>
                </a:lnTo>
                <a:lnTo>
                  <a:pt x="289560" y="28956"/>
                </a:lnTo>
                <a:lnTo>
                  <a:pt x="289560" y="19812"/>
                </a:lnTo>
                <a:lnTo>
                  <a:pt x="288036" y="18288"/>
                </a:lnTo>
                <a:lnTo>
                  <a:pt x="284988" y="16764"/>
                </a:lnTo>
                <a:lnTo>
                  <a:pt x="283464" y="15240"/>
                </a:lnTo>
                <a:lnTo>
                  <a:pt x="272796" y="15240"/>
                </a:lnTo>
                <a:lnTo>
                  <a:pt x="269748" y="18288"/>
                </a:lnTo>
                <a:lnTo>
                  <a:pt x="266700" y="19812"/>
                </a:lnTo>
                <a:lnTo>
                  <a:pt x="262128" y="28956"/>
                </a:lnTo>
                <a:lnTo>
                  <a:pt x="260604" y="33528"/>
                </a:lnTo>
                <a:lnTo>
                  <a:pt x="260604" y="42672"/>
                </a:lnTo>
                <a:lnTo>
                  <a:pt x="262128" y="45720"/>
                </a:lnTo>
                <a:lnTo>
                  <a:pt x="263652" y="50292"/>
                </a:lnTo>
                <a:lnTo>
                  <a:pt x="266700" y="56388"/>
                </a:lnTo>
                <a:lnTo>
                  <a:pt x="275844" y="60960"/>
                </a:lnTo>
                <a:lnTo>
                  <a:pt x="283464" y="60960"/>
                </a:lnTo>
                <a:lnTo>
                  <a:pt x="288036" y="57912"/>
                </a:lnTo>
                <a:lnTo>
                  <a:pt x="289560" y="53340"/>
                </a:lnTo>
                <a:lnTo>
                  <a:pt x="289560" y="60960"/>
                </a:lnTo>
                <a:lnTo>
                  <a:pt x="297180" y="60960"/>
                </a:lnTo>
                <a:lnTo>
                  <a:pt x="297180" y="1524"/>
                </a:lnTo>
                <a:close/>
              </a:path>
              <a:path w="346075" h="62864">
                <a:moveTo>
                  <a:pt x="345948" y="30492"/>
                </a:moveTo>
                <a:lnTo>
                  <a:pt x="344424" y="24396"/>
                </a:lnTo>
                <a:lnTo>
                  <a:pt x="342138" y="22872"/>
                </a:lnTo>
                <a:lnTo>
                  <a:pt x="339852" y="21348"/>
                </a:lnTo>
                <a:lnTo>
                  <a:pt x="338328" y="19062"/>
                </a:lnTo>
                <a:lnTo>
                  <a:pt x="338328" y="28968"/>
                </a:lnTo>
                <a:lnTo>
                  <a:pt x="338328" y="32016"/>
                </a:lnTo>
                <a:lnTo>
                  <a:pt x="313944" y="32016"/>
                </a:lnTo>
                <a:lnTo>
                  <a:pt x="313944" y="28968"/>
                </a:lnTo>
                <a:lnTo>
                  <a:pt x="320040" y="22872"/>
                </a:lnTo>
                <a:lnTo>
                  <a:pt x="330708" y="22872"/>
                </a:lnTo>
                <a:lnTo>
                  <a:pt x="333756" y="24396"/>
                </a:lnTo>
                <a:lnTo>
                  <a:pt x="338328" y="28968"/>
                </a:lnTo>
                <a:lnTo>
                  <a:pt x="338328" y="19062"/>
                </a:lnTo>
                <a:lnTo>
                  <a:pt x="336804" y="16776"/>
                </a:lnTo>
                <a:lnTo>
                  <a:pt x="332232" y="15252"/>
                </a:lnTo>
                <a:lnTo>
                  <a:pt x="320040" y="15252"/>
                </a:lnTo>
                <a:lnTo>
                  <a:pt x="315468" y="16776"/>
                </a:lnTo>
                <a:lnTo>
                  <a:pt x="312420" y="21348"/>
                </a:lnTo>
                <a:lnTo>
                  <a:pt x="307848" y="25920"/>
                </a:lnTo>
                <a:lnTo>
                  <a:pt x="306324" y="30492"/>
                </a:lnTo>
                <a:lnTo>
                  <a:pt x="306324" y="45732"/>
                </a:lnTo>
                <a:lnTo>
                  <a:pt x="307848" y="50304"/>
                </a:lnTo>
                <a:lnTo>
                  <a:pt x="312420" y="54876"/>
                </a:lnTo>
                <a:lnTo>
                  <a:pt x="315468" y="59448"/>
                </a:lnTo>
                <a:lnTo>
                  <a:pt x="320040" y="60972"/>
                </a:lnTo>
                <a:lnTo>
                  <a:pt x="332232" y="60972"/>
                </a:lnTo>
                <a:lnTo>
                  <a:pt x="338328" y="57924"/>
                </a:lnTo>
                <a:lnTo>
                  <a:pt x="342900" y="54876"/>
                </a:lnTo>
                <a:lnTo>
                  <a:pt x="343662" y="53352"/>
                </a:lnTo>
                <a:lnTo>
                  <a:pt x="344424" y="51828"/>
                </a:lnTo>
                <a:lnTo>
                  <a:pt x="345948" y="47256"/>
                </a:lnTo>
                <a:lnTo>
                  <a:pt x="338328" y="45732"/>
                </a:lnTo>
                <a:lnTo>
                  <a:pt x="336804" y="48780"/>
                </a:lnTo>
                <a:lnTo>
                  <a:pt x="333756" y="51828"/>
                </a:lnTo>
                <a:lnTo>
                  <a:pt x="332232" y="51828"/>
                </a:lnTo>
                <a:lnTo>
                  <a:pt x="329184" y="53352"/>
                </a:lnTo>
                <a:lnTo>
                  <a:pt x="323088" y="53352"/>
                </a:lnTo>
                <a:lnTo>
                  <a:pt x="320040" y="51828"/>
                </a:lnTo>
                <a:lnTo>
                  <a:pt x="315468" y="47256"/>
                </a:lnTo>
                <a:lnTo>
                  <a:pt x="313944" y="44208"/>
                </a:lnTo>
                <a:lnTo>
                  <a:pt x="313944" y="39636"/>
                </a:lnTo>
                <a:lnTo>
                  <a:pt x="345948" y="39636"/>
                </a:lnTo>
                <a:lnTo>
                  <a:pt x="345948" y="32016"/>
                </a:lnTo>
                <a:lnTo>
                  <a:pt x="345948" y="3049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3959339" y="2670047"/>
            <a:ext cx="76835" cy="53340"/>
          </a:xfrm>
          <a:custGeom>
            <a:avLst/>
            <a:gdLst/>
            <a:ahLst/>
            <a:cxnLst/>
            <a:rect l="l" t="t" r="r" b="b"/>
            <a:pathLst>
              <a:path w="76835" h="53339">
                <a:moveTo>
                  <a:pt x="35064" y="30480"/>
                </a:moveTo>
                <a:lnTo>
                  <a:pt x="33540" y="28956"/>
                </a:lnTo>
                <a:lnTo>
                  <a:pt x="32778" y="27432"/>
                </a:lnTo>
                <a:lnTo>
                  <a:pt x="32016" y="25908"/>
                </a:lnTo>
                <a:lnTo>
                  <a:pt x="28968" y="24384"/>
                </a:lnTo>
                <a:lnTo>
                  <a:pt x="28968" y="32004"/>
                </a:lnTo>
                <a:lnTo>
                  <a:pt x="28968" y="42672"/>
                </a:lnTo>
                <a:lnTo>
                  <a:pt x="25920" y="44196"/>
                </a:lnTo>
                <a:lnTo>
                  <a:pt x="24396" y="45720"/>
                </a:lnTo>
                <a:lnTo>
                  <a:pt x="21348" y="47244"/>
                </a:lnTo>
                <a:lnTo>
                  <a:pt x="15252" y="47244"/>
                </a:lnTo>
                <a:lnTo>
                  <a:pt x="13728" y="45720"/>
                </a:lnTo>
                <a:lnTo>
                  <a:pt x="12204" y="45720"/>
                </a:lnTo>
                <a:lnTo>
                  <a:pt x="9156" y="44196"/>
                </a:lnTo>
                <a:lnTo>
                  <a:pt x="7632" y="44196"/>
                </a:lnTo>
                <a:lnTo>
                  <a:pt x="7632" y="39624"/>
                </a:lnTo>
                <a:lnTo>
                  <a:pt x="6108" y="38100"/>
                </a:lnTo>
                <a:lnTo>
                  <a:pt x="6108" y="33528"/>
                </a:lnTo>
                <a:lnTo>
                  <a:pt x="9156" y="30480"/>
                </a:lnTo>
                <a:lnTo>
                  <a:pt x="10680" y="27432"/>
                </a:lnTo>
                <a:lnTo>
                  <a:pt x="24396" y="27432"/>
                </a:lnTo>
                <a:lnTo>
                  <a:pt x="25920" y="30480"/>
                </a:lnTo>
                <a:lnTo>
                  <a:pt x="28968" y="32004"/>
                </a:lnTo>
                <a:lnTo>
                  <a:pt x="28968" y="24384"/>
                </a:lnTo>
                <a:lnTo>
                  <a:pt x="25920" y="24384"/>
                </a:lnTo>
                <a:lnTo>
                  <a:pt x="28968" y="22860"/>
                </a:lnTo>
                <a:lnTo>
                  <a:pt x="30492" y="21336"/>
                </a:lnTo>
                <a:lnTo>
                  <a:pt x="33540" y="18288"/>
                </a:lnTo>
                <a:lnTo>
                  <a:pt x="33540" y="9144"/>
                </a:lnTo>
                <a:lnTo>
                  <a:pt x="32016" y="6096"/>
                </a:lnTo>
                <a:lnTo>
                  <a:pt x="28968" y="3048"/>
                </a:lnTo>
                <a:lnTo>
                  <a:pt x="27444" y="2286"/>
                </a:lnTo>
                <a:lnTo>
                  <a:pt x="27444" y="9144"/>
                </a:lnTo>
                <a:lnTo>
                  <a:pt x="27444" y="16764"/>
                </a:lnTo>
                <a:lnTo>
                  <a:pt x="24396" y="19812"/>
                </a:lnTo>
                <a:lnTo>
                  <a:pt x="21348" y="21336"/>
                </a:lnTo>
                <a:lnTo>
                  <a:pt x="15252" y="21336"/>
                </a:lnTo>
                <a:lnTo>
                  <a:pt x="12204" y="19812"/>
                </a:lnTo>
                <a:lnTo>
                  <a:pt x="7632" y="15240"/>
                </a:lnTo>
                <a:lnTo>
                  <a:pt x="7632" y="10668"/>
                </a:lnTo>
                <a:lnTo>
                  <a:pt x="12204" y="6096"/>
                </a:lnTo>
                <a:lnTo>
                  <a:pt x="24396" y="6096"/>
                </a:lnTo>
                <a:lnTo>
                  <a:pt x="27444" y="9144"/>
                </a:lnTo>
                <a:lnTo>
                  <a:pt x="27444" y="2286"/>
                </a:lnTo>
                <a:lnTo>
                  <a:pt x="22872" y="0"/>
                </a:lnTo>
                <a:lnTo>
                  <a:pt x="13728" y="0"/>
                </a:lnTo>
                <a:lnTo>
                  <a:pt x="9156" y="1524"/>
                </a:lnTo>
                <a:lnTo>
                  <a:pt x="6108" y="3048"/>
                </a:lnTo>
                <a:lnTo>
                  <a:pt x="3060" y="6096"/>
                </a:lnTo>
                <a:lnTo>
                  <a:pt x="1524" y="9144"/>
                </a:lnTo>
                <a:lnTo>
                  <a:pt x="1524" y="15240"/>
                </a:lnTo>
                <a:lnTo>
                  <a:pt x="3060" y="18288"/>
                </a:lnTo>
                <a:lnTo>
                  <a:pt x="4584" y="19812"/>
                </a:lnTo>
                <a:lnTo>
                  <a:pt x="4584" y="21336"/>
                </a:lnTo>
                <a:lnTo>
                  <a:pt x="7632" y="22860"/>
                </a:lnTo>
                <a:lnTo>
                  <a:pt x="9156" y="24384"/>
                </a:lnTo>
                <a:lnTo>
                  <a:pt x="6108" y="24384"/>
                </a:lnTo>
                <a:lnTo>
                  <a:pt x="4584" y="25908"/>
                </a:lnTo>
                <a:lnTo>
                  <a:pt x="3060" y="28956"/>
                </a:lnTo>
                <a:lnTo>
                  <a:pt x="1524" y="30480"/>
                </a:lnTo>
                <a:lnTo>
                  <a:pt x="0" y="33528"/>
                </a:lnTo>
                <a:lnTo>
                  <a:pt x="0" y="41148"/>
                </a:lnTo>
                <a:lnTo>
                  <a:pt x="1524" y="45720"/>
                </a:lnTo>
                <a:lnTo>
                  <a:pt x="4584" y="48768"/>
                </a:lnTo>
                <a:lnTo>
                  <a:pt x="9156" y="51816"/>
                </a:lnTo>
                <a:lnTo>
                  <a:pt x="12204" y="53340"/>
                </a:lnTo>
                <a:lnTo>
                  <a:pt x="22872" y="53340"/>
                </a:lnTo>
                <a:lnTo>
                  <a:pt x="27444" y="51816"/>
                </a:lnTo>
                <a:lnTo>
                  <a:pt x="32016" y="47244"/>
                </a:lnTo>
                <a:lnTo>
                  <a:pt x="33540" y="45720"/>
                </a:lnTo>
                <a:lnTo>
                  <a:pt x="35064" y="41148"/>
                </a:lnTo>
                <a:lnTo>
                  <a:pt x="35064" y="30480"/>
                </a:lnTo>
                <a:close/>
              </a:path>
              <a:path w="76835" h="53339">
                <a:moveTo>
                  <a:pt x="76212" y="13716"/>
                </a:moveTo>
                <a:lnTo>
                  <a:pt x="73164" y="7620"/>
                </a:lnTo>
                <a:lnTo>
                  <a:pt x="73164" y="6096"/>
                </a:lnTo>
                <a:lnTo>
                  <a:pt x="70116" y="3048"/>
                </a:lnTo>
                <a:lnTo>
                  <a:pt x="70116" y="12192"/>
                </a:lnTo>
                <a:lnTo>
                  <a:pt x="70116" y="41148"/>
                </a:lnTo>
                <a:lnTo>
                  <a:pt x="67068" y="42672"/>
                </a:lnTo>
                <a:lnTo>
                  <a:pt x="65544" y="45720"/>
                </a:lnTo>
                <a:lnTo>
                  <a:pt x="62496" y="47244"/>
                </a:lnTo>
                <a:lnTo>
                  <a:pt x="56400" y="47244"/>
                </a:lnTo>
                <a:lnTo>
                  <a:pt x="53352" y="45720"/>
                </a:lnTo>
                <a:lnTo>
                  <a:pt x="51828" y="42672"/>
                </a:lnTo>
                <a:lnTo>
                  <a:pt x="48780" y="41148"/>
                </a:lnTo>
                <a:lnTo>
                  <a:pt x="47256" y="35052"/>
                </a:lnTo>
                <a:lnTo>
                  <a:pt x="47256" y="18288"/>
                </a:lnTo>
                <a:lnTo>
                  <a:pt x="48780" y="12192"/>
                </a:lnTo>
                <a:lnTo>
                  <a:pt x="53352" y="7620"/>
                </a:lnTo>
                <a:lnTo>
                  <a:pt x="56400" y="6096"/>
                </a:lnTo>
                <a:lnTo>
                  <a:pt x="62496" y="6096"/>
                </a:lnTo>
                <a:lnTo>
                  <a:pt x="65544" y="7620"/>
                </a:lnTo>
                <a:lnTo>
                  <a:pt x="70116" y="12192"/>
                </a:lnTo>
                <a:lnTo>
                  <a:pt x="70116" y="3048"/>
                </a:lnTo>
                <a:lnTo>
                  <a:pt x="67068" y="1524"/>
                </a:lnTo>
                <a:lnTo>
                  <a:pt x="65544" y="0"/>
                </a:lnTo>
                <a:lnTo>
                  <a:pt x="51828" y="0"/>
                </a:lnTo>
                <a:lnTo>
                  <a:pt x="50304" y="3048"/>
                </a:lnTo>
                <a:lnTo>
                  <a:pt x="47256" y="4572"/>
                </a:lnTo>
                <a:lnTo>
                  <a:pt x="44208" y="10668"/>
                </a:lnTo>
                <a:lnTo>
                  <a:pt x="41160" y="19812"/>
                </a:lnTo>
                <a:lnTo>
                  <a:pt x="41160" y="36576"/>
                </a:lnTo>
                <a:lnTo>
                  <a:pt x="44208" y="44196"/>
                </a:lnTo>
                <a:lnTo>
                  <a:pt x="47256" y="48768"/>
                </a:lnTo>
                <a:lnTo>
                  <a:pt x="50304" y="51816"/>
                </a:lnTo>
                <a:lnTo>
                  <a:pt x="54876" y="53340"/>
                </a:lnTo>
                <a:lnTo>
                  <a:pt x="64020" y="53340"/>
                </a:lnTo>
                <a:lnTo>
                  <a:pt x="67068" y="51816"/>
                </a:lnTo>
                <a:lnTo>
                  <a:pt x="68592" y="50292"/>
                </a:lnTo>
                <a:lnTo>
                  <a:pt x="71640" y="48768"/>
                </a:lnTo>
                <a:lnTo>
                  <a:pt x="72402" y="47244"/>
                </a:lnTo>
                <a:lnTo>
                  <a:pt x="73164" y="45720"/>
                </a:lnTo>
                <a:lnTo>
                  <a:pt x="74688" y="41148"/>
                </a:lnTo>
                <a:lnTo>
                  <a:pt x="76212" y="38100"/>
                </a:lnTo>
                <a:lnTo>
                  <a:pt x="76212" y="1371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3314700" y="2670047"/>
            <a:ext cx="117475" cy="53340"/>
          </a:xfrm>
          <a:custGeom>
            <a:avLst/>
            <a:gdLst/>
            <a:ahLst/>
            <a:cxnLst/>
            <a:rect l="l" t="t" r="r" b="b"/>
            <a:pathLst>
              <a:path w="117475" h="53339">
                <a:moveTo>
                  <a:pt x="35052" y="30480"/>
                </a:moveTo>
                <a:lnTo>
                  <a:pt x="33528" y="28956"/>
                </a:lnTo>
                <a:lnTo>
                  <a:pt x="32766" y="27432"/>
                </a:lnTo>
                <a:lnTo>
                  <a:pt x="32004" y="25908"/>
                </a:lnTo>
                <a:lnTo>
                  <a:pt x="28956" y="24384"/>
                </a:lnTo>
                <a:lnTo>
                  <a:pt x="28956" y="32004"/>
                </a:lnTo>
                <a:lnTo>
                  <a:pt x="28956" y="42672"/>
                </a:lnTo>
                <a:lnTo>
                  <a:pt x="25908" y="44196"/>
                </a:lnTo>
                <a:lnTo>
                  <a:pt x="24384" y="45720"/>
                </a:lnTo>
                <a:lnTo>
                  <a:pt x="21336" y="47244"/>
                </a:lnTo>
                <a:lnTo>
                  <a:pt x="15240" y="47244"/>
                </a:lnTo>
                <a:lnTo>
                  <a:pt x="13716" y="45720"/>
                </a:lnTo>
                <a:lnTo>
                  <a:pt x="12192" y="45720"/>
                </a:lnTo>
                <a:lnTo>
                  <a:pt x="9144" y="44196"/>
                </a:lnTo>
                <a:lnTo>
                  <a:pt x="7620" y="44196"/>
                </a:lnTo>
                <a:lnTo>
                  <a:pt x="7620" y="41148"/>
                </a:lnTo>
                <a:lnTo>
                  <a:pt x="6096" y="39624"/>
                </a:lnTo>
                <a:lnTo>
                  <a:pt x="6096" y="33528"/>
                </a:lnTo>
                <a:lnTo>
                  <a:pt x="9144" y="30480"/>
                </a:lnTo>
                <a:lnTo>
                  <a:pt x="10668" y="27432"/>
                </a:lnTo>
                <a:lnTo>
                  <a:pt x="24384" y="27432"/>
                </a:lnTo>
                <a:lnTo>
                  <a:pt x="25908" y="30480"/>
                </a:lnTo>
                <a:lnTo>
                  <a:pt x="28956" y="32004"/>
                </a:lnTo>
                <a:lnTo>
                  <a:pt x="28956" y="24384"/>
                </a:lnTo>
                <a:lnTo>
                  <a:pt x="25908" y="24384"/>
                </a:lnTo>
                <a:lnTo>
                  <a:pt x="28956" y="22860"/>
                </a:lnTo>
                <a:lnTo>
                  <a:pt x="30480" y="21336"/>
                </a:lnTo>
                <a:lnTo>
                  <a:pt x="33528" y="18288"/>
                </a:lnTo>
                <a:lnTo>
                  <a:pt x="33528" y="9144"/>
                </a:lnTo>
                <a:lnTo>
                  <a:pt x="32004" y="6096"/>
                </a:lnTo>
                <a:lnTo>
                  <a:pt x="28956" y="3048"/>
                </a:lnTo>
                <a:lnTo>
                  <a:pt x="27432" y="2286"/>
                </a:lnTo>
                <a:lnTo>
                  <a:pt x="27432" y="9144"/>
                </a:lnTo>
                <a:lnTo>
                  <a:pt x="27432" y="16764"/>
                </a:lnTo>
                <a:lnTo>
                  <a:pt x="24384" y="19812"/>
                </a:lnTo>
                <a:lnTo>
                  <a:pt x="21336" y="21336"/>
                </a:lnTo>
                <a:lnTo>
                  <a:pt x="13716" y="21336"/>
                </a:lnTo>
                <a:lnTo>
                  <a:pt x="7620" y="15240"/>
                </a:lnTo>
                <a:lnTo>
                  <a:pt x="7620" y="10668"/>
                </a:lnTo>
                <a:lnTo>
                  <a:pt x="12192" y="6096"/>
                </a:lnTo>
                <a:lnTo>
                  <a:pt x="22860" y="6096"/>
                </a:lnTo>
                <a:lnTo>
                  <a:pt x="25908" y="7620"/>
                </a:lnTo>
                <a:lnTo>
                  <a:pt x="27432" y="9144"/>
                </a:lnTo>
                <a:lnTo>
                  <a:pt x="27432" y="2286"/>
                </a:lnTo>
                <a:lnTo>
                  <a:pt x="22860" y="0"/>
                </a:lnTo>
                <a:lnTo>
                  <a:pt x="12192" y="0"/>
                </a:lnTo>
                <a:lnTo>
                  <a:pt x="6096" y="3048"/>
                </a:lnTo>
                <a:lnTo>
                  <a:pt x="3048" y="6096"/>
                </a:lnTo>
                <a:lnTo>
                  <a:pt x="1524" y="9144"/>
                </a:lnTo>
                <a:lnTo>
                  <a:pt x="1524" y="15240"/>
                </a:lnTo>
                <a:lnTo>
                  <a:pt x="3048" y="18288"/>
                </a:lnTo>
                <a:lnTo>
                  <a:pt x="3048" y="19812"/>
                </a:lnTo>
                <a:lnTo>
                  <a:pt x="6096" y="22860"/>
                </a:lnTo>
                <a:lnTo>
                  <a:pt x="9144" y="24384"/>
                </a:lnTo>
                <a:lnTo>
                  <a:pt x="6096" y="24384"/>
                </a:lnTo>
                <a:lnTo>
                  <a:pt x="4572" y="25908"/>
                </a:lnTo>
                <a:lnTo>
                  <a:pt x="3048" y="28956"/>
                </a:lnTo>
                <a:lnTo>
                  <a:pt x="1524" y="30480"/>
                </a:lnTo>
                <a:lnTo>
                  <a:pt x="0" y="33528"/>
                </a:lnTo>
                <a:lnTo>
                  <a:pt x="0" y="41148"/>
                </a:lnTo>
                <a:lnTo>
                  <a:pt x="1524" y="45720"/>
                </a:lnTo>
                <a:lnTo>
                  <a:pt x="7620" y="51816"/>
                </a:lnTo>
                <a:lnTo>
                  <a:pt x="12192" y="53340"/>
                </a:lnTo>
                <a:lnTo>
                  <a:pt x="22860" y="53340"/>
                </a:lnTo>
                <a:lnTo>
                  <a:pt x="27432" y="51816"/>
                </a:lnTo>
                <a:lnTo>
                  <a:pt x="32004" y="47244"/>
                </a:lnTo>
                <a:lnTo>
                  <a:pt x="33528" y="45720"/>
                </a:lnTo>
                <a:lnTo>
                  <a:pt x="35052" y="41148"/>
                </a:lnTo>
                <a:lnTo>
                  <a:pt x="35052" y="30480"/>
                </a:lnTo>
                <a:close/>
              </a:path>
              <a:path w="117475" h="53339">
                <a:moveTo>
                  <a:pt x="74676" y="0"/>
                </a:moveTo>
                <a:lnTo>
                  <a:pt x="41148" y="0"/>
                </a:lnTo>
                <a:lnTo>
                  <a:pt x="41148" y="6096"/>
                </a:lnTo>
                <a:lnTo>
                  <a:pt x="68580" y="6096"/>
                </a:lnTo>
                <a:lnTo>
                  <a:pt x="65532" y="9144"/>
                </a:lnTo>
                <a:lnTo>
                  <a:pt x="62484" y="13716"/>
                </a:lnTo>
                <a:lnTo>
                  <a:pt x="53340" y="32004"/>
                </a:lnTo>
                <a:lnTo>
                  <a:pt x="50292" y="44196"/>
                </a:lnTo>
                <a:lnTo>
                  <a:pt x="48768" y="48768"/>
                </a:lnTo>
                <a:lnTo>
                  <a:pt x="48768" y="53340"/>
                </a:lnTo>
                <a:lnTo>
                  <a:pt x="54864" y="53340"/>
                </a:lnTo>
                <a:lnTo>
                  <a:pt x="56388" y="47244"/>
                </a:lnTo>
                <a:lnTo>
                  <a:pt x="56388" y="42672"/>
                </a:lnTo>
                <a:lnTo>
                  <a:pt x="57912" y="38100"/>
                </a:lnTo>
                <a:lnTo>
                  <a:pt x="59436" y="32004"/>
                </a:lnTo>
                <a:lnTo>
                  <a:pt x="71628" y="7620"/>
                </a:lnTo>
                <a:lnTo>
                  <a:pt x="74676" y="4572"/>
                </a:lnTo>
                <a:lnTo>
                  <a:pt x="74676" y="0"/>
                </a:lnTo>
                <a:close/>
              </a:path>
              <a:path w="117475" h="53339">
                <a:moveTo>
                  <a:pt x="117335" y="28956"/>
                </a:moveTo>
                <a:lnTo>
                  <a:pt x="115811" y="24384"/>
                </a:lnTo>
                <a:lnTo>
                  <a:pt x="109715" y="18288"/>
                </a:lnTo>
                <a:lnTo>
                  <a:pt x="106667" y="16764"/>
                </a:lnTo>
                <a:lnTo>
                  <a:pt x="99047" y="16764"/>
                </a:lnTo>
                <a:lnTo>
                  <a:pt x="94475" y="18288"/>
                </a:lnTo>
                <a:lnTo>
                  <a:pt x="91427" y="19812"/>
                </a:lnTo>
                <a:lnTo>
                  <a:pt x="95999" y="6096"/>
                </a:lnTo>
                <a:lnTo>
                  <a:pt x="114287" y="6096"/>
                </a:lnTo>
                <a:lnTo>
                  <a:pt x="114287" y="0"/>
                </a:lnTo>
                <a:lnTo>
                  <a:pt x="89903" y="0"/>
                </a:lnTo>
                <a:lnTo>
                  <a:pt x="83807" y="27432"/>
                </a:lnTo>
                <a:lnTo>
                  <a:pt x="89903" y="28956"/>
                </a:lnTo>
                <a:lnTo>
                  <a:pt x="95999" y="22860"/>
                </a:lnTo>
                <a:lnTo>
                  <a:pt x="108191" y="22860"/>
                </a:lnTo>
                <a:lnTo>
                  <a:pt x="109715" y="25908"/>
                </a:lnTo>
                <a:lnTo>
                  <a:pt x="111239" y="27432"/>
                </a:lnTo>
                <a:lnTo>
                  <a:pt x="111239" y="41148"/>
                </a:lnTo>
                <a:lnTo>
                  <a:pt x="106667" y="45720"/>
                </a:lnTo>
                <a:lnTo>
                  <a:pt x="103619" y="47244"/>
                </a:lnTo>
                <a:lnTo>
                  <a:pt x="95999" y="47244"/>
                </a:lnTo>
                <a:lnTo>
                  <a:pt x="89903" y="41148"/>
                </a:lnTo>
                <a:lnTo>
                  <a:pt x="88379" y="38100"/>
                </a:lnTo>
                <a:lnTo>
                  <a:pt x="82283" y="38100"/>
                </a:lnTo>
                <a:lnTo>
                  <a:pt x="83807" y="42672"/>
                </a:lnTo>
                <a:lnTo>
                  <a:pt x="85331" y="45720"/>
                </a:lnTo>
                <a:lnTo>
                  <a:pt x="88379" y="48768"/>
                </a:lnTo>
                <a:lnTo>
                  <a:pt x="91427" y="51816"/>
                </a:lnTo>
                <a:lnTo>
                  <a:pt x="94475" y="53340"/>
                </a:lnTo>
                <a:lnTo>
                  <a:pt x="105143" y="53340"/>
                </a:lnTo>
                <a:lnTo>
                  <a:pt x="109715" y="50292"/>
                </a:lnTo>
                <a:lnTo>
                  <a:pt x="117335" y="42672"/>
                </a:lnTo>
                <a:lnTo>
                  <a:pt x="117335" y="2895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2642603" y="2670047"/>
            <a:ext cx="219710" cy="53975"/>
          </a:xfrm>
          <a:custGeom>
            <a:avLst/>
            <a:gdLst/>
            <a:ahLst/>
            <a:cxnLst/>
            <a:rect l="l" t="t" r="r" b="b"/>
            <a:pathLst>
              <a:path w="219710" h="53975">
                <a:moveTo>
                  <a:pt x="19812" y="0"/>
                </a:moveTo>
                <a:lnTo>
                  <a:pt x="16764" y="0"/>
                </a:lnTo>
                <a:lnTo>
                  <a:pt x="15240" y="1524"/>
                </a:lnTo>
                <a:lnTo>
                  <a:pt x="13716" y="4572"/>
                </a:lnTo>
                <a:lnTo>
                  <a:pt x="10668" y="6096"/>
                </a:lnTo>
                <a:lnTo>
                  <a:pt x="7620" y="9144"/>
                </a:lnTo>
                <a:lnTo>
                  <a:pt x="4572" y="10668"/>
                </a:lnTo>
                <a:lnTo>
                  <a:pt x="0" y="13716"/>
                </a:lnTo>
                <a:lnTo>
                  <a:pt x="0" y="19812"/>
                </a:lnTo>
                <a:lnTo>
                  <a:pt x="3048" y="18288"/>
                </a:lnTo>
                <a:lnTo>
                  <a:pt x="4572" y="16764"/>
                </a:lnTo>
                <a:lnTo>
                  <a:pt x="10668" y="13716"/>
                </a:lnTo>
                <a:lnTo>
                  <a:pt x="13716" y="10668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219710" h="53975">
                <a:moveTo>
                  <a:pt x="73164" y="35064"/>
                </a:moveTo>
                <a:lnTo>
                  <a:pt x="67068" y="35064"/>
                </a:lnTo>
                <a:lnTo>
                  <a:pt x="67068" y="10680"/>
                </a:lnTo>
                <a:lnTo>
                  <a:pt x="67068" y="12"/>
                </a:lnTo>
                <a:lnTo>
                  <a:pt x="62496" y="12"/>
                </a:lnTo>
                <a:lnTo>
                  <a:pt x="60972" y="2082"/>
                </a:lnTo>
                <a:lnTo>
                  <a:pt x="60972" y="10680"/>
                </a:lnTo>
                <a:lnTo>
                  <a:pt x="60972" y="35064"/>
                </a:lnTo>
                <a:lnTo>
                  <a:pt x="42684" y="35064"/>
                </a:lnTo>
                <a:lnTo>
                  <a:pt x="60972" y="10680"/>
                </a:lnTo>
                <a:lnTo>
                  <a:pt x="60972" y="2082"/>
                </a:lnTo>
                <a:lnTo>
                  <a:pt x="36588" y="35064"/>
                </a:lnTo>
                <a:lnTo>
                  <a:pt x="36588" y="41160"/>
                </a:lnTo>
                <a:lnTo>
                  <a:pt x="60972" y="41160"/>
                </a:lnTo>
                <a:lnTo>
                  <a:pt x="60972" y="53352"/>
                </a:lnTo>
                <a:lnTo>
                  <a:pt x="67068" y="53352"/>
                </a:lnTo>
                <a:lnTo>
                  <a:pt x="67068" y="41160"/>
                </a:lnTo>
                <a:lnTo>
                  <a:pt x="73164" y="41160"/>
                </a:lnTo>
                <a:lnTo>
                  <a:pt x="73164" y="35064"/>
                </a:lnTo>
                <a:close/>
              </a:path>
              <a:path w="219710" h="53975">
                <a:moveTo>
                  <a:pt x="135648" y="16764"/>
                </a:moveTo>
                <a:lnTo>
                  <a:pt x="134124" y="13716"/>
                </a:lnTo>
                <a:lnTo>
                  <a:pt x="134124" y="10668"/>
                </a:lnTo>
                <a:lnTo>
                  <a:pt x="132600" y="7620"/>
                </a:lnTo>
                <a:lnTo>
                  <a:pt x="131076" y="6096"/>
                </a:lnTo>
                <a:lnTo>
                  <a:pt x="129552" y="4572"/>
                </a:lnTo>
                <a:lnTo>
                  <a:pt x="129552" y="18288"/>
                </a:lnTo>
                <a:lnTo>
                  <a:pt x="129552" y="35052"/>
                </a:lnTo>
                <a:lnTo>
                  <a:pt x="128028" y="41148"/>
                </a:lnTo>
                <a:lnTo>
                  <a:pt x="121932" y="47244"/>
                </a:lnTo>
                <a:lnTo>
                  <a:pt x="114312" y="47244"/>
                </a:lnTo>
                <a:lnTo>
                  <a:pt x="108216" y="41148"/>
                </a:lnTo>
                <a:lnTo>
                  <a:pt x="106692" y="35052"/>
                </a:lnTo>
                <a:lnTo>
                  <a:pt x="106692" y="18288"/>
                </a:lnTo>
                <a:lnTo>
                  <a:pt x="108216" y="12192"/>
                </a:lnTo>
                <a:lnTo>
                  <a:pt x="109740" y="9144"/>
                </a:lnTo>
                <a:lnTo>
                  <a:pt x="112788" y="7620"/>
                </a:lnTo>
                <a:lnTo>
                  <a:pt x="114312" y="6096"/>
                </a:lnTo>
                <a:lnTo>
                  <a:pt x="121932" y="6096"/>
                </a:lnTo>
                <a:lnTo>
                  <a:pt x="124980" y="7620"/>
                </a:lnTo>
                <a:lnTo>
                  <a:pt x="126504" y="9144"/>
                </a:lnTo>
                <a:lnTo>
                  <a:pt x="128028" y="12192"/>
                </a:lnTo>
                <a:lnTo>
                  <a:pt x="129552" y="18288"/>
                </a:lnTo>
                <a:lnTo>
                  <a:pt x="129552" y="4572"/>
                </a:lnTo>
                <a:lnTo>
                  <a:pt x="126504" y="1524"/>
                </a:lnTo>
                <a:lnTo>
                  <a:pt x="123456" y="0"/>
                </a:lnTo>
                <a:lnTo>
                  <a:pt x="111264" y="0"/>
                </a:lnTo>
                <a:lnTo>
                  <a:pt x="108216" y="3048"/>
                </a:lnTo>
                <a:lnTo>
                  <a:pt x="105168" y="4572"/>
                </a:lnTo>
                <a:lnTo>
                  <a:pt x="102120" y="10668"/>
                </a:lnTo>
                <a:lnTo>
                  <a:pt x="100596" y="15240"/>
                </a:lnTo>
                <a:lnTo>
                  <a:pt x="100596" y="36576"/>
                </a:lnTo>
                <a:lnTo>
                  <a:pt x="102120" y="44196"/>
                </a:lnTo>
                <a:lnTo>
                  <a:pt x="105168" y="48768"/>
                </a:lnTo>
                <a:lnTo>
                  <a:pt x="108216" y="51816"/>
                </a:lnTo>
                <a:lnTo>
                  <a:pt x="112788" y="53340"/>
                </a:lnTo>
                <a:lnTo>
                  <a:pt x="121932" y="53340"/>
                </a:lnTo>
                <a:lnTo>
                  <a:pt x="131076" y="48768"/>
                </a:lnTo>
                <a:lnTo>
                  <a:pt x="131838" y="47244"/>
                </a:lnTo>
                <a:lnTo>
                  <a:pt x="132600" y="45720"/>
                </a:lnTo>
                <a:lnTo>
                  <a:pt x="134124" y="41148"/>
                </a:lnTo>
                <a:lnTo>
                  <a:pt x="135648" y="38100"/>
                </a:lnTo>
                <a:lnTo>
                  <a:pt x="135648" y="16764"/>
                </a:lnTo>
                <a:close/>
              </a:path>
              <a:path w="219710" h="53975">
                <a:moveTo>
                  <a:pt x="176784" y="16764"/>
                </a:moveTo>
                <a:lnTo>
                  <a:pt x="175260" y="13716"/>
                </a:lnTo>
                <a:lnTo>
                  <a:pt x="175260" y="10668"/>
                </a:lnTo>
                <a:lnTo>
                  <a:pt x="173736" y="7620"/>
                </a:lnTo>
                <a:lnTo>
                  <a:pt x="172212" y="6096"/>
                </a:lnTo>
                <a:lnTo>
                  <a:pt x="172212" y="4572"/>
                </a:lnTo>
                <a:lnTo>
                  <a:pt x="170688" y="3810"/>
                </a:lnTo>
                <a:lnTo>
                  <a:pt x="170688" y="18288"/>
                </a:lnTo>
                <a:lnTo>
                  <a:pt x="170688" y="35052"/>
                </a:lnTo>
                <a:lnTo>
                  <a:pt x="169164" y="41148"/>
                </a:lnTo>
                <a:lnTo>
                  <a:pt x="167640" y="42672"/>
                </a:lnTo>
                <a:lnTo>
                  <a:pt x="166116" y="45720"/>
                </a:lnTo>
                <a:lnTo>
                  <a:pt x="163068" y="47244"/>
                </a:lnTo>
                <a:lnTo>
                  <a:pt x="155448" y="47244"/>
                </a:lnTo>
                <a:lnTo>
                  <a:pt x="149352" y="41148"/>
                </a:lnTo>
                <a:lnTo>
                  <a:pt x="147828" y="35052"/>
                </a:lnTo>
                <a:lnTo>
                  <a:pt x="147828" y="18288"/>
                </a:lnTo>
                <a:lnTo>
                  <a:pt x="149352" y="12192"/>
                </a:lnTo>
                <a:lnTo>
                  <a:pt x="150876" y="9144"/>
                </a:lnTo>
                <a:lnTo>
                  <a:pt x="153924" y="7620"/>
                </a:lnTo>
                <a:lnTo>
                  <a:pt x="155448" y="6096"/>
                </a:lnTo>
                <a:lnTo>
                  <a:pt x="163068" y="6096"/>
                </a:lnTo>
                <a:lnTo>
                  <a:pt x="166116" y="7620"/>
                </a:lnTo>
                <a:lnTo>
                  <a:pt x="167640" y="9144"/>
                </a:lnTo>
                <a:lnTo>
                  <a:pt x="169164" y="12192"/>
                </a:lnTo>
                <a:lnTo>
                  <a:pt x="170688" y="18288"/>
                </a:lnTo>
                <a:lnTo>
                  <a:pt x="170688" y="3810"/>
                </a:lnTo>
                <a:lnTo>
                  <a:pt x="169164" y="3048"/>
                </a:lnTo>
                <a:lnTo>
                  <a:pt x="167640" y="1524"/>
                </a:lnTo>
                <a:lnTo>
                  <a:pt x="164592" y="0"/>
                </a:lnTo>
                <a:lnTo>
                  <a:pt x="152400" y="0"/>
                </a:lnTo>
                <a:lnTo>
                  <a:pt x="144780" y="7620"/>
                </a:lnTo>
                <a:lnTo>
                  <a:pt x="143256" y="10668"/>
                </a:lnTo>
                <a:lnTo>
                  <a:pt x="143256" y="15240"/>
                </a:lnTo>
                <a:lnTo>
                  <a:pt x="141732" y="19812"/>
                </a:lnTo>
                <a:lnTo>
                  <a:pt x="141732" y="36576"/>
                </a:lnTo>
                <a:lnTo>
                  <a:pt x="143256" y="44196"/>
                </a:lnTo>
                <a:lnTo>
                  <a:pt x="150876" y="51816"/>
                </a:lnTo>
                <a:lnTo>
                  <a:pt x="153924" y="53340"/>
                </a:lnTo>
                <a:lnTo>
                  <a:pt x="163068" y="53340"/>
                </a:lnTo>
                <a:lnTo>
                  <a:pt x="172212" y="48768"/>
                </a:lnTo>
                <a:lnTo>
                  <a:pt x="172974" y="47244"/>
                </a:lnTo>
                <a:lnTo>
                  <a:pt x="173736" y="45720"/>
                </a:lnTo>
                <a:lnTo>
                  <a:pt x="175260" y="41148"/>
                </a:lnTo>
                <a:lnTo>
                  <a:pt x="176784" y="38100"/>
                </a:lnTo>
                <a:lnTo>
                  <a:pt x="176784" y="16764"/>
                </a:lnTo>
                <a:close/>
              </a:path>
              <a:path w="219710" h="53975">
                <a:moveTo>
                  <a:pt x="219456" y="16764"/>
                </a:moveTo>
                <a:lnTo>
                  <a:pt x="216408" y="10668"/>
                </a:lnTo>
                <a:lnTo>
                  <a:pt x="216408" y="7620"/>
                </a:lnTo>
                <a:lnTo>
                  <a:pt x="214884" y="6096"/>
                </a:lnTo>
                <a:lnTo>
                  <a:pt x="213360" y="4572"/>
                </a:lnTo>
                <a:lnTo>
                  <a:pt x="213360" y="18288"/>
                </a:lnTo>
                <a:lnTo>
                  <a:pt x="213360" y="35052"/>
                </a:lnTo>
                <a:lnTo>
                  <a:pt x="211836" y="41148"/>
                </a:lnTo>
                <a:lnTo>
                  <a:pt x="207264" y="45720"/>
                </a:lnTo>
                <a:lnTo>
                  <a:pt x="204216" y="47244"/>
                </a:lnTo>
                <a:lnTo>
                  <a:pt x="198120" y="47244"/>
                </a:lnTo>
                <a:lnTo>
                  <a:pt x="195072" y="45720"/>
                </a:lnTo>
                <a:lnTo>
                  <a:pt x="193548" y="42672"/>
                </a:lnTo>
                <a:lnTo>
                  <a:pt x="190500" y="41148"/>
                </a:lnTo>
                <a:lnTo>
                  <a:pt x="190500" y="12192"/>
                </a:lnTo>
                <a:lnTo>
                  <a:pt x="195072" y="7620"/>
                </a:lnTo>
                <a:lnTo>
                  <a:pt x="198120" y="6096"/>
                </a:lnTo>
                <a:lnTo>
                  <a:pt x="205740" y="6096"/>
                </a:lnTo>
                <a:lnTo>
                  <a:pt x="207264" y="7620"/>
                </a:lnTo>
                <a:lnTo>
                  <a:pt x="210312" y="9144"/>
                </a:lnTo>
                <a:lnTo>
                  <a:pt x="211836" y="12192"/>
                </a:lnTo>
                <a:lnTo>
                  <a:pt x="213360" y="18288"/>
                </a:lnTo>
                <a:lnTo>
                  <a:pt x="213360" y="4572"/>
                </a:lnTo>
                <a:lnTo>
                  <a:pt x="210312" y="1524"/>
                </a:lnTo>
                <a:lnTo>
                  <a:pt x="207264" y="0"/>
                </a:lnTo>
                <a:lnTo>
                  <a:pt x="195072" y="0"/>
                </a:lnTo>
                <a:lnTo>
                  <a:pt x="192024" y="3048"/>
                </a:lnTo>
                <a:lnTo>
                  <a:pt x="188976" y="4572"/>
                </a:lnTo>
                <a:lnTo>
                  <a:pt x="185928" y="10668"/>
                </a:lnTo>
                <a:lnTo>
                  <a:pt x="184404" y="15240"/>
                </a:lnTo>
                <a:lnTo>
                  <a:pt x="184404" y="36576"/>
                </a:lnTo>
                <a:lnTo>
                  <a:pt x="185928" y="44196"/>
                </a:lnTo>
                <a:lnTo>
                  <a:pt x="188976" y="48768"/>
                </a:lnTo>
                <a:lnTo>
                  <a:pt x="192024" y="51816"/>
                </a:lnTo>
                <a:lnTo>
                  <a:pt x="196596" y="53340"/>
                </a:lnTo>
                <a:lnTo>
                  <a:pt x="205740" y="53340"/>
                </a:lnTo>
                <a:lnTo>
                  <a:pt x="211836" y="50292"/>
                </a:lnTo>
                <a:lnTo>
                  <a:pt x="214884" y="47244"/>
                </a:lnTo>
                <a:lnTo>
                  <a:pt x="216408" y="45720"/>
                </a:lnTo>
                <a:lnTo>
                  <a:pt x="216408" y="41148"/>
                </a:lnTo>
                <a:lnTo>
                  <a:pt x="217932" y="38100"/>
                </a:lnTo>
                <a:lnTo>
                  <a:pt x="219456" y="32004"/>
                </a:lnTo>
                <a:lnTo>
                  <a:pt x="219456" y="1676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2072627" y="2670047"/>
            <a:ext cx="113030" cy="53975"/>
          </a:xfrm>
          <a:custGeom>
            <a:avLst/>
            <a:gdLst/>
            <a:ahLst/>
            <a:cxnLst/>
            <a:rect l="l" t="t" r="r" b="b"/>
            <a:pathLst>
              <a:path w="113030" h="53975">
                <a:moveTo>
                  <a:pt x="19812" y="0"/>
                </a:moveTo>
                <a:lnTo>
                  <a:pt x="15240" y="0"/>
                </a:lnTo>
                <a:lnTo>
                  <a:pt x="13716" y="1524"/>
                </a:lnTo>
                <a:lnTo>
                  <a:pt x="12192" y="4572"/>
                </a:lnTo>
                <a:lnTo>
                  <a:pt x="9144" y="6096"/>
                </a:lnTo>
                <a:lnTo>
                  <a:pt x="6096" y="9144"/>
                </a:lnTo>
                <a:lnTo>
                  <a:pt x="3048" y="10668"/>
                </a:lnTo>
                <a:lnTo>
                  <a:pt x="0" y="13716"/>
                </a:lnTo>
                <a:lnTo>
                  <a:pt x="0" y="19812"/>
                </a:lnTo>
                <a:lnTo>
                  <a:pt x="1524" y="18288"/>
                </a:lnTo>
                <a:lnTo>
                  <a:pt x="4572" y="16764"/>
                </a:lnTo>
                <a:lnTo>
                  <a:pt x="6096" y="15240"/>
                </a:lnTo>
                <a:lnTo>
                  <a:pt x="12192" y="12192"/>
                </a:lnTo>
                <a:lnTo>
                  <a:pt x="13716" y="10668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113030" h="53975">
                <a:moveTo>
                  <a:pt x="71628" y="35064"/>
                </a:moveTo>
                <a:lnTo>
                  <a:pt x="65532" y="35064"/>
                </a:lnTo>
                <a:lnTo>
                  <a:pt x="65532" y="10680"/>
                </a:lnTo>
                <a:lnTo>
                  <a:pt x="65532" y="12"/>
                </a:lnTo>
                <a:lnTo>
                  <a:pt x="60960" y="12"/>
                </a:lnTo>
                <a:lnTo>
                  <a:pt x="59436" y="2082"/>
                </a:lnTo>
                <a:lnTo>
                  <a:pt x="59436" y="10680"/>
                </a:lnTo>
                <a:lnTo>
                  <a:pt x="59436" y="35064"/>
                </a:lnTo>
                <a:lnTo>
                  <a:pt x="42672" y="35064"/>
                </a:lnTo>
                <a:lnTo>
                  <a:pt x="59436" y="10680"/>
                </a:lnTo>
                <a:lnTo>
                  <a:pt x="59436" y="2082"/>
                </a:lnTo>
                <a:lnTo>
                  <a:pt x="35052" y="35064"/>
                </a:lnTo>
                <a:lnTo>
                  <a:pt x="35052" y="41160"/>
                </a:lnTo>
                <a:lnTo>
                  <a:pt x="59436" y="41160"/>
                </a:lnTo>
                <a:lnTo>
                  <a:pt x="59436" y="53352"/>
                </a:lnTo>
                <a:lnTo>
                  <a:pt x="65532" y="53352"/>
                </a:lnTo>
                <a:lnTo>
                  <a:pt x="65532" y="41160"/>
                </a:lnTo>
                <a:lnTo>
                  <a:pt x="71628" y="41160"/>
                </a:lnTo>
                <a:lnTo>
                  <a:pt x="71628" y="35064"/>
                </a:lnTo>
                <a:close/>
              </a:path>
              <a:path w="113030" h="53975">
                <a:moveTo>
                  <a:pt x="112788" y="28956"/>
                </a:moveTo>
                <a:lnTo>
                  <a:pt x="111264" y="24384"/>
                </a:lnTo>
                <a:lnTo>
                  <a:pt x="105168" y="18288"/>
                </a:lnTo>
                <a:lnTo>
                  <a:pt x="100596" y="16764"/>
                </a:lnTo>
                <a:lnTo>
                  <a:pt x="92976" y="16764"/>
                </a:lnTo>
                <a:lnTo>
                  <a:pt x="86880" y="19812"/>
                </a:lnTo>
                <a:lnTo>
                  <a:pt x="89928" y="6096"/>
                </a:lnTo>
                <a:lnTo>
                  <a:pt x="109740" y="6096"/>
                </a:lnTo>
                <a:lnTo>
                  <a:pt x="109740" y="0"/>
                </a:lnTo>
                <a:lnTo>
                  <a:pt x="85356" y="0"/>
                </a:lnTo>
                <a:lnTo>
                  <a:pt x="79260" y="27432"/>
                </a:lnTo>
                <a:lnTo>
                  <a:pt x="85356" y="28956"/>
                </a:lnTo>
                <a:lnTo>
                  <a:pt x="86880" y="27432"/>
                </a:lnTo>
                <a:lnTo>
                  <a:pt x="86880" y="25908"/>
                </a:lnTo>
                <a:lnTo>
                  <a:pt x="89928" y="22860"/>
                </a:lnTo>
                <a:lnTo>
                  <a:pt x="102120" y="22860"/>
                </a:lnTo>
                <a:lnTo>
                  <a:pt x="103644" y="25908"/>
                </a:lnTo>
                <a:lnTo>
                  <a:pt x="105168" y="27432"/>
                </a:lnTo>
                <a:lnTo>
                  <a:pt x="106692" y="30480"/>
                </a:lnTo>
                <a:lnTo>
                  <a:pt x="106692" y="38100"/>
                </a:lnTo>
                <a:lnTo>
                  <a:pt x="105168" y="41148"/>
                </a:lnTo>
                <a:lnTo>
                  <a:pt x="103644" y="42672"/>
                </a:lnTo>
                <a:lnTo>
                  <a:pt x="102120" y="45720"/>
                </a:lnTo>
                <a:lnTo>
                  <a:pt x="99072" y="47244"/>
                </a:lnTo>
                <a:lnTo>
                  <a:pt x="91452" y="47244"/>
                </a:lnTo>
                <a:lnTo>
                  <a:pt x="88404" y="45720"/>
                </a:lnTo>
                <a:lnTo>
                  <a:pt x="83832" y="41148"/>
                </a:lnTo>
                <a:lnTo>
                  <a:pt x="83832" y="38100"/>
                </a:lnTo>
                <a:lnTo>
                  <a:pt x="77736" y="38100"/>
                </a:lnTo>
                <a:lnTo>
                  <a:pt x="77736" y="42672"/>
                </a:lnTo>
                <a:lnTo>
                  <a:pt x="79260" y="45720"/>
                </a:lnTo>
                <a:lnTo>
                  <a:pt x="82308" y="48768"/>
                </a:lnTo>
                <a:lnTo>
                  <a:pt x="85356" y="51816"/>
                </a:lnTo>
                <a:lnTo>
                  <a:pt x="89928" y="53340"/>
                </a:lnTo>
                <a:lnTo>
                  <a:pt x="100596" y="53340"/>
                </a:lnTo>
                <a:lnTo>
                  <a:pt x="105168" y="50292"/>
                </a:lnTo>
                <a:lnTo>
                  <a:pt x="108216" y="45720"/>
                </a:lnTo>
                <a:lnTo>
                  <a:pt x="111264" y="42672"/>
                </a:lnTo>
                <a:lnTo>
                  <a:pt x="112788" y="38100"/>
                </a:lnTo>
                <a:lnTo>
                  <a:pt x="112788" y="2895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354823" y="2665475"/>
            <a:ext cx="299085" cy="62865"/>
          </a:xfrm>
          <a:custGeom>
            <a:avLst/>
            <a:gdLst/>
            <a:ahLst/>
            <a:cxnLst/>
            <a:rect l="l" t="t" r="r" b="b"/>
            <a:pathLst>
              <a:path w="299085" h="62864">
                <a:moveTo>
                  <a:pt x="48768" y="24384"/>
                </a:moveTo>
                <a:lnTo>
                  <a:pt x="47244" y="19812"/>
                </a:lnTo>
                <a:lnTo>
                  <a:pt x="45720" y="16764"/>
                </a:lnTo>
                <a:lnTo>
                  <a:pt x="44196" y="12192"/>
                </a:lnTo>
                <a:lnTo>
                  <a:pt x="42672" y="9144"/>
                </a:lnTo>
                <a:lnTo>
                  <a:pt x="41148" y="7620"/>
                </a:lnTo>
                <a:lnTo>
                  <a:pt x="41148" y="24384"/>
                </a:lnTo>
                <a:lnTo>
                  <a:pt x="41148" y="38100"/>
                </a:lnTo>
                <a:lnTo>
                  <a:pt x="36576" y="47244"/>
                </a:lnTo>
                <a:lnTo>
                  <a:pt x="33528" y="50292"/>
                </a:lnTo>
                <a:lnTo>
                  <a:pt x="32004" y="50292"/>
                </a:lnTo>
                <a:lnTo>
                  <a:pt x="28956" y="51816"/>
                </a:lnTo>
                <a:lnTo>
                  <a:pt x="27432" y="51816"/>
                </a:lnTo>
                <a:lnTo>
                  <a:pt x="24384" y="53340"/>
                </a:lnTo>
                <a:lnTo>
                  <a:pt x="7620" y="53340"/>
                </a:lnTo>
                <a:lnTo>
                  <a:pt x="7620" y="9144"/>
                </a:lnTo>
                <a:lnTo>
                  <a:pt x="30480" y="9144"/>
                </a:lnTo>
                <a:lnTo>
                  <a:pt x="33528" y="10668"/>
                </a:lnTo>
                <a:lnTo>
                  <a:pt x="36576" y="13716"/>
                </a:lnTo>
                <a:lnTo>
                  <a:pt x="39624" y="19812"/>
                </a:lnTo>
                <a:lnTo>
                  <a:pt x="41148" y="24384"/>
                </a:lnTo>
                <a:lnTo>
                  <a:pt x="41148" y="7620"/>
                </a:lnTo>
                <a:lnTo>
                  <a:pt x="39624" y="6096"/>
                </a:lnTo>
                <a:lnTo>
                  <a:pt x="30480" y="1524"/>
                </a:lnTo>
                <a:lnTo>
                  <a:pt x="0" y="1524"/>
                </a:lnTo>
                <a:lnTo>
                  <a:pt x="0" y="60960"/>
                </a:lnTo>
                <a:lnTo>
                  <a:pt x="24384" y="60960"/>
                </a:lnTo>
                <a:lnTo>
                  <a:pt x="27432" y="59436"/>
                </a:lnTo>
                <a:lnTo>
                  <a:pt x="33528" y="59436"/>
                </a:lnTo>
                <a:lnTo>
                  <a:pt x="35052" y="57912"/>
                </a:lnTo>
                <a:lnTo>
                  <a:pt x="38100" y="56388"/>
                </a:lnTo>
                <a:lnTo>
                  <a:pt x="41148" y="53340"/>
                </a:lnTo>
                <a:lnTo>
                  <a:pt x="42672" y="50292"/>
                </a:lnTo>
                <a:lnTo>
                  <a:pt x="44196" y="48768"/>
                </a:lnTo>
                <a:lnTo>
                  <a:pt x="48768" y="39624"/>
                </a:lnTo>
                <a:lnTo>
                  <a:pt x="48768" y="24384"/>
                </a:lnTo>
                <a:close/>
              </a:path>
              <a:path w="299085" h="62864">
                <a:moveTo>
                  <a:pt x="108216" y="41148"/>
                </a:moveTo>
                <a:lnTo>
                  <a:pt x="100596" y="39624"/>
                </a:lnTo>
                <a:lnTo>
                  <a:pt x="97548" y="48768"/>
                </a:lnTo>
                <a:lnTo>
                  <a:pt x="94500" y="50292"/>
                </a:lnTo>
                <a:lnTo>
                  <a:pt x="91452" y="53340"/>
                </a:lnTo>
                <a:lnTo>
                  <a:pt x="86880" y="54864"/>
                </a:lnTo>
                <a:lnTo>
                  <a:pt x="79260" y="54864"/>
                </a:lnTo>
                <a:lnTo>
                  <a:pt x="70116" y="50292"/>
                </a:lnTo>
                <a:lnTo>
                  <a:pt x="68592" y="47244"/>
                </a:lnTo>
                <a:lnTo>
                  <a:pt x="67068" y="42672"/>
                </a:lnTo>
                <a:lnTo>
                  <a:pt x="65544" y="39624"/>
                </a:lnTo>
                <a:lnTo>
                  <a:pt x="65544" y="22860"/>
                </a:lnTo>
                <a:lnTo>
                  <a:pt x="67068" y="18288"/>
                </a:lnTo>
                <a:lnTo>
                  <a:pt x="67068" y="15240"/>
                </a:lnTo>
                <a:lnTo>
                  <a:pt x="70116" y="12192"/>
                </a:lnTo>
                <a:lnTo>
                  <a:pt x="73164" y="10668"/>
                </a:lnTo>
                <a:lnTo>
                  <a:pt x="76212" y="7620"/>
                </a:lnTo>
                <a:lnTo>
                  <a:pt x="89928" y="7620"/>
                </a:lnTo>
                <a:lnTo>
                  <a:pt x="97548" y="15240"/>
                </a:lnTo>
                <a:lnTo>
                  <a:pt x="99072" y="19812"/>
                </a:lnTo>
                <a:lnTo>
                  <a:pt x="106692" y="16764"/>
                </a:lnTo>
                <a:lnTo>
                  <a:pt x="105168" y="12192"/>
                </a:lnTo>
                <a:lnTo>
                  <a:pt x="102120" y="7620"/>
                </a:lnTo>
                <a:lnTo>
                  <a:pt x="97548" y="4572"/>
                </a:lnTo>
                <a:lnTo>
                  <a:pt x="94500" y="1524"/>
                </a:lnTo>
                <a:lnTo>
                  <a:pt x="89928" y="0"/>
                </a:lnTo>
                <a:lnTo>
                  <a:pt x="74688" y="0"/>
                </a:lnTo>
                <a:lnTo>
                  <a:pt x="65544" y="6096"/>
                </a:lnTo>
                <a:lnTo>
                  <a:pt x="62496" y="9144"/>
                </a:lnTo>
                <a:lnTo>
                  <a:pt x="60972" y="13716"/>
                </a:lnTo>
                <a:lnTo>
                  <a:pt x="57924" y="18288"/>
                </a:lnTo>
                <a:lnTo>
                  <a:pt x="57924" y="41148"/>
                </a:lnTo>
                <a:lnTo>
                  <a:pt x="60972" y="45720"/>
                </a:lnTo>
                <a:lnTo>
                  <a:pt x="62496" y="51816"/>
                </a:lnTo>
                <a:lnTo>
                  <a:pt x="68592" y="57912"/>
                </a:lnTo>
                <a:lnTo>
                  <a:pt x="73164" y="60960"/>
                </a:lnTo>
                <a:lnTo>
                  <a:pt x="77736" y="62484"/>
                </a:lnTo>
                <a:lnTo>
                  <a:pt x="89928" y="62484"/>
                </a:lnTo>
                <a:lnTo>
                  <a:pt x="103644" y="53340"/>
                </a:lnTo>
                <a:lnTo>
                  <a:pt x="106692" y="48768"/>
                </a:lnTo>
                <a:lnTo>
                  <a:pt x="108216" y="41148"/>
                </a:lnTo>
                <a:close/>
              </a:path>
              <a:path w="299085" h="62864">
                <a:moveTo>
                  <a:pt x="137160" y="33528"/>
                </a:moveTo>
                <a:lnTo>
                  <a:pt x="112788" y="33528"/>
                </a:lnTo>
                <a:lnTo>
                  <a:pt x="112788" y="42672"/>
                </a:lnTo>
                <a:lnTo>
                  <a:pt x="137160" y="42672"/>
                </a:lnTo>
                <a:lnTo>
                  <a:pt x="137160" y="33528"/>
                </a:lnTo>
                <a:close/>
              </a:path>
              <a:path w="299085" h="62864">
                <a:moveTo>
                  <a:pt x="179844" y="39636"/>
                </a:moveTo>
                <a:lnTo>
                  <a:pt x="178320" y="35064"/>
                </a:lnTo>
                <a:lnTo>
                  <a:pt x="176796" y="33540"/>
                </a:lnTo>
                <a:lnTo>
                  <a:pt x="176034" y="32016"/>
                </a:lnTo>
                <a:lnTo>
                  <a:pt x="175272" y="30492"/>
                </a:lnTo>
                <a:lnTo>
                  <a:pt x="172224" y="28968"/>
                </a:lnTo>
                <a:lnTo>
                  <a:pt x="172224" y="39636"/>
                </a:lnTo>
                <a:lnTo>
                  <a:pt x="172224" y="45732"/>
                </a:lnTo>
                <a:lnTo>
                  <a:pt x="170700" y="47256"/>
                </a:lnTo>
                <a:lnTo>
                  <a:pt x="169176" y="50304"/>
                </a:lnTo>
                <a:lnTo>
                  <a:pt x="167652" y="51828"/>
                </a:lnTo>
                <a:lnTo>
                  <a:pt x="164604" y="53352"/>
                </a:lnTo>
                <a:lnTo>
                  <a:pt x="158508" y="53352"/>
                </a:lnTo>
                <a:lnTo>
                  <a:pt x="156984" y="51828"/>
                </a:lnTo>
                <a:lnTo>
                  <a:pt x="153936" y="51828"/>
                </a:lnTo>
                <a:lnTo>
                  <a:pt x="149364" y="47256"/>
                </a:lnTo>
                <a:lnTo>
                  <a:pt x="149364" y="36588"/>
                </a:lnTo>
                <a:lnTo>
                  <a:pt x="152412" y="35064"/>
                </a:lnTo>
                <a:lnTo>
                  <a:pt x="153936" y="32016"/>
                </a:lnTo>
                <a:lnTo>
                  <a:pt x="167652" y="32016"/>
                </a:lnTo>
                <a:lnTo>
                  <a:pt x="169176" y="35064"/>
                </a:lnTo>
                <a:lnTo>
                  <a:pt x="170700" y="36588"/>
                </a:lnTo>
                <a:lnTo>
                  <a:pt x="172224" y="39636"/>
                </a:lnTo>
                <a:lnTo>
                  <a:pt x="172224" y="28968"/>
                </a:lnTo>
                <a:lnTo>
                  <a:pt x="169176" y="27444"/>
                </a:lnTo>
                <a:lnTo>
                  <a:pt x="172224" y="25920"/>
                </a:lnTo>
                <a:lnTo>
                  <a:pt x="173748" y="24396"/>
                </a:lnTo>
                <a:lnTo>
                  <a:pt x="176796" y="21348"/>
                </a:lnTo>
                <a:lnTo>
                  <a:pt x="178320" y="18300"/>
                </a:lnTo>
                <a:lnTo>
                  <a:pt x="178320" y="12204"/>
                </a:lnTo>
                <a:lnTo>
                  <a:pt x="177304" y="9156"/>
                </a:lnTo>
                <a:lnTo>
                  <a:pt x="176796" y="7632"/>
                </a:lnTo>
                <a:lnTo>
                  <a:pt x="173748" y="4584"/>
                </a:lnTo>
                <a:lnTo>
                  <a:pt x="170700" y="3060"/>
                </a:lnTo>
                <a:lnTo>
                  <a:pt x="170700" y="13728"/>
                </a:lnTo>
                <a:lnTo>
                  <a:pt x="170700" y="18300"/>
                </a:lnTo>
                <a:lnTo>
                  <a:pt x="164604" y="24396"/>
                </a:lnTo>
                <a:lnTo>
                  <a:pt x="156984" y="24396"/>
                </a:lnTo>
                <a:lnTo>
                  <a:pt x="153936" y="22872"/>
                </a:lnTo>
                <a:lnTo>
                  <a:pt x="150888" y="19824"/>
                </a:lnTo>
                <a:lnTo>
                  <a:pt x="150888" y="12204"/>
                </a:lnTo>
                <a:lnTo>
                  <a:pt x="153936" y="9156"/>
                </a:lnTo>
                <a:lnTo>
                  <a:pt x="166128" y="9156"/>
                </a:lnTo>
                <a:lnTo>
                  <a:pt x="170700" y="13728"/>
                </a:lnTo>
                <a:lnTo>
                  <a:pt x="170700" y="3060"/>
                </a:lnTo>
                <a:lnTo>
                  <a:pt x="166128" y="1536"/>
                </a:lnTo>
                <a:lnTo>
                  <a:pt x="155460" y="1536"/>
                </a:lnTo>
                <a:lnTo>
                  <a:pt x="150888" y="3060"/>
                </a:lnTo>
                <a:lnTo>
                  <a:pt x="147840" y="4584"/>
                </a:lnTo>
                <a:lnTo>
                  <a:pt x="144792" y="7632"/>
                </a:lnTo>
                <a:lnTo>
                  <a:pt x="143268" y="12204"/>
                </a:lnTo>
                <a:lnTo>
                  <a:pt x="143268" y="21348"/>
                </a:lnTo>
                <a:lnTo>
                  <a:pt x="146316" y="24396"/>
                </a:lnTo>
                <a:lnTo>
                  <a:pt x="152412" y="27444"/>
                </a:lnTo>
                <a:lnTo>
                  <a:pt x="146316" y="30492"/>
                </a:lnTo>
                <a:lnTo>
                  <a:pt x="141744" y="35064"/>
                </a:lnTo>
                <a:lnTo>
                  <a:pt x="141744" y="47256"/>
                </a:lnTo>
                <a:lnTo>
                  <a:pt x="143268" y="51828"/>
                </a:lnTo>
                <a:lnTo>
                  <a:pt x="150888" y="59448"/>
                </a:lnTo>
                <a:lnTo>
                  <a:pt x="155460" y="60972"/>
                </a:lnTo>
                <a:lnTo>
                  <a:pt x="166128" y="60972"/>
                </a:lnTo>
                <a:lnTo>
                  <a:pt x="170700" y="59448"/>
                </a:lnTo>
                <a:lnTo>
                  <a:pt x="173748" y="54876"/>
                </a:lnTo>
                <a:lnTo>
                  <a:pt x="176034" y="53352"/>
                </a:lnTo>
                <a:lnTo>
                  <a:pt x="178320" y="51828"/>
                </a:lnTo>
                <a:lnTo>
                  <a:pt x="179844" y="47256"/>
                </a:lnTo>
                <a:lnTo>
                  <a:pt x="179844" y="39636"/>
                </a:lnTo>
                <a:close/>
              </a:path>
              <a:path w="299085" h="62864">
                <a:moveTo>
                  <a:pt x="208800" y="33528"/>
                </a:moveTo>
                <a:lnTo>
                  <a:pt x="184416" y="33528"/>
                </a:lnTo>
                <a:lnTo>
                  <a:pt x="184416" y="42672"/>
                </a:lnTo>
                <a:lnTo>
                  <a:pt x="208800" y="42672"/>
                </a:lnTo>
                <a:lnTo>
                  <a:pt x="208800" y="33528"/>
                </a:lnTo>
                <a:close/>
              </a:path>
              <a:path w="299085" h="62864">
                <a:moveTo>
                  <a:pt x="254508" y="33540"/>
                </a:moveTo>
                <a:lnTo>
                  <a:pt x="251460" y="28968"/>
                </a:lnTo>
                <a:lnTo>
                  <a:pt x="245364" y="22872"/>
                </a:lnTo>
                <a:lnTo>
                  <a:pt x="240792" y="21348"/>
                </a:lnTo>
                <a:lnTo>
                  <a:pt x="231648" y="21348"/>
                </a:lnTo>
                <a:lnTo>
                  <a:pt x="228600" y="22872"/>
                </a:lnTo>
                <a:lnTo>
                  <a:pt x="224028" y="25920"/>
                </a:lnTo>
                <a:lnTo>
                  <a:pt x="228600" y="9156"/>
                </a:lnTo>
                <a:lnTo>
                  <a:pt x="251460" y="9156"/>
                </a:lnTo>
                <a:lnTo>
                  <a:pt x="251460" y="1536"/>
                </a:lnTo>
                <a:lnTo>
                  <a:pt x="222504" y="1536"/>
                </a:lnTo>
                <a:lnTo>
                  <a:pt x="216408" y="32016"/>
                </a:lnTo>
                <a:lnTo>
                  <a:pt x="224028" y="33540"/>
                </a:lnTo>
                <a:lnTo>
                  <a:pt x="224028" y="32016"/>
                </a:lnTo>
                <a:lnTo>
                  <a:pt x="227076" y="28968"/>
                </a:lnTo>
                <a:lnTo>
                  <a:pt x="240792" y="28968"/>
                </a:lnTo>
                <a:lnTo>
                  <a:pt x="245364" y="33540"/>
                </a:lnTo>
                <a:lnTo>
                  <a:pt x="246888" y="36588"/>
                </a:lnTo>
                <a:lnTo>
                  <a:pt x="246888" y="44208"/>
                </a:lnTo>
                <a:lnTo>
                  <a:pt x="245364" y="47256"/>
                </a:lnTo>
                <a:lnTo>
                  <a:pt x="242316" y="48780"/>
                </a:lnTo>
                <a:lnTo>
                  <a:pt x="240792" y="51828"/>
                </a:lnTo>
                <a:lnTo>
                  <a:pt x="237744" y="53352"/>
                </a:lnTo>
                <a:lnTo>
                  <a:pt x="230124" y="53352"/>
                </a:lnTo>
                <a:lnTo>
                  <a:pt x="227076" y="51828"/>
                </a:lnTo>
                <a:lnTo>
                  <a:pt x="222504" y="47256"/>
                </a:lnTo>
                <a:lnTo>
                  <a:pt x="222504" y="44208"/>
                </a:lnTo>
                <a:lnTo>
                  <a:pt x="214884" y="44208"/>
                </a:lnTo>
                <a:lnTo>
                  <a:pt x="214884" y="48780"/>
                </a:lnTo>
                <a:lnTo>
                  <a:pt x="216408" y="53352"/>
                </a:lnTo>
                <a:lnTo>
                  <a:pt x="219456" y="56400"/>
                </a:lnTo>
                <a:lnTo>
                  <a:pt x="224028" y="59448"/>
                </a:lnTo>
                <a:lnTo>
                  <a:pt x="228600" y="60972"/>
                </a:lnTo>
                <a:lnTo>
                  <a:pt x="239268" y="60972"/>
                </a:lnTo>
                <a:lnTo>
                  <a:pt x="245364" y="57924"/>
                </a:lnTo>
                <a:lnTo>
                  <a:pt x="254508" y="44208"/>
                </a:lnTo>
                <a:lnTo>
                  <a:pt x="254508" y="33540"/>
                </a:lnTo>
                <a:close/>
              </a:path>
              <a:path w="299085" h="62864">
                <a:moveTo>
                  <a:pt x="298716" y="19812"/>
                </a:moveTo>
                <a:lnTo>
                  <a:pt x="297192" y="16764"/>
                </a:lnTo>
                <a:lnTo>
                  <a:pt x="297192" y="13716"/>
                </a:lnTo>
                <a:lnTo>
                  <a:pt x="294906" y="9144"/>
                </a:lnTo>
                <a:lnTo>
                  <a:pt x="294144" y="7620"/>
                </a:lnTo>
                <a:lnTo>
                  <a:pt x="291096" y="4572"/>
                </a:lnTo>
                <a:lnTo>
                  <a:pt x="291096" y="21336"/>
                </a:lnTo>
                <a:lnTo>
                  <a:pt x="291096" y="39624"/>
                </a:lnTo>
                <a:lnTo>
                  <a:pt x="289572" y="45720"/>
                </a:lnTo>
                <a:lnTo>
                  <a:pt x="288048" y="48768"/>
                </a:lnTo>
                <a:lnTo>
                  <a:pt x="285000" y="51816"/>
                </a:lnTo>
                <a:lnTo>
                  <a:pt x="281952" y="53340"/>
                </a:lnTo>
                <a:lnTo>
                  <a:pt x="275856" y="53340"/>
                </a:lnTo>
                <a:lnTo>
                  <a:pt x="272808" y="51816"/>
                </a:lnTo>
                <a:lnTo>
                  <a:pt x="269760" y="48768"/>
                </a:lnTo>
                <a:lnTo>
                  <a:pt x="268236" y="45720"/>
                </a:lnTo>
                <a:lnTo>
                  <a:pt x="266712" y="39624"/>
                </a:lnTo>
                <a:lnTo>
                  <a:pt x="266712" y="21336"/>
                </a:lnTo>
                <a:lnTo>
                  <a:pt x="268236" y="15240"/>
                </a:lnTo>
                <a:lnTo>
                  <a:pt x="269760" y="12192"/>
                </a:lnTo>
                <a:lnTo>
                  <a:pt x="272808" y="9144"/>
                </a:lnTo>
                <a:lnTo>
                  <a:pt x="281952" y="9144"/>
                </a:lnTo>
                <a:lnTo>
                  <a:pt x="285000" y="10668"/>
                </a:lnTo>
                <a:lnTo>
                  <a:pt x="289572" y="15240"/>
                </a:lnTo>
                <a:lnTo>
                  <a:pt x="291096" y="21336"/>
                </a:lnTo>
                <a:lnTo>
                  <a:pt x="291096" y="4572"/>
                </a:lnTo>
                <a:lnTo>
                  <a:pt x="285000" y="1524"/>
                </a:lnTo>
                <a:lnTo>
                  <a:pt x="271284" y="1524"/>
                </a:lnTo>
                <a:lnTo>
                  <a:pt x="268236" y="4572"/>
                </a:lnTo>
                <a:lnTo>
                  <a:pt x="265188" y="6096"/>
                </a:lnTo>
                <a:lnTo>
                  <a:pt x="262140" y="9144"/>
                </a:lnTo>
                <a:lnTo>
                  <a:pt x="259092" y="18288"/>
                </a:lnTo>
                <a:lnTo>
                  <a:pt x="259092" y="41148"/>
                </a:lnTo>
                <a:lnTo>
                  <a:pt x="260616" y="50292"/>
                </a:lnTo>
                <a:lnTo>
                  <a:pt x="268236" y="57912"/>
                </a:lnTo>
                <a:lnTo>
                  <a:pt x="272808" y="60960"/>
                </a:lnTo>
                <a:lnTo>
                  <a:pt x="283476" y="60960"/>
                </a:lnTo>
                <a:lnTo>
                  <a:pt x="289572" y="57912"/>
                </a:lnTo>
                <a:lnTo>
                  <a:pt x="294144" y="53340"/>
                </a:lnTo>
                <a:lnTo>
                  <a:pt x="295668" y="51816"/>
                </a:lnTo>
                <a:lnTo>
                  <a:pt x="298716" y="42672"/>
                </a:lnTo>
                <a:lnTo>
                  <a:pt x="298716" y="1981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5423916" y="185928"/>
            <a:ext cx="5034280" cy="3561715"/>
            <a:chOff x="5423916" y="185928"/>
            <a:chExt cx="5034280" cy="3561715"/>
          </a:xfrm>
        </p:grpSpPr>
        <p:sp>
          <p:nvSpPr>
            <p:cNvPr id="48" name="object 48" descr=""/>
            <p:cNvSpPr/>
            <p:nvPr/>
          </p:nvSpPr>
          <p:spPr>
            <a:xfrm>
              <a:off x="5426964" y="18897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26964" y="835151"/>
              <a:ext cx="4695443" cy="36575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63967" y="3323843"/>
              <a:ext cx="1150620" cy="39624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16567" y="3179064"/>
              <a:ext cx="1319783" cy="192024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44896" y="676656"/>
              <a:ext cx="1851660" cy="126491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88608" y="1114044"/>
              <a:ext cx="2987040" cy="117348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9425939" y="138531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4">
                  <a:moveTo>
                    <a:pt x="10667" y="10667"/>
                  </a:moveTo>
                  <a:lnTo>
                    <a:pt x="0" y="10667"/>
                  </a:lnTo>
                  <a:lnTo>
                    <a:pt x="0" y="0"/>
                  </a:lnTo>
                  <a:lnTo>
                    <a:pt x="10667" y="0"/>
                  </a:lnTo>
                  <a:lnTo>
                    <a:pt x="10667" y="10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86144" y="1316735"/>
              <a:ext cx="2985516" cy="327660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88608" y="1720596"/>
              <a:ext cx="2247900" cy="115823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8644128" y="1720595"/>
              <a:ext cx="207645" cy="93345"/>
            </a:xfrm>
            <a:custGeom>
              <a:avLst/>
              <a:gdLst/>
              <a:ahLst/>
              <a:cxnLst/>
              <a:rect l="l" t="t" r="r" b="b"/>
              <a:pathLst>
                <a:path w="207645" h="93344">
                  <a:moveTo>
                    <a:pt x="12179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12179" y="91440"/>
                  </a:lnTo>
                  <a:lnTo>
                    <a:pt x="12179" y="0"/>
                  </a:lnTo>
                  <a:close/>
                </a:path>
                <a:path w="207645" h="93344">
                  <a:moveTo>
                    <a:pt x="39611" y="25908"/>
                  </a:moveTo>
                  <a:lnTo>
                    <a:pt x="28943" y="25908"/>
                  </a:lnTo>
                  <a:lnTo>
                    <a:pt x="28943" y="91440"/>
                  </a:lnTo>
                  <a:lnTo>
                    <a:pt x="39611" y="91440"/>
                  </a:lnTo>
                  <a:lnTo>
                    <a:pt x="39611" y="25908"/>
                  </a:lnTo>
                  <a:close/>
                </a:path>
                <a:path w="207645" h="93344">
                  <a:moveTo>
                    <a:pt x="39611" y="1524"/>
                  </a:moveTo>
                  <a:lnTo>
                    <a:pt x="28943" y="1524"/>
                  </a:lnTo>
                  <a:lnTo>
                    <a:pt x="28943" y="12192"/>
                  </a:lnTo>
                  <a:lnTo>
                    <a:pt x="39611" y="12192"/>
                  </a:lnTo>
                  <a:lnTo>
                    <a:pt x="39611" y="1524"/>
                  </a:lnTo>
                  <a:close/>
                </a:path>
                <a:path w="207645" h="93344">
                  <a:moveTo>
                    <a:pt x="108191" y="39624"/>
                  </a:moveTo>
                  <a:lnTo>
                    <a:pt x="106667" y="36576"/>
                  </a:lnTo>
                  <a:lnTo>
                    <a:pt x="106667" y="33528"/>
                  </a:lnTo>
                  <a:lnTo>
                    <a:pt x="105143" y="32004"/>
                  </a:lnTo>
                  <a:lnTo>
                    <a:pt x="103619" y="28956"/>
                  </a:lnTo>
                  <a:lnTo>
                    <a:pt x="94475" y="24384"/>
                  </a:lnTo>
                  <a:lnTo>
                    <a:pt x="77711" y="24384"/>
                  </a:lnTo>
                  <a:lnTo>
                    <a:pt x="71615" y="27432"/>
                  </a:lnTo>
                  <a:lnTo>
                    <a:pt x="67043" y="35052"/>
                  </a:lnTo>
                  <a:lnTo>
                    <a:pt x="67043" y="25908"/>
                  </a:lnTo>
                  <a:lnTo>
                    <a:pt x="56375" y="25908"/>
                  </a:lnTo>
                  <a:lnTo>
                    <a:pt x="56375" y="91440"/>
                  </a:lnTo>
                  <a:lnTo>
                    <a:pt x="67043" y="91440"/>
                  </a:lnTo>
                  <a:lnTo>
                    <a:pt x="67043" y="47244"/>
                  </a:lnTo>
                  <a:lnTo>
                    <a:pt x="68567" y="42672"/>
                  </a:lnTo>
                  <a:lnTo>
                    <a:pt x="71615" y="39624"/>
                  </a:lnTo>
                  <a:lnTo>
                    <a:pt x="76187" y="36576"/>
                  </a:lnTo>
                  <a:lnTo>
                    <a:pt x="79235" y="35052"/>
                  </a:lnTo>
                  <a:lnTo>
                    <a:pt x="89903" y="35052"/>
                  </a:lnTo>
                  <a:lnTo>
                    <a:pt x="91427" y="36576"/>
                  </a:lnTo>
                  <a:lnTo>
                    <a:pt x="94475" y="38100"/>
                  </a:lnTo>
                  <a:lnTo>
                    <a:pt x="95999" y="39624"/>
                  </a:lnTo>
                  <a:lnTo>
                    <a:pt x="95999" y="41148"/>
                  </a:lnTo>
                  <a:lnTo>
                    <a:pt x="97523" y="44196"/>
                  </a:lnTo>
                  <a:lnTo>
                    <a:pt x="97523" y="91440"/>
                  </a:lnTo>
                  <a:lnTo>
                    <a:pt x="108191" y="91440"/>
                  </a:lnTo>
                  <a:lnTo>
                    <a:pt x="108191" y="39624"/>
                  </a:lnTo>
                  <a:close/>
                </a:path>
                <a:path w="207645" h="93344">
                  <a:moveTo>
                    <a:pt x="182867" y="57912"/>
                  </a:moveTo>
                  <a:lnTo>
                    <a:pt x="172199" y="29718"/>
                  </a:lnTo>
                  <a:lnTo>
                    <a:pt x="172199" y="45720"/>
                  </a:lnTo>
                  <a:lnTo>
                    <a:pt x="172199" y="50228"/>
                  </a:lnTo>
                  <a:lnTo>
                    <a:pt x="132575" y="50228"/>
                  </a:lnTo>
                  <a:lnTo>
                    <a:pt x="132575" y="45720"/>
                  </a:lnTo>
                  <a:lnTo>
                    <a:pt x="135623" y="41148"/>
                  </a:lnTo>
                  <a:lnTo>
                    <a:pt x="138671" y="38100"/>
                  </a:lnTo>
                  <a:lnTo>
                    <a:pt x="147815" y="35052"/>
                  </a:lnTo>
                  <a:lnTo>
                    <a:pt x="158483" y="35052"/>
                  </a:lnTo>
                  <a:lnTo>
                    <a:pt x="164579" y="36576"/>
                  </a:lnTo>
                  <a:lnTo>
                    <a:pt x="170675" y="42672"/>
                  </a:lnTo>
                  <a:lnTo>
                    <a:pt x="172199" y="45720"/>
                  </a:lnTo>
                  <a:lnTo>
                    <a:pt x="172199" y="29718"/>
                  </a:lnTo>
                  <a:lnTo>
                    <a:pt x="169151" y="27432"/>
                  </a:lnTo>
                  <a:lnTo>
                    <a:pt x="161531" y="24384"/>
                  </a:lnTo>
                  <a:lnTo>
                    <a:pt x="143243" y="24384"/>
                  </a:lnTo>
                  <a:lnTo>
                    <a:pt x="122021" y="57912"/>
                  </a:lnTo>
                  <a:lnTo>
                    <a:pt x="122034" y="60960"/>
                  </a:lnTo>
                  <a:lnTo>
                    <a:pt x="122478" y="66890"/>
                  </a:lnTo>
                  <a:lnTo>
                    <a:pt x="122529" y="67056"/>
                  </a:lnTo>
                  <a:lnTo>
                    <a:pt x="124193" y="73342"/>
                  </a:lnTo>
                  <a:lnTo>
                    <a:pt x="127050" y="78943"/>
                  </a:lnTo>
                  <a:lnTo>
                    <a:pt x="131051" y="83820"/>
                  </a:lnTo>
                  <a:lnTo>
                    <a:pt x="135623" y="89916"/>
                  </a:lnTo>
                  <a:lnTo>
                    <a:pt x="143243" y="92964"/>
                  </a:lnTo>
                  <a:lnTo>
                    <a:pt x="161531" y="92964"/>
                  </a:lnTo>
                  <a:lnTo>
                    <a:pt x="167627" y="91440"/>
                  </a:lnTo>
                  <a:lnTo>
                    <a:pt x="172199" y="86868"/>
                  </a:lnTo>
                  <a:lnTo>
                    <a:pt x="178295" y="83820"/>
                  </a:lnTo>
                  <a:lnTo>
                    <a:pt x="179311" y="82296"/>
                  </a:lnTo>
                  <a:lnTo>
                    <a:pt x="181343" y="79248"/>
                  </a:lnTo>
                  <a:lnTo>
                    <a:pt x="181432" y="78943"/>
                  </a:lnTo>
                  <a:lnTo>
                    <a:pt x="182867" y="73152"/>
                  </a:lnTo>
                  <a:lnTo>
                    <a:pt x="172199" y="71628"/>
                  </a:lnTo>
                  <a:lnTo>
                    <a:pt x="170675" y="74676"/>
                  </a:lnTo>
                  <a:lnTo>
                    <a:pt x="167627" y="77724"/>
                  </a:lnTo>
                  <a:lnTo>
                    <a:pt x="158483" y="82296"/>
                  </a:lnTo>
                  <a:lnTo>
                    <a:pt x="147815" y="82296"/>
                  </a:lnTo>
                  <a:lnTo>
                    <a:pt x="138671" y="76200"/>
                  </a:lnTo>
                  <a:lnTo>
                    <a:pt x="135623" y="73152"/>
                  </a:lnTo>
                  <a:lnTo>
                    <a:pt x="132575" y="67056"/>
                  </a:lnTo>
                  <a:lnTo>
                    <a:pt x="132575" y="60960"/>
                  </a:lnTo>
                  <a:lnTo>
                    <a:pt x="182867" y="60960"/>
                  </a:lnTo>
                  <a:lnTo>
                    <a:pt x="182867" y="57912"/>
                  </a:lnTo>
                  <a:close/>
                </a:path>
                <a:path w="207645" h="93344">
                  <a:moveTo>
                    <a:pt x="207264" y="80772"/>
                  </a:moveTo>
                  <a:lnTo>
                    <a:pt x="196596" y="80772"/>
                  </a:lnTo>
                  <a:lnTo>
                    <a:pt x="196596" y="91440"/>
                  </a:lnTo>
                  <a:lnTo>
                    <a:pt x="207264" y="91440"/>
                  </a:lnTo>
                  <a:lnTo>
                    <a:pt x="207264" y="80772"/>
                  </a:lnTo>
                  <a:close/>
                </a:path>
                <a:path w="207645" h="93344">
                  <a:moveTo>
                    <a:pt x="207264" y="25908"/>
                  </a:moveTo>
                  <a:lnTo>
                    <a:pt x="196596" y="25908"/>
                  </a:lnTo>
                  <a:lnTo>
                    <a:pt x="196596" y="36576"/>
                  </a:lnTo>
                  <a:lnTo>
                    <a:pt x="207264" y="36576"/>
                  </a:lnTo>
                  <a:lnTo>
                    <a:pt x="207264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8926055" y="1735835"/>
              <a:ext cx="532130" cy="99060"/>
            </a:xfrm>
            <a:custGeom>
              <a:avLst/>
              <a:gdLst/>
              <a:ahLst/>
              <a:cxnLst/>
              <a:rect l="l" t="t" r="r" b="b"/>
              <a:pathLst>
                <a:path w="532129" h="99060">
                  <a:moveTo>
                    <a:pt x="59436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24384" y="9144"/>
                  </a:lnTo>
                  <a:lnTo>
                    <a:pt x="24384" y="76200"/>
                  </a:lnTo>
                  <a:lnTo>
                    <a:pt x="35052" y="76200"/>
                  </a:lnTo>
                  <a:lnTo>
                    <a:pt x="35052" y="9144"/>
                  </a:lnTo>
                  <a:lnTo>
                    <a:pt x="59436" y="9144"/>
                  </a:lnTo>
                  <a:lnTo>
                    <a:pt x="59436" y="0"/>
                  </a:lnTo>
                  <a:close/>
                </a:path>
                <a:path w="532129" h="99060">
                  <a:moveTo>
                    <a:pt x="112788" y="35052"/>
                  </a:moveTo>
                  <a:lnTo>
                    <a:pt x="109740" y="28956"/>
                  </a:lnTo>
                  <a:lnTo>
                    <a:pt x="109740" y="25908"/>
                  </a:lnTo>
                  <a:lnTo>
                    <a:pt x="106692" y="22860"/>
                  </a:lnTo>
                  <a:lnTo>
                    <a:pt x="103644" y="21336"/>
                  </a:lnTo>
                  <a:lnTo>
                    <a:pt x="102120" y="19812"/>
                  </a:lnTo>
                  <a:lnTo>
                    <a:pt x="88404" y="19812"/>
                  </a:lnTo>
                  <a:lnTo>
                    <a:pt x="82308" y="22860"/>
                  </a:lnTo>
                  <a:lnTo>
                    <a:pt x="79260" y="27432"/>
                  </a:lnTo>
                  <a:lnTo>
                    <a:pt x="79260" y="0"/>
                  </a:lnTo>
                  <a:lnTo>
                    <a:pt x="70116" y="0"/>
                  </a:lnTo>
                  <a:lnTo>
                    <a:pt x="70116" y="76200"/>
                  </a:lnTo>
                  <a:lnTo>
                    <a:pt x="79260" y="76200"/>
                  </a:lnTo>
                  <a:lnTo>
                    <a:pt x="79260" y="38100"/>
                  </a:lnTo>
                  <a:lnTo>
                    <a:pt x="80784" y="36576"/>
                  </a:lnTo>
                  <a:lnTo>
                    <a:pt x="80784" y="33528"/>
                  </a:lnTo>
                  <a:lnTo>
                    <a:pt x="82308" y="32004"/>
                  </a:lnTo>
                  <a:lnTo>
                    <a:pt x="85356" y="30480"/>
                  </a:lnTo>
                  <a:lnTo>
                    <a:pt x="86880" y="28956"/>
                  </a:lnTo>
                  <a:lnTo>
                    <a:pt x="99072" y="28956"/>
                  </a:lnTo>
                  <a:lnTo>
                    <a:pt x="100596" y="32004"/>
                  </a:lnTo>
                  <a:lnTo>
                    <a:pt x="102120" y="33528"/>
                  </a:lnTo>
                  <a:lnTo>
                    <a:pt x="103644" y="36576"/>
                  </a:lnTo>
                  <a:lnTo>
                    <a:pt x="103644" y="76200"/>
                  </a:lnTo>
                  <a:lnTo>
                    <a:pt x="112788" y="76200"/>
                  </a:lnTo>
                  <a:lnTo>
                    <a:pt x="112788" y="35052"/>
                  </a:lnTo>
                  <a:close/>
                </a:path>
                <a:path w="532129" h="99060">
                  <a:moveTo>
                    <a:pt x="155448" y="22860"/>
                  </a:moveTo>
                  <a:lnTo>
                    <a:pt x="152400" y="19812"/>
                  </a:lnTo>
                  <a:lnTo>
                    <a:pt x="141732" y="19812"/>
                  </a:lnTo>
                  <a:lnTo>
                    <a:pt x="137160" y="24384"/>
                  </a:lnTo>
                  <a:lnTo>
                    <a:pt x="134112" y="28956"/>
                  </a:lnTo>
                  <a:lnTo>
                    <a:pt x="134112" y="21336"/>
                  </a:lnTo>
                  <a:lnTo>
                    <a:pt x="126492" y="21336"/>
                  </a:lnTo>
                  <a:lnTo>
                    <a:pt x="126492" y="76200"/>
                  </a:lnTo>
                  <a:lnTo>
                    <a:pt x="135636" y="76200"/>
                  </a:lnTo>
                  <a:lnTo>
                    <a:pt x="135636" y="42672"/>
                  </a:lnTo>
                  <a:lnTo>
                    <a:pt x="137160" y="39624"/>
                  </a:lnTo>
                  <a:lnTo>
                    <a:pt x="137160" y="35052"/>
                  </a:lnTo>
                  <a:lnTo>
                    <a:pt x="143256" y="28956"/>
                  </a:lnTo>
                  <a:lnTo>
                    <a:pt x="150876" y="28956"/>
                  </a:lnTo>
                  <a:lnTo>
                    <a:pt x="152400" y="30480"/>
                  </a:lnTo>
                  <a:lnTo>
                    <a:pt x="155448" y="22860"/>
                  </a:lnTo>
                  <a:close/>
                </a:path>
                <a:path w="532129" h="99060">
                  <a:moveTo>
                    <a:pt x="208788" y="38100"/>
                  </a:moveTo>
                  <a:lnTo>
                    <a:pt x="205740" y="32004"/>
                  </a:lnTo>
                  <a:lnTo>
                    <a:pt x="202692" y="28956"/>
                  </a:lnTo>
                  <a:lnTo>
                    <a:pt x="201168" y="27432"/>
                  </a:lnTo>
                  <a:lnTo>
                    <a:pt x="199644" y="25400"/>
                  </a:lnTo>
                  <a:lnTo>
                    <a:pt x="199644" y="41148"/>
                  </a:lnTo>
                  <a:lnTo>
                    <a:pt x="199644" y="54864"/>
                  </a:lnTo>
                  <a:lnTo>
                    <a:pt x="198120" y="59436"/>
                  </a:lnTo>
                  <a:lnTo>
                    <a:pt x="195072" y="62484"/>
                  </a:lnTo>
                  <a:lnTo>
                    <a:pt x="192024" y="67056"/>
                  </a:lnTo>
                  <a:lnTo>
                    <a:pt x="188976" y="68580"/>
                  </a:lnTo>
                  <a:lnTo>
                    <a:pt x="179832" y="68580"/>
                  </a:lnTo>
                  <a:lnTo>
                    <a:pt x="175260" y="67056"/>
                  </a:lnTo>
                  <a:lnTo>
                    <a:pt x="173736" y="62484"/>
                  </a:lnTo>
                  <a:lnTo>
                    <a:pt x="170688" y="59436"/>
                  </a:lnTo>
                  <a:lnTo>
                    <a:pt x="169164" y="54864"/>
                  </a:lnTo>
                  <a:lnTo>
                    <a:pt x="169164" y="41148"/>
                  </a:lnTo>
                  <a:lnTo>
                    <a:pt x="170688" y="36576"/>
                  </a:lnTo>
                  <a:lnTo>
                    <a:pt x="173736" y="33528"/>
                  </a:lnTo>
                  <a:lnTo>
                    <a:pt x="175260" y="30480"/>
                  </a:lnTo>
                  <a:lnTo>
                    <a:pt x="179832" y="28956"/>
                  </a:lnTo>
                  <a:lnTo>
                    <a:pt x="188976" y="28956"/>
                  </a:lnTo>
                  <a:lnTo>
                    <a:pt x="192024" y="30480"/>
                  </a:lnTo>
                  <a:lnTo>
                    <a:pt x="198120" y="36576"/>
                  </a:lnTo>
                  <a:lnTo>
                    <a:pt x="199644" y="41148"/>
                  </a:lnTo>
                  <a:lnTo>
                    <a:pt x="199644" y="25400"/>
                  </a:lnTo>
                  <a:lnTo>
                    <a:pt x="196596" y="21336"/>
                  </a:lnTo>
                  <a:lnTo>
                    <a:pt x="190500" y="19812"/>
                  </a:lnTo>
                  <a:lnTo>
                    <a:pt x="178308" y="19812"/>
                  </a:lnTo>
                  <a:lnTo>
                    <a:pt x="172212" y="21336"/>
                  </a:lnTo>
                  <a:lnTo>
                    <a:pt x="167640" y="25908"/>
                  </a:lnTo>
                  <a:lnTo>
                    <a:pt x="161544" y="30480"/>
                  </a:lnTo>
                  <a:lnTo>
                    <a:pt x="160020" y="38100"/>
                  </a:lnTo>
                  <a:lnTo>
                    <a:pt x="160020" y="57912"/>
                  </a:lnTo>
                  <a:lnTo>
                    <a:pt x="161544" y="65532"/>
                  </a:lnTo>
                  <a:lnTo>
                    <a:pt x="170688" y="74676"/>
                  </a:lnTo>
                  <a:lnTo>
                    <a:pt x="176784" y="77724"/>
                  </a:lnTo>
                  <a:lnTo>
                    <a:pt x="188976" y="77724"/>
                  </a:lnTo>
                  <a:lnTo>
                    <a:pt x="192024" y="76200"/>
                  </a:lnTo>
                  <a:lnTo>
                    <a:pt x="196596" y="73152"/>
                  </a:lnTo>
                  <a:lnTo>
                    <a:pt x="201168" y="71628"/>
                  </a:lnTo>
                  <a:lnTo>
                    <a:pt x="202692" y="68580"/>
                  </a:lnTo>
                  <a:lnTo>
                    <a:pt x="205740" y="64008"/>
                  </a:lnTo>
                  <a:lnTo>
                    <a:pt x="207264" y="60960"/>
                  </a:lnTo>
                  <a:lnTo>
                    <a:pt x="208788" y="54864"/>
                  </a:lnTo>
                  <a:lnTo>
                    <a:pt x="208788" y="38100"/>
                  </a:lnTo>
                  <a:close/>
                </a:path>
                <a:path w="532129" h="99060">
                  <a:moveTo>
                    <a:pt x="262140" y="21336"/>
                  </a:moveTo>
                  <a:lnTo>
                    <a:pt x="252996" y="21336"/>
                  </a:lnTo>
                  <a:lnTo>
                    <a:pt x="252996" y="60960"/>
                  </a:lnTo>
                  <a:lnTo>
                    <a:pt x="249948" y="64008"/>
                  </a:lnTo>
                  <a:lnTo>
                    <a:pt x="246900" y="65532"/>
                  </a:lnTo>
                  <a:lnTo>
                    <a:pt x="245376" y="67056"/>
                  </a:lnTo>
                  <a:lnTo>
                    <a:pt x="242328" y="68580"/>
                  </a:lnTo>
                  <a:lnTo>
                    <a:pt x="237756" y="68580"/>
                  </a:lnTo>
                  <a:lnTo>
                    <a:pt x="234708" y="67056"/>
                  </a:lnTo>
                  <a:lnTo>
                    <a:pt x="230136" y="62484"/>
                  </a:lnTo>
                  <a:lnTo>
                    <a:pt x="230136" y="59436"/>
                  </a:lnTo>
                  <a:lnTo>
                    <a:pt x="228612" y="54864"/>
                  </a:lnTo>
                  <a:lnTo>
                    <a:pt x="228612" y="21336"/>
                  </a:lnTo>
                  <a:lnTo>
                    <a:pt x="219468" y="21336"/>
                  </a:lnTo>
                  <a:lnTo>
                    <a:pt x="219468" y="59436"/>
                  </a:lnTo>
                  <a:lnTo>
                    <a:pt x="220992" y="62484"/>
                  </a:lnTo>
                  <a:lnTo>
                    <a:pt x="220992" y="67056"/>
                  </a:lnTo>
                  <a:lnTo>
                    <a:pt x="224040" y="70104"/>
                  </a:lnTo>
                  <a:lnTo>
                    <a:pt x="224040" y="73152"/>
                  </a:lnTo>
                  <a:lnTo>
                    <a:pt x="227088" y="74676"/>
                  </a:lnTo>
                  <a:lnTo>
                    <a:pt x="228612" y="74676"/>
                  </a:lnTo>
                  <a:lnTo>
                    <a:pt x="234708" y="77724"/>
                  </a:lnTo>
                  <a:lnTo>
                    <a:pt x="243852" y="77724"/>
                  </a:lnTo>
                  <a:lnTo>
                    <a:pt x="249948" y="73152"/>
                  </a:lnTo>
                  <a:lnTo>
                    <a:pt x="252996" y="67056"/>
                  </a:lnTo>
                  <a:lnTo>
                    <a:pt x="252996" y="76200"/>
                  </a:lnTo>
                  <a:lnTo>
                    <a:pt x="262140" y="76200"/>
                  </a:lnTo>
                  <a:lnTo>
                    <a:pt x="262140" y="21336"/>
                  </a:lnTo>
                  <a:close/>
                </a:path>
                <a:path w="532129" h="99060">
                  <a:moveTo>
                    <a:pt x="321564" y="21336"/>
                  </a:moveTo>
                  <a:lnTo>
                    <a:pt x="312420" y="21336"/>
                  </a:lnTo>
                  <a:lnTo>
                    <a:pt x="312420" y="27432"/>
                  </a:lnTo>
                  <a:lnTo>
                    <a:pt x="312420" y="41148"/>
                  </a:lnTo>
                  <a:lnTo>
                    <a:pt x="312420" y="53340"/>
                  </a:lnTo>
                  <a:lnTo>
                    <a:pt x="310896" y="59436"/>
                  </a:lnTo>
                  <a:lnTo>
                    <a:pt x="304800" y="65532"/>
                  </a:lnTo>
                  <a:lnTo>
                    <a:pt x="301752" y="67056"/>
                  </a:lnTo>
                  <a:lnTo>
                    <a:pt x="294132" y="67056"/>
                  </a:lnTo>
                  <a:lnTo>
                    <a:pt x="289560" y="65532"/>
                  </a:lnTo>
                  <a:lnTo>
                    <a:pt x="288036" y="62484"/>
                  </a:lnTo>
                  <a:lnTo>
                    <a:pt x="284988" y="59436"/>
                  </a:lnTo>
                  <a:lnTo>
                    <a:pt x="283464" y="53340"/>
                  </a:lnTo>
                  <a:lnTo>
                    <a:pt x="283464" y="41148"/>
                  </a:lnTo>
                  <a:lnTo>
                    <a:pt x="284988" y="36576"/>
                  </a:lnTo>
                  <a:lnTo>
                    <a:pt x="288036" y="33528"/>
                  </a:lnTo>
                  <a:lnTo>
                    <a:pt x="289560" y="30480"/>
                  </a:lnTo>
                  <a:lnTo>
                    <a:pt x="294132" y="28956"/>
                  </a:lnTo>
                  <a:lnTo>
                    <a:pt x="301752" y="28956"/>
                  </a:lnTo>
                  <a:lnTo>
                    <a:pt x="304800" y="30480"/>
                  </a:lnTo>
                  <a:lnTo>
                    <a:pt x="310896" y="36576"/>
                  </a:lnTo>
                  <a:lnTo>
                    <a:pt x="312420" y="41148"/>
                  </a:lnTo>
                  <a:lnTo>
                    <a:pt x="312420" y="27432"/>
                  </a:lnTo>
                  <a:lnTo>
                    <a:pt x="307848" y="21336"/>
                  </a:lnTo>
                  <a:lnTo>
                    <a:pt x="303276" y="19812"/>
                  </a:lnTo>
                  <a:lnTo>
                    <a:pt x="292608" y="19812"/>
                  </a:lnTo>
                  <a:lnTo>
                    <a:pt x="288036" y="21336"/>
                  </a:lnTo>
                  <a:lnTo>
                    <a:pt x="284988" y="22860"/>
                  </a:lnTo>
                  <a:lnTo>
                    <a:pt x="278892" y="28956"/>
                  </a:lnTo>
                  <a:lnTo>
                    <a:pt x="274320" y="42672"/>
                  </a:lnTo>
                  <a:lnTo>
                    <a:pt x="274320" y="54864"/>
                  </a:lnTo>
                  <a:lnTo>
                    <a:pt x="275844" y="62484"/>
                  </a:lnTo>
                  <a:lnTo>
                    <a:pt x="280416" y="67056"/>
                  </a:lnTo>
                  <a:lnTo>
                    <a:pt x="284988" y="73152"/>
                  </a:lnTo>
                  <a:lnTo>
                    <a:pt x="289560" y="76200"/>
                  </a:lnTo>
                  <a:lnTo>
                    <a:pt x="303276" y="76200"/>
                  </a:lnTo>
                  <a:lnTo>
                    <a:pt x="312420" y="70104"/>
                  </a:lnTo>
                  <a:lnTo>
                    <a:pt x="312420" y="79248"/>
                  </a:lnTo>
                  <a:lnTo>
                    <a:pt x="310896" y="80772"/>
                  </a:lnTo>
                  <a:lnTo>
                    <a:pt x="310896" y="83820"/>
                  </a:lnTo>
                  <a:lnTo>
                    <a:pt x="309372" y="85344"/>
                  </a:lnTo>
                  <a:lnTo>
                    <a:pt x="306324" y="86868"/>
                  </a:lnTo>
                  <a:lnTo>
                    <a:pt x="304800" y="88392"/>
                  </a:lnTo>
                  <a:lnTo>
                    <a:pt x="301752" y="89916"/>
                  </a:lnTo>
                  <a:lnTo>
                    <a:pt x="292608" y="89916"/>
                  </a:lnTo>
                  <a:lnTo>
                    <a:pt x="289560" y="88392"/>
                  </a:lnTo>
                  <a:lnTo>
                    <a:pt x="284988" y="83820"/>
                  </a:lnTo>
                  <a:lnTo>
                    <a:pt x="284988" y="82296"/>
                  </a:lnTo>
                  <a:lnTo>
                    <a:pt x="275844" y="80772"/>
                  </a:lnTo>
                  <a:lnTo>
                    <a:pt x="275844" y="86868"/>
                  </a:lnTo>
                  <a:lnTo>
                    <a:pt x="277368" y="91440"/>
                  </a:lnTo>
                  <a:lnTo>
                    <a:pt x="281940" y="94488"/>
                  </a:lnTo>
                  <a:lnTo>
                    <a:pt x="284988" y="97536"/>
                  </a:lnTo>
                  <a:lnTo>
                    <a:pt x="291084" y="99060"/>
                  </a:lnTo>
                  <a:lnTo>
                    <a:pt x="301752" y="99060"/>
                  </a:lnTo>
                  <a:lnTo>
                    <a:pt x="310896" y="96012"/>
                  </a:lnTo>
                  <a:lnTo>
                    <a:pt x="316992" y="89916"/>
                  </a:lnTo>
                  <a:lnTo>
                    <a:pt x="320040" y="83820"/>
                  </a:lnTo>
                  <a:lnTo>
                    <a:pt x="321564" y="77724"/>
                  </a:lnTo>
                  <a:lnTo>
                    <a:pt x="321564" y="70104"/>
                  </a:lnTo>
                  <a:lnTo>
                    <a:pt x="321564" y="67056"/>
                  </a:lnTo>
                  <a:lnTo>
                    <a:pt x="321564" y="28956"/>
                  </a:lnTo>
                  <a:lnTo>
                    <a:pt x="321564" y="27432"/>
                  </a:lnTo>
                  <a:lnTo>
                    <a:pt x="321564" y="21336"/>
                  </a:lnTo>
                  <a:close/>
                </a:path>
                <a:path w="532129" h="99060">
                  <a:moveTo>
                    <a:pt x="379488" y="35052"/>
                  </a:moveTo>
                  <a:lnTo>
                    <a:pt x="376440" y="28956"/>
                  </a:lnTo>
                  <a:lnTo>
                    <a:pt x="376440" y="25908"/>
                  </a:lnTo>
                  <a:lnTo>
                    <a:pt x="373392" y="22860"/>
                  </a:lnTo>
                  <a:lnTo>
                    <a:pt x="370344" y="21336"/>
                  </a:lnTo>
                  <a:lnTo>
                    <a:pt x="368820" y="19812"/>
                  </a:lnTo>
                  <a:lnTo>
                    <a:pt x="355104" y="19812"/>
                  </a:lnTo>
                  <a:lnTo>
                    <a:pt x="349008" y="22860"/>
                  </a:lnTo>
                  <a:lnTo>
                    <a:pt x="345960" y="27432"/>
                  </a:lnTo>
                  <a:lnTo>
                    <a:pt x="345960" y="0"/>
                  </a:lnTo>
                  <a:lnTo>
                    <a:pt x="336816" y="0"/>
                  </a:lnTo>
                  <a:lnTo>
                    <a:pt x="336816" y="76200"/>
                  </a:lnTo>
                  <a:lnTo>
                    <a:pt x="345960" y="76200"/>
                  </a:lnTo>
                  <a:lnTo>
                    <a:pt x="345960" y="38100"/>
                  </a:lnTo>
                  <a:lnTo>
                    <a:pt x="347484" y="36576"/>
                  </a:lnTo>
                  <a:lnTo>
                    <a:pt x="347484" y="33528"/>
                  </a:lnTo>
                  <a:lnTo>
                    <a:pt x="349008" y="32004"/>
                  </a:lnTo>
                  <a:lnTo>
                    <a:pt x="352056" y="30480"/>
                  </a:lnTo>
                  <a:lnTo>
                    <a:pt x="353580" y="28956"/>
                  </a:lnTo>
                  <a:lnTo>
                    <a:pt x="365772" y="28956"/>
                  </a:lnTo>
                  <a:lnTo>
                    <a:pt x="367296" y="32004"/>
                  </a:lnTo>
                  <a:lnTo>
                    <a:pt x="368820" y="33528"/>
                  </a:lnTo>
                  <a:lnTo>
                    <a:pt x="370344" y="36576"/>
                  </a:lnTo>
                  <a:lnTo>
                    <a:pt x="370344" y="76200"/>
                  </a:lnTo>
                  <a:lnTo>
                    <a:pt x="379488" y="76200"/>
                  </a:lnTo>
                  <a:lnTo>
                    <a:pt x="379488" y="35052"/>
                  </a:lnTo>
                  <a:close/>
                </a:path>
                <a:path w="532129" h="99060">
                  <a:moveTo>
                    <a:pt x="440436" y="38100"/>
                  </a:moveTo>
                  <a:lnTo>
                    <a:pt x="437388" y="33528"/>
                  </a:lnTo>
                  <a:lnTo>
                    <a:pt x="435864" y="28956"/>
                  </a:lnTo>
                  <a:lnTo>
                    <a:pt x="431292" y="24384"/>
                  </a:lnTo>
                  <a:lnTo>
                    <a:pt x="431292" y="41148"/>
                  </a:lnTo>
                  <a:lnTo>
                    <a:pt x="431292" y="54864"/>
                  </a:lnTo>
                  <a:lnTo>
                    <a:pt x="429768" y="59436"/>
                  </a:lnTo>
                  <a:lnTo>
                    <a:pt x="426720" y="64008"/>
                  </a:lnTo>
                  <a:lnTo>
                    <a:pt x="423672" y="67056"/>
                  </a:lnTo>
                  <a:lnTo>
                    <a:pt x="420624" y="68580"/>
                  </a:lnTo>
                  <a:lnTo>
                    <a:pt x="413004" y="68580"/>
                  </a:lnTo>
                  <a:lnTo>
                    <a:pt x="409956" y="67056"/>
                  </a:lnTo>
                  <a:lnTo>
                    <a:pt x="403860" y="60960"/>
                  </a:lnTo>
                  <a:lnTo>
                    <a:pt x="402336" y="54864"/>
                  </a:lnTo>
                  <a:lnTo>
                    <a:pt x="402336" y="42672"/>
                  </a:lnTo>
                  <a:lnTo>
                    <a:pt x="403860" y="36576"/>
                  </a:lnTo>
                  <a:lnTo>
                    <a:pt x="409956" y="30480"/>
                  </a:lnTo>
                  <a:lnTo>
                    <a:pt x="413004" y="28956"/>
                  </a:lnTo>
                  <a:lnTo>
                    <a:pt x="420624" y="28956"/>
                  </a:lnTo>
                  <a:lnTo>
                    <a:pt x="425196" y="30480"/>
                  </a:lnTo>
                  <a:lnTo>
                    <a:pt x="426720" y="33528"/>
                  </a:lnTo>
                  <a:lnTo>
                    <a:pt x="429768" y="36576"/>
                  </a:lnTo>
                  <a:lnTo>
                    <a:pt x="431292" y="41148"/>
                  </a:lnTo>
                  <a:lnTo>
                    <a:pt x="431292" y="24384"/>
                  </a:lnTo>
                  <a:lnTo>
                    <a:pt x="429768" y="22860"/>
                  </a:lnTo>
                  <a:lnTo>
                    <a:pt x="426720" y="21336"/>
                  </a:lnTo>
                  <a:lnTo>
                    <a:pt x="422148" y="19812"/>
                  </a:lnTo>
                  <a:lnTo>
                    <a:pt x="411480" y="19812"/>
                  </a:lnTo>
                  <a:lnTo>
                    <a:pt x="408432" y="21336"/>
                  </a:lnTo>
                  <a:lnTo>
                    <a:pt x="403860" y="25908"/>
                  </a:lnTo>
                  <a:lnTo>
                    <a:pt x="402336" y="28956"/>
                  </a:lnTo>
                  <a:lnTo>
                    <a:pt x="402336" y="21336"/>
                  </a:lnTo>
                  <a:lnTo>
                    <a:pt x="393192" y="21336"/>
                  </a:lnTo>
                  <a:lnTo>
                    <a:pt x="393192" y="97536"/>
                  </a:lnTo>
                  <a:lnTo>
                    <a:pt x="402336" y="97536"/>
                  </a:lnTo>
                  <a:lnTo>
                    <a:pt x="402336" y="68580"/>
                  </a:lnTo>
                  <a:lnTo>
                    <a:pt x="403860" y="71628"/>
                  </a:lnTo>
                  <a:lnTo>
                    <a:pt x="405384" y="73152"/>
                  </a:lnTo>
                  <a:lnTo>
                    <a:pt x="411480" y="76200"/>
                  </a:lnTo>
                  <a:lnTo>
                    <a:pt x="413004" y="77724"/>
                  </a:lnTo>
                  <a:lnTo>
                    <a:pt x="420624" y="77724"/>
                  </a:lnTo>
                  <a:lnTo>
                    <a:pt x="425196" y="76200"/>
                  </a:lnTo>
                  <a:lnTo>
                    <a:pt x="428244" y="73152"/>
                  </a:lnTo>
                  <a:lnTo>
                    <a:pt x="432816" y="71628"/>
                  </a:lnTo>
                  <a:lnTo>
                    <a:pt x="435864" y="67056"/>
                  </a:lnTo>
                  <a:lnTo>
                    <a:pt x="437388" y="62484"/>
                  </a:lnTo>
                  <a:lnTo>
                    <a:pt x="438912" y="59436"/>
                  </a:lnTo>
                  <a:lnTo>
                    <a:pt x="440436" y="53340"/>
                  </a:lnTo>
                  <a:lnTo>
                    <a:pt x="440436" y="38100"/>
                  </a:lnTo>
                  <a:close/>
                </a:path>
                <a:path w="532129" h="99060">
                  <a:moveTo>
                    <a:pt x="495300" y="21336"/>
                  </a:moveTo>
                  <a:lnTo>
                    <a:pt x="486156" y="21336"/>
                  </a:lnTo>
                  <a:lnTo>
                    <a:pt x="486156" y="57912"/>
                  </a:lnTo>
                  <a:lnTo>
                    <a:pt x="484632" y="60960"/>
                  </a:lnTo>
                  <a:lnTo>
                    <a:pt x="480060" y="65532"/>
                  </a:lnTo>
                  <a:lnTo>
                    <a:pt x="477012" y="67056"/>
                  </a:lnTo>
                  <a:lnTo>
                    <a:pt x="475488" y="68580"/>
                  </a:lnTo>
                  <a:lnTo>
                    <a:pt x="469392" y="68580"/>
                  </a:lnTo>
                  <a:lnTo>
                    <a:pt x="466344" y="65532"/>
                  </a:lnTo>
                  <a:lnTo>
                    <a:pt x="463296" y="64008"/>
                  </a:lnTo>
                  <a:lnTo>
                    <a:pt x="463296" y="62484"/>
                  </a:lnTo>
                  <a:lnTo>
                    <a:pt x="461772" y="60960"/>
                  </a:lnTo>
                  <a:lnTo>
                    <a:pt x="461772" y="21336"/>
                  </a:lnTo>
                  <a:lnTo>
                    <a:pt x="452628" y="21336"/>
                  </a:lnTo>
                  <a:lnTo>
                    <a:pt x="452628" y="64008"/>
                  </a:lnTo>
                  <a:lnTo>
                    <a:pt x="454152" y="67056"/>
                  </a:lnTo>
                  <a:lnTo>
                    <a:pt x="454152" y="68580"/>
                  </a:lnTo>
                  <a:lnTo>
                    <a:pt x="455676" y="70104"/>
                  </a:lnTo>
                  <a:lnTo>
                    <a:pt x="457200" y="73152"/>
                  </a:lnTo>
                  <a:lnTo>
                    <a:pt x="458724" y="74676"/>
                  </a:lnTo>
                  <a:lnTo>
                    <a:pt x="461772" y="74676"/>
                  </a:lnTo>
                  <a:lnTo>
                    <a:pt x="463296" y="76200"/>
                  </a:lnTo>
                  <a:lnTo>
                    <a:pt x="466344" y="77724"/>
                  </a:lnTo>
                  <a:lnTo>
                    <a:pt x="477012" y="77724"/>
                  </a:lnTo>
                  <a:lnTo>
                    <a:pt x="481584" y="73152"/>
                  </a:lnTo>
                  <a:lnTo>
                    <a:pt x="486156" y="67056"/>
                  </a:lnTo>
                  <a:lnTo>
                    <a:pt x="486156" y="76200"/>
                  </a:lnTo>
                  <a:lnTo>
                    <a:pt x="495300" y="76200"/>
                  </a:lnTo>
                  <a:lnTo>
                    <a:pt x="495300" y="21336"/>
                  </a:lnTo>
                  <a:close/>
                </a:path>
                <a:path w="532129" h="99060">
                  <a:moveTo>
                    <a:pt x="531876" y="74676"/>
                  </a:moveTo>
                  <a:lnTo>
                    <a:pt x="530352" y="67056"/>
                  </a:lnTo>
                  <a:lnTo>
                    <a:pt x="524256" y="67056"/>
                  </a:lnTo>
                  <a:lnTo>
                    <a:pt x="524256" y="65532"/>
                  </a:lnTo>
                  <a:lnTo>
                    <a:pt x="522732" y="65532"/>
                  </a:lnTo>
                  <a:lnTo>
                    <a:pt x="522732" y="64008"/>
                  </a:lnTo>
                  <a:lnTo>
                    <a:pt x="521208" y="64008"/>
                  </a:lnTo>
                  <a:lnTo>
                    <a:pt x="521208" y="28956"/>
                  </a:lnTo>
                  <a:lnTo>
                    <a:pt x="530352" y="28956"/>
                  </a:lnTo>
                  <a:lnTo>
                    <a:pt x="530352" y="19812"/>
                  </a:lnTo>
                  <a:lnTo>
                    <a:pt x="521208" y="19812"/>
                  </a:lnTo>
                  <a:lnTo>
                    <a:pt x="521208" y="0"/>
                  </a:lnTo>
                  <a:lnTo>
                    <a:pt x="512064" y="6096"/>
                  </a:lnTo>
                  <a:lnTo>
                    <a:pt x="512064" y="19812"/>
                  </a:lnTo>
                  <a:lnTo>
                    <a:pt x="505968" y="19812"/>
                  </a:lnTo>
                  <a:lnTo>
                    <a:pt x="505968" y="28956"/>
                  </a:lnTo>
                  <a:lnTo>
                    <a:pt x="512064" y="28956"/>
                  </a:lnTo>
                  <a:lnTo>
                    <a:pt x="512064" y="65532"/>
                  </a:lnTo>
                  <a:lnTo>
                    <a:pt x="513588" y="68580"/>
                  </a:lnTo>
                  <a:lnTo>
                    <a:pt x="513588" y="70104"/>
                  </a:lnTo>
                  <a:lnTo>
                    <a:pt x="515112" y="71628"/>
                  </a:lnTo>
                  <a:lnTo>
                    <a:pt x="515112" y="73152"/>
                  </a:lnTo>
                  <a:lnTo>
                    <a:pt x="518160" y="74676"/>
                  </a:lnTo>
                  <a:lnTo>
                    <a:pt x="519684" y="74676"/>
                  </a:lnTo>
                  <a:lnTo>
                    <a:pt x="522732" y="76200"/>
                  </a:lnTo>
                  <a:lnTo>
                    <a:pt x="530352" y="76200"/>
                  </a:lnTo>
                  <a:lnTo>
                    <a:pt x="531876" y="746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99859" y="1921763"/>
              <a:ext cx="3069336" cy="937259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88608" y="2947416"/>
              <a:ext cx="2193036" cy="115823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57844" y="2961132"/>
              <a:ext cx="289559" cy="100583"/>
            </a:xfrm>
            <a:prstGeom prst="rect">
              <a:avLst/>
            </a:prstGeom>
          </p:spPr>
        </p:pic>
      </p:grpSp>
      <p:grpSp>
        <p:nvGrpSpPr>
          <p:cNvPr id="62" name="object 62" descr=""/>
          <p:cNvGrpSpPr/>
          <p:nvPr/>
        </p:nvGrpSpPr>
        <p:grpSpPr>
          <a:xfrm>
            <a:off x="234695" y="3813048"/>
            <a:ext cx="5034280" cy="3561715"/>
            <a:chOff x="234695" y="3813048"/>
            <a:chExt cx="5034280" cy="3561715"/>
          </a:xfrm>
        </p:grpSpPr>
        <p:sp>
          <p:nvSpPr>
            <p:cNvPr id="63" name="object 63" descr=""/>
            <p:cNvSpPr/>
            <p:nvPr/>
          </p:nvSpPr>
          <p:spPr>
            <a:xfrm>
              <a:off x="237743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7743" y="4462272"/>
              <a:ext cx="4693919" cy="38100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74747" y="6950964"/>
              <a:ext cx="1150619" cy="39623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27348" y="6806184"/>
              <a:ext cx="1318259" cy="192023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52628" y="4293108"/>
              <a:ext cx="292607" cy="108203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98576" y="4293108"/>
              <a:ext cx="2116835" cy="108204"/>
            </a:xfrm>
            <a:prstGeom prst="rect">
              <a:avLst/>
            </a:prstGeom>
          </p:spPr>
        </p:pic>
      </p:grpSp>
      <p:graphicFrame>
        <p:nvGraphicFramePr>
          <p:cNvPr id="69" name="object 69" descr=""/>
          <p:cNvGraphicFramePr>
            <a:graphicFrameLocks noGrp="1"/>
          </p:cNvGraphicFramePr>
          <p:nvPr/>
        </p:nvGraphicFramePr>
        <p:xfrm>
          <a:off x="1078991" y="5178551"/>
          <a:ext cx="2322830" cy="1504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/>
                <a:gridCol w="434340"/>
                <a:gridCol w="445134"/>
                <a:gridCol w="446404"/>
                <a:gridCol w="446405"/>
              </a:tblGrid>
              <a:tr h="302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0" name="object 70" descr=""/>
          <p:cNvSpPr/>
          <p:nvPr/>
        </p:nvSpPr>
        <p:spPr>
          <a:xfrm>
            <a:off x="2904731" y="5224271"/>
            <a:ext cx="192405" cy="59690"/>
          </a:xfrm>
          <a:custGeom>
            <a:avLst/>
            <a:gdLst/>
            <a:ahLst/>
            <a:cxnLst/>
            <a:rect l="l" t="t" r="r" b="b"/>
            <a:pathLst>
              <a:path w="192405" h="59689">
                <a:moveTo>
                  <a:pt x="45720" y="9144"/>
                </a:moveTo>
                <a:lnTo>
                  <a:pt x="42672" y="7620"/>
                </a:lnTo>
                <a:lnTo>
                  <a:pt x="41148" y="4572"/>
                </a:lnTo>
                <a:lnTo>
                  <a:pt x="38100" y="1524"/>
                </a:lnTo>
                <a:lnTo>
                  <a:pt x="35052" y="1524"/>
                </a:lnTo>
                <a:lnTo>
                  <a:pt x="35052" y="15240"/>
                </a:lnTo>
                <a:lnTo>
                  <a:pt x="35052" y="21336"/>
                </a:lnTo>
                <a:lnTo>
                  <a:pt x="33528" y="22860"/>
                </a:lnTo>
                <a:lnTo>
                  <a:pt x="33528" y="24384"/>
                </a:lnTo>
                <a:lnTo>
                  <a:pt x="32004" y="24384"/>
                </a:lnTo>
                <a:lnTo>
                  <a:pt x="28956" y="25908"/>
                </a:lnTo>
                <a:lnTo>
                  <a:pt x="10668" y="25908"/>
                </a:lnTo>
                <a:lnTo>
                  <a:pt x="10668" y="10668"/>
                </a:lnTo>
                <a:lnTo>
                  <a:pt x="27432" y="10668"/>
                </a:lnTo>
                <a:lnTo>
                  <a:pt x="30480" y="12192"/>
                </a:lnTo>
                <a:lnTo>
                  <a:pt x="32004" y="12192"/>
                </a:lnTo>
                <a:lnTo>
                  <a:pt x="35052" y="15240"/>
                </a:lnTo>
                <a:lnTo>
                  <a:pt x="35052" y="1524"/>
                </a:lnTo>
                <a:lnTo>
                  <a:pt x="33528" y="1524"/>
                </a:lnTo>
                <a:lnTo>
                  <a:pt x="32004" y="0"/>
                </a:lnTo>
                <a:lnTo>
                  <a:pt x="0" y="0"/>
                </a:lnTo>
                <a:lnTo>
                  <a:pt x="0" y="59436"/>
                </a:lnTo>
                <a:lnTo>
                  <a:pt x="10668" y="59436"/>
                </a:lnTo>
                <a:lnTo>
                  <a:pt x="10668" y="36576"/>
                </a:lnTo>
                <a:lnTo>
                  <a:pt x="32004" y="36576"/>
                </a:lnTo>
                <a:lnTo>
                  <a:pt x="35052" y="35052"/>
                </a:lnTo>
                <a:lnTo>
                  <a:pt x="36576" y="35052"/>
                </a:lnTo>
                <a:lnTo>
                  <a:pt x="39624" y="33528"/>
                </a:lnTo>
                <a:lnTo>
                  <a:pt x="42672" y="30480"/>
                </a:lnTo>
                <a:lnTo>
                  <a:pt x="44958" y="25908"/>
                </a:lnTo>
                <a:lnTo>
                  <a:pt x="45720" y="24384"/>
                </a:lnTo>
                <a:lnTo>
                  <a:pt x="45720" y="10668"/>
                </a:lnTo>
                <a:lnTo>
                  <a:pt x="45720" y="9144"/>
                </a:lnTo>
                <a:close/>
              </a:path>
              <a:path w="192405" h="59689">
                <a:moveTo>
                  <a:pt x="82296" y="16776"/>
                </a:moveTo>
                <a:lnTo>
                  <a:pt x="80772" y="15252"/>
                </a:lnTo>
                <a:lnTo>
                  <a:pt x="77724" y="13728"/>
                </a:lnTo>
                <a:lnTo>
                  <a:pt x="73152" y="13728"/>
                </a:lnTo>
                <a:lnTo>
                  <a:pt x="71628" y="15252"/>
                </a:lnTo>
                <a:lnTo>
                  <a:pt x="70104" y="15252"/>
                </a:lnTo>
                <a:lnTo>
                  <a:pt x="67056" y="18300"/>
                </a:lnTo>
                <a:lnTo>
                  <a:pt x="65532" y="21348"/>
                </a:lnTo>
                <a:lnTo>
                  <a:pt x="65532" y="15252"/>
                </a:lnTo>
                <a:lnTo>
                  <a:pt x="54864" y="15252"/>
                </a:lnTo>
                <a:lnTo>
                  <a:pt x="54864" y="59448"/>
                </a:lnTo>
                <a:lnTo>
                  <a:pt x="65532" y="59448"/>
                </a:lnTo>
                <a:lnTo>
                  <a:pt x="65532" y="45732"/>
                </a:lnTo>
                <a:lnTo>
                  <a:pt x="65532" y="33540"/>
                </a:lnTo>
                <a:lnTo>
                  <a:pt x="67056" y="30492"/>
                </a:lnTo>
                <a:lnTo>
                  <a:pt x="67056" y="28968"/>
                </a:lnTo>
                <a:lnTo>
                  <a:pt x="71628" y="24396"/>
                </a:lnTo>
                <a:lnTo>
                  <a:pt x="76200" y="24396"/>
                </a:lnTo>
                <a:lnTo>
                  <a:pt x="77724" y="25920"/>
                </a:lnTo>
                <a:lnTo>
                  <a:pt x="80772" y="25920"/>
                </a:lnTo>
                <a:lnTo>
                  <a:pt x="82296" y="16776"/>
                </a:lnTo>
                <a:close/>
              </a:path>
              <a:path w="192405" h="59689">
                <a:moveTo>
                  <a:pt x="97548" y="15240"/>
                </a:moveTo>
                <a:lnTo>
                  <a:pt x="86880" y="15240"/>
                </a:lnTo>
                <a:lnTo>
                  <a:pt x="86880" y="59436"/>
                </a:lnTo>
                <a:lnTo>
                  <a:pt x="97548" y="59436"/>
                </a:lnTo>
                <a:lnTo>
                  <a:pt x="97548" y="15240"/>
                </a:lnTo>
                <a:close/>
              </a:path>
              <a:path w="192405" h="59689">
                <a:moveTo>
                  <a:pt x="97548" y="0"/>
                </a:moveTo>
                <a:lnTo>
                  <a:pt x="86880" y="0"/>
                </a:lnTo>
                <a:lnTo>
                  <a:pt x="86880" y="10668"/>
                </a:lnTo>
                <a:lnTo>
                  <a:pt x="97548" y="10668"/>
                </a:lnTo>
                <a:lnTo>
                  <a:pt x="97548" y="0"/>
                </a:lnTo>
                <a:close/>
              </a:path>
              <a:path w="192405" h="59689">
                <a:moveTo>
                  <a:pt x="146304" y="44196"/>
                </a:moveTo>
                <a:lnTo>
                  <a:pt x="135636" y="42672"/>
                </a:lnTo>
                <a:lnTo>
                  <a:pt x="134112" y="45720"/>
                </a:lnTo>
                <a:lnTo>
                  <a:pt x="134112" y="47244"/>
                </a:lnTo>
                <a:lnTo>
                  <a:pt x="131064" y="50292"/>
                </a:lnTo>
                <a:lnTo>
                  <a:pt x="123444" y="50292"/>
                </a:lnTo>
                <a:lnTo>
                  <a:pt x="121920" y="48768"/>
                </a:lnTo>
                <a:lnTo>
                  <a:pt x="118872" y="47244"/>
                </a:lnTo>
                <a:lnTo>
                  <a:pt x="117348" y="45720"/>
                </a:lnTo>
                <a:lnTo>
                  <a:pt x="117348" y="27432"/>
                </a:lnTo>
                <a:lnTo>
                  <a:pt x="120396" y="24384"/>
                </a:lnTo>
                <a:lnTo>
                  <a:pt x="123444" y="22860"/>
                </a:lnTo>
                <a:lnTo>
                  <a:pt x="129540" y="22860"/>
                </a:lnTo>
                <a:lnTo>
                  <a:pt x="132588" y="25908"/>
                </a:lnTo>
                <a:lnTo>
                  <a:pt x="132588" y="27432"/>
                </a:lnTo>
                <a:lnTo>
                  <a:pt x="134112" y="28956"/>
                </a:lnTo>
                <a:lnTo>
                  <a:pt x="144780" y="27432"/>
                </a:lnTo>
                <a:lnTo>
                  <a:pt x="143256" y="22860"/>
                </a:lnTo>
                <a:lnTo>
                  <a:pt x="137160" y="16764"/>
                </a:lnTo>
                <a:lnTo>
                  <a:pt x="135636" y="15240"/>
                </a:lnTo>
                <a:lnTo>
                  <a:pt x="131064" y="13716"/>
                </a:lnTo>
                <a:lnTo>
                  <a:pt x="120396" y="13716"/>
                </a:lnTo>
                <a:lnTo>
                  <a:pt x="114300" y="15240"/>
                </a:lnTo>
                <a:lnTo>
                  <a:pt x="108204" y="24384"/>
                </a:lnTo>
                <a:lnTo>
                  <a:pt x="106680" y="28956"/>
                </a:lnTo>
                <a:lnTo>
                  <a:pt x="106680" y="44196"/>
                </a:lnTo>
                <a:lnTo>
                  <a:pt x="108204" y="50292"/>
                </a:lnTo>
                <a:lnTo>
                  <a:pt x="115824" y="57912"/>
                </a:lnTo>
                <a:lnTo>
                  <a:pt x="120396" y="59436"/>
                </a:lnTo>
                <a:lnTo>
                  <a:pt x="131064" y="59436"/>
                </a:lnTo>
                <a:lnTo>
                  <a:pt x="135636" y="57912"/>
                </a:lnTo>
                <a:lnTo>
                  <a:pt x="138684" y="56388"/>
                </a:lnTo>
                <a:lnTo>
                  <a:pt x="141732" y="53340"/>
                </a:lnTo>
                <a:lnTo>
                  <a:pt x="144780" y="48768"/>
                </a:lnTo>
                <a:lnTo>
                  <a:pt x="146304" y="44196"/>
                </a:lnTo>
                <a:close/>
              </a:path>
              <a:path w="192405" h="59689">
                <a:moveTo>
                  <a:pt x="192024" y="30480"/>
                </a:moveTo>
                <a:lnTo>
                  <a:pt x="190500" y="24384"/>
                </a:lnTo>
                <a:lnTo>
                  <a:pt x="188976" y="22860"/>
                </a:lnTo>
                <a:lnTo>
                  <a:pt x="182880" y="16764"/>
                </a:lnTo>
                <a:lnTo>
                  <a:pt x="181356" y="15748"/>
                </a:lnTo>
                <a:lnTo>
                  <a:pt x="181356" y="28956"/>
                </a:lnTo>
                <a:lnTo>
                  <a:pt x="181356" y="32004"/>
                </a:lnTo>
                <a:lnTo>
                  <a:pt x="163068" y="32004"/>
                </a:lnTo>
                <a:lnTo>
                  <a:pt x="163068" y="27432"/>
                </a:lnTo>
                <a:lnTo>
                  <a:pt x="164592" y="25908"/>
                </a:lnTo>
                <a:lnTo>
                  <a:pt x="167640" y="24384"/>
                </a:lnTo>
                <a:lnTo>
                  <a:pt x="169164" y="22860"/>
                </a:lnTo>
                <a:lnTo>
                  <a:pt x="173736" y="22860"/>
                </a:lnTo>
                <a:lnTo>
                  <a:pt x="176784" y="24384"/>
                </a:lnTo>
                <a:lnTo>
                  <a:pt x="181356" y="28956"/>
                </a:lnTo>
                <a:lnTo>
                  <a:pt x="181356" y="15748"/>
                </a:lnTo>
                <a:lnTo>
                  <a:pt x="178308" y="13716"/>
                </a:lnTo>
                <a:lnTo>
                  <a:pt x="166116" y="13716"/>
                </a:lnTo>
                <a:lnTo>
                  <a:pt x="156972" y="19812"/>
                </a:lnTo>
                <a:lnTo>
                  <a:pt x="153924" y="24384"/>
                </a:lnTo>
                <a:lnTo>
                  <a:pt x="152400" y="30480"/>
                </a:lnTo>
                <a:lnTo>
                  <a:pt x="152400" y="42672"/>
                </a:lnTo>
                <a:lnTo>
                  <a:pt x="153924" y="48768"/>
                </a:lnTo>
                <a:lnTo>
                  <a:pt x="155448" y="51816"/>
                </a:lnTo>
                <a:lnTo>
                  <a:pt x="160020" y="57912"/>
                </a:lnTo>
                <a:lnTo>
                  <a:pt x="164592" y="59436"/>
                </a:lnTo>
                <a:lnTo>
                  <a:pt x="176784" y="59436"/>
                </a:lnTo>
                <a:lnTo>
                  <a:pt x="182880" y="56388"/>
                </a:lnTo>
                <a:lnTo>
                  <a:pt x="188976" y="50292"/>
                </a:lnTo>
                <a:lnTo>
                  <a:pt x="190500" y="45720"/>
                </a:lnTo>
                <a:lnTo>
                  <a:pt x="179832" y="44196"/>
                </a:lnTo>
                <a:lnTo>
                  <a:pt x="178308" y="47244"/>
                </a:lnTo>
                <a:lnTo>
                  <a:pt x="178308" y="48768"/>
                </a:lnTo>
                <a:lnTo>
                  <a:pt x="176784" y="48768"/>
                </a:lnTo>
                <a:lnTo>
                  <a:pt x="175260" y="50292"/>
                </a:lnTo>
                <a:lnTo>
                  <a:pt x="167640" y="50292"/>
                </a:lnTo>
                <a:lnTo>
                  <a:pt x="163068" y="45720"/>
                </a:lnTo>
                <a:lnTo>
                  <a:pt x="163068" y="39624"/>
                </a:lnTo>
                <a:lnTo>
                  <a:pt x="192024" y="39624"/>
                </a:lnTo>
                <a:lnTo>
                  <a:pt x="192024" y="32004"/>
                </a:lnTo>
                <a:lnTo>
                  <a:pt x="192024" y="304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1" name="object 7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125724" y="5219700"/>
            <a:ext cx="160019" cy="80771"/>
          </a:xfrm>
          <a:prstGeom prst="rect">
            <a:avLst/>
          </a:prstGeom>
        </p:spPr>
      </p:pic>
      <p:grpSp>
        <p:nvGrpSpPr>
          <p:cNvPr id="72" name="object 72" descr=""/>
          <p:cNvGrpSpPr/>
          <p:nvPr/>
        </p:nvGrpSpPr>
        <p:grpSpPr>
          <a:xfrm>
            <a:off x="2528315" y="5222748"/>
            <a:ext cx="238125" cy="175260"/>
            <a:chOff x="2528315" y="5222748"/>
            <a:chExt cx="238125" cy="175260"/>
          </a:xfrm>
        </p:grpSpPr>
        <p:pic>
          <p:nvPicPr>
            <p:cNvPr id="73" name="object 7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528315" y="5222748"/>
              <a:ext cx="236219" cy="77723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529840" y="5321807"/>
              <a:ext cx="236219" cy="76200"/>
            </a:xfrm>
            <a:prstGeom prst="rect">
              <a:avLst/>
            </a:prstGeom>
          </p:spPr>
        </p:pic>
      </p:grpSp>
      <p:grpSp>
        <p:nvGrpSpPr>
          <p:cNvPr id="75" name="object 75" descr=""/>
          <p:cNvGrpSpPr/>
          <p:nvPr/>
        </p:nvGrpSpPr>
        <p:grpSpPr>
          <a:xfrm>
            <a:off x="2083307" y="5224271"/>
            <a:ext cx="241300" cy="173990"/>
            <a:chOff x="2083307" y="5224271"/>
            <a:chExt cx="241300" cy="173990"/>
          </a:xfrm>
        </p:grpSpPr>
        <p:pic>
          <p:nvPicPr>
            <p:cNvPr id="76" name="object 7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83307" y="5224271"/>
              <a:ext cx="240791" cy="76200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119883" y="5321807"/>
              <a:ext cx="163067" cy="76200"/>
            </a:xfrm>
            <a:prstGeom prst="rect">
              <a:avLst/>
            </a:prstGeom>
          </p:spPr>
        </p:pic>
      </p:grpSp>
      <p:pic>
        <p:nvPicPr>
          <p:cNvPr id="78" name="object 78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12391" y="5224271"/>
            <a:ext cx="272796" cy="173736"/>
          </a:xfrm>
          <a:prstGeom prst="rect">
            <a:avLst/>
          </a:prstGeom>
        </p:spPr>
      </p:pic>
      <p:sp>
        <p:nvSpPr>
          <p:cNvPr id="79" name="object 79" descr=""/>
          <p:cNvSpPr/>
          <p:nvPr/>
        </p:nvSpPr>
        <p:spPr>
          <a:xfrm>
            <a:off x="1894332" y="5257800"/>
            <a:ext cx="22860" cy="12700"/>
          </a:xfrm>
          <a:custGeom>
            <a:avLst/>
            <a:gdLst/>
            <a:ahLst/>
            <a:cxnLst/>
            <a:rect l="l" t="t" r="r" b="b"/>
            <a:pathLst>
              <a:path w="22860" h="12700">
                <a:moveTo>
                  <a:pt x="22859" y="12192"/>
                </a:moveTo>
                <a:lnTo>
                  <a:pt x="0" y="12192"/>
                </a:lnTo>
                <a:lnTo>
                  <a:pt x="0" y="0"/>
                </a:lnTo>
                <a:lnTo>
                  <a:pt x="22859" y="0"/>
                </a:lnTo>
                <a:lnTo>
                  <a:pt x="22859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1173480" y="5224271"/>
            <a:ext cx="287020" cy="59690"/>
          </a:xfrm>
          <a:custGeom>
            <a:avLst/>
            <a:gdLst/>
            <a:ahLst/>
            <a:cxnLst/>
            <a:rect l="l" t="t" r="r" b="b"/>
            <a:pathLst>
              <a:path w="287019" h="59689">
                <a:moveTo>
                  <a:pt x="56388" y="59436"/>
                </a:moveTo>
                <a:lnTo>
                  <a:pt x="51104" y="45720"/>
                </a:lnTo>
                <a:lnTo>
                  <a:pt x="47002" y="35052"/>
                </a:lnTo>
                <a:lnTo>
                  <a:pt x="38798" y="13716"/>
                </a:lnTo>
                <a:lnTo>
                  <a:pt x="35052" y="3975"/>
                </a:lnTo>
                <a:lnTo>
                  <a:pt x="35052" y="35052"/>
                </a:lnTo>
                <a:lnTo>
                  <a:pt x="19812" y="35052"/>
                </a:lnTo>
                <a:lnTo>
                  <a:pt x="27432" y="13716"/>
                </a:lnTo>
                <a:lnTo>
                  <a:pt x="35052" y="35052"/>
                </a:lnTo>
                <a:lnTo>
                  <a:pt x="35052" y="3975"/>
                </a:lnTo>
                <a:lnTo>
                  <a:pt x="33528" y="0"/>
                </a:lnTo>
                <a:lnTo>
                  <a:pt x="21336" y="0"/>
                </a:lnTo>
                <a:lnTo>
                  <a:pt x="0" y="59436"/>
                </a:lnTo>
                <a:lnTo>
                  <a:pt x="10668" y="59436"/>
                </a:lnTo>
                <a:lnTo>
                  <a:pt x="15240" y="45720"/>
                </a:lnTo>
                <a:lnTo>
                  <a:pt x="39624" y="45720"/>
                </a:lnTo>
                <a:lnTo>
                  <a:pt x="44196" y="59436"/>
                </a:lnTo>
                <a:lnTo>
                  <a:pt x="56388" y="59436"/>
                </a:lnTo>
                <a:close/>
              </a:path>
              <a:path w="287019" h="59689">
                <a:moveTo>
                  <a:pt x="71628" y="15240"/>
                </a:moveTo>
                <a:lnTo>
                  <a:pt x="60960" y="15240"/>
                </a:lnTo>
                <a:lnTo>
                  <a:pt x="60960" y="59436"/>
                </a:lnTo>
                <a:lnTo>
                  <a:pt x="71628" y="59436"/>
                </a:lnTo>
                <a:lnTo>
                  <a:pt x="71628" y="15240"/>
                </a:lnTo>
                <a:close/>
              </a:path>
              <a:path w="287019" h="59689">
                <a:moveTo>
                  <a:pt x="71628" y="0"/>
                </a:moveTo>
                <a:lnTo>
                  <a:pt x="60960" y="0"/>
                </a:lnTo>
                <a:lnTo>
                  <a:pt x="60960" y="10668"/>
                </a:lnTo>
                <a:lnTo>
                  <a:pt x="71628" y="10668"/>
                </a:lnTo>
                <a:lnTo>
                  <a:pt x="71628" y="0"/>
                </a:lnTo>
                <a:close/>
              </a:path>
              <a:path w="287019" h="59689">
                <a:moveTo>
                  <a:pt x="111239" y="16776"/>
                </a:moveTo>
                <a:lnTo>
                  <a:pt x="109715" y="15252"/>
                </a:lnTo>
                <a:lnTo>
                  <a:pt x="106667" y="13728"/>
                </a:lnTo>
                <a:lnTo>
                  <a:pt x="102095" y="13728"/>
                </a:lnTo>
                <a:lnTo>
                  <a:pt x="100571" y="15252"/>
                </a:lnTo>
                <a:lnTo>
                  <a:pt x="99047" y="15252"/>
                </a:lnTo>
                <a:lnTo>
                  <a:pt x="95999" y="18300"/>
                </a:lnTo>
                <a:lnTo>
                  <a:pt x="94475" y="21348"/>
                </a:lnTo>
                <a:lnTo>
                  <a:pt x="94475" y="15252"/>
                </a:lnTo>
                <a:lnTo>
                  <a:pt x="83807" y="15252"/>
                </a:lnTo>
                <a:lnTo>
                  <a:pt x="83807" y="59448"/>
                </a:lnTo>
                <a:lnTo>
                  <a:pt x="94475" y="59448"/>
                </a:lnTo>
                <a:lnTo>
                  <a:pt x="94475" y="45732"/>
                </a:lnTo>
                <a:lnTo>
                  <a:pt x="94475" y="33540"/>
                </a:lnTo>
                <a:lnTo>
                  <a:pt x="95999" y="30492"/>
                </a:lnTo>
                <a:lnTo>
                  <a:pt x="95999" y="28968"/>
                </a:lnTo>
                <a:lnTo>
                  <a:pt x="100571" y="24396"/>
                </a:lnTo>
                <a:lnTo>
                  <a:pt x="105143" y="24396"/>
                </a:lnTo>
                <a:lnTo>
                  <a:pt x="106667" y="25920"/>
                </a:lnTo>
                <a:lnTo>
                  <a:pt x="109715" y="25920"/>
                </a:lnTo>
                <a:lnTo>
                  <a:pt x="111239" y="16776"/>
                </a:lnTo>
                <a:close/>
              </a:path>
              <a:path w="287019" h="59689">
                <a:moveTo>
                  <a:pt x="152400" y="44196"/>
                </a:moveTo>
                <a:lnTo>
                  <a:pt x="141732" y="42672"/>
                </a:lnTo>
                <a:lnTo>
                  <a:pt x="140208" y="45720"/>
                </a:lnTo>
                <a:lnTo>
                  <a:pt x="140208" y="47244"/>
                </a:lnTo>
                <a:lnTo>
                  <a:pt x="137160" y="50292"/>
                </a:lnTo>
                <a:lnTo>
                  <a:pt x="129540" y="50292"/>
                </a:lnTo>
                <a:lnTo>
                  <a:pt x="126492" y="48768"/>
                </a:lnTo>
                <a:lnTo>
                  <a:pt x="123444" y="45720"/>
                </a:lnTo>
                <a:lnTo>
                  <a:pt x="123444" y="27432"/>
                </a:lnTo>
                <a:lnTo>
                  <a:pt x="126492" y="24384"/>
                </a:lnTo>
                <a:lnTo>
                  <a:pt x="129540" y="22860"/>
                </a:lnTo>
                <a:lnTo>
                  <a:pt x="135636" y="22860"/>
                </a:lnTo>
                <a:lnTo>
                  <a:pt x="138684" y="25908"/>
                </a:lnTo>
                <a:lnTo>
                  <a:pt x="138684" y="27432"/>
                </a:lnTo>
                <a:lnTo>
                  <a:pt x="140208" y="28956"/>
                </a:lnTo>
                <a:lnTo>
                  <a:pt x="150876" y="27432"/>
                </a:lnTo>
                <a:lnTo>
                  <a:pt x="149352" y="22860"/>
                </a:lnTo>
                <a:lnTo>
                  <a:pt x="143256" y="16764"/>
                </a:lnTo>
                <a:lnTo>
                  <a:pt x="137160" y="13716"/>
                </a:lnTo>
                <a:lnTo>
                  <a:pt x="126492" y="13716"/>
                </a:lnTo>
                <a:lnTo>
                  <a:pt x="120396" y="15240"/>
                </a:lnTo>
                <a:lnTo>
                  <a:pt x="114300" y="24384"/>
                </a:lnTo>
                <a:lnTo>
                  <a:pt x="112776" y="28956"/>
                </a:lnTo>
                <a:lnTo>
                  <a:pt x="112776" y="44196"/>
                </a:lnTo>
                <a:lnTo>
                  <a:pt x="114300" y="50292"/>
                </a:lnTo>
                <a:lnTo>
                  <a:pt x="121920" y="57912"/>
                </a:lnTo>
                <a:lnTo>
                  <a:pt x="126492" y="59436"/>
                </a:lnTo>
                <a:lnTo>
                  <a:pt x="137160" y="59436"/>
                </a:lnTo>
                <a:lnTo>
                  <a:pt x="141732" y="57912"/>
                </a:lnTo>
                <a:lnTo>
                  <a:pt x="144780" y="56388"/>
                </a:lnTo>
                <a:lnTo>
                  <a:pt x="147828" y="53340"/>
                </a:lnTo>
                <a:lnTo>
                  <a:pt x="150876" y="48768"/>
                </a:lnTo>
                <a:lnTo>
                  <a:pt x="152400" y="44196"/>
                </a:lnTo>
                <a:close/>
              </a:path>
              <a:path w="287019" h="59689">
                <a:moveTo>
                  <a:pt x="188963" y="16776"/>
                </a:moveTo>
                <a:lnTo>
                  <a:pt x="182867" y="13728"/>
                </a:lnTo>
                <a:lnTo>
                  <a:pt x="179819" y="13728"/>
                </a:lnTo>
                <a:lnTo>
                  <a:pt x="178295" y="15252"/>
                </a:lnTo>
                <a:lnTo>
                  <a:pt x="176771" y="15252"/>
                </a:lnTo>
                <a:lnTo>
                  <a:pt x="173723" y="18300"/>
                </a:lnTo>
                <a:lnTo>
                  <a:pt x="172199" y="21348"/>
                </a:lnTo>
                <a:lnTo>
                  <a:pt x="172199" y="15252"/>
                </a:lnTo>
                <a:lnTo>
                  <a:pt x="161531" y="15252"/>
                </a:lnTo>
                <a:lnTo>
                  <a:pt x="161531" y="59448"/>
                </a:lnTo>
                <a:lnTo>
                  <a:pt x="172199" y="59448"/>
                </a:lnTo>
                <a:lnTo>
                  <a:pt x="172199" y="45732"/>
                </a:lnTo>
                <a:lnTo>
                  <a:pt x="172199" y="30492"/>
                </a:lnTo>
                <a:lnTo>
                  <a:pt x="173723" y="28968"/>
                </a:lnTo>
                <a:lnTo>
                  <a:pt x="173723" y="27444"/>
                </a:lnTo>
                <a:lnTo>
                  <a:pt x="176771" y="24396"/>
                </a:lnTo>
                <a:lnTo>
                  <a:pt x="181343" y="24396"/>
                </a:lnTo>
                <a:lnTo>
                  <a:pt x="184391" y="25920"/>
                </a:lnTo>
                <a:lnTo>
                  <a:pt x="185915" y="25920"/>
                </a:lnTo>
                <a:lnTo>
                  <a:pt x="188963" y="16776"/>
                </a:lnTo>
                <a:close/>
              </a:path>
              <a:path w="287019" h="59689">
                <a:moveTo>
                  <a:pt x="228587" y="57912"/>
                </a:moveTo>
                <a:lnTo>
                  <a:pt x="227063" y="54864"/>
                </a:lnTo>
                <a:lnTo>
                  <a:pt x="227063" y="53340"/>
                </a:lnTo>
                <a:lnTo>
                  <a:pt x="227063" y="51816"/>
                </a:lnTo>
                <a:lnTo>
                  <a:pt x="226301" y="50292"/>
                </a:lnTo>
                <a:lnTo>
                  <a:pt x="225539" y="48768"/>
                </a:lnTo>
                <a:lnTo>
                  <a:pt x="225539" y="39624"/>
                </a:lnTo>
                <a:lnTo>
                  <a:pt x="225539" y="22860"/>
                </a:lnTo>
                <a:lnTo>
                  <a:pt x="225539" y="21336"/>
                </a:lnTo>
                <a:lnTo>
                  <a:pt x="224015" y="18288"/>
                </a:lnTo>
                <a:lnTo>
                  <a:pt x="222491" y="16764"/>
                </a:lnTo>
                <a:lnTo>
                  <a:pt x="219443" y="15240"/>
                </a:lnTo>
                <a:lnTo>
                  <a:pt x="217919" y="15240"/>
                </a:lnTo>
                <a:lnTo>
                  <a:pt x="213347" y="13716"/>
                </a:lnTo>
                <a:lnTo>
                  <a:pt x="204203" y="13716"/>
                </a:lnTo>
                <a:lnTo>
                  <a:pt x="199631" y="15240"/>
                </a:lnTo>
                <a:lnTo>
                  <a:pt x="196583" y="16764"/>
                </a:lnTo>
                <a:lnTo>
                  <a:pt x="193535" y="19812"/>
                </a:lnTo>
                <a:lnTo>
                  <a:pt x="192011" y="22860"/>
                </a:lnTo>
                <a:lnTo>
                  <a:pt x="190487" y="27432"/>
                </a:lnTo>
                <a:lnTo>
                  <a:pt x="201155" y="28956"/>
                </a:lnTo>
                <a:lnTo>
                  <a:pt x="202679" y="27432"/>
                </a:lnTo>
                <a:lnTo>
                  <a:pt x="202679" y="25908"/>
                </a:lnTo>
                <a:lnTo>
                  <a:pt x="205727" y="22860"/>
                </a:lnTo>
                <a:lnTo>
                  <a:pt x="213347" y="22860"/>
                </a:lnTo>
                <a:lnTo>
                  <a:pt x="214871" y="24384"/>
                </a:lnTo>
                <a:lnTo>
                  <a:pt x="214871" y="30480"/>
                </a:lnTo>
                <a:lnTo>
                  <a:pt x="214871" y="39624"/>
                </a:lnTo>
                <a:lnTo>
                  <a:pt x="214871" y="47244"/>
                </a:lnTo>
                <a:lnTo>
                  <a:pt x="213347" y="48768"/>
                </a:lnTo>
                <a:lnTo>
                  <a:pt x="211823" y="48768"/>
                </a:lnTo>
                <a:lnTo>
                  <a:pt x="210299" y="50292"/>
                </a:lnTo>
                <a:lnTo>
                  <a:pt x="202679" y="50292"/>
                </a:lnTo>
                <a:lnTo>
                  <a:pt x="202679" y="48768"/>
                </a:lnTo>
                <a:lnTo>
                  <a:pt x="201155" y="48768"/>
                </a:lnTo>
                <a:lnTo>
                  <a:pt x="199631" y="47244"/>
                </a:lnTo>
                <a:lnTo>
                  <a:pt x="199631" y="44196"/>
                </a:lnTo>
                <a:lnTo>
                  <a:pt x="201155" y="44196"/>
                </a:lnTo>
                <a:lnTo>
                  <a:pt x="202679" y="42672"/>
                </a:lnTo>
                <a:lnTo>
                  <a:pt x="204203" y="42672"/>
                </a:lnTo>
                <a:lnTo>
                  <a:pt x="205727" y="41148"/>
                </a:lnTo>
                <a:lnTo>
                  <a:pt x="211823" y="41148"/>
                </a:lnTo>
                <a:lnTo>
                  <a:pt x="214871" y="39624"/>
                </a:lnTo>
                <a:lnTo>
                  <a:pt x="214871" y="30480"/>
                </a:lnTo>
                <a:lnTo>
                  <a:pt x="213347" y="32004"/>
                </a:lnTo>
                <a:lnTo>
                  <a:pt x="210299" y="32004"/>
                </a:lnTo>
                <a:lnTo>
                  <a:pt x="204203" y="33528"/>
                </a:lnTo>
                <a:lnTo>
                  <a:pt x="201155" y="33528"/>
                </a:lnTo>
                <a:lnTo>
                  <a:pt x="198107" y="35052"/>
                </a:lnTo>
                <a:lnTo>
                  <a:pt x="196583" y="36576"/>
                </a:lnTo>
                <a:lnTo>
                  <a:pt x="193535" y="36576"/>
                </a:lnTo>
                <a:lnTo>
                  <a:pt x="192011" y="38100"/>
                </a:lnTo>
                <a:lnTo>
                  <a:pt x="192011" y="41148"/>
                </a:lnTo>
                <a:lnTo>
                  <a:pt x="188963" y="44196"/>
                </a:lnTo>
                <a:lnTo>
                  <a:pt x="188963" y="50292"/>
                </a:lnTo>
                <a:lnTo>
                  <a:pt x="190487" y="53340"/>
                </a:lnTo>
                <a:lnTo>
                  <a:pt x="193535" y="56388"/>
                </a:lnTo>
                <a:lnTo>
                  <a:pt x="199631" y="59436"/>
                </a:lnTo>
                <a:lnTo>
                  <a:pt x="208775" y="59436"/>
                </a:lnTo>
                <a:lnTo>
                  <a:pt x="210299" y="57912"/>
                </a:lnTo>
                <a:lnTo>
                  <a:pt x="213347" y="56388"/>
                </a:lnTo>
                <a:lnTo>
                  <a:pt x="214871" y="56388"/>
                </a:lnTo>
                <a:lnTo>
                  <a:pt x="217919" y="53340"/>
                </a:lnTo>
                <a:lnTo>
                  <a:pt x="217919" y="59436"/>
                </a:lnTo>
                <a:lnTo>
                  <a:pt x="228587" y="59436"/>
                </a:lnTo>
                <a:lnTo>
                  <a:pt x="228587" y="57912"/>
                </a:lnTo>
                <a:close/>
              </a:path>
              <a:path w="287019" h="59689">
                <a:moveTo>
                  <a:pt x="260591" y="1524"/>
                </a:moveTo>
                <a:lnTo>
                  <a:pt x="257543" y="0"/>
                </a:lnTo>
                <a:lnTo>
                  <a:pt x="246875" y="0"/>
                </a:lnTo>
                <a:lnTo>
                  <a:pt x="243827" y="1524"/>
                </a:lnTo>
                <a:lnTo>
                  <a:pt x="240779" y="4572"/>
                </a:lnTo>
                <a:lnTo>
                  <a:pt x="240779" y="6096"/>
                </a:lnTo>
                <a:lnTo>
                  <a:pt x="239255" y="7620"/>
                </a:lnTo>
                <a:lnTo>
                  <a:pt x="239255" y="15240"/>
                </a:lnTo>
                <a:lnTo>
                  <a:pt x="233159" y="15240"/>
                </a:lnTo>
                <a:lnTo>
                  <a:pt x="233159" y="24384"/>
                </a:lnTo>
                <a:lnTo>
                  <a:pt x="239255" y="24384"/>
                </a:lnTo>
                <a:lnTo>
                  <a:pt x="239255" y="59436"/>
                </a:lnTo>
                <a:lnTo>
                  <a:pt x="249923" y="59436"/>
                </a:lnTo>
                <a:lnTo>
                  <a:pt x="249923" y="24384"/>
                </a:lnTo>
                <a:lnTo>
                  <a:pt x="257543" y="24384"/>
                </a:lnTo>
                <a:lnTo>
                  <a:pt x="257543" y="15240"/>
                </a:lnTo>
                <a:lnTo>
                  <a:pt x="249923" y="15240"/>
                </a:lnTo>
                <a:lnTo>
                  <a:pt x="249923" y="10668"/>
                </a:lnTo>
                <a:lnTo>
                  <a:pt x="251447" y="10668"/>
                </a:lnTo>
                <a:lnTo>
                  <a:pt x="251447" y="9144"/>
                </a:lnTo>
                <a:lnTo>
                  <a:pt x="257543" y="9144"/>
                </a:lnTo>
                <a:lnTo>
                  <a:pt x="259067" y="10668"/>
                </a:lnTo>
                <a:lnTo>
                  <a:pt x="260591" y="1524"/>
                </a:lnTo>
                <a:close/>
              </a:path>
              <a:path w="287019" h="59689">
                <a:moveTo>
                  <a:pt x="286512" y="48780"/>
                </a:moveTo>
                <a:lnTo>
                  <a:pt x="283464" y="50304"/>
                </a:lnTo>
                <a:lnTo>
                  <a:pt x="278892" y="50304"/>
                </a:lnTo>
                <a:lnTo>
                  <a:pt x="277368" y="48780"/>
                </a:lnTo>
                <a:lnTo>
                  <a:pt x="277368" y="24396"/>
                </a:lnTo>
                <a:lnTo>
                  <a:pt x="284988" y="24396"/>
                </a:lnTo>
                <a:lnTo>
                  <a:pt x="284988" y="15252"/>
                </a:lnTo>
                <a:lnTo>
                  <a:pt x="277368" y="15252"/>
                </a:lnTo>
                <a:lnTo>
                  <a:pt x="277368" y="1536"/>
                </a:lnTo>
                <a:lnTo>
                  <a:pt x="266700" y="7632"/>
                </a:lnTo>
                <a:lnTo>
                  <a:pt x="266700" y="15252"/>
                </a:lnTo>
                <a:lnTo>
                  <a:pt x="260604" y="15252"/>
                </a:lnTo>
                <a:lnTo>
                  <a:pt x="260604" y="24396"/>
                </a:lnTo>
                <a:lnTo>
                  <a:pt x="266700" y="24396"/>
                </a:lnTo>
                <a:lnTo>
                  <a:pt x="266700" y="51828"/>
                </a:lnTo>
                <a:lnTo>
                  <a:pt x="268224" y="53352"/>
                </a:lnTo>
                <a:lnTo>
                  <a:pt x="268224" y="56400"/>
                </a:lnTo>
                <a:lnTo>
                  <a:pt x="269748" y="56400"/>
                </a:lnTo>
                <a:lnTo>
                  <a:pt x="271272" y="57924"/>
                </a:lnTo>
                <a:lnTo>
                  <a:pt x="272796" y="57924"/>
                </a:lnTo>
                <a:lnTo>
                  <a:pt x="274320" y="59448"/>
                </a:lnTo>
                <a:lnTo>
                  <a:pt x="283464" y="59448"/>
                </a:lnTo>
                <a:lnTo>
                  <a:pt x="286512" y="57924"/>
                </a:lnTo>
                <a:lnTo>
                  <a:pt x="286512" y="50304"/>
                </a:lnTo>
                <a:lnTo>
                  <a:pt x="286512" y="48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3026664" y="5530596"/>
            <a:ext cx="24765" cy="68580"/>
          </a:xfrm>
          <a:custGeom>
            <a:avLst/>
            <a:gdLst/>
            <a:ahLst/>
            <a:cxnLst/>
            <a:rect l="l" t="t" r="r" b="b"/>
            <a:pathLst>
              <a:path w="24764" h="68579">
                <a:moveTo>
                  <a:pt x="24383" y="68580"/>
                </a:moveTo>
                <a:lnTo>
                  <a:pt x="15239" y="68580"/>
                </a:lnTo>
                <a:lnTo>
                  <a:pt x="15239" y="15240"/>
                </a:lnTo>
                <a:lnTo>
                  <a:pt x="10667" y="19812"/>
                </a:lnTo>
                <a:lnTo>
                  <a:pt x="4571" y="22859"/>
                </a:lnTo>
                <a:lnTo>
                  <a:pt x="3047" y="24384"/>
                </a:lnTo>
                <a:lnTo>
                  <a:pt x="0" y="25908"/>
                </a:lnTo>
                <a:lnTo>
                  <a:pt x="0" y="16764"/>
                </a:lnTo>
                <a:lnTo>
                  <a:pt x="4571" y="15240"/>
                </a:lnTo>
                <a:lnTo>
                  <a:pt x="7619" y="12192"/>
                </a:lnTo>
                <a:lnTo>
                  <a:pt x="12191" y="9144"/>
                </a:lnTo>
                <a:lnTo>
                  <a:pt x="15239" y="6096"/>
                </a:lnTo>
                <a:lnTo>
                  <a:pt x="18287" y="0"/>
                </a:lnTo>
                <a:lnTo>
                  <a:pt x="24383" y="0"/>
                </a:lnTo>
                <a:lnTo>
                  <a:pt x="24383" y="68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2" name="object 82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070859" y="5530595"/>
            <a:ext cx="97535" cy="70104"/>
          </a:xfrm>
          <a:prstGeom prst="rect">
            <a:avLst/>
          </a:prstGeom>
        </p:spPr>
      </p:pic>
      <p:pic>
        <p:nvPicPr>
          <p:cNvPr id="83" name="object 83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574035" y="5530596"/>
            <a:ext cx="147828" cy="70104"/>
          </a:xfrm>
          <a:prstGeom prst="rect">
            <a:avLst/>
          </a:prstGeom>
        </p:spPr>
      </p:pic>
      <p:sp>
        <p:nvSpPr>
          <p:cNvPr id="84" name="object 84" descr=""/>
          <p:cNvSpPr/>
          <p:nvPr/>
        </p:nvSpPr>
        <p:spPr>
          <a:xfrm>
            <a:off x="2089403" y="5530596"/>
            <a:ext cx="43180" cy="70485"/>
          </a:xfrm>
          <a:custGeom>
            <a:avLst/>
            <a:gdLst/>
            <a:ahLst/>
            <a:cxnLst/>
            <a:rect l="l" t="t" r="r" b="b"/>
            <a:pathLst>
              <a:path w="43180" h="70485">
                <a:moveTo>
                  <a:pt x="32004" y="30480"/>
                </a:moveTo>
                <a:lnTo>
                  <a:pt x="9144" y="30480"/>
                </a:lnTo>
                <a:lnTo>
                  <a:pt x="7620" y="27432"/>
                </a:lnTo>
                <a:lnTo>
                  <a:pt x="4572" y="25908"/>
                </a:lnTo>
                <a:lnTo>
                  <a:pt x="3048" y="22860"/>
                </a:lnTo>
                <a:lnTo>
                  <a:pt x="3048" y="12192"/>
                </a:lnTo>
                <a:lnTo>
                  <a:pt x="4572" y="9144"/>
                </a:lnTo>
                <a:lnTo>
                  <a:pt x="7620" y="4572"/>
                </a:lnTo>
                <a:lnTo>
                  <a:pt x="10668" y="1524"/>
                </a:lnTo>
                <a:lnTo>
                  <a:pt x="15240" y="0"/>
                </a:lnTo>
                <a:lnTo>
                  <a:pt x="25908" y="0"/>
                </a:lnTo>
                <a:lnTo>
                  <a:pt x="30480" y="1524"/>
                </a:lnTo>
                <a:lnTo>
                  <a:pt x="36576" y="7620"/>
                </a:lnTo>
                <a:lnTo>
                  <a:pt x="18288" y="7620"/>
                </a:lnTo>
                <a:lnTo>
                  <a:pt x="15240" y="9144"/>
                </a:lnTo>
                <a:lnTo>
                  <a:pt x="12192" y="12192"/>
                </a:lnTo>
                <a:lnTo>
                  <a:pt x="12192" y="22860"/>
                </a:lnTo>
                <a:lnTo>
                  <a:pt x="15240" y="25908"/>
                </a:lnTo>
                <a:lnTo>
                  <a:pt x="18288" y="27432"/>
                </a:lnTo>
                <a:lnTo>
                  <a:pt x="35052" y="27432"/>
                </a:lnTo>
                <a:lnTo>
                  <a:pt x="32004" y="30480"/>
                </a:lnTo>
                <a:close/>
              </a:path>
              <a:path w="43180" h="70485">
                <a:moveTo>
                  <a:pt x="35052" y="27432"/>
                </a:moveTo>
                <a:lnTo>
                  <a:pt x="24384" y="27432"/>
                </a:lnTo>
                <a:lnTo>
                  <a:pt x="28956" y="22860"/>
                </a:lnTo>
                <a:lnTo>
                  <a:pt x="30480" y="19812"/>
                </a:lnTo>
                <a:lnTo>
                  <a:pt x="30480" y="15240"/>
                </a:lnTo>
                <a:lnTo>
                  <a:pt x="28956" y="12192"/>
                </a:lnTo>
                <a:lnTo>
                  <a:pt x="24384" y="7620"/>
                </a:lnTo>
                <a:lnTo>
                  <a:pt x="36576" y="7620"/>
                </a:lnTo>
                <a:lnTo>
                  <a:pt x="38100" y="9144"/>
                </a:lnTo>
                <a:lnTo>
                  <a:pt x="39624" y="12192"/>
                </a:lnTo>
                <a:lnTo>
                  <a:pt x="39624" y="21336"/>
                </a:lnTo>
                <a:lnTo>
                  <a:pt x="38100" y="22860"/>
                </a:lnTo>
                <a:lnTo>
                  <a:pt x="36576" y="25908"/>
                </a:lnTo>
                <a:lnTo>
                  <a:pt x="35052" y="27432"/>
                </a:lnTo>
                <a:close/>
              </a:path>
              <a:path w="43180" h="70485">
                <a:moveTo>
                  <a:pt x="27432" y="70104"/>
                </a:moveTo>
                <a:lnTo>
                  <a:pt x="15240" y="70104"/>
                </a:lnTo>
                <a:lnTo>
                  <a:pt x="9144" y="68580"/>
                </a:lnTo>
                <a:lnTo>
                  <a:pt x="6096" y="64008"/>
                </a:lnTo>
                <a:lnTo>
                  <a:pt x="1524" y="59436"/>
                </a:lnTo>
                <a:lnTo>
                  <a:pt x="0" y="54864"/>
                </a:lnTo>
                <a:lnTo>
                  <a:pt x="0" y="44196"/>
                </a:lnTo>
                <a:lnTo>
                  <a:pt x="3048" y="38100"/>
                </a:lnTo>
                <a:lnTo>
                  <a:pt x="6096" y="33528"/>
                </a:lnTo>
                <a:lnTo>
                  <a:pt x="9144" y="32004"/>
                </a:lnTo>
                <a:lnTo>
                  <a:pt x="13716" y="30480"/>
                </a:lnTo>
                <a:lnTo>
                  <a:pt x="28956" y="30480"/>
                </a:lnTo>
                <a:lnTo>
                  <a:pt x="33528" y="32004"/>
                </a:lnTo>
                <a:lnTo>
                  <a:pt x="36576" y="35052"/>
                </a:lnTo>
                <a:lnTo>
                  <a:pt x="16764" y="35052"/>
                </a:lnTo>
                <a:lnTo>
                  <a:pt x="13716" y="36576"/>
                </a:lnTo>
                <a:lnTo>
                  <a:pt x="12192" y="39624"/>
                </a:lnTo>
                <a:lnTo>
                  <a:pt x="9144" y="41148"/>
                </a:lnTo>
                <a:lnTo>
                  <a:pt x="9144" y="53340"/>
                </a:lnTo>
                <a:lnTo>
                  <a:pt x="10668" y="54864"/>
                </a:lnTo>
                <a:lnTo>
                  <a:pt x="10668" y="57912"/>
                </a:lnTo>
                <a:lnTo>
                  <a:pt x="13716" y="60960"/>
                </a:lnTo>
                <a:lnTo>
                  <a:pt x="16764" y="62484"/>
                </a:lnTo>
                <a:lnTo>
                  <a:pt x="38100" y="62484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  <a:path w="43180" h="70485">
                <a:moveTo>
                  <a:pt x="38100" y="62484"/>
                </a:moveTo>
                <a:lnTo>
                  <a:pt x="24384" y="62484"/>
                </a:lnTo>
                <a:lnTo>
                  <a:pt x="30480" y="59436"/>
                </a:lnTo>
                <a:lnTo>
                  <a:pt x="33528" y="53340"/>
                </a:lnTo>
                <a:lnTo>
                  <a:pt x="33528" y="45720"/>
                </a:lnTo>
                <a:lnTo>
                  <a:pt x="32004" y="41148"/>
                </a:lnTo>
                <a:lnTo>
                  <a:pt x="27432" y="36576"/>
                </a:lnTo>
                <a:lnTo>
                  <a:pt x="24384" y="35052"/>
                </a:lnTo>
                <a:lnTo>
                  <a:pt x="36576" y="35052"/>
                </a:lnTo>
                <a:lnTo>
                  <a:pt x="39624" y="38100"/>
                </a:lnTo>
                <a:lnTo>
                  <a:pt x="42672" y="44196"/>
                </a:lnTo>
                <a:lnTo>
                  <a:pt x="42672" y="54864"/>
                </a:lnTo>
                <a:lnTo>
                  <a:pt x="41148" y="59436"/>
                </a:lnTo>
                <a:lnTo>
                  <a:pt x="38100" y="62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5" name="object 85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167127" y="5530595"/>
            <a:ext cx="147827" cy="70104"/>
          </a:xfrm>
          <a:prstGeom prst="rect">
            <a:avLst/>
          </a:prstGeom>
        </p:spPr>
      </p:pic>
      <p:pic>
        <p:nvPicPr>
          <p:cNvPr id="86" name="object 86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687067" y="5530595"/>
            <a:ext cx="149352" cy="70104"/>
          </a:xfrm>
          <a:prstGeom prst="rect">
            <a:avLst/>
          </a:prstGeom>
        </p:spPr>
      </p:pic>
      <p:pic>
        <p:nvPicPr>
          <p:cNvPr id="87" name="object 87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123188" y="5530596"/>
            <a:ext cx="150875" cy="70104"/>
          </a:xfrm>
          <a:prstGeom prst="rect">
            <a:avLst/>
          </a:prstGeom>
        </p:spPr>
      </p:pic>
      <p:sp>
        <p:nvSpPr>
          <p:cNvPr id="88" name="object 88" descr=""/>
          <p:cNvSpPr/>
          <p:nvPr/>
        </p:nvSpPr>
        <p:spPr>
          <a:xfrm>
            <a:off x="1296924" y="5530595"/>
            <a:ext cx="43180" cy="70485"/>
          </a:xfrm>
          <a:custGeom>
            <a:avLst/>
            <a:gdLst/>
            <a:ahLst/>
            <a:cxnLst/>
            <a:rect l="l" t="t" r="r" b="b"/>
            <a:pathLst>
              <a:path w="43180" h="70485">
                <a:moveTo>
                  <a:pt x="25908" y="70104"/>
                </a:moveTo>
                <a:lnTo>
                  <a:pt x="13716" y="70104"/>
                </a:lnTo>
                <a:lnTo>
                  <a:pt x="9144" y="68580"/>
                </a:lnTo>
                <a:lnTo>
                  <a:pt x="0" y="35052"/>
                </a:lnTo>
                <a:lnTo>
                  <a:pt x="0" y="19812"/>
                </a:lnTo>
                <a:lnTo>
                  <a:pt x="16764" y="0"/>
                </a:lnTo>
                <a:lnTo>
                  <a:pt x="24384" y="0"/>
                </a:lnTo>
                <a:lnTo>
                  <a:pt x="30480" y="3048"/>
                </a:lnTo>
                <a:lnTo>
                  <a:pt x="33528" y="3048"/>
                </a:lnTo>
                <a:lnTo>
                  <a:pt x="35814" y="7620"/>
                </a:lnTo>
                <a:lnTo>
                  <a:pt x="16764" y="7620"/>
                </a:lnTo>
                <a:lnTo>
                  <a:pt x="13716" y="9144"/>
                </a:lnTo>
                <a:lnTo>
                  <a:pt x="12192" y="12192"/>
                </a:lnTo>
                <a:lnTo>
                  <a:pt x="9144" y="16764"/>
                </a:lnTo>
                <a:lnTo>
                  <a:pt x="9144" y="53340"/>
                </a:lnTo>
                <a:lnTo>
                  <a:pt x="12192" y="57912"/>
                </a:lnTo>
                <a:lnTo>
                  <a:pt x="13716" y="60960"/>
                </a:lnTo>
                <a:lnTo>
                  <a:pt x="16764" y="62484"/>
                </a:lnTo>
                <a:lnTo>
                  <a:pt x="36576" y="62484"/>
                </a:lnTo>
                <a:lnTo>
                  <a:pt x="32004" y="67056"/>
                </a:lnTo>
                <a:lnTo>
                  <a:pt x="25908" y="70104"/>
                </a:lnTo>
                <a:close/>
              </a:path>
              <a:path w="43180" h="70485">
                <a:moveTo>
                  <a:pt x="36576" y="62484"/>
                </a:moveTo>
                <a:lnTo>
                  <a:pt x="24384" y="62484"/>
                </a:lnTo>
                <a:lnTo>
                  <a:pt x="27432" y="60960"/>
                </a:lnTo>
                <a:lnTo>
                  <a:pt x="28956" y="57912"/>
                </a:lnTo>
                <a:lnTo>
                  <a:pt x="32004" y="53340"/>
                </a:lnTo>
                <a:lnTo>
                  <a:pt x="33528" y="47244"/>
                </a:lnTo>
                <a:lnTo>
                  <a:pt x="33528" y="24384"/>
                </a:lnTo>
                <a:lnTo>
                  <a:pt x="32004" y="16764"/>
                </a:lnTo>
                <a:lnTo>
                  <a:pt x="28956" y="13716"/>
                </a:lnTo>
                <a:lnTo>
                  <a:pt x="27432" y="9144"/>
                </a:lnTo>
                <a:lnTo>
                  <a:pt x="24384" y="7620"/>
                </a:lnTo>
                <a:lnTo>
                  <a:pt x="35814" y="7620"/>
                </a:lnTo>
                <a:lnTo>
                  <a:pt x="41148" y="18288"/>
                </a:lnTo>
                <a:lnTo>
                  <a:pt x="41148" y="22860"/>
                </a:lnTo>
                <a:lnTo>
                  <a:pt x="42672" y="28956"/>
                </a:lnTo>
                <a:lnTo>
                  <a:pt x="42672" y="42672"/>
                </a:lnTo>
                <a:lnTo>
                  <a:pt x="41148" y="50292"/>
                </a:lnTo>
                <a:lnTo>
                  <a:pt x="39624" y="54864"/>
                </a:lnTo>
                <a:lnTo>
                  <a:pt x="38100" y="60960"/>
                </a:lnTo>
                <a:lnTo>
                  <a:pt x="36576" y="62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9" name="object 89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019043" y="5737859"/>
            <a:ext cx="149351" cy="70104"/>
          </a:xfrm>
          <a:prstGeom prst="rect">
            <a:avLst/>
          </a:prstGeom>
        </p:spPr>
      </p:pic>
      <p:pic>
        <p:nvPicPr>
          <p:cNvPr id="90" name="object 90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574036" y="5737859"/>
            <a:ext cx="147828" cy="70104"/>
          </a:xfrm>
          <a:prstGeom prst="rect">
            <a:avLst/>
          </a:prstGeom>
        </p:spPr>
      </p:pic>
      <p:sp>
        <p:nvSpPr>
          <p:cNvPr id="91" name="object 91" descr=""/>
          <p:cNvSpPr/>
          <p:nvPr/>
        </p:nvSpPr>
        <p:spPr>
          <a:xfrm>
            <a:off x="2088189" y="5737860"/>
            <a:ext cx="44450" cy="70485"/>
          </a:xfrm>
          <a:custGeom>
            <a:avLst/>
            <a:gdLst/>
            <a:ahLst/>
            <a:cxnLst/>
            <a:rect l="l" t="t" r="r" b="b"/>
            <a:pathLst>
              <a:path w="44450" h="70485">
                <a:moveTo>
                  <a:pt x="27122" y="70104"/>
                </a:moveTo>
                <a:lnTo>
                  <a:pt x="16454" y="70104"/>
                </a:lnTo>
                <a:lnTo>
                  <a:pt x="10358" y="67056"/>
                </a:lnTo>
                <a:lnTo>
                  <a:pt x="5786" y="62484"/>
                </a:lnTo>
                <a:lnTo>
                  <a:pt x="2905" y="57578"/>
                </a:lnTo>
                <a:lnTo>
                  <a:pt x="1023" y="51816"/>
                </a:lnTo>
                <a:lnTo>
                  <a:pt x="0" y="44910"/>
                </a:lnTo>
                <a:lnTo>
                  <a:pt x="0" y="27122"/>
                </a:lnTo>
                <a:lnTo>
                  <a:pt x="16454" y="0"/>
                </a:lnTo>
                <a:lnTo>
                  <a:pt x="28646" y="0"/>
                </a:lnTo>
                <a:lnTo>
                  <a:pt x="33218" y="1524"/>
                </a:lnTo>
                <a:lnTo>
                  <a:pt x="39314" y="7620"/>
                </a:lnTo>
                <a:lnTo>
                  <a:pt x="17978" y="7620"/>
                </a:lnTo>
                <a:lnTo>
                  <a:pt x="14930" y="9144"/>
                </a:lnTo>
                <a:lnTo>
                  <a:pt x="13406" y="12192"/>
                </a:lnTo>
                <a:lnTo>
                  <a:pt x="11882" y="13716"/>
                </a:lnTo>
                <a:lnTo>
                  <a:pt x="10358" y="18288"/>
                </a:lnTo>
                <a:lnTo>
                  <a:pt x="8834" y="21336"/>
                </a:lnTo>
                <a:lnTo>
                  <a:pt x="8834" y="33528"/>
                </a:lnTo>
                <a:lnTo>
                  <a:pt x="14930" y="33528"/>
                </a:lnTo>
                <a:lnTo>
                  <a:pt x="10358" y="38100"/>
                </a:lnTo>
                <a:lnTo>
                  <a:pt x="8834" y="42672"/>
                </a:lnTo>
                <a:lnTo>
                  <a:pt x="8834" y="51816"/>
                </a:lnTo>
                <a:lnTo>
                  <a:pt x="10358" y="54864"/>
                </a:lnTo>
                <a:lnTo>
                  <a:pt x="11882" y="56388"/>
                </a:lnTo>
                <a:lnTo>
                  <a:pt x="13406" y="59436"/>
                </a:lnTo>
                <a:lnTo>
                  <a:pt x="14930" y="60960"/>
                </a:lnTo>
                <a:lnTo>
                  <a:pt x="16454" y="60960"/>
                </a:lnTo>
                <a:lnTo>
                  <a:pt x="19502" y="62484"/>
                </a:lnTo>
                <a:lnTo>
                  <a:pt x="39314" y="62484"/>
                </a:lnTo>
                <a:lnTo>
                  <a:pt x="36266" y="65532"/>
                </a:lnTo>
                <a:lnTo>
                  <a:pt x="27122" y="70104"/>
                </a:lnTo>
                <a:close/>
              </a:path>
              <a:path w="44450" h="70485">
                <a:moveTo>
                  <a:pt x="42362" y="18288"/>
                </a:moveTo>
                <a:lnTo>
                  <a:pt x="33218" y="18288"/>
                </a:lnTo>
                <a:lnTo>
                  <a:pt x="31694" y="15240"/>
                </a:lnTo>
                <a:lnTo>
                  <a:pt x="31694" y="12192"/>
                </a:lnTo>
                <a:lnTo>
                  <a:pt x="28646" y="9144"/>
                </a:lnTo>
                <a:lnTo>
                  <a:pt x="25598" y="7620"/>
                </a:lnTo>
                <a:lnTo>
                  <a:pt x="39314" y="7620"/>
                </a:lnTo>
                <a:lnTo>
                  <a:pt x="40838" y="12192"/>
                </a:lnTo>
                <a:lnTo>
                  <a:pt x="42362" y="18288"/>
                </a:lnTo>
                <a:close/>
              </a:path>
              <a:path w="44450" h="70485">
                <a:moveTo>
                  <a:pt x="14930" y="33528"/>
                </a:moveTo>
                <a:lnTo>
                  <a:pt x="8834" y="33528"/>
                </a:lnTo>
                <a:lnTo>
                  <a:pt x="10358" y="30480"/>
                </a:lnTo>
                <a:lnTo>
                  <a:pt x="14930" y="25908"/>
                </a:lnTo>
                <a:lnTo>
                  <a:pt x="17978" y="24384"/>
                </a:lnTo>
                <a:lnTo>
                  <a:pt x="30170" y="24384"/>
                </a:lnTo>
                <a:lnTo>
                  <a:pt x="34742" y="25908"/>
                </a:lnTo>
                <a:lnTo>
                  <a:pt x="37790" y="30480"/>
                </a:lnTo>
                <a:lnTo>
                  <a:pt x="39314" y="32004"/>
                </a:lnTo>
                <a:lnTo>
                  <a:pt x="17978" y="32004"/>
                </a:lnTo>
                <a:lnTo>
                  <a:pt x="14930" y="33528"/>
                </a:lnTo>
                <a:close/>
              </a:path>
              <a:path w="44450" h="70485">
                <a:moveTo>
                  <a:pt x="39314" y="62484"/>
                </a:moveTo>
                <a:lnTo>
                  <a:pt x="25598" y="62484"/>
                </a:lnTo>
                <a:lnTo>
                  <a:pt x="28646" y="60960"/>
                </a:lnTo>
                <a:lnTo>
                  <a:pt x="31694" y="57912"/>
                </a:lnTo>
                <a:lnTo>
                  <a:pt x="34742" y="51816"/>
                </a:lnTo>
                <a:lnTo>
                  <a:pt x="34742" y="42672"/>
                </a:lnTo>
                <a:lnTo>
                  <a:pt x="33218" y="38100"/>
                </a:lnTo>
                <a:lnTo>
                  <a:pt x="28646" y="33528"/>
                </a:lnTo>
                <a:lnTo>
                  <a:pt x="25598" y="32004"/>
                </a:lnTo>
                <a:lnTo>
                  <a:pt x="39314" y="32004"/>
                </a:lnTo>
                <a:lnTo>
                  <a:pt x="42362" y="35052"/>
                </a:lnTo>
                <a:lnTo>
                  <a:pt x="43886" y="39624"/>
                </a:lnTo>
                <a:lnTo>
                  <a:pt x="43886" y="50292"/>
                </a:lnTo>
                <a:lnTo>
                  <a:pt x="42362" y="54864"/>
                </a:lnTo>
                <a:lnTo>
                  <a:pt x="40838" y="57912"/>
                </a:lnTo>
                <a:lnTo>
                  <a:pt x="39314" y="62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2" name="object 92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167127" y="5737859"/>
            <a:ext cx="147828" cy="70104"/>
          </a:xfrm>
          <a:prstGeom prst="rect">
            <a:avLst/>
          </a:prstGeom>
        </p:spPr>
      </p:pic>
      <p:pic>
        <p:nvPicPr>
          <p:cNvPr id="93" name="object 93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685544" y="5737859"/>
            <a:ext cx="150876" cy="70104"/>
          </a:xfrm>
          <a:prstGeom prst="rect">
            <a:avLst/>
          </a:prstGeom>
        </p:spPr>
      </p:pic>
      <p:sp>
        <p:nvSpPr>
          <p:cNvPr id="94" name="object 94" descr=""/>
          <p:cNvSpPr/>
          <p:nvPr/>
        </p:nvSpPr>
        <p:spPr>
          <a:xfrm>
            <a:off x="1132332" y="5737859"/>
            <a:ext cx="50800" cy="68580"/>
          </a:xfrm>
          <a:custGeom>
            <a:avLst/>
            <a:gdLst/>
            <a:ahLst/>
            <a:cxnLst/>
            <a:rect l="l" t="t" r="r" b="b"/>
            <a:pathLst>
              <a:path w="50800" h="68579">
                <a:moveTo>
                  <a:pt x="33528" y="68580"/>
                </a:moveTo>
                <a:lnTo>
                  <a:pt x="0" y="68580"/>
                </a:lnTo>
                <a:lnTo>
                  <a:pt x="0" y="0"/>
                </a:lnTo>
                <a:lnTo>
                  <a:pt x="33528" y="0"/>
                </a:lnTo>
                <a:lnTo>
                  <a:pt x="39624" y="3048"/>
                </a:lnTo>
                <a:lnTo>
                  <a:pt x="44196" y="7620"/>
                </a:lnTo>
                <a:lnTo>
                  <a:pt x="9144" y="7620"/>
                </a:lnTo>
                <a:lnTo>
                  <a:pt x="9144" y="28956"/>
                </a:lnTo>
                <a:lnTo>
                  <a:pt x="42672" y="28956"/>
                </a:lnTo>
                <a:lnTo>
                  <a:pt x="41148" y="30480"/>
                </a:lnTo>
                <a:lnTo>
                  <a:pt x="36576" y="32004"/>
                </a:lnTo>
                <a:lnTo>
                  <a:pt x="41148" y="33528"/>
                </a:lnTo>
                <a:lnTo>
                  <a:pt x="44196" y="35052"/>
                </a:lnTo>
                <a:lnTo>
                  <a:pt x="45720" y="36576"/>
                </a:lnTo>
                <a:lnTo>
                  <a:pt x="9144" y="36576"/>
                </a:lnTo>
                <a:lnTo>
                  <a:pt x="9144" y="60960"/>
                </a:lnTo>
                <a:lnTo>
                  <a:pt x="47244" y="60960"/>
                </a:lnTo>
                <a:lnTo>
                  <a:pt x="45720" y="62484"/>
                </a:lnTo>
                <a:lnTo>
                  <a:pt x="42672" y="64008"/>
                </a:lnTo>
                <a:lnTo>
                  <a:pt x="41148" y="65532"/>
                </a:lnTo>
                <a:lnTo>
                  <a:pt x="38100" y="67056"/>
                </a:lnTo>
                <a:lnTo>
                  <a:pt x="36576" y="67056"/>
                </a:lnTo>
                <a:lnTo>
                  <a:pt x="33528" y="68580"/>
                </a:lnTo>
                <a:close/>
              </a:path>
              <a:path w="50800" h="68579">
                <a:moveTo>
                  <a:pt x="42672" y="28956"/>
                </a:moveTo>
                <a:lnTo>
                  <a:pt x="28956" y="28956"/>
                </a:lnTo>
                <a:lnTo>
                  <a:pt x="30480" y="27432"/>
                </a:lnTo>
                <a:lnTo>
                  <a:pt x="33528" y="27432"/>
                </a:lnTo>
                <a:lnTo>
                  <a:pt x="36576" y="24384"/>
                </a:lnTo>
                <a:lnTo>
                  <a:pt x="36576" y="22860"/>
                </a:lnTo>
                <a:lnTo>
                  <a:pt x="38100" y="21336"/>
                </a:lnTo>
                <a:lnTo>
                  <a:pt x="38100" y="15240"/>
                </a:lnTo>
                <a:lnTo>
                  <a:pt x="36576" y="13716"/>
                </a:lnTo>
                <a:lnTo>
                  <a:pt x="36576" y="12192"/>
                </a:lnTo>
                <a:lnTo>
                  <a:pt x="33528" y="9144"/>
                </a:lnTo>
                <a:lnTo>
                  <a:pt x="32004" y="9144"/>
                </a:lnTo>
                <a:lnTo>
                  <a:pt x="30480" y="7620"/>
                </a:lnTo>
                <a:lnTo>
                  <a:pt x="44196" y="7620"/>
                </a:lnTo>
                <a:lnTo>
                  <a:pt x="47244" y="13716"/>
                </a:lnTo>
                <a:lnTo>
                  <a:pt x="47244" y="19812"/>
                </a:lnTo>
                <a:lnTo>
                  <a:pt x="42672" y="28956"/>
                </a:lnTo>
                <a:close/>
              </a:path>
              <a:path w="50800" h="68579">
                <a:moveTo>
                  <a:pt x="47244" y="60960"/>
                </a:moveTo>
                <a:lnTo>
                  <a:pt x="30480" y="60960"/>
                </a:lnTo>
                <a:lnTo>
                  <a:pt x="33528" y="59436"/>
                </a:lnTo>
                <a:lnTo>
                  <a:pt x="35052" y="59436"/>
                </a:lnTo>
                <a:lnTo>
                  <a:pt x="36576" y="57912"/>
                </a:lnTo>
                <a:lnTo>
                  <a:pt x="38100" y="57912"/>
                </a:lnTo>
                <a:lnTo>
                  <a:pt x="38100" y="56388"/>
                </a:lnTo>
                <a:lnTo>
                  <a:pt x="39624" y="54864"/>
                </a:lnTo>
                <a:lnTo>
                  <a:pt x="39624" y="53340"/>
                </a:lnTo>
                <a:lnTo>
                  <a:pt x="41148" y="50292"/>
                </a:lnTo>
                <a:lnTo>
                  <a:pt x="41148" y="45720"/>
                </a:lnTo>
                <a:lnTo>
                  <a:pt x="39624" y="44196"/>
                </a:lnTo>
                <a:lnTo>
                  <a:pt x="38100" y="41148"/>
                </a:lnTo>
                <a:lnTo>
                  <a:pt x="38100" y="39624"/>
                </a:lnTo>
                <a:lnTo>
                  <a:pt x="35052" y="38100"/>
                </a:lnTo>
                <a:lnTo>
                  <a:pt x="33528" y="38100"/>
                </a:lnTo>
                <a:lnTo>
                  <a:pt x="30480" y="36576"/>
                </a:lnTo>
                <a:lnTo>
                  <a:pt x="45720" y="36576"/>
                </a:lnTo>
                <a:lnTo>
                  <a:pt x="47244" y="38100"/>
                </a:lnTo>
                <a:lnTo>
                  <a:pt x="50292" y="44196"/>
                </a:lnTo>
                <a:lnTo>
                  <a:pt x="50292" y="51816"/>
                </a:lnTo>
                <a:lnTo>
                  <a:pt x="47244" y="57912"/>
                </a:lnTo>
                <a:lnTo>
                  <a:pt x="47244" y="60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5" name="object 95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217675" y="5739383"/>
            <a:ext cx="147827" cy="67056"/>
          </a:xfrm>
          <a:prstGeom prst="rect">
            <a:avLst/>
          </a:prstGeom>
        </p:spPr>
      </p:pic>
      <p:sp>
        <p:nvSpPr>
          <p:cNvPr id="96" name="object 96" descr=""/>
          <p:cNvSpPr/>
          <p:nvPr/>
        </p:nvSpPr>
        <p:spPr>
          <a:xfrm>
            <a:off x="3026664" y="5932932"/>
            <a:ext cx="24765" cy="68580"/>
          </a:xfrm>
          <a:custGeom>
            <a:avLst/>
            <a:gdLst/>
            <a:ahLst/>
            <a:cxnLst/>
            <a:rect l="l" t="t" r="r" b="b"/>
            <a:pathLst>
              <a:path w="24764" h="68579">
                <a:moveTo>
                  <a:pt x="24383" y="68580"/>
                </a:moveTo>
                <a:lnTo>
                  <a:pt x="15239" y="68580"/>
                </a:lnTo>
                <a:lnTo>
                  <a:pt x="15239" y="15240"/>
                </a:lnTo>
                <a:lnTo>
                  <a:pt x="10667" y="19812"/>
                </a:lnTo>
                <a:lnTo>
                  <a:pt x="4571" y="22859"/>
                </a:lnTo>
                <a:lnTo>
                  <a:pt x="3047" y="24384"/>
                </a:lnTo>
                <a:lnTo>
                  <a:pt x="0" y="25908"/>
                </a:lnTo>
                <a:lnTo>
                  <a:pt x="0" y="16764"/>
                </a:lnTo>
                <a:lnTo>
                  <a:pt x="4571" y="15240"/>
                </a:lnTo>
                <a:lnTo>
                  <a:pt x="7619" y="12192"/>
                </a:lnTo>
                <a:lnTo>
                  <a:pt x="12191" y="9144"/>
                </a:lnTo>
                <a:lnTo>
                  <a:pt x="15239" y="6096"/>
                </a:lnTo>
                <a:lnTo>
                  <a:pt x="18287" y="0"/>
                </a:lnTo>
                <a:lnTo>
                  <a:pt x="24383" y="0"/>
                </a:lnTo>
                <a:lnTo>
                  <a:pt x="24383" y="68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7" name="object 97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070859" y="5932931"/>
            <a:ext cx="97535" cy="70104"/>
          </a:xfrm>
          <a:prstGeom prst="rect">
            <a:avLst/>
          </a:prstGeom>
        </p:spPr>
      </p:pic>
      <p:pic>
        <p:nvPicPr>
          <p:cNvPr id="98" name="object 98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574035" y="5932932"/>
            <a:ext cx="147828" cy="70104"/>
          </a:xfrm>
          <a:prstGeom prst="rect">
            <a:avLst/>
          </a:prstGeom>
        </p:spPr>
      </p:pic>
      <p:sp>
        <p:nvSpPr>
          <p:cNvPr id="99" name="object 99" descr=""/>
          <p:cNvSpPr/>
          <p:nvPr/>
        </p:nvSpPr>
        <p:spPr>
          <a:xfrm>
            <a:off x="2068055" y="5932932"/>
            <a:ext cx="88900" cy="68580"/>
          </a:xfrm>
          <a:custGeom>
            <a:avLst/>
            <a:gdLst/>
            <a:ahLst/>
            <a:cxnLst/>
            <a:rect l="l" t="t" r="r" b="b"/>
            <a:pathLst>
              <a:path w="88900" h="68579">
                <a:moveTo>
                  <a:pt x="24384" y="0"/>
                </a:moveTo>
                <a:lnTo>
                  <a:pt x="19812" y="0"/>
                </a:lnTo>
                <a:lnTo>
                  <a:pt x="18288" y="3048"/>
                </a:lnTo>
                <a:lnTo>
                  <a:pt x="9144" y="12192"/>
                </a:lnTo>
                <a:lnTo>
                  <a:pt x="4572" y="15240"/>
                </a:lnTo>
                <a:lnTo>
                  <a:pt x="0" y="16764"/>
                </a:lnTo>
                <a:lnTo>
                  <a:pt x="0" y="25908"/>
                </a:lnTo>
                <a:lnTo>
                  <a:pt x="12192" y="19812"/>
                </a:lnTo>
                <a:lnTo>
                  <a:pt x="13716" y="16764"/>
                </a:lnTo>
                <a:lnTo>
                  <a:pt x="15240" y="15240"/>
                </a:lnTo>
                <a:lnTo>
                  <a:pt x="15240" y="68580"/>
                </a:lnTo>
                <a:lnTo>
                  <a:pt x="24384" y="68580"/>
                </a:lnTo>
                <a:lnTo>
                  <a:pt x="24384" y="0"/>
                </a:lnTo>
                <a:close/>
              </a:path>
              <a:path w="88900" h="68579">
                <a:moveTo>
                  <a:pt x="88392" y="13716"/>
                </a:moveTo>
                <a:lnTo>
                  <a:pt x="85344" y="9144"/>
                </a:lnTo>
                <a:lnTo>
                  <a:pt x="82296" y="6096"/>
                </a:lnTo>
                <a:lnTo>
                  <a:pt x="79248" y="1524"/>
                </a:lnTo>
                <a:lnTo>
                  <a:pt x="73152" y="0"/>
                </a:lnTo>
                <a:lnTo>
                  <a:pt x="60960" y="0"/>
                </a:lnTo>
                <a:lnTo>
                  <a:pt x="56388" y="1524"/>
                </a:lnTo>
                <a:lnTo>
                  <a:pt x="53340" y="4572"/>
                </a:lnTo>
                <a:lnTo>
                  <a:pt x="48768" y="7620"/>
                </a:lnTo>
                <a:lnTo>
                  <a:pt x="47244" y="12192"/>
                </a:lnTo>
                <a:lnTo>
                  <a:pt x="47244" y="18288"/>
                </a:lnTo>
                <a:lnTo>
                  <a:pt x="56388" y="19812"/>
                </a:lnTo>
                <a:lnTo>
                  <a:pt x="56388" y="13716"/>
                </a:lnTo>
                <a:lnTo>
                  <a:pt x="60960" y="9144"/>
                </a:lnTo>
                <a:lnTo>
                  <a:pt x="64008" y="7620"/>
                </a:lnTo>
                <a:lnTo>
                  <a:pt x="70104" y="7620"/>
                </a:lnTo>
                <a:lnTo>
                  <a:pt x="73152" y="9144"/>
                </a:lnTo>
                <a:lnTo>
                  <a:pt x="79248" y="15240"/>
                </a:lnTo>
                <a:lnTo>
                  <a:pt x="79248" y="22860"/>
                </a:lnTo>
                <a:lnTo>
                  <a:pt x="77724" y="25908"/>
                </a:lnTo>
                <a:lnTo>
                  <a:pt x="50292" y="53340"/>
                </a:lnTo>
                <a:lnTo>
                  <a:pt x="45720" y="62484"/>
                </a:lnTo>
                <a:lnTo>
                  <a:pt x="45720" y="64008"/>
                </a:lnTo>
                <a:lnTo>
                  <a:pt x="44196" y="67056"/>
                </a:lnTo>
                <a:lnTo>
                  <a:pt x="45720" y="68580"/>
                </a:lnTo>
                <a:lnTo>
                  <a:pt x="88392" y="68580"/>
                </a:lnTo>
                <a:lnTo>
                  <a:pt x="88392" y="59436"/>
                </a:lnTo>
                <a:lnTo>
                  <a:pt x="57912" y="59436"/>
                </a:lnTo>
                <a:lnTo>
                  <a:pt x="57912" y="57912"/>
                </a:lnTo>
                <a:lnTo>
                  <a:pt x="59436" y="56388"/>
                </a:lnTo>
                <a:lnTo>
                  <a:pt x="59436" y="54864"/>
                </a:lnTo>
                <a:lnTo>
                  <a:pt x="60960" y="53340"/>
                </a:lnTo>
                <a:lnTo>
                  <a:pt x="64008" y="51816"/>
                </a:lnTo>
                <a:lnTo>
                  <a:pt x="68580" y="47244"/>
                </a:lnTo>
                <a:lnTo>
                  <a:pt x="74676" y="42672"/>
                </a:lnTo>
                <a:lnTo>
                  <a:pt x="77724" y="38100"/>
                </a:lnTo>
                <a:lnTo>
                  <a:pt x="85344" y="30480"/>
                </a:lnTo>
                <a:lnTo>
                  <a:pt x="85344" y="27432"/>
                </a:lnTo>
                <a:lnTo>
                  <a:pt x="88392" y="21336"/>
                </a:lnTo>
                <a:lnTo>
                  <a:pt x="88392" y="13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0" name="object 100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2194559" y="5932931"/>
            <a:ext cx="146304" cy="70104"/>
          </a:xfrm>
          <a:prstGeom prst="rect">
            <a:avLst/>
          </a:prstGeom>
        </p:spPr>
      </p:pic>
      <p:pic>
        <p:nvPicPr>
          <p:cNvPr id="101" name="object 101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687067" y="5932931"/>
            <a:ext cx="149352" cy="70104"/>
          </a:xfrm>
          <a:prstGeom prst="rect">
            <a:avLst/>
          </a:prstGeom>
        </p:spPr>
      </p:pic>
      <p:sp>
        <p:nvSpPr>
          <p:cNvPr id="102" name="object 102" descr=""/>
          <p:cNvSpPr/>
          <p:nvPr/>
        </p:nvSpPr>
        <p:spPr>
          <a:xfrm>
            <a:off x="1132332" y="5932932"/>
            <a:ext cx="50800" cy="68580"/>
          </a:xfrm>
          <a:custGeom>
            <a:avLst/>
            <a:gdLst/>
            <a:ahLst/>
            <a:cxnLst/>
            <a:rect l="l" t="t" r="r" b="b"/>
            <a:pathLst>
              <a:path w="50800" h="68579">
                <a:moveTo>
                  <a:pt x="33528" y="68580"/>
                </a:moveTo>
                <a:lnTo>
                  <a:pt x="0" y="68580"/>
                </a:lnTo>
                <a:lnTo>
                  <a:pt x="0" y="0"/>
                </a:lnTo>
                <a:lnTo>
                  <a:pt x="30480" y="0"/>
                </a:lnTo>
                <a:lnTo>
                  <a:pt x="42672" y="6096"/>
                </a:lnTo>
                <a:lnTo>
                  <a:pt x="43434" y="7620"/>
                </a:lnTo>
                <a:lnTo>
                  <a:pt x="9144" y="7620"/>
                </a:lnTo>
                <a:lnTo>
                  <a:pt x="9144" y="28956"/>
                </a:lnTo>
                <a:lnTo>
                  <a:pt x="42672" y="28956"/>
                </a:lnTo>
                <a:lnTo>
                  <a:pt x="41148" y="30480"/>
                </a:lnTo>
                <a:lnTo>
                  <a:pt x="36576" y="32004"/>
                </a:lnTo>
                <a:lnTo>
                  <a:pt x="41148" y="33528"/>
                </a:lnTo>
                <a:lnTo>
                  <a:pt x="44196" y="35052"/>
                </a:lnTo>
                <a:lnTo>
                  <a:pt x="45720" y="36576"/>
                </a:lnTo>
                <a:lnTo>
                  <a:pt x="9144" y="36576"/>
                </a:lnTo>
                <a:lnTo>
                  <a:pt x="9144" y="60960"/>
                </a:lnTo>
                <a:lnTo>
                  <a:pt x="47244" y="60960"/>
                </a:lnTo>
                <a:lnTo>
                  <a:pt x="45720" y="62484"/>
                </a:lnTo>
                <a:lnTo>
                  <a:pt x="42672" y="64008"/>
                </a:lnTo>
                <a:lnTo>
                  <a:pt x="41148" y="65532"/>
                </a:lnTo>
                <a:lnTo>
                  <a:pt x="38100" y="67056"/>
                </a:lnTo>
                <a:lnTo>
                  <a:pt x="36576" y="67056"/>
                </a:lnTo>
                <a:lnTo>
                  <a:pt x="33528" y="68580"/>
                </a:lnTo>
                <a:close/>
              </a:path>
              <a:path w="50800" h="68579">
                <a:moveTo>
                  <a:pt x="42672" y="28956"/>
                </a:moveTo>
                <a:lnTo>
                  <a:pt x="30480" y="28956"/>
                </a:lnTo>
                <a:lnTo>
                  <a:pt x="33528" y="27432"/>
                </a:lnTo>
                <a:lnTo>
                  <a:pt x="36576" y="24384"/>
                </a:lnTo>
                <a:lnTo>
                  <a:pt x="36576" y="22860"/>
                </a:lnTo>
                <a:lnTo>
                  <a:pt x="38100" y="21336"/>
                </a:lnTo>
                <a:lnTo>
                  <a:pt x="38100" y="16764"/>
                </a:lnTo>
                <a:lnTo>
                  <a:pt x="36576" y="13716"/>
                </a:lnTo>
                <a:lnTo>
                  <a:pt x="36576" y="12192"/>
                </a:lnTo>
                <a:lnTo>
                  <a:pt x="33528" y="9144"/>
                </a:lnTo>
                <a:lnTo>
                  <a:pt x="32004" y="9144"/>
                </a:lnTo>
                <a:lnTo>
                  <a:pt x="30480" y="7620"/>
                </a:lnTo>
                <a:lnTo>
                  <a:pt x="43434" y="7620"/>
                </a:lnTo>
                <a:lnTo>
                  <a:pt x="47244" y="15240"/>
                </a:lnTo>
                <a:lnTo>
                  <a:pt x="47244" y="21336"/>
                </a:lnTo>
                <a:lnTo>
                  <a:pt x="45720" y="22860"/>
                </a:lnTo>
                <a:lnTo>
                  <a:pt x="42672" y="28956"/>
                </a:lnTo>
                <a:close/>
              </a:path>
              <a:path w="50800" h="68579">
                <a:moveTo>
                  <a:pt x="47244" y="60960"/>
                </a:moveTo>
                <a:lnTo>
                  <a:pt x="33528" y="60960"/>
                </a:lnTo>
                <a:lnTo>
                  <a:pt x="35052" y="59436"/>
                </a:lnTo>
                <a:lnTo>
                  <a:pt x="36576" y="59436"/>
                </a:lnTo>
                <a:lnTo>
                  <a:pt x="38100" y="57912"/>
                </a:lnTo>
                <a:lnTo>
                  <a:pt x="38100" y="56388"/>
                </a:lnTo>
                <a:lnTo>
                  <a:pt x="39624" y="54864"/>
                </a:lnTo>
                <a:lnTo>
                  <a:pt x="39624" y="53340"/>
                </a:lnTo>
                <a:lnTo>
                  <a:pt x="41148" y="51816"/>
                </a:lnTo>
                <a:lnTo>
                  <a:pt x="41148" y="47244"/>
                </a:lnTo>
                <a:lnTo>
                  <a:pt x="39624" y="44196"/>
                </a:lnTo>
                <a:lnTo>
                  <a:pt x="38100" y="42672"/>
                </a:lnTo>
                <a:lnTo>
                  <a:pt x="38100" y="39624"/>
                </a:lnTo>
                <a:lnTo>
                  <a:pt x="35052" y="39624"/>
                </a:lnTo>
                <a:lnTo>
                  <a:pt x="33528" y="38100"/>
                </a:lnTo>
                <a:lnTo>
                  <a:pt x="30480" y="38100"/>
                </a:lnTo>
                <a:lnTo>
                  <a:pt x="27432" y="36576"/>
                </a:lnTo>
                <a:lnTo>
                  <a:pt x="45720" y="36576"/>
                </a:lnTo>
                <a:lnTo>
                  <a:pt x="47244" y="38100"/>
                </a:lnTo>
                <a:lnTo>
                  <a:pt x="48768" y="41148"/>
                </a:lnTo>
                <a:lnTo>
                  <a:pt x="50292" y="45720"/>
                </a:lnTo>
                <a:lnTo>
                  <a:pt x="50292" y="51816"/>
                </a:lnTo>
                <a:lnTo>
                  <a:pt x="47244" y="57912"/>
                </a:lnTo>
                <a:lnTo>
                  <a:pt x="47244" y="60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3" name="object 103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217675" y="5932932"/>
            <a:ext cx="147827" cy="70104"/>
          </a:xfrm>
          <a:prstGeom prst="rect">
            <a:avLst/>
          </a:prstGeom>
        </p:spPr>
      </p:pic>
      <p:sp>
        <p:nvSpPr>
          <p:cNvPr id="104" name="object 104" descr=""/>
          <p:cNvSpPr/>
          <p:nvPr/>
        </p:nvSpPr>
        <p:spPr>
          <a:xfrm>
            <a:off x="3026664" y="6115812"/>
            <a:ext cx="24765" cy="68580"/>
          </a:xfrm>
          <a:custGeom>
            <a:avLst/>
            <a:gdLst/>
            <a:ahLst/>
            <a:cxnLst/>
            <a:rect l="l" t="t" r="r" b="b"/>
            <a:pathLst>
              <a:path w="24764" h="68579">
                <a:moveTo>
                  <a:pt x="24383" y="68580"/>
                </a:moveTo>
                <a:lnTo>
                  <a:pt x="15239" y="68580"/>
                </a:lnTo>
                <a:lnTo>
                  <a:pt x="15239" y="15240"/>
                </a:lnTo>
                <a:lnTo>
                  <a:pt x="10667" y="19812"/>
                </a:lnTo>
                <a:lnTo>
                  <a:pt x="4571" y="22859"/>
                </a:lnTo>
                <a:lnTo>
                  <a:pt x="3047" y="24384"/>
                </a:lnTo>
                <a:lnTo>
                  <a:pt x="0" y="25908"/>
                </a:lnTo>
                <a:lnTo>
                  <a:pt x="0" y="16764"/>
                </a:lnTo>
                <a:lnTo>
                  <a:pt x="4571" y="15240"/>
                </a:lnTo>
                <a:lnTo>
                  <a:pt x="7619" y="12192"/>
                </a:lnTo>
                <a:lnTo>
                  <a:pt x="12191" y="9144"/>
                </a:lnTo>
                <a:lnTo>
                  <a:pt x="15239" y="6096"/>
                </a:lnTo>
                <a:lnTo>
                  <a:pt x="18287" y="0"/>
                </a:lnTo>
                <a:lnTo>
                  <a:pt x="24383" y="0"/>
                </a:lnTo>
                <a:lnTo>
                  <a:pt x="24383" y="68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5" name="object 105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3072383" y="6115811"/>
            <a:ext cx="96011" cy="70104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574036" y="6115811"/>
            <a:ext cx="147828" cy="70104"/>
          </a:xfrm>
          <a:prstGeom prst="rect">
            <a:avLst/>
          </a:prstGeom>
        </p:spPr>
      </p:pic>
      <p:sp>
        <p:nvSpPr>
          <p:cNvPr id="107" name="object 107" descr=""/>
          <p:cNvSpPr/>
          <p:nvPr/>
        </p:nvSpPr>
        <p:spPr>
          <a:xfrm>
            <a:off x="2089404" y="6117336"/>
            <a:ext cx="43180" cy="67310"/>
          </a:xfrm>
          <a:custGeom>
            <a:avLst/>
            <a:gdLst/>
            <a:ahLst/>
            <a:cxnLst/>
            <a:rect l="l" t="t" r="r" b="b"/>
            <a:pathLst>
              <a:path w="43180" h="67310">
                <a:moveTo>
                  <a:pt x="19811" y="67055"/>
                </a:moveTo>
                <a:lnTo>
                  <a:pt x="10667" y="67055"/>
                </a:lnTo>
                <a:lnTo>
                  <a:pt x="10667" y="62483"/>
                </a:lnTo>
                <a:lnTo>
                  <a:pt x="12191" y="56387"/>
                </a:lnTo>
                <a:lnTo>
                  <a:pt x="15239" y="41147"/>
                </a:lnTo>
                <a:lnTo>
                  <a:pt x="18287" y="33527"/>
                </a:lnTo>
                <a:lnTo>
                  <a:pt x="21335" y="27431"/>
                </a:lnTo>
                <a:lnTo>
                  <a:pt x="25907" y="19811"/>
                </a:lnTo>
                <a:lnTo>
                  <a:pt x="28955" y="13715"/>
                </a:lnTo>
                <a:lnTo>
                  <a:pt x="33527" y="9143"/>
                </a:lnTo>
                <a:lnTo>
                  <a:pt x="0" y="9143"/>
                </a:lnTo>
                <a:lnTo>
                  <a:pt x="0" y="0"/>
                </a:lnTo>
                <a:lnTo>
                  <a:pt x="42671" y="0"/>
                </a:lnTo>
                <a:lnTo>
                  <a:pt x="42671" y="7619"/>
                </a:lnTo>
                <a:lnTo>
                  <a:pt x="38099" y="12191"/>
                </a:lnTo>
                <a:lnTo>
                  <a:pt x="35051" y="18287"/>
                </a:lnTo>
                <a:lnTo>
                  <a:pt x="30479" y="25907"/>
                </a:lnTo>
                <a:lnTo>
                  <a:pt x="24383" y="41147"/>
                </a:lnTo>
                <a:lnTo>
                  <a:pt x="22859" y="48767"/>
                </a:lnTo>
                <a:lnTo>
                  <a:pt x="19811" y="60959"/>
                </a:lnTo>
                <a:lnTo>
                  <a:pt x="19811" y="67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8" name="object 108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2164079" y="6115811"/>
            <a:ext cx="150876" cy="70104"/>
          </a:xfrm>
          <a:prstGeom prst="rect">
            <a:avLst/>
          </a:prstGeom>
        </p:spPr>
      </p:pic>
      <p:pic>
        <p:nvPicPr>
          <p:cNvPr id="109" name="object 109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688591" y="6115812"/>
            <a:ext cx="147828" cy="70103"/>
          </a:xfrm>
          <a:prstGeom prst="rect">
            <a:avLst/>
          </a:prstGeom>
        </p:spPr>
      </p:pic>
      <p:sp>
        <p:nvSpPr>
          <p:cNvPr id="110" name="object 110" descr=""/>
          <p:cNvSpPr/>
          <p:nvPr/>
        </p:nvSpPr>
        <p:spPr>
          <a:xfrm>
            <a:off x="1132332" y="6115812"/>
            <a:ext cx="50800" cy="68580"/>
          </a:xfrm>
          <a:custGeom>
            <a:avLst/>
            <a:gdLst/>
            <a:ahLst/>
            <a:cxnLst/>
            <a:rect l="l" t="t" r="r" b="b"/>
            <a:pathLst>
              <a:path w="50800" h="68579">
                <a:moveTo>
                  <a:pt x="33528" y="68580"/>
                </a:moveTo>
                <a:lnTo>
                  <a:pt x="0" y="68580"/>
                </a:lnTo>
                <a:lnTo>
                  <a:pt x="0" y="0"/>
                </a:lnTo>
                <a:lnTo>
                  <a:pt x="30480" y="0"/>
                </a:lnTo>
                <a:lnTo>
                  <a:pt x="36576" y="3048"/>
                </a:lnTo>
                <a:lnTo>
                  <a:pt x="39624" y="3048"/>
                </a:lnTo>
                <a:lnTo>
                  <a:pt x="42672" y="6096"/>
                </a:lnTo>
                <a:lnTo>
                  <a:pt x="43434" y="7620"/>
                </a:lnTo>
                <a:lnTo>
                  <a:pt x="9144" y="7620"/>
                </a:lnTo>
                <a:lnTo>
                  <a:pt x="9144" y="28956"/>
                </a:lnTo>
                <a:lnTo>
                  <a:pt x="42672" y="28956"/>
                </a:lnTo>
                <a:lnTo>
                  <a:pt x="41148" y="30480"/>
                </a:lnTo>
                <a:lnTo>
                  <a:pt x="36576" y="32004"/>
                </a:lnTo>
                <a:lnTo>
                  <a:pt x="41148" y="33528"/>
                </a:lnTo>
                <a:lnTo>
                  <a:pt x="44196" y="35052"/>
                </a:lnTo>
                <a:lnTo>
                  <a:pt x="45720" y="36576"/>
                </a:lnTo>
                <a:lnTo>
                  <a:pt x="9144" y="36576"/>
                </a:lnTo>
                <a:lnTo>
                  <a:pt x="9144" y="60960"/>
                </a:lnTo>
                <a:lnTo>
                  <a:pt x="47244" y="60960"/>
                </a:lnTo>
                <a:lnTo>
                  <a:pt x="45720" y="62484"/>
                </a:lnTo>
                <a:lnTo>
                  <a:pt x="42672" y="64008"/>
                </a:lnTo>
                <a:lnTo>
                  <a:pt x="41148" y="65532"/>
                </a:lnTo>
                <a:lnTo>
                  <a:pt x="38100" y="67056"/>
                </a:lnTo>
                <a:lnTo>
                  <a:pt x="36576" y="67056"/>
                </a:lnTo>
                <a:lnTo>
                  <a:pt x="33528" y="68580"/>
                </a:lnTo>
                <a:close/>
              </a:path>
              <a:path w="50800" h="68579">
                <a:moveTo>
                  <a:pt x="42672" y="28956"/>
                </a:moveTo>
                <a:lnTo>
                  <a:pt x="30480" y="28956"/>
                </a:lnTo>
                <a:lnTo>
                  <a:pt x="33528" y="27432"/>
                </a:lnTo>
                <a:lnTo>
                  <a:pt x="36576" y="24384"/>
                </a:lnTo>
                <a:lnTo>
                  <a:pt x="36576" y="22860"/>
                </a:lnTo>
                <a:lnTo>
                  <a:pt x="38100" y="21336"/>
                </a:lnTo>
                <a:lnTo>
                  <a:pt x="38100" y="16764"/>
                </a:lnTo>
                <a:lnTo>
                  <a:pt x="36576" y="13716"/>
                </a:lnTo>
                <a:lnTo>
                  <a:pt x="36576" y="12192"/>
                </a:lnTo>
                <a:lnTo>
                  <a:pt x="33528" y="9144"/>
                </a:lnTo>
                <a:lnTo>
                  <a:pt x="32004" y="9144"/>
                </a:lnTo>
                <a:lnTo>
                  <a:pt x="30480" y="7620"/>
                </a:lnTo>
                <a:lnTo>
                  <a:pt x="43434" y="7620"/>
                </a:lnTo>
                <a:lnTo>
                  <a:pt x="47244" y="15240"/>
                </a:lnTo>
                <a:lnTo>
                  <a:pt x="47244" y="21336"/>
                </a:lnTo>
                <a:lnTo>
                  <a:pt x="45720" y="22860"/>
                </a:lnTo>
                <a:lnTo>
                  <a:pt x="42672" y="28956"/>
                </a:lnTo>
                <a:close/>
              </a:path>
              <a:path w="50800" h="68579">
                <a:moveTo>
                  <a:pt x="47244" y="60960"/>
                </a:moveTo>
                <a:lnTo>
                  <a:pt x="33528" y="60960"/>
                </a:lnTo>
                <a:lnTo>
                  <a:pt x="35052" y="59436"/>
                </a:lnTo>
                <a:lnTo>
                  <a:pt x="36576" y="59436"/>
                </a:lnTo>
                <a:lnTo>
                  <a:pt x="38100" y="57912"/>
                </a:lnTo>
                <a:lnTo>
                  <a:pt x="38100" y="56388"/>
                </a:lnTo>
                <a:lnTo>
                  <a:pt x="39624" y="54864"/>
                </a:lnTo>
                <a:lnTo>
                  <a:pt x="39624" y="53340"/>
                </a:lnTo>
                <a:lnTo>
                  <a:pt x="41148" y="51816"/>
                </a:lnTo>
                <a:lnTo>
                  <a:pt x="41148" y="45720"/>
                </a:lnTo>
                <a:lnTo>
                  <a:pt x="38100" y="42672"/>
                </a:lnTo>
                <a:lnTo>
                  <a:pt x="38100" y="39624"/>
                </a:lnTo>
                <a:lnTo>
                  <a:pt x="35052" y="38100"/>
                </a:lnTo>
                <a:lnTo>
                  <a:pt x="33528" y="38100"/>
                </a:lnTo>
                <a:lnTo>
                  <a:pt x="30480" y="36576"/>
                </a:lnTo>
                <a:lnTo>
                  <a:pt x="45720" y="36576"/>
                </a:lnTo>
                <a:lnTo>
                  <a:pt x="47244" y="38100"/>
                </a:lnTo>
                <a:lnTo>
                  <a:pt x="50292" y="44196"/>
                </a:lnTo>
                <a:lnTo>
                  <a:pt x="50292" y="51816"/>
                </a:lnTo>
                <a:lnTo>
                  <a:pt x="47244" y="57912"/>
                </a:lnTo>
                <a:lnTo>
                  <a:pt x="47244" y="60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1" name="object 111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217675" y="6117336"/>
            <a:ext cx="147827" cy="67056"/>
          </a:xfrm>
          <a:prstGeom prst="rect">
            <a:avLst/>
          </a:prstGeom>
        </p:spPr>
      </p:pic>
      <p:pic>
        <p:nvPicPr>
          <p:cNvPr id="112" name="object 112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020568" y="6323075"/>
            <a:ext cx="147827" cy="70104"/>
          </a:xfrm>
          <a:prstGeom prst="rect">
            <a:avLst/>
          </a:prstGeom>
        </p:spPr>
      </p:pic>
      <p:sp>
        <p:nvSpPr>
          <p:cNvPr id="113" name="object 113" descr=""/>
          <p:cNvSpPr/>
          <p:nvPr/>
        </p:nvSpPr>
        <p:spPr>
          <a:xfrm>
            <a:off x="2532888" y="6323076"/>
            <a:ext cx="43180" cy="68580"/>
          </a:xfrm>
          <a:custGeom>
            <a:avLst/>
            <a:gdLst/>
            <a:ahLst/>
            <a:cxnLst/>
            <a:rect l="l" t="t" r="r" b="b"/>
            <a:pathLst>
              <a:path w="43180" h="68579">
                <a:moveTo>
                  <a:pt x="42672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2484"/>
                </a:lnTo>
                <a:lnTo>
                  <a:pt x="1524" y="59436"/>
                </a:lnTo>
                <a:lnTo>
                  <a:pt x="3048" y="56388"/>
                </a:lnTo>
                <a:lnTo>
                  <a:pt x="6096" y="53340"/>
                </a:lnTo>
                <a:lnTo>
                  <a:pt x="7620" y="50292"/>
                </a:lnTo>
                <a:lnTo>
                  <a:pt x="10668" y="45720"/>
                </a:lnTo>
                <a:lnTo>
                  <a:pt x="15240" y="42672"/>
                </a:lnTo>
                <a:lnTo>
                  <a:pt x="22860" y="36576"/>
                </a:lnTo>
                <a:lnTo>
                  <a:pt x="30480" y="28956"/>
                </a:lnTo>
                <a:lnTo>
                  <a:pt x="32004" y="24384"/>
                </a:lnTo>
                <a:lnTo>
                  <a:pt x="33528" y="21336"/>
                </a:lnTo>
                <a:lnTo>
                  <a:pt x="33528" y="12192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19812" y="7620"/>
                </a:lnTo>
                <a:lnTo>
                  <a:pt x="13716" y="10668"/>
                </a:lnTo>
                <a:lnTo>
                  <a:pt x="12192" y="13716"/>
                </a:lnTo>
                <a:lnTo>
                  <a:pt x="10668" y="15240"/>
                </a:lnTo>
                <a:lnTo>
                  <a:pt x="10668" y="19812"/>
                </a:ln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8956" y="0"/>
                </a:lnTo>
                <a:lnTo>
                  <a:pt x="33528" y="1524"/>
                </a:lnTo>
                <a:lnTo>
                  <a:pt x="41148" y="9144"/>
                </a:lnTo>
                <a:lnTo>
                  <a:pt x="42672" y="13716"/>
                </a:lnTo>
                <a:lnTo>
                  <a:pt x="42672" y="24384"/>
                </a:lnTo>
                <a:lnTo>
                  <a:pt x="41148" y="27432"/>
                </a:lnTo>
                <a:lnTo>
                  <a:pt x="39624" y="28956"/>
                </a:lnTo>
                <a:lnTo>
                  <a:pt x="36576" y="35052"/>
                </a:lnTo>
                <a:lnTo>
                  <a:pt x="33528" y="38100"/>
                </a:lnTo>
                <a:lnTo>
                  <a:pt x="28956" y="41148"/>
                </a:lnTo>
                <a:lnTo>
                  <a:pt x="24384" y="47244"/>
                </a:lnTo>
                <a:lnTo>
                  <a:pt x="19812" y="50292"/>
                </a:lnTo>
                <a:lnTo>
                  <a:pt x="13716" y="56388"/>
                </a:lnTo>
                <a:lnTo>
                  <a:pt x="13716" y="57912"/>
                </a:lnTo>
                <a:lnTo>
                  <a:pt x="12192" y="59436"/>
                </a:lnTo>
                <a:lnTo>
                  <a:pt x="42672" y="59436"/>
                </a:lnTo>
                <a:lnTo>
                  <a:pt x="42672" y="68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4" name="object 114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612135" y="6323076"/>
            <a:ext cx="149351" cy="70104"/>
          </a:xfrm>
          <a:prstGeom prst="rect">
            <a:avLst/>
          </a:prstGeom>
        </p:spPr>
      </p:pic>
      <p:sp>
        <p:nvSpPr>
          <p:cNvPr id="115" name="object 115" descr=""/>
          <p:cNvSpPr/>
          <p:nvPr/>
        </p:nvSpPr>
        <p:spPr>
          <a:xfrm>
            <a:off x="2088189" y="6323076"/>
            <a:ext cx="44450" cy="70485"/>
          </a:xfrm>
          <a:custGeom>
            <a:avLst/>
            <a:gdLst/>
            <a:ahLst/>
            <a:cxnLst/>
            <a:rect l="l" t="t" r="r" b="b"/>
            <a:pathLst>
              <a:path w="44450" h="70485">
                <a:moveTo>
                  <a:pt x="27122" y="70104"/>
                </a:moveTo>
                <a:lnTo>
                  <a:pt x="16454" y="70104"/>
                </a:lnTo>
                <a:lnTo>
                  <a:pt x="10358" y="67056"/>
                </a:lnTo>
                <a:lnTo>
                  <a:pt x="5786" y="62484"/>
                </a:lnTo>
                <a:lnTo>
                  <a:pt x="2905" y="58221"/>
                </a:lnTo>
                <a:lnTo>
                  <a:pt x="1023" y="52387"/>
                </a:lnTo>
                <a:lnTo>
                  <a:pt x="0" y="45124"/>
                </a:lnTo>
                <a:lnTo>
                  <a:pt x="0" y="27122"/>
                </a:lnTo>
                <a:lnTo>
                  <a:pt x="16454" y="0"/>
                </a:lnTo>
                <a:lnTo>
                  <a:pt x="28646" y="0"/>
                </a:lnTo>
                <a:lnTo>
                  <a:pt x="33218" y="1524"/>
                </a:lnTo>
                <a:lnTo>
                  <a:pt x="39314" y="7620"/>
                </a:lnTo>
                <a:lnTo>
                  <a:pt x="17978" y="7620"/>
                </a:lnTo>
                <a:lnTo>
                  <a:pt x="14930" y="9144"/>
                </a:lnTo>
                <a:lnTo>
                  <a:pt x="13406" y="12192"/>
                </a:lnTo>
                <a:lnTo>
                  <a:pt x="11882" y="13716"/>
                </a:lnTo>
                <a:lnTo>
                  <a:pt x="10358" y="18288"/>
                </a:lnTo>
                <a:lnTo>
                  <a:pt x="8834" y="21336"/>
                </a:lnTo>
                <a:lnTo>
                  <a:pt x="8834" y="33528"/>
                </a:lnTo>
                <a:lnTo>
                  <a:pt x="14930" y="33528"/>
                </a:lnTo>
                <a:lnTo>
                  <a:pt x="10358" y="38100"/>
                </a:lnTo>
                <a:lnTo>
                  <a:pt x="8834" y="42672"/>
                </a:lnTo>
                <a:lnTo>
                  <a:pt x="8834" y="51816"/>
                </a:lnTo>
                <a:lnTo>
                  <a:pt x="10358" y="54864"/>
                </a:lnTo>
                <a:lnTo>
                  <a:pt x="11882" y="56388"/>
                </a:lnTo>
                <a:lnTo>
                  <a:pt x="13406" y="59436"/>
                </a:lnTo>
                <a:lnTo>
                  <a:pt x="16454" y="62484"/>
                </a:lnTo>
                <a:lnTo>
                  <a:pt x="39314" y="62484"/>
                </a:lnTo>
                <a:lnTo>
                  <a:pt x="36266" y="65532"/>
                </a:lnTo>
                <a:lnTo>
                  <a:pt x="27122" y="70104"/>
                </a:lnTo>
                <a:close/>
              </a:path>
              <a:path w="44450" h="70485">
                <a:moveTo>
                  <a:pt x="42362" y="18288"/>
                </a:moveTo>
                <a:lnTo>
                  <a:pt x="33218" y="18288"/>
                </a:lnTo>
                <a:lnTo>
                  <a:pt x="31694" y="15240"/>
                </a:lnTo>
                <a:lnTo>
                  <a:pt x="31694" y="12192"/>
                </a:lnTo>
                <a:lnTo>
                  <a:pt x="28646" y="9144"/>
                </a:lnTo>
                <a:lnTo>
                  <a:pt x="25598" y="7620"/>
                </a:lnTo>
                <a:lnTo>
                  <a:pt x="39314" y="7620"/>
                </a:lnTo>
                <a:lnTo>
                  <a:pt x="40838" y="12192"/>
                </a:lnTo>
                <a:lnTo>
                  <a:pt x="42362" y="18288"/>
                </a:lnTo>
                <a:close/>
              </a:path>
              <a:path w="44450" h="70485">
                <a:moveTo>
                  <a:pt x="14930" y="33528"/>
                </a:moveTo>
                <a:lnTo>
                  <a:pt x="8834" y="33528"/>
                </a:lnTo>
                <a:lnTo>
                  <a:pt x="10358" y="30480"/>
                </a:lnTo>
                <a:lnTo>
                  <a:pt x="14930" y="25908"/>
                </a:lnTo>
                <a:lnTo>
                  <a:pt x="17978" y="24384"/>
                </a:lnTo>
                <a:lnTo>
                  <a:pt x="30170" y="24384"/>
                </a:lnTo>
                <a:lnTo>
                  <a:pt x="34742" y="25908"/>
                </a:lnTo>
                <a:lnTo>
                  <a:pt x="37790" y="30480"/>
                </a:lnTo>
                <a:lnTo>
                  <a:pt x="39314" y="32004"/>
                </a:lnTo>
                <a:lnTo>
                  <a:pt x="17978" y="32004"/>
                </a:lnTo>
                <a:lnTo>
                  <a:pt x="14930" y="33528"/>
                </a:lnTo>
                <a:close/>
              </a:path>
              <a:path w="44450" h="70485">
                <a:moveTo>
                  <a:pt x="39314" y="62484"/>
                </a:moveTo>
                <a:lnTo>
                  <a:pt x="25598" y="62484"/>
                </a:lnTo>
                <a:lnTo>
                  <a:pt x="28646" y="60960"/>
                </a:lnTo>
                <a:lnTo>
                  <a:pt x="31694" y="57912"/>
                </a:lnTo>
                <a:lnTo>
                  <a:pt x="34742" y="51816"/>
                </a:lnTo>
                <a:lnTo>
                  <a:pt x="34742" y="42672"/>
                </a:lnTo>
                <a:lnTo>
                  <a:pt x="33218" y="38100"/>
                </a:lnTo>
                <a:lnTo>
                  <a:pt x="28646" y="33528"/>
                </a:lnTo>
                <a:lnTo>
                  <a:pt x="25598" y="32004"/>
                </a:lnTo>
                <a:lnTo>
                  <a:pt x="39314" y="32004"/>
                </a:lnTo>
                <a:lnTo>
                  <a:pt x="42362" y="35052"/>
                </a:lnTo>
                <a:lnTo>
                  <a:pt x="43886" y="39624"/>
                </a:lnTo>
                <a:lnTo>
                  <a:pt x="43886" y="50292"/>
                </a:lnTo>
                <a:lnTo>
                  <a:pt x="42362" y="54864"/>
                </a:lnTo>
                <a:lnTo>
                  <a:pt x="40838" y="57912"/>
                </a:lnTo>
                <a:lnTo>
                  <a:pt x="39314" y="62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6" name="object 116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164079" y="6323076"/>
            <a:ext cx="150876" cy="70104"/>
          </a:xfrm>
          <a:prstGeom prst="rect">
            <a:avLst/>
          </a:prstGeom>
        </p:spPr>
      </p:pic>
      <p:sp>
        <p:nvSpPr>
          <p:cNvPr id="117" name="object 117" descr=""/>
          <p:cNvSpPr/>
          <p:nvPr/>
        </p:nvSpPr>
        <p:spPr>
          <a:xfrm>
            <a:off x="1694688" y="6323076"/>
            <a:ext cx="24765" cy="68580"/>
          </a:xfrm>
          <a:custGeom>
            <a:avLst/>
            <a:gdLst/>
            <a:ahLst/>
            <a:cxnLst/>
            <a:rect l="l" t="t" r="r" b="b"/>
            <a:pathLst>
              <a:path w="24764" h="68579">
                <a:moveTo>
                  <a:pt x="24383" y="68580"/>
                </a:moveTo>
                <a:lnTo>
                  <a:pt x="15239" y="68580"/>
                </a:lnTo>
                <a:lnTo>
                  <a:pt x="15239" y="15240"/>
                </a:lnTo>
                <a:lnTo>
                  <a:pt x="13715" y="16764"/>
                </a:lnTo>
                <a:lnTo>
                  <a:pt x="10667" y="18288"/>
                </a:lnTo>
                <a:lnTo>
                  <a:pt x="7619" y="21336"/>
                </a:lnTo>
                <a:lnTo>
                  <a:pt x="4571" y="22859"/>
                </a:lnTo>
                <a:lnTo>
                  <a:pt x="3047" y="24384"/>
                </a:lnTo>
                <a:lnTo>
                  <a:pt x="0" y="25908"/>
                </a:lnTo>
                <a:lnTo>
                  <a:pt x="0" y="16764"/>
                </a:lnTo>
                <a:lnTo>
                  <a:pt x="4571" y="15240"/>
                </a:lnTo>
                <a:lnTo>
                  <a:pt x="7619" y="12192"/>
                </a:lnTo>
                <a:lnTo>
                  <a:pt x="12191" y="9144"/>
                </a:lnTo>
                <a:lnTo>
                  <a:pt x="15239" y="6096"/>
                </a:lnTo>
                <a:lnTo>
                  <a:pt x="18287" y="0"/>
                </a:lnTo>
                <a:lnTo>
                  <a:pt x="24383" y="0"/>
                </a:lnTo>
                <a:lnTo>
                  <a:pt x="24383" y="68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8" name="object 118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740407" y="6323075"/>
            <a:ext cx="96012" cy="70104"/>
          </a:xfrm>
          <a:prstGeom prst="rect">
            <a:avLst/>
          </a:prstGeom>
        </p:spPr>
      </p:pic>
      <p:pic>
        <p:nvPicPr>
          <p:cNvPr id="119" name="object 119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129283" y="6323076"/>
            <a:ext cx="329183" cy="70104"/>
          </a:xfrm>
          <a:prstGeom prst="rect">
            <a:avLst/>
          </a:prstGeom>
        </p:spPr>
      </p:pic>
      <p:pic>
        <p:nvPicPr>
          <p:cNvPr id="120" name="object 120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3046476" y="6528815"/>
            <a:ext cx="94488" cy="70104"/>
          </a:xfrm>
          <a:prstGeom prst="rect">
            <a:avLst/>
          </a:prstGeom>
        </p:spPr>
      </p:pic>
      <p:pic>
        <p:nvPicPr>
          <p:cNvPr id="121" name="object 121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2574035" y="6528816"/>
            <a:ext cx="147828" cy="70104"/>
          </a:xfrm>
          <a:prstGeom prst="rect">
            <a:avLst/>
          </a:prstGeom>
        </p:spPr>
      </p:pic>
      <p:sp>
        <p:nvSpPr>
          <p:cNvPr id="122" name="object 122" descr=""/>
          <p:cNvSpPr/>
          <p:nvPr/>
        </p:nvSpPr>
        <p:spPr>
          <a:xfrm>
            <a:off x="2068055" y="6528816"/>
            <a:ext cx="90170" cy="69215"/>
          </a:xfrm>
          <a:custGeom>
            <a:avLst/>
            <a:gdLst/>
            <a:ahLst/>
            <a:cxnLst/>
            <a:rect l="l" t="t" r="r" b="b"/>
            <a:pathLst>
              <a:path w="90169" h="69215">
                <a:moveTo>
                  <a:pt x="24384" y="0"/>
                </a:moveTo>
                <a:lnTo>
                  <a:pt x="19812" y="0"/>
                </a:lnTo>
                <a:lnTo>
                  <a:pt x="18288" y="3048"/>
                </a:lnTo>
                <a:lnTo>
                  <a:pt x="9144" y="12192"/>
                </a:lnTo>
                <a:lnTo>
                  <a:pt x="4572" y="15240"/>
                </a:lnTo>
                <a:lnTo>
                  <a:pt x="0" y="16764"/>
                </a:lnTo>
                <a:lnTo>
                  <a:pt x="0" y="24384"/>
                </a:lnTo>
                <a:lnTo>
                  <a:pt x="3048" y="24384"/>
                </a:lnTo>
                <a:lnTo>
                  <a:pt x="9144" y="21336"/>
                </a:lnTo>
                <a:lnTo>
                  <a:pt x="15240" y="15240"/>
                </a:lnTo>
                <a:lnTo>
                  <a:pt x="15240" y="68580"/>
                </a:lnTo>
                <a:lnTo>
                  <a:pt x="24384" y="68580"/>
                </a:lnTo>
                <a:lnTo>
                  <a:pt x="24384" y="0"/>
                </a:lnTo>
                <a:close/>
              </a:path>
              <a:path w="90169" h="69215">
                <a:moveTo>
                  <a:pt x="89916" y="42684"/>
                </a:moveTo>
                <a:lnTo>
                  <a:pt x="82296" y="42684"/>
                </a:lnTo>
                <a:lnTo>
                  <a:pt x="82296" y="19824"/>
                </a:lnTo>
                <a:lnTo>
                  <a:pt x="82296" y="1536"/>
                </a:lnTo>
                <a:lnTo>
                  <a:pt x="76200" y="1536"/>
                </a:lnTo>
                <a:lnTo>
                  <a:pt x="73152" y="5461"/>
                </a:lnTo>
                <a:lnTo>
                  <a:pt x="73152" y="19824"/>
                </a:lnTo>
                <a:lnTo>
                  <a:pt x="73152" y="42684"/>
                </a:lnTo>
                <a:lnTo>
                  <a:pt x="54864" y="42684"/>
                </a:lnTo>
                <a:lnTo>
                  <a:pt x="73152" y="19824"/>
                </a:lnTo>
                <a:lnTo>
                  <a:pt x="73152" y="5461"/>
                </a:lnTo>
                <a:lnTo>
                  <a:pt x="44196" y="42684"/>
                </a:lnTo>
                <a:lnTo>
                  <a:pt x="44196" y="51828"/>
                </a:lnTo>
                <a:lnTo>
                  <a:pt x="73152" y="51828"/>
                </a:lnTo>
                <a:lnTo>
                  <a:pt x="73152" y="68592"/>
                </a:lnTo>
                <a:lnTo>
                  <a:pt x="82296" y="68592"/>
                </a:lnTo>
                <a:lnTo>
                  <a:pt x="82296" y="51828"/>
                </a:lnTo>
                <a:lnTo>
                  <a:pt x="89916" y="51828"/>
                </a:lnTo>
                <a:lnTo>
                  <a:pt x="89916" y="426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3" name="object 123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2194559" y="6528815"/>
            <a:ext cx="146304" cy="70104"/>
          </a:xfrm>
          <a:prstGeom prst="rect">
            <a:avLst/>
          </a:prstGeom>
        </p:spPr>
      </p:pic>
      <p:pic>
        <p:nvPicPr>
          <p:cNvPr id="124" name="object 124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694688" y="6528816"/>
            <a:ext cx="141732" cy="70104"/>
          </a:xfrm>
          <a:prstGeom prst="rect">
            <a:avLst/>
          </a:prstGeom>
        </p:spPr>
      </p:pic>
      <p:pic>
        <p:nvPicPr>
          <p:cNvPr id="125" name="object 125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132332" y="6527292"/>
            <a:ext cx="342899" cy="71628"/>
          </a:xfrm>
          <a:prstGeom prst="rect">
            <a:avLst/>
          </a:prstGeom>
        </p:spPr>
      </p:pic>
      <p:pic>
        <p:nvPicPr>
          <p:cNvPr id="126" name="object 126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3976115" y="5154167"/>
            <a:ext cx="601980" cy="1632203"/>
          </a:xfrm>
          <a:prstGeom prst="rect">
            <a:avLst/>
          </a:prstGeom>
        </p:spPr>
      </p:pic>
      <p:pic>
        <p:nvPicPr>
          <p:cNvPr id="127" name="object 127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3378708" y="5154167"/>
            <a:ext cx="536448" cy="1607819"/>
          </a:xfrm>
          <a:prstGeom prst="rect">
            <a:avLst/>
          </a:prstGeom>
        </p:spPr>
      </p:pic>
      <p:pic>
        <p:nvPicPr>
          <p:cNvPr id="128" name="object 128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4070603" y="4789932"/>
            <a:ext cx="316992" cy="297180"/>
          </a:xfrm>
          <a:prstGeom prst="rect">
            <a:avLst/>
          </a:prstGeom>
        </p:spPr>
      </p:pic>
      <p:pic>
        <p:nvPicPr>
          <p:cNvPr id="129" name="object 129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3503676" y="4791455"/>
            <a:ext cx="272795" cy="295656"/>
          </a:xfrm>
          <a:prstGeom prst="rect">
            <a:avLst/>
          </a:prstGeom>
        </p:spPr>
      </p:pic>
      <p:grpSp>
        <p:nvGrpSpPr>
          <p:cNvPr id="130" name="object 130" descr=""/>
          <p:cNvGrpSpPr/>
          <p:nvPr/>
        </p:nvGrpSpPr>
        <p:grpSpPr>
          <a:xfrm>
            <a:off x="5423916" y="3813048"/>
            <a:ext cx="5034280" cy="3561715"/>
            <a:chOff x="5423916" y="3813048"/>
            <a:chExt cx="5034280" cy="3561715"/>
          </a:xfrm>
        </p:grpSpPr>
        <p:sp>
          <p:nvSpPr>
            <p:cNvPr id="131" name="object 131" descr=""/>
            <p:cNvSpPr/>
            <p:nvPr/>
          </p:nvSpPr>
          <p:spPr>
            <a:xfrm>
              <a:off x="5426964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426964" y="4462272"/>
              <a:ext cx="4695443" cy="38100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363967" y="6950964"/>
              <a:ext cx="1150620" cy="39623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16567" y="6806184"/>
              <a:ext cx="1319783" cy="192023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6274307" y="5830823"/>
              <a:ext cx="3331845" cy="410209"/>
            </a:xfrm>
            <a:custGeom>
              <a:avLst/>
              <a:gdLst/>
              <a:ahLst/>
              <a:cxnLst/>
              <a:rect l="l" t="t" r="r" b="b"/>
              <a:pathLst>
                <a:path w="3331845" h="410210">
                  <a:moveTo>
                    <a:pt x="3331464" y="409956"/>
                  </a:moveTo>
                  <a:lnTo>
                    <a:pt x="0" y="409956"/>
                  </a:lnTo>
                  <a:lnTo>
                    <a:pt x="0" y="0"/>
                  </a:lnTo>
                  <a:lnTo>
                    <a:pt x="3331464" y="0"/>
                  </a:lnTo>
                  <a:lnTo>
                    <a:pt x="3331464" y="409956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640323" y="4303776"/>
              <a:ext cx="2374392" cy="126492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329171" y="4751832"/>
              <a:ext cx="1534668" cy="79248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8602979" y="4751832"/>
              <a:ext cx="646175" cy="99059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326123" y="5193792"/>
              <a:ext cx="3177540" cy="246887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6323076" y="5554980"/>
              <a:ext cx="577850" cy="99060"/>
            </a:xfrm>
            <a:custGeom>
              <a:avLst/>
              <a:gdLst/>
              <a:ahLst/>
              <a:cxnLst/>
              <a:rect l="l" t="t" r="r" b="b"/>
              <a:pathLst>
                <a:path w="577850" h="99060">
                  <a:moveTo>
                    <a:pt x="59436" y="12"/>
                  </a:moveTo>
                  <a:lnTo>
                    <a:pt x="0" y="12"/>
                  </a:lnTo>
                  <a:lnTo>
                    <a:pt x="0" y="9156"/>
                  </a:lnTo>
                  <a:lnTo>
                    <a:pt x="24384" y="9156"/>
                  </a:lnTo>
                  <a:lnTo>
                    <a:pt x="24384" y="76212"/>
                  </a:lnTo>
                  <a:lnTo>
                    <a:pt x="35052" y="76212"/>
                  </a:lnTo>
                  <a:lnTo>
                    <a:pt x="35052" y="9156"/>
                  </a:lnTo>
                  <a:lnTo>
                    <a:pt x="59436" y="9156"/>
                  </a:lnTo>
                  <a:lnTo>
                    <a:pt x="59436" y="12"/>
                  </a:lnTo>
                  <a:close/>
                </a:path>
                <a:path w="577850" h="99060">
                  <a:moveTo>
                    <a:pt x="103619" y="39624"/>
                  </a:moveTo>
                  <a:lnTo>
                    <a:pt x="102095" y="33528"/>
                  </a:lnTo>
                  <a:lnTo>
                    <a:pt x="97523" y="28956"/>
                  </a:lnTo>
                  <a:lnTo>
                    <a:pt x="94475" y="25908"/>
                  </a:lnTo>
                  <a:lnTo>
                    <a:pt x="94475" y="39624"/>
                  </a:lnTo>
                  <a:lnTo>
                    <a:pt x="94475" y="42672"/>
                  </a:lnTo>
                  <a:lnTo>
                    <a:pt x="62471" y="42672"/>
                  </a:lnTo>
                  <a:lnTo>
                    <a:pt x="62471" y="38100"/>
                  </a:lnTo>
                  <a:lnTo>
                    <a:pt x="63995" y="35052"/>
                  </a:lnTo>
                  <a:lnTo>
                    <a:pt x="67043" y="33528"/>
                  </a:lnTo>
                  <a:lnTo>
                    <a:pt x="70091" y="30480"/>
                  </a:lnTo>
                  <a:lnTo>
                    <a:pt x="74663" y="28956"/>
                  </a:lnTo>
                  <a:lnTo>
                    <a:pt x="83807" y="28956"/>
                  </a:lnTo>
                  <a:lnTo>
                    <a:pt x="88379" y="30480"/>
                  </a:lnTo>
                  <a:lnTo>
                    <a:pt x="91427" y="33528"/>
                  </a:lnTo>
                  <a:lnTo>
                    <a:pt x="94475" y="39624"/>
                  </a:lnTo>
                  <a:lnTo>
                    <a:pt x="94475" y="25908"/>
                  </a:lnTo>
                  <a:lnTo>
                    <a:pt x="91427" y="22860"/>
                  </a:lnTo>
                  <a:lnTo>
                    <a:pt x="86855" y="19812"/>
                  </a:lnTo>
                  <a:lnTo>
                    <a:pt x="71615" y="19812"/>
                  </a:lnTo>
                  <a:lnTo>
                    <a:pt x="65519" y="22860"/>
                  </a:lnTo>
                  <a:lnTo>
                    <a:pt x="60947" y="27432"/>
                  </a:lnTo>
                  <a:lnTo>
                    <a:pt x="56375" y="33528"/>
                  </a:lnTo>
                  <a:lnTo>
                    <a:pt x="53327" y="39624"/>
                  </a:lnTo>
                  <a:lnTo>
                    <a:pt x="53327" y="57912"/>
                  </a:lnTo>
                  <a:lnTo>
                    <a:pt x="56375" y="65532"/>
                  </a:lnTo>
                  <a:lnTo>
                    <a:pt x="60947" y="70104"/>
                  </a:lnTo>
                  <a:lnTo>
                    <a:pt x="65519" y="76200"/>
                  </a:lnTo>
                  <a:lnTo>
                    <a:pt x="71615" y="77724"/>
                  </a:lnTo>
                  <a:lnTo>
                    <a:pt x="85331" y="77724"/>
                  </a:lnTo>
                  <a:lnTo>
                    <a:pt x="91427" y="76200"/>
                  </a:lnTo>
                  <a:lnTo>
                    <a:pt x="94475" y="73152"/>
                  </a:lnTo>
                  <a:lnTo>
                    <a:pt x="99047" y="70104"/>
                  </a:lnTo>
                  <a:lnTo>
                    <a:pt x="100571" y="68580"/>
                  </a:lnTo>
                  <a:lnTo>
                    <a:pt x="102095" y="67056"/>
                  </a:lnTo>
                  <a:lnTo>
                    <a:pt x="103619" y="60960"/>
                  </a:lnTo>
                  <a:lnTo>
                    <a:pt x="94475" y="59436"/>
                  </a:lnTo>
                  <a:lnTo>
                    <a:pt x="91427" y="65532"/>
                  </a:lnTo>
                  <a:lnTo>
                    <a:pt x="85331" y="68580"/>
                  </a:lnTo>
                  <a:lnTo>
                    <a:pt x="74663" y="68580"/>
                  </a:lnTo>
                  <a:lnTo>
                    <a:pt x="71615" y="67056"/>
                  </a:lnTo>
                  <a:lnTo>
                    <a:pt x="67043" y="64008"/>
                  </a:lnTo>
                  <a:lnTo>
                    <a:pt x="63995" y="60960"/>
                  </a:lnTo>
                  <a:lnTo>
                    <a:pt x="62471" y="57912"/>
                  </a:lnTo>
                  <a:lnTo>
                    <a:pt x="62471" y="51816"/>
                  </a:lnTo>
                  <a:lnTo>
                    <a:pt x="103619" y="51816"/>
                  </a:lnTo>
                  <a:lnTo>
                    <a:pt x="103619" y="42672"/>
                  </a:lnTo>
                  <a:lnTo>
                    <a:pt x="103619" y="39624"/>
                  </a:lnTo>
                  <a:close/>
                </a:path>
                <a:path w="577850" h="99060">
                  <a:moveTo>
                    <a:pt x="144780" y="22872"/>
                  </a:moveTo>
                  <a:lnTo>
                    <a:pt x="138684" y="19824"/>
                  </a:lnTo>
                  <a:lnTo>
                    <a:pt x="132588" y="19824"/>
                  </a:lnTo>
                  <a:lnTo>
                    <a:pt x="131064" y="21348"/>
                  </a:lnTo>
                  <a:lnTo>
                    <a:pt x="129540" y="21348"/>
                  </a:lnTo>
                  <a:lnTo>
                    <a:pt x="126492" y="22872"/>
                  </a:lnTo>
                  <a:lnTo>
                    <a:pt x="123444" y="28968"/>
                  </a:lnTo>
                  <a:lnTo>
                    <a:pt x="123444" y="21348"/>
                  </a:lnTo>
                  <a:lnTo>
                    <a:pt x="115824" y="21348"/>
                  </a:lnTo>
                  <a:lnTo>
                    <a:pt x="115824" y="76212"/>
                  </a:lnTo>
                  <a:lnTo>
                    <a:pt x="124968" y="76212"/>
                  </a:lnTo>
                  <a:lnTo>
                    <a:pt x="124968" y="39636"/>
                  </a:lnTo>
                  <a:lnTo>
                    <a:pt x="126492" y="36588"/>
                  </a:lnTo>
                  <a:lnTo>
                    <a:pt x="126492" y="33540"/>
                  </a:lnTo>
                  <a:lnTo>
                    <a:pt x="129540" y="30492"/>
                  </a:lnTo>
                  <a:lnTo>
                    <a:pt x="131064" y="30492"/>
                  </a:lnTo>
                  <a:lnTo>
                    <a:pt x="132588" y="28968"/>
                  </a:lnTo>
                  <a:lnTo>
                    <a:pt x="137160" y="28968"/>
                  </a:lnTo>
                  <a:lnTo>
                    <a:pt x="138684" y="30492"/>
                  </a:lnTo>
                  <a:lnTo>
                    <a:pt x="141732" y="32016"/>
                  </a:lnTo>
                  <a:lnTo>
                    <a:pt x="144780" y="22872"/>
                  </a:lnTo>
                  <a:close/>
                </a:path>
                <a:path w="577850" h="99060">
                  <a:moveTo>
                    <a:pt x="222491" y="32016"/>
                  </a:moveTo>
                  <a:lnTo>
                    <a:pt x="220967" y="27444"/>
                  </a:lnTo>
                  <a:lnTo>
                    <a:pt x="214871" y="21348"/>
                  </a:lnTo>
                  <a:lnTo>
                    <a:pt x="211823" y="19824"/>
                  </a:lnTo>
                  <a:lnTo>
                    <a:pt x="199631" y="19824"/>
                  </a:lnTo>
                  <a:lnTo>
                    <a:pt x="193535" y="24396"/>
                  </a:lnTo>
                  <a:lnTo>
                    <a:pt x="188963" y="30492"/>
                  </a:lnTo>
                  <a:lnTo>
                    <a:pt x="188963" y="27444"/>
                  </a:lnTo>
                  <a:lnTo>
                    <a:pt x="184391" y="22872"/>
                  </a:lnTo>
                  <a:lnTo>
                    <a:pt x="178295" y="19824"/>
                  </a:lnTo>
                  <a:lnTo>
                    <a:pt x="170675" y="19824"/>
                  </a:lnTo>
                  <a:lnTo>
                    <a:pt x="164579" y="22872"/>
                  </a:lnTo>
                  <a:lnTo>
                    <a:pt x="160007" y="27444"/>
                  </a:lnTo>
                  <a:lnTo>
                    <a:pt x="158483" y="30492"/>
                  </a:lnTo>
                  <a:lnTo>
                    <a:pt x="158483" y="21348"/>
                  </a:lnTo>
                  <a:lnTo>
                    <a:pt x="149339" y="21348"/>
                  </a:lnTo>
                  <a:lnTo>
                    <a:pt x="149339" y="76212"/>
                  </a:lnTo>
                  <a:lnTo>
                    <a:pt x="158483" y="76212"/>
                  </a:lnTo>
                  <a:lnTo>
                    <a:pt x="158483" y="39636"/>
                  </a:lnTo>
                  <a:lnTo>
                    <a:pt x="160007" y="36588"/>
                  </a:lnTo>
                  <a:lnTo>
                    <a:pt x="161531" y="35064"/>
                  </a:lnTo>
                  <a:lnTo>
                    <a:pt x="163055" y="32016"/>
                  </a:lnTo>
                  <a:lnTo>
                    <a:pt x="164579" y="32016"/>
                  </a:lnTo>
                  <a:lnTo>
                    <a:pt x="167627" y="30492"/>
                  </a:lnTo>
                  <a:lnTo>
                    <a:pt x="169151" y="28968"/>
                  </a:lnTo>
                  <a:lnTo>
                    <a:pt x="175247" y="28968"/>
                  </a:lnTo>
                  <a:lnTo>
                    <a:pt x="178295" y="30492"/>
                  </a:lnTo>
                  <a:lnTo>
                    <a:pt x="179819" y="32016"/>
                  </a:lnTo>
                  <a:lnTo>
                    <a:pt x="181343" y="35064"/>
                  </a:lnTo>
                  <a:lnTo>
                    <a:pt x="181343" y="76212"/>
                  </a:lnTo>
                  <a:lnTo>
                    <a:pt x="190487" y="76212"/>
                  </a:lnTo>
                  <a:lnTo>
                    <a:pt x="190487" y="39636"/>
                  </a:lnTo>
                  <a:lnTo>
                    <a:pt x="192011" y="35064"/>
                  </a:lnTo>
                  <a:lnTo>
                    <a:pt x="195059" y="33540"/>
                  </a:lnTo>
                  <a:lnTo>
                    <a:pt x="196583" y="30492"/>
                  </a:lnTo>
                  <a:lnTo>
                    <a:pt x="199631" y="28968"/>
                  </a:lnTo>
                  <a:lnTo>
                    <a:pt x="207251" y="28968"/>
                  </a:lnTo>
                  <a:lnTo>
                    <a:pt x="213347" y="35064"/>
                  </a:lnTo>
                  <a:lnTo>
                    <a:pt x="213347" y="76212"/>
                  </a:lnTo>
                  <a:lnTo>
                    <a:pt x="222491" y="76212"/>
                  </a:lnTo>
                  <a:lnTo>
                    <a:pt x="222491" y="32016"/>
                  </a:lnTo>
                  <a:close/>
                </a:path>
                <a:path w="577850" h="99060">
                  <a:moveTo>
                    <a:pt x="246888" y="21336"/>
                  </a:moveTo>
                  <a:lnTo>
                    <a:pt x="237744" y="21336"/>
                  </a:lnTo>
                  <a:lnTo>
                    <a:pt x="237744" y="76200"/>
                  </a:lnTo>
                  <a:lnTo>
                    <a:pt x="246888" y="76200"/>
                  </a:lnTo>
                  <a:lnTo>
                    <a:pt x="246888" y="21336"/>
                  </a:lnTo>
                  <a:close/>
                </a:path>
                <a:path w="577850" h="99060">
                  <a:moveTo>
                    <a:pt x="246888" y="0"/>
                  </a:moveTo>
                  <a:lnTo>
                    <a:pt x="237744" y="0"/>
                  </a:lnTo>
                  <a:lnTo>
                    <a:pt x="237744" y="9144"/>
                  </a:lnTo>
                  <a:lnTo>
                    <a:pt x="246888" y="9144"/>
                  </a:lnTo>
                  <a:lnTo>
                    <a:pt x="246888" y="0"/>
                  </a:lnTo>
                  <a:close/>
                </a:path>
                <a:path w="577850" h="99060">
                  <a:moveTo>
                    <a:pt x="303263" y="30492"/>
                  </a:moveTo>
                  <a:lnTo>
                    <a:pt x="301739" y="28968"/>
                  </a:lnTo>
                  <a:lnTo>
                    <a:pt x="300215" y="25920"/>
                  </a:lnTo>
                  <a:lnTo>
                    <a:pt x="297167" y="22872"/>
                  </a:lnTo>
                  <a:lnTo>
                    <a:pt x="294119" y="21348"/>
                  </a:lnTo>
                  <a:lnTo>
                    <a:pt x="292595" y="21348"/>
                  </a:lnTo>
                  <a:lnTo>
                    <a:pt x="289547" y="19824"/>
                  </a:lnTo>
                  <a:lnTo>
                    <a:pt x="278879" y="19824"/>
                  </a:lnTo>
                  <a:lnTo>
                    <a:pt x="274307" y="22872"/>
                  </a:lnTo>
                  <a:lnTo>
                    <a:pt x="269735" y="28968"/>
                  </a:lnTo>
                  <a:lnTo>
                    <a:pt x="269735" y="21348"/>
                  </a:lnTo>
                  <a:lnTo>
                    <a:pt x="260591" y="21348"/>
                  </a:lnTo>
                  <a:lnTo>
                    <a:pt x="260591" y="76212"/>
                  </a:lnTo>
                  <a:lnTo>
                    <a:pt x="269735" y="76212"/>
                  </a:lnTo>
                  <a:lnTo>
                    <a:pt x="269735" y="39636"/>
                  </a:lnTo>
                  <a:lnTo>
                    <a:pt x="271259" y="35064"/>
                  </a:lnTo>
                  <a:lnTo>
                    <a:pt x="274307" y="33540"/>
                  </a:lnTo>
                  <a:lnTo>
                    <a:pt x="277355" y="30492"/>
                  </a:lnTo>
                  <a:lnTo>
                    <a:pt x="280403" y="28968"/>
                  </a:lnTo>
                  <a:lnTo>
                    <a:pt x="286499" y="28968"/>
                  </a:lnTo>
                  <a:lnTo>
                    <a:pt x="288023" y="30492"/>
                  </a:lnTo>
                  <a:lnTo>
                    <a:pt x="289547" y="30492"/>
                  </a:lnTo>
                  <a:lnTo>
                    <a:pt x="294119" y="35064"/>
                  </a:lnTo>
                  <a:lnTo>
                    <a:pt x="294119" y="76212"/>
                  </a:lnTo>
                  <a:lnTo>
                    <a:pt x="303263" y="76212"/>
                  </a:lnTo>
                  <a:lnTo>
                    <a:pt x="303263" y="30492"/>
                  </a:lnTo>
                  <a:close/>
                </a:path>
                <a:path w="577850" h="99060">
                  <a:moveTo>
                    <a:pt x="365760" y="39624"/>
                  </a:moveTo>
                  <a:lnTo>
                    <a:pt x="362712" y="32004"/>
                  </a:lnTo>
                  <a:lnTo>
                    <a:pt x="359664" y="28956"/>
                  </a:lnTo>
                  <a:lnTo>
                    <a:pt x="356616" y="25908"/>
                  </a:lnTo>
                  <a:lnTo>
                    <a:pt x="356616" y="42672"/>
                  </a:lnTo>
                  <a:lnTo>
                    <a:pt x="356616" y="54864"/>
                  </a:lnTo>
                  <a:lnTo>
                    <a:pt x="355092" y="60960"/>
                  </a:lnTo>
                  <a:lnTo>
                    <a:pt x="348996" y="67056"/>
                  </a:lnTo>
                  <a:lnTo>
                    <a:pt x="344424" y="68580"/>
                  </a:lnTo>
                  <a:lnTo>
                    <a:pt x="336804" y="68580"/>
                  </a:lnTo>
                  <a:lnTo>
                    <a:pt x="332232" y="67056"/>
                  </a:lnTo>
                  <a:lnTo>
                    <a:pt x="329184" y="64008"/>
                  </a:lnTo>
                  <a:lnTo>
                    <a:pt x="327660" y="60960"/>
                  </a:lnTo>
                  <a:lnTo>
                    <a:pt x="326136" y="56388"/>
                  </a:lnTo>
                  <a:lnTo>
                    <a:pt x="326136" y="42672"/>
                  </a:lnTo>
                  <a:lnTo>
                    <a:pt x="329184" y="33528"/>
                  </a:lnTo>
                  <a:lnTo>
                    <a:pt x="332232" y="30480"/>
                  </a:lnTo>
                  <a:lnTo>
                    <a:pt x="336804" y="28956"/>
                  </a:lnTo>
                  <a:lnTo>
                    <a:pt x="344424" y="28956"/>
                  </a:lnTo>
                  <a:lnTo>
                    <a:pt x="348996" y="30480"/>
                  </a:lnTo>
                  <a:lnTo>
                    <a:pt x="352044" y="33528"/>
                  </a:lnTo>
                  <a:lnTo>
                    <a:pt x="355092" y="38100"/>
                  </a:lnTo>
                  <a:lnTo>
                    <a:pt x="356616" y="42672"/>
                  </a:lnTo>
                  <a:lnTo>
                    <a:pt x="356616" y="25908"/>
                  </a:lnTo>
                  <a:lnTo>
                    <a:pt x="353568" y="22860"/>
                  </a:lnTo>
                  <a:lnTo>
                    <a:pt x="347472" y="19812"/>
                  </a:lnTo>
                  <a:lnTo>
                    <a:pt x="333756" y="19812"/>
                  </a:lnTo>
                  <a:lnTo>
                    <a:pt x="324612" y="25908"/>
                  </a:lnTo>
                  <a:lnTo>
                    <a:pt x="318516" y="30480"/>
                  </a:lnTo>
                  <a:lnTo>
                    <a:pt x="316992" y="38100"/>
                  </a:lnTo>
                  <a:lnTo>
                    <a:pt x="316992" y="57912"/>
                  </a:lnTo>
                  <a:lnTo>
                    <a:pt x="318516" y="65532"/>
                  </a:lnTo>
                  <a:lnTo>
                    <a:pt x="323088" y="70104"/>
                  </a:lnTo>
                  <a:lnTo>
                    <a:pt x="327660" y="76200"/>
                  </a:lnTo>
                  <a:lnTo>
                    <a:pt x="333756" y="77724"/>
                  </a:lnTo>
                  <a:lnTo>
                    <a:pt x="345948" y="77724"/>
                  </a:lnTo>
                  <a:lnTo>
                    <a:pt x="348996" y="76200"/>
                  </a:lnTo>
                  <a:lnTo>
                    <a:pt x="353568" y="74676"/>
                  </a:lnTo>
                  <a:lnTo>
                    <a:pt x="359664" y="68580"/>
                  </a:lnTo>
                  <a:lnTo>
                    <a:pt x="362712" y="65532"/>
                  </a:lnTo>
                  <a:lnTo>
                    <a:pt x="364236" y="60960"/>
                  </a:lnTo>
                  <a:lnTo>
                    <a:pt x="365760" y="54864"/>
                  </a:lnTo>
                  <a:lnTo>
                    <a:pt x="365760" y="39624"/>
                  </a:lnTo>
                  <a:close/>
                </a:path>
                <a:path w="577850" h="99060">
                  <a:moveTo>
                    <a:pt x="387083" y="12"/>
                  </a:moveTo>
                  <a:lnTo>
                    <a:pt x="376415" y="12"/>
                  </a:lnTo>
                  <a:lnTo>
                    <a:pt x="376415" y="77724"/>
                  </a:lnTo>
                  <a:lnTo>
                    <a:pt x="387083" y="77724"/>
                  </a:lnTo>
                  <a:lnTo>
                    <a:pt x="387083" y="12"/>
                  </a:lnTo>
                  <a:close/>
                </a:path>
                <a:path w="577850" h="99060">
                  <a:moveTo>
                    <a:pt x="444995" y="39624"/>
                  </a:moveTo>
                  <a:lnTo>
                    <a:pt x="443471" y="32004"/>
                  </a:lnTo>
                  <a:lnTo>
                    <a:pt x="440423" y="28956"/>
                  </a:lnTo>
                  <a:lnTo>
                    <a:pt x="435851" y="24384"/>
                  </a:lnTo>
                  <a:lnTo>
                    <a:pt x="435851" y="38100"/>
                  </a:lnTo>
                  <a:lnTo>
                    <a:pt x="435851" y="60960"/>
                  </a:lnTo>
                  <a:lnTo>
                    <a:pt x="429755" y="67056"/>
                  </a:lnTo>
                  <a:lnTo>
                    <a:pt x="425183" y="68580"/>
                  </a:lnTo>
                  <a:lnTo>
                    <a:pt x="417563" y="68580"/>
                  </a:lnTo>
                  <a:lnTo>
                    <a:pt x="412991" y="67056"/>
                  </a:lnTo>
                  <a:lnTo>
                    <a:pt x="406895" y="60960"/>
                  </a:lnTo>
                  <a:lnTo>
                    <a:pt x="405371" y="56388"/>
                  </a:lnTo>
                  <a:lnTo>
                    <a:pt x="405371" y="42672"/>
                  </a:lnTo>
                  <a:lnTo>
                    <a:pt x="406895" y="38100"/>
                  </a:lnTo>
                  <a:lnTo>
                    <a:pt x="409943" y="33528"/>
                  </a:lnTo>
                  <a:lnTo>
                    <a:pt x="412991" y="30480"/>
                  </a:lnTo>
                  <a:lnTo>
                    <a:pt x="417563" y="28956"/>
                  </a:lnTo>
                  <a:lnTo>
                    <a:pt x="425183" y="28956"/>
                  </a:lnTo>
                  <a:lnTo>
                    <a:pt x="429755" y="30480"/>
                  </a:lnTo>
                  <a:lnTo>
                    <a:pt x="432803" y="33528"/>
                  </a:lnTo>
                  <a:lnTo>
                    <a:pt x="435851" y="38100"/>
                  </a:lnTo>
                  <a:lnTo>
                    <a:pt x="435851" y="24384"/>
                  </a:lnTo>
                  <a:lnTo>
                    <a:pt x="434327" y="22860"/>
                  </a:lnTo>
                  <a:lnTo>
                    <a:pt x="428231" y="19812"/>
                  </a:lnTo>
                  <a:lnTo>
                    <a:pt x="414515" y="19812"/>
                  </a:lnTo>
                  <a:lnTo>
                    <a:pt x="405371" y="25908"/>
                  </a:lnTo>
                  <a:lnTo>
                    <a:pt x="399275" y="30480"/>
                  </a:lnTo>
                  <a:lnTo>
                    <a:pt x="396227" y="38100"/>
                  </a:lnTo>
                  <a:lnTo>
                    <a:pt x="396227" y="57912"/>
                  </a:lnTo>
                  <a:lnTo>
                    <a:pt x="399275" y="65532"/>
                  </a:lnTo>
                  <a:lnTo>
                    <a:pt x="403847" y="70104"/>
                  </a:lnTo>
                  <a:lnTo>
                    <a:pt x="408419" y="76200"/>
                  </a:lnTo>
                  <a:lnTo>
                    <a:pt x="414515" y="77724"/>
                  </a:lnTo>
                  <a:lnTo>
                    <a:pt x="425183" y="77724"/>
                  </a:lnTo>
                  <a:lnTo>
                    <a:pt x="434327" y="74676"/>
                  </a:lnTo>
                  <a:lnTo>
                    <a:pt x="440423" y="68580"/>
                  </a:lnTo>
                  <a:lnTo>
                    <a:pt x="443471" y="65532"/>
                  </a:lnTo>
                  <a:lnTo>
                    <a:pt x="444995" y="60960"/>
                  </a:lnTo>
                  <a:lnTo>
                    <a:pt x="444995" y="39624"/>
                  </a:lnTo>
                  <a:close/>
                </a:path>
                <a:path w="577850" h="99060">
                  <a:moveTo>
                    <a:pt x="501396" y="21336"/>
                  </a:moveTo>
                  <a:lnTo>
                    <a:pt x="492252" y="21336"/>
                  </a:lnTo>
                  <a:lnTo>
                    <a:pt x="492252" y="27432"/>
                  </a:lnTo>
                  <a:lnTo>
                    <a:pt x="492252" y="42672"/>
                  </a:lnTo>
                  <a:lnTo>
                    <a:pt x="492252" y="54864"/>
                  </a:lnTo>
                  <a:lnTo>
                    <a:pt x="490728" y="59436"/>
                  </a:lnTo>
                  <a:lnTo>
                    <a:pt x="484632" y="65532"/>
                  </a:lnTo>
                  <a:lnTo>
                    <a:pt x="481584" y="67056"/>
                  </a:lnTo>
                  <a:lnTo>
                    <a:pt x="473964" y="67056"/>
                  </a:lnTo>
                  <a:lnTo>
                    <a:pt x="469392" y="65532"/>
                  </a:lnTo>
                  <a:lnTo>
                    <a:pt x="467868" y="62484"/>
                  </a:lnTo>
                  <a:lnTo>
                    <a:pt x="464820" y="59436"/>
                  </a:lnTo>
                  <a:lnTo>
                    <a:pt x="463296" y="54864"/>
                  </a:lnTo>
                  <a:lnTo>
                    <a:pt x="463296" y="41148"/>
                  </a:lnTo>
                  <a:lnTo>
                    <a:pt x="464820" y="36576"/>
                  </a:lnTo>
                  <a:lnTo>
                    <a:pt x="467868" y="33528"/>
                  </a:lnTo>
                  <a:lnTo>
                    <a:pt x="469392" y="30480"/>
                  </a:lnTo>
                  <a:lnTo>
                    <a:pt x="473964" y="28956"/>
                  </a:lnTo>
                  <a:lnTo>
                    <a:pt x="481584" y="28956"/>
                  </a:lnTo>
                  <a:lnTo>
                    <a:pt x="484632" y="30480"/>
                  </a:lnTo>
                  <a:lnTo>
                    <a:pt x="490728" y="36576"/>
                  </a:lnTo>
                  <a:lnTo>
                    <a:pt x="492252" y="42672"/>
                  </a:lnTo>
                  <a:lnTo>
                    <a:pt x="492252" y="27432"/>
                  </a:lnTo>
                  <a:lnTo>
                    <a:pt x="487680" y="22860"/>
                  </a:lnTo>
                  <a:lnTo>
                    <a:pt x="483108" y="19812"/>
                  </a:lnTo>
                  <a:lnTo>
                    <a:pt x="472440" y="19812"/>
                  </a:lnTo>
                  <a:lnTo>
                    <a:pt x="467868" y="21336"/>
                  </a:lnTo>
                  <a:lnTo>
                    <a:pt x="464820" y="24384"/>
                  </a:lnTo>
                  <a:lnTo>
                    <a:pt x="461772" y="25908"/>
                  </a:lnTo>
                  <a:lnTo>
                    <a:pt x="458724" y="28956"/>
                  </a:lnTo>
                  <a:lnTo>
                    <a:pt x="454152" y="42672"/>
                  </a:lnTo>
                  <a:lnTo>
                    <a:pt x="454152" y="56388"/>
                  </a:lnTo>
                  <a:lnTo>
                    <a:pt x="455676" y="62484"/>
                  </a:lnTo>
                  <a:lnTo>
                    <a:pt x="460248" y="68580"/>
                  </a:lnTo>
                  <a:lnTo>
                    <a:pt x="464820" y="73152"/>
                  </a:lnTo>
                  <a:lnTo>
                    <a:pt x="469392" y="76200"/>
                  </a:lnTo>
                  <a:lnTo>
                    <a:pt x="483108" y="76200"/>
                  </a:lnTo>
                  <a:lnTo>
                    <a:pt x="487680" y="74676"/>
                  </a:lnTo>
                  <a:lnTo>
                    <a:pt x="492252" y="70104"/>
                  </a:lnTo>
                  <a:lnTo>
                    <a:pt x="492252" y="79248"/>
                  </a:lnTo>
                  <a:lnTo>
                    <a:pt x="490728" y="80772"/>
                  </a:lnTo>
                  <a:lnTo>
                    <a:pt x="490728" y="83820"/>
                  </a:lnTo>
                  <a:lnTo>
                    <a:pt x="489204" y="86868"/>
                  </a:lnTo>
                  <a:lnTo>
                    <a:pt x="486156" y="88392"/>
                  </a:lnTo>
                  <a:lnTo>
                    <a:pt x="484632" y="89916"/>
                  </a:lnTo>
                  <a:lnTo>
                    <a:pt x="469392" y="89916"/>
                  </a:lnTo>
                  <a:lnTo>
                    <a:pt x="464820" y="85344"/>
                  </a:lnTo>
                  <a:lnTo>
                    <a:pt x="464820" y="82296"/>
                  </a:lnTo>
                  <a:lnTo>
                    <a:pt x="455676" y="80772"/>
                  </a:lnTo>
                  <a:lnTo>
                    <a:pt x="455676" y="86868"/>
                  </a:lnTo>
                  <a:lnTo>
                    <a:pt x="457200" y="91440"/>
                  </a:lnTo>
                  <a:lnTo>
                    <a:pt x="461772" y="94488"/>
                  </a:lnTo>
                  <a:lnTo>
                    <a:pt x="464820" y="97536"/>
                  </a:lnTo>
                  <a:lnTo>
                    <a:pt x="470916" y="99060"/>
                  </a:lnTo>
                  <a:lnTo>
                    <a:pt x="481584" y="99060"/>
                  </a:lnTo>
                  <a:lnTo>
                    <a:pt x="490728" y="96012"/>
                  </a:lnTo>
                  <a:lnTo>
                    <a:pt x="493776" y="94488"/>
                  </a:lnTo>
                  <a:lnTo>
                    <a:pt x="496824" y="91440"/>
                  </a:lnTo>
                  <a:lnTo>
                    <a:pt x="497586" y="89916"/>
                  </a:lnTo>
                  <a:lnTo>
                    <a:pt x="498348" y="88392"/>
                  </a:lnTo>
                  <a:lnTo>
                    <a:pt x="499872" y="83820"/>
                  </a:lnTo>
                  <a:lnTo>
                    <a:pt x="501396" y="77724"/>
                  </a:lnTo>
                  <a:lnTo>
                    <a:pt x="501396" y="70104"/>
                  </a:lnTo>
                  <a:lnTo>
                    <a:pt x="501396" y="67056"/>
                  </a:lnTo>
                  <a:lnTo>
                    <a:pt x="501396" y="28956"/>
                  </a:lnTo>
                  <a:lnTo>
                    <a:pt x="501396" y="27432"/>
                  </a:lnTo>
                  <a:lnTo>
                    <a:pt x="501396" y="21336"/>
                  </a:lnTo>
                  <a:close/>
                </a:path>
                <a:path w="577850" h="99060">
                  <a:moveTo>
                    <a:pt x="557771" y="21336"/>
                  </a:moveTo>
                  <a:lnTo>
                    <a:pt x="548627" y="21336"/>
                  </a:lnTo>
                  <a:lnTo>
                    <a:pt x="536435" y="57912"/>
                  </a:lnTo>
                  <a:lnTo>
                    <a:pt x="534911" y="60960"/>
                  </a:lnTo>
                  <a:lnTo>
                    <a:pt x="534911" y="62484"/>
                  </a:lnTo>
                  <a:lnTo>
                    <a:pt x="533387" y="57912"/>
                  </a:lnTo>
                  <a:lnTo>
                    <a:pt x="531863" y="54864"/>
                  </a:lnTo>
                  <a:lnTo>
                    <a:pt x="530339" y="50292"/>
                  </a:lnTo>
                  <a:lnTo>
                    <a:pt x="519671" y="21336"/>
                  </a:lnTo>
                  <a:lnTo>
                    <a:pt x="510527" y="21336"/>
                  </a:lnTo>
                  <a:lnTo>
                    <a:pt x="530339" y="76200"/>
                  </a:lnTo>
                  <a:lnTo>
                    <a:pt x="528815" y="77724"/>
                  </a:lnTo>
                  <a:lnTo>
                    <a:pt x="528815" y="79248"/>
                  </a:lnTo>
                  <a:lnTo>
                    <a:pt x="527291" y="82296"/>
                  </a:lnTo>
                  <a:lnTo>
                    <a:pt x="527291" y="85344"/>
                  </a:lnTo>
                  <a:lnTo>
                    <a:pt x="524243" y="88392"/>
                  </a:lnTo>
                  <a:lnTo>
                    <a:pt x="522719" y="88392"/>
                  </a:lnTo>
                  <a:lnTo>
                    <a:pt x="522719" y="89916"/>
                  </a:lnTo>
                  <a:lnTo>
                    <a:pt x="513575" y="89916"/>
                  </a:lnTo>
                  <a:lnTo>
                    <a:pt x="515099" y="97536"/>
                  </a:lnTo>
                  <a:lnTo>
                    <a:pt x="516623" y="99060"/>
                  </a:lnTo>
                  <a:lnTo>
                    <a:pt x="525767" y="99060"/>
                  </a:lnTo>
                  <a:lnTo>
                    <a:pt x="528815" y="97536"/>
                  </a:lnTo>
                  <a:lnTo>
                    <a:pt x="530339" y="96012"/>
                  </a:lnTo>
                  <a:lnTo>
                    <a:pt x="533387" y="89916"/>
                  </a:lnTo>
                  <a:lnTo>
                    <a:pt x="534911" y="88392"/>
                  </a:lnTo>
                  <a:lnTo>
                    <a:pt x="536435" y="83820"/>
                  </a:lnTo>
                  <a:lnTo>
                    <a:pt x="539483" y="77724"/>
                  </a:lnTo>
                  <a:lnTo>
                    <a:pt x="544436" y="62484"/>
                  </a:lnTo>
                  <a:lnTo>
                    <a:pt x="557771" y="21336"/>
                  </a:lnTo>
                  <a:close/>
                </a:path>
                <a:path w="577850" h="99060">
                  <a:moveTo>
                    <a:pt x="577583" y="67068"/>
                  </a:moveTo>
                  <a:lnTo>
                    <a:pt x="568439" y="67068"/>
                  </a:lnTo>
                  <a:lnTo>
                    <a:pt x="568439" y="76212"/>
                  </a:lnTo>
                  <a:lnTo>
                    <a:pt x="577583" y="76212"/>
                  </a:lnTo>
                  <a:lnTo>
                    <a:pt x="577583" y="67068"/>
                  </a:lnTo>
                  <a:close/>
                </a:path>
                <a:path w="577850" h="99060">
                  <a:moveTo>
                    <a:pt x="577583" y="21348"/>
                  </a:moveTo>
                  <a:lnTo>
                    <a:pt x="568439" y="21348"/>
                  </a:lnTo>
                  <a:lnTo>
                    <a:pt x="568439" y="30492"/>
                  </a:lnTo>
                  <a:lnTo>
                    <a:pt x="577583" y="30492"/>
                  </a:lnTo>
                  <a:lnTo>
                    <a:pt x="577583" y="21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231380" y="5553456"/>
              <a:ext cx="1831847" cy="246887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326124" y="5919216"/>
              <a:ext cx="246887" cy="92963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623303" y="5920739"/>
              <a:ext cx="231648" cy="91440"/>
            </a:xfrm>
            <a:prstGeom prst="rect">
              <a:avLst/>
            </a:prstGeom>
          </p:spPr>
        </p:pic>
        <p:sp>
          <p:nvSpPr>
            <p:cNvPr id="144" name="object 144" descr=""/>
            <p:cNvSpPr/>
            <p:nvPr/>
          </p:nvSpPr>
          <p:spPr>
            <a:xfrm>
              <a:off x="6893039" y="5957316"/>
              <a:ext cx="48895" cy="32384"/>
            </a:xfrm>
            <a:custGeom>
              <a:avLst/>
              <a:gdLst/>
              <a:ahLst/>
              <a:cxnLst/>
              <a:rect l="l" t="t" r="r" b="b"/>
              <a:pathLst>
                <a:path w="48895" h="32385">
                  <a:moveTo>
                    <a:pt x="48768" y="22860"/>
                  </a:moveTo>
                  <a:lnTo>
                    <a:pt x="0" y="22860"/>
                  </a:lnTo>
                  <a:lnTo>
                    <a:pt x="0" y="32004"/>
                  </a:lnTo>
                  <a:lnTo>
                    <a:pt x="48768" y="32004"/>
                  </a:lnTo>
                  <a:lnTo>
                    <a:pt x="48768" y="22860"/>
                  </a:lnTo>
                  <a:close/>
                </a:path>
                <a:path w="48895" h="32385">
                  <a:moveTo>
                    <a:pt x="4876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48768" y="9144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6984492" y="5932932"/>
              <a:ext cx="2570987" cy="268224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6964680" y="6112776"/>
              <a:ext cx="59690" cy="38100"/>
            </a:xfrm>
            <a:custGeom>
              <a:avLst/>
              <a:gdLst/>
              <a:ahLst/>
              <a:cxnLst/>
              <a:rect l="l" t="t" r="r" b="b"/>
              <a:pathLst>
                <a:path w="59690" h="38100">
                  <a:moveTo>
                    <a:pt x="59436" y="27432"/>
                  </a:moveTo>
                  <a:lnTo>
                    <a:pt x="0" y="27432"/>
                  </a:lnTo>
                  <a:lnTo>
                    <a:pt x="0" y="38100"/>
                  </a:lnTo>
                  <a:lnTo>
                    <a:pt x="59436" y="38100"/>
                  </a:lnTo>
                  <a:lnTo>
                    <a:pt x="59436" y="27432"/>
                  </a:lnTo>
                  <a:close/>
                </a:path>
                <a:path w="59690" h="38100">
                  <a:moveTo>
                    <a:pt x="59436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59436" y="10668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188708" y="6326124"/>
              <a:ext cx="135890" cy="79375"/>
            </a:xfrm>
            <a:custGeom>
              <a:avLst/>
              <a:gdLst/>
              <a:ahLst/>
              <a:cxnLst/>
              <a:rect l="l" t="t" r="r" b="b"/>
              <a:pathLst>
                <a:path w="135890" h="79375">
                  <a:moveTo>
                    <a:pt x="67056" y="54864"/>
                  </a:moveTo>
                  <a:lnTo>
                    <a:pt x="56388" y="51816"/>
                  </a:lnTo>
                  <a:lnTo>
                    <a:pt x="54864" y="57912"/>
                  </a:lnTo>
                  <a:lnTo>
                    <a:pt x="51816" y="62484"/>
                  </a:lnTo>
                  <a:lnTo>
                    <a:pt x="48768" y="65532"/>
                  </a:lnTo>
                  <a:lnTo>
                    <a:pt x="44196" y="68580"/>
                  </a:lnTo>
                  <a:lnTo>
                    <a:pt x="39624" y="70104"/>
                  </a:lnTo>
                  <a:lnTo>
                    <a:pt x="25908" y="70104"/>
                  </a:lnTo>
                  <a:lnTo>
                    <a:pt x="21336" y="67056"/>
                  </a:lnTo>
                  <a:lnTo>
                    <a:pt x="18288" y="65532"/>
                  </a:lnTo>
                  <a:lnTo>
                    <a:pt x="15240" y="60960"/>
                  </a:lnTo>
                  <a:lnTo>
                    <a:pt x="12192" y="51816"/>
                  </a:lnTo>
                  <a:lnTo>
                    <a:pt x="10668" y="45720"/>
                  </a:lnTo>
                  <a:lnTo>
                    <a:pt x="10668" y="30480"/>
                  </a:lnTo>
                  <a:lnTo>
                    <a:pt x="13716" y="25908"/>
                  </a:lnTo>
                  <a:lnTo>
                    <a:pt x="15240" y="19812"/>
                  </a:lnTo>
                  <a:lnTo>
                    <a:pt x="16764" y="16764"/>
                  </a:lnTo>
                  <a:lnTo>
                    <a:pt x="21336" y="13716"/>
                  </a:lnTo>
                  <a:lnTo>
                    <a:pt x="24384" y="10668"/>
                  </a:lnTo>
                  <a:lnTo>
                    <a:pt x="28956" y="9144"/>
                  </a:lnTo>
                  <a:lnTo>
                    <a:pt x="39624" y="9144"/>
                  </a:lnTo>
                  <a:lnTo>
                    <a:pt x="44196" y="10668"/>
                  </a:lnTo>
                  <a:lnTo>
                    <a:pt x="53340" y="19812"/>
                  </a:lnTo>
                  <a:lnTo>
                    <a:pt x="54864" y="25908"/>
                  </a:lnTo>
                  <a:lnTo>
                    <a:pt x="65532" y="22860"/>
                  </a:lnTo>
                  <a:lnTo>
                    <a:pt x="42672" y="0"/>
                  </a:lnTo>
                  <a:lnTo>
                    <a:pt x="28956" y="0"/>
                  </a:lnTo>
                  <a:lnTo>
                    <a:pt x="22860" y="1524"/>
                  </a:lnTo>
                  <a:lnTo>
                    <a:pt x="16764" y="6096"/>
                  </a:lnTo>
                  <a:lnTo>
                    <a:pt x="12192" y="9144"/>
                  </a:lnTo>
                  <a:lnTo>
                    <a:pt x="7620" y="13716"/>
                  </a:lnTo>
                  <a:lnTo>
                    <a:pt x="4572" y="18288"/>
                  </a:lnTo>
                  <a:lnTo>
                    <a:pt x="1524" y="24384"/>
                  </a:lnTo>
                  <a:lnTo>
                    <a:pt x="0" y="32004"/>
                  </a:lnTo>
                  <a:lnTo>
                    <a:pt x="0" y="47244"/>
                  </a:lnTo>
                  <a:lnTo>
                    <a:pt x="1524" y="53340"/>
                  </a:lnTo>
                  <a:lnTo>
                    <a:pt x="4572" y="60960"/>
                  </a:lnTo>
                  <a:lnTo>
                    <a:pt x="6096" y="67056"/>
                  </a:lnTo>
                  <a:lnTo>
                    <a:pt x="10668" y="71628"/>
                  </a:lnTo>
                  <a:lnTo>
                    <a:pt x="15240" y="74676"/>
                  </a:lnTo>
                  <a:lnTo>
                    <a:pt x="21336" y="77724"/>
                  </a:lnTo>
                  <a:lnTo>
                    <a:pt x="27432" y="79248"/>
                  </a:lnTo>
                  <a:lnTo>
                    <a:pt x="44196" y="79248"/>
                  </a:lnTo>
                  <a:lnTo>
                    <a:pt x="50292" y="77724"/>
                  </a:lnTo>
                  <a:lnTo>
                    <a:pt x="56388" y="73152"/>
                  </a:lnTo>
                  <a:lnTo>
                    <a:pt x="60960" y="68580"/>
                  </a:lnTo>
                  <a:lnTo>
                    <a:pt x="65532" y="62484"/>
                  </a:lnTo>
                  <a:lnTo>
                    <a:pt x="67056" y="54864"/>
                  </a:lnTo>
                  <a:close/>
                </a:path>
                <a:path w="135890" h="79375">
                  <a:moveTo>
                    <a:pt x="135623" y="16764"/>
                  </a:moveTo>
                  <a:lnTo>
                    <a:pt x="132575" y="10668"/>
                  </a:lnTo>
                  <a:lnTo>
                    <a:pt x="131051" y="7620"/>
                  </a:lnTo>
                  <a:lnTo>
                    <a:pt x="124955" y="4572"/>
                  </a:lnTo>
                  <a:lnTo>
                    <a:pt x="124955" y="18288"/>
                  </a:lnTo>
                  <a:lnTo>
                    <a:pt x="124955" y="32004"/>
                  </a:lnTo>
                  <a:lnTo>
                    <a:pt x="118859" y="38100"/>
                  </a:lnTo>
                  <a:lnTo>
                    <a:pt x="89903" y="38100"/>
                  </a:lnTo>
                  <a:lnTo>
                    <a:pt x="89903" y="10668"/>
                  </a:lnTo>
                  <a:lnTo>
                    <a:pt x="112763" y="10668"/>
                  </a:lnTo>
                  <a:lnTo>
                    <a:pt x="115811" y="12192"/>
                  </a:lnTo>
                  <a:lnTo>
                    <a:pt x="120383" y="12192"/>
                  </a:lnTo>
                  <a:lnTo>
                    <a:pt x="121907" y="13716"/>
                  </a:lnTo>
                  <a:lnTo>
                    <a:pt x="123431" y="16764"/>
                  </a:lnTo>
                  <a:lnTo>
                    <a:pt x="124955" y="18288"/>
                  </a:lnTo>
                  <a:lnTo>
                    <a:pt x="124955" y="4572"/>
                  </a:lnTo>
                  <a:lnTo>
                    <a:pt x="121907" y="3048"/>
                  </a:lnTo>
                  <a:lnTo>
                    <a:pt x="115811" y="3048"/>
                  </a:lnTo>
                  <a:lnTo>
                    <a:pt x="112763" y="1524"/>
                  </a:lnTo>
                  <a:lnTo>
                    <a:pt x="79235" y="1524"/>
                  </a:lnTo>
                  <a:lnTo>
                    <a:pt x="79235" y="77724"/>
                  </a:lnTo>
                  <a:lnTo>
                    <a:pt x="89903" y="77724"/>
                  </a:lnTo>
                  <a:lnTo>
                    <a:pt x="89903" y="47244"/>
                  </a:lnTo>
                  <a:lnTo>
                    <a:pt x="118859" y="47244"/>
                  </a:lnTo>
                  <a:lnTo>
                    <a:pt x="126479" y="45720"/>
                  </a:lnTo>
                  <a:lnTo>
                    <a:pt x="131051" y="41148"/>
                  </a:lnTo>
                  <a:lnTo>
                    <a:pt x="133083" y="38100"/>
                  </a:lnTo>
                  <a:lnTo>
                    <a:pt x="134099" y="36576"/>
                  </a:lnTo>
                  <a:lnTo>
                    <a:pt x="135623" y="30480"/>
                  </a:lnTo>
                  <a:lnTo>
                    <a:pt x="135623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329171" y="4747260"/>
              <a:ext cx="2183892" cy="352044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327648" y="6327648"/>
              <a:ext cx="3543299" cy="3520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55676" y="676655"/>
            <a:ext cx="751840" cy="100965"/>
            <a:chOff x="455676" y="676655"/>
            <a:chExt cx="751840" cy="1009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676" y="678180"/>
              <a:ext cx="377952" cy="9906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252" y="676655"/>
              <a:ext cx="333755" cy="100584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6255" y="704087"/>
            <a:ext cx="70103" cy="7162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8655" y="676655"/>
            <a:ext cx="976884" cy="12801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62784" y="677926"/>
            <a:ext cx="295655" cy="9931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7844" y="1289304"/>
            <a:ext cx="993647" cy="1492758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2482595" y="1847088"/>
            <a:ext cx="273050" cy="76200"/>
            <a:chOff x="2482595" y="1847088"/>
            <a:chExt cx="273050" cy="76200"/>
          </a:xfrm>
        </p:grpSpPr>
        <p:sp>
          <p:nvSpPr>
            <p:cNvPr id="10" name="object 10" descr=""/>
            <p:cNvSpPr/>
            <p:nvPr/>
          </p:nvSpPr>
          <p:spPr>
            <a:xfrm>
              <a:off x="2482595" y="1847088"/>
              <a:ext cx="41275" cy="59690"/>
            </a:xfrm>
            <a:custGeom>
              <a:avLst/>
              <a:gdLst/>
              <a:ahLst/>
              <a:cxnLst/>
              <a:rect l="l" t="t" r="r" b="b"/>
              <a:pathLst>
                <a:path w="41275" h="59689">
                  <a:moveTo>
                    <a:pt x="41148" y="44196"/>
                  </a:moveTo>
                  <a:lnTo>
                    <a:pt x="0" y="44196"/>
                  </a:lnTo>
                  <a:lnTo>
                    <a:pt x="0" y="36576"/>
                  </a:lnTo>
                  <a:lnTo>
                    <a:pt x="27432" y="0"/>
                  </a:lnTo>
                  <a:lnTo>
                    <a:pt x="33528" y="0"/>
                  </a:lnTo>
                  <a:lnTo>
                    <a:pt x="33528" y="13716"/>
                  </a:lnTo>
                  <a:lnTo>
                    <a:pt x="25908" y="13716"/>
                  </a:lnTo>
                  <a:lnTo>
                    <a:pt x="9144" y="36576"/>
                  </a:lnTo>
                  <a:lnTo>
                    <a:pt x="41148" y="36576"/>
                  </a:lnTo>
                  <a:lnTo>
                    <a:pt x="41148" y="44196"/>
                  </a:lnTo>
                  <a:close/>
                </a:path>
                <a:path w="41275" h="59689">
                  <a:moveTo>
                    <a:pt x="33528" y="36576"/>
                  </a:moveTo>
                  <a:lnTo>
                    <a:pt x="25908" y="36576"/>
                  </a:lnTo>
                  <a:lnTo>
                    <a:pt x="25908" y="13716"/>
                  </a:lnTo>
                  <a:lnTo>
                    <a:pt x="33528" y="13716"/>
                  </a:lnTo>
                  <a:lnTo>
                    <a:pt x="33528" y="36576"/>
                  </a:lnTo>
                  <a:close/>
                </a:path>
                <a:path w="41275" h="59689">
                  <a:moveTo>
                    <a:pt x="33528" y="59436"/>
                  </a:moveTo>
                  <a:lnTo>
                    <a:pt x="25908" y="59436"/>
                  </a:lnTo>
                  <a:lnTo>
                    <a:pt x="25908" y="44196"/>
                  </a:lnTo>
                  <a:lnTo>
                    <a:pt x="33528" y="44196"/>
                  </a:lnTo>
                  <a:lnTo>
                    <a:pt x="33528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4223" y="1847088"/>
              <a:ext cx="201168" cy="76199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51376" y="1498091"/>
            <a:ext cx="303275" cy="64008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1965960" y="1596389"/>
            <a:ext cx="2432050" cy="1084580"/>
            <a:chOff x="1965960" y="1596389"/>
            <a:chExt cx="2432050" cy="1084580"/>
          </a:xfrm>
        </p:grpSpPr>
        <p:sp>
          <p:nvSpPr>
            <p:cNvPr id="14" name="object 14" descr=""/>
            <p:cNvSpPr/>
            <p:nvPr/>
          </p:nvSpPr>
          <p:spPr>
            <a:xfrm>
              <a:off x="1965947" y="1775459"/>
              <a:ext cx="2109470" cy="905510"/>
            </a:xfrm>
            <a:custGeom>
              <a:avLst/>
              <a:gdLst/>
              <a:ahLst/>
              <a:cxnLst/>
              <a:rect l="l" t="t" r="r" b="b"/>
              <a:pathLst>
                <a:path w="2109470" h="905510">
                  <a:moveTo>
                    <a:pt x="33528" y="891540"/>
                  </a:moveTo>
                  <a:lnTo>
                    <a:pt x="25908" y="885444"/>
                  </a:lnTo>
                  <a:lnTo>
                    <a:pt x="7620" y="891540"/>
                  </a:lnTo>
                  <a:lnTo>
                    <a:pt x="0" y="891540"/>
                  </a:lnTo>
                  <a:lnTo>
                    <a:pt x="0" y="897636"/>
                  </a:lnTo>
                  <a:lnTo>
                    <a:pt x="7620" y="897636"/>
                  </a:lnTo>
                  <a:lnTo>
                    <a:pt x="25908" y="891540"/>
                  </a:lnTo>
                  <a:lnTo>
                    <a:pt x="33528" y="891540"/>
                  </a:lnTo>
                  <a:close/>
                </a:path>
                <a:path w="2109470" h="905510">
                  <a:moveTo>
                    <a:pt x="77724" y="891540"/>
                  </a:moveTo>
                  <a:lnTo>
                    <a:pt x="71628" y="891540"/>
                  </a:lnTo>
                  <a:lnTo>
                    <a:pt x="51816" y="885444"/>
                  </a:lnTo>
                  <a:lnTo>
                    <a:pt x="45720" y="885444"/>
                  </a:lnTo>
                  <a:lnTo>
                    <a:pt x="45720" y="891540"/>
                  </a:lnTo>
                  <a:lnTo>
                    <a:pt x="51816" y="891540"/>
                  </a:lnTo>
                  <a:lnTo>
                    <a:pt x="71628" y="897648"/>
                  </a:lnTo>
                  <a:lnTo>
                    <a:pt x="77724" y="891540"/>
                  </a:lnTo>
                  <a:close/>
                </a:path>
                <a:path w="2109470" h="905510">
                  <a:moveTo>
                    <a:pt x="85356" y="865632"/>
                  </a:moveTo>
                  <a:lnTo>
                    <a:pt x="77724" y="865632"/>
                  </a:lnTo>
                  <a:lnTo>
                    <a:pt x="59436" y="885444"/>
                  </a:lnTo>
                  <a:lnTo>
                    <a:pt x="65532" y="885444"/>
                  </a:lnTo>
                  <a:lnTo>
                    <a:pt x="85356" y="865632"/>
                  </a:lnTo>
                  <a:close/>
                </a:path>
                <a:path w="2109470" h="905510">
                  <a:moveTo>
                    <a:pt x="97536" y="897648"/>
                  </a:moveTo>
                  <a:lnTo>
                    <a:pt x="91452" y="891540"/>
                  </a:lnTo>
                  <a:lnTo>
                    <a:pt x="91452" y="897648"/>
                  </a:lnTo>
                  <a:lnTo>
                    <a:pt x="97536" y="905256"/>
                  </a:lnTo>
                  <a:lnTo>
                    <a:pt x="97536" y="897648"/>
                  </a:lnTo>
                  <a:close/>
                </a:path>
                <a:path w="2109470" h="905510">
                  <a:moveTo>
                    <a:pt x="123456" y="845832"/>
                  </a:moveTo>
                  <a:lnTo>
                    <a:pt x="117360" y="839724"/>
                  </a:lnTo>
                  <a:lnTo>
                    <a:pt x="91452" y="853440"/>
                  </a:lnTo>
                  <a:lnTo>
                    <a:pt x="91452" y="859548"/>
                  </a:lnTo>
                  <a:lnTo>
                    <a:pt x="117360" y="845832"/>
                  </a:lnTo>
                  <a:lnTo>
                    <a:pt x="123456" y="845832"/>
                  </a:lnTo>
                  <a:close/>
                </a:path>
                <a:path w="2109470" h="905510">
                  <a:moveTo>
                    <a:pt x="163080" y="833640"/>
                  </a:moveTo>
                  <a:lnTo>
                    <a:pt x="137172" y="833640"/>
                  </a:lnTo>
                  <a:lnTo>
                    <a:pt x="131076" y="839724"/>
                  </a:lnTo>
                  <a:lnTo>
                    <a:pt x="163080" y="839724"/>
                  </a:lnTo>
                  <a:lnTo>
                    <a:pt x="163080" y="833640"/>
                  </a:lnTo>
                  <a:close/>
                </a:path>
                <a:path w="2109470" h="905510">
                  <a:moveTo>
                    <a:pt x="208800" y="839724"/>
                  </a:moveTo>
                  <a:lnTo>
                    <a:pt x="182892" y="833640"/>
                  </a:lnTo>
                  <a:lnTo>
                    <a:pt x="176796" y="833640"/>
                  </a:lnTo>
                  <a:lnTo>
                    <a:pt x="182892" y="839724"/>
                  </a:lnTo>
                  <a:lnTo>
                    <a:pt x="208800" y="845832"/>
                  </a:lnTo>
                  <a:lnTo>
                    <a:pt x="208800" y="839724"/>
                  </a:lnTo>
                  <a:close/>
                </a:path>
                <a:path w="2109470" h="905510">
                  <a:moveTo>
                    <a:pt x="208800" y="813816"/>
                  </a:moveTo>
                  <a:lnTo>
                    <a:pt x="202692" y="813816"/>
                  </a:lnTo>
                  <a:lnTo>
                    <a:pt x="182892" y="833640"/>
                  </a:lnTo>
                  <a:lnTo>
                    <a:pt x="188988" y="833640"/>
                  </a:lnTo>
                  <a:lnTo>
                    <a:pt x="208800" y="813816"/>
                  </a:lnTo>
                  <a:close/>
                </a:path>
                <a:path w="2109470" h="905510">
                  <a:moveTo>
                    <a:pt x="240792" y="787908"/>
                  </a:moveTo>
                  <a:lnTo>
                    <a:pt x="214896" y="800100"/>
                  </a:lnTo>
                  <a:lnTo>
                    <a:pt x="214896" y="807732"/>
                  </a:lnTo>
                  <a:lnTo>
                    <a:pt x="240792" y="794016"/>
                  </a:lnTo>
                  <a:lnTo>
                    <a:pt x="240792" y="787908"/>
                  </a:lnTo>
                  <a:close/>
                </a:path>
                <a:path w="2109470" h="905510">
                  <a:moveTo>
                    <a:pt x="286512" y="781824"/>
                  </a:moveTo>
                  <a:lnTo>
                    <a:pt x="260604" y="781824"/>
                  </a:lnTo>
                  <a:lnTo>
                    <a:pt x="254508" y="787908"/>
                  </a:lnTo>
                  <a:lnTo>
                    <a:pt x="286512" y="787908"/>
                  </a:lnTo>
                  <a:lnTo>
                    <a:pt x="286512" y="781824"/>
                  </a:lnTo>
                  <a:close/>
                </a:path>
                <a:path w="2109470" h="905510">
                  <a:moveTo>
                    <a:pt x="332232" y="781824"/>
                  </a:moveTo>
                  <a:lnTo>
                    <a:pt x="306324" y="774192"/>
                  </a:lnTo>
                  <a:lnTo>
                    <a:pt x="300228" y="781824"/>
                  </a:lnTo>
                  <a:lnTo>
                    <a:pt x="306324" y="781824"/>
                  </a:lnTo>
                  <a:lnTo>
                    <a:pt x="332232" y="787908"/>
                  </a:lnTo>
                  <a:lnTo>
                    <a:pt x="332232" y="781824"/>
                  </a:lnTo>
                  <a:close/>
                </a:path>
                <a:path w="2109470" h="905510">
                  <a:moveTo>
                    <a:pt x="332232" y="755916"/>
                  </a:moveTo>
                  <a:lnTo>
                    <a:pt x="326136" y="755916"/>
                  </a:lnTo>
                  <a:lnTo>
                    <a:pt x="306324" y="774192"/>
                  </a:lnTo>
                  <a:lnTo>
                    <a:pt x="312420" y="774192"/>
                  </a:lnTo>
                  <a:lnTo>
                    <a:pt x="332232" y="755916"/>
                  </a:lnTo>
                  <a:close/>
                </a:path>
                <a:path w="2109470" h="905510">
                  <a:moveTo>
                    <a:pt x="371868" y="736092"/>
                  </a:moveTo>
                  <a:lnTo>
                    <a:pt x="364236" y="736092"/>
                  </a:lnTo>
                  <a:lnTo>
                    <a:pt x="338328" y="742188"/>
                  </a:lnTo>
                  <a:lnTo>
                    <a:pt x="338328" y="748284"/>
                  </a:lnTo>
                  <a:lnTo>
                    <a:pt x="364236" y="742188"/>
                  </a:lnTo>
                  <a:lnTo>
                    <a:pt x="371868" y="736092"/>
                  </a:lnTo>
                  <a:close/>
                </a:path>
                <a:path w="2109470" h="905510">
                  <a:moveTo>
                    <a:pt x="409968" y="722376"/>
                  </a:moveTo>
                  <a:lnTo>
                    <a:pt x="384060" y="728472"/>
                  </a:lnTo>
                  <a:lnTo>
                    <a:pt x="377964" y="728472"/>
                  </a:lnTo>
                  <a:lnTo>
                    <a:pt x="384060" y="736092"/>
                  </a:lnTo>
                  <a:lnTo>
                    <a:pt x="409968" y="728472"/>
                  </a:lnTo>
                  <a:lnTo>
                    <a:pt x="409968" y="722376"/>
                  </a:lnTo>
                  <a:close/>
                </a:path>
                <a:path w="2109470" h="905510">
                  <a:moveTo>
                    <a:pt x="455688" y="728472"/>
                  </a:moveTo>
                  <a:lnTo>
                    <a:pt x="429780" y="722376"/>
                  </a:lnTo>
                  <a:lnTo>
                    <a:pt x="423684" y="728472"/>
                  </a:lnTo>
                  <a:lnTo>
                    <a:pt x="429780" y="728472"/>
                  </a:lnTo>
                  <a:lnTo>
                    <a:pt x="455688" y="736092"/>
                  </a:lnTo>
                  <a:lnTo>
                    <a:pt x="455688" y="728472"/>
                  </a:lnTo>
                  <a:close/>
                </a:path>
                <a:path w="2109470" h="905510">
                  <a:moveTo>
                    <a:pt x="461784" y="702564"/>
                  </a:moveTo>
                  <a:lnTo>
                    <a:pt x="455688" y="702564"/>
                  </a:lnTo>
                  <a:lnTo>
                    <a:pt x="435876" y="722376"/>
                  </a:lnTo>
                  <a:lnTo>
                    <a:pt x="443496" y="722376"/>
                  </a:lnTo>
                  <a:lnTo>
                    <a:pt x="461784" y="702564"/>
                  </a:lnTo>
                  <a:close/>
                </a:path>
                <a:path w="2109470" h="905510">
                  <a:moveTo>
                    <a:pt x="475500" y="728484"/>
                  </a:moveTo>
                  <a:lnTo>
                    <a:pt x="469404" y="736092"/>
                  </a:lnTo>
                  <a:lnTo>
                    <a:pt x="475500" y="736092"/>
                  </a:lnTo>
                  <a:lnTo>
                    <a:pt x="475500" y="728484"/>
                  </a:lnTo>
                  <a:close/>
                </a:path>
                <a:path w="2109470" h="905510">
                  <a:moveTo>
                    <a:pt x="495300" y="676656"/>
                  </a:moveTo>
                  <a:lnTo>
                    <a:pt x="469392" y="690372"/>
                  </a:lnTo>
                  <a:lnTo>
                    <a:pt x="469392" y="696468"/>
                  </a:lnTo>
                  <a:lnTo>
                    <a:pt x="495300" y="684276"/>
                  </a:lnTo>
                  <a:lnTo>
                    <a:pt x="495300" y="676656"/>
                  </a:lnTo>
                  <a:close/>
                </a:path>
                <a:path w="2109470" h="905510">
                  <a:moveTo>
                    <a:pt x="541032" y="670560"/>
                  </a:moveTo>
                  <a:lnTo>
                    <a:pt x="515124" y="670560"/>
                  </a:lnTo>
                  <a:lnTo>
                    <a:pt x="507492" y="676656"/>
                  </a:lnTo>
                  <a:lnTo>
                    <a:pt x="541032" y="676656"/>
                  </a:lnTo>
                  <a:lnTo>
                    <a:pt x="541032" y="670560"/>
                  </a:lnTo>
                  <a:close/>
                </a:path>
                <a:path w="2109470" h="905510">
                  <a:moveTo>
                    <a:pt x="586752" y="670560"/>
                  </a:moveTo>
                  <a:lnTo>
                    <a:pt x="569315" y="666699"/>
                  </a:lnTo>
                  <a:lnTo>
                    <a:pt x="579132" y="650748"/>
                  </a:lnTo>
                  <a:lnTo>
                    <a:pt x="573024" y="650748"/>
                  </a:lnTo>
                  <a:lnTo>
                    <a:pt x="562965" y="665276"/>
                  </a:lnTo>
                  <a:lnTo>
                    <a:pt x="559308" y="664464"/>
                  </a:lnTo>
                  <a:lnTo>
                    <a:pt x="553224" y="670560"/>
                  </a:lnTo>
                  <a:lnTo>
                    <a:pt x="559308" y="670560"/>
                  </a:lnTo>
                  <a:lnTo>
                    <a:pt x="586752" y="676656"/>
                  </a:lnTo>
                  <a:lnTo>
                    <a:pt x="586752" y="670560"/>
                  </a:lnTo>
                  <a:close/>
                </a:path>
                <a:path w="2109470" h="905510">
                  <a:moveTo>
                    <a:pt x="618756" y="624840"/>
                  </a:moveTo>
                  <a:lnTo>
                    <a:pt x="592848" y="638556"/>
                  </a:lnTo>
                  <a:lnTo>
                    <a:pt x="598944" y="638556"/>
                  </a:lnTo>
                  <a:lnTo>
                    <a:pt x="604354" y="638556"/>
                  </a:lnTo>
                  <a:lnTo>
                    <a:pt x="618756" y="630936"/>
                  </a:lnTo>
                  <a:lnTo>
                    <a:pt x="618756" y="624840"/>
                  </a:lnTo>
                  <a:close/>
                </a:path>
                <a:path w="2109470" h="905510">
                  <a:moveTo>
                    <a:pt x="664476" y="618744"/>
                  </a:moveTo>
                  <a:lnTo>
                    <a:pt x="658380" y="612648"/>
                  </a:lnTo>
                  <a:lnTo>
                    <a:pt x="638568" y="618744"/>
                  </a:lnTo>
                  <a:lnTo>
                    <a:pt x="630948" y="618744"/>
                  </a:lnTo>
                  <a:lnTo>
                    <a:pt x="630948" y="624840"/>
                  </a:lnTo>
                  <a:lnTo>
                    <a:pt x="638568" y="624840"/>
                  </a:lnTo>
                  <a:lnTo>
                    <a:pt x="658380" y="618744"/>
                  </a:lnTo>
                  <a:lnTo>
                    <a:pt x="664476" y="618744"/>
                  </a:lnTo>
                  <a:close/>
                </a:path>
                <a:path w="2109470" h="905510">
                  <a:moveTo>
                    <a:pt x="710184" y="618744"/>
                  </a:moveTo>
                  <a:lnTo>
                    <a:pt x="702576" y="618744"/>
                  </a:lnTo>
                  <a:lnTo>
                    <a:pt x="684276" y="612648"/>
                  </a:lnTo>
                  <a:lnTo>
                    <a:pt x="676668" y="612648"/>
                  </a:lnTo>
                  <a:lnTo>
                    <a:pt x="676668" y="618744"/>
                  </a:lnTo>
                  <a:lnTo>
                    <a:pt x="684276" y="618744"/>
                  </a:lnTo>
                  <a:lnTo>
                    <a:pt x="702576" y="624840"/>
                  </a:lnTo>
                  <a:lnTo>
                    <a:pt x="710184" y="618744"/>
                  </a:lnTo>
                  <a:close/>
                </a:path>
                <a:path w="2109470" h="905510">
                  <a:moveTo>
                    <a:pt x="710184" y="592836"/>
                  </a:moveTo>
                  <a:lnTo>
                    <a:pt x="702576" y="592836"/>
                  </a:lnTo>
                  <a:lnTo>
                    <a:pt x="690384" y="612648"/>
                  </a:lnTo>
                  <a:lnTo>
                    <a:pt x="696468" y="612648"/>
                  </a:lnTo>
                  <a:lnTo>
                    <a:pt x="710184" y="592836"/>
                  </a:lnTo>
                  <a:close/>
                </a:path>
                <a:path w="2109470" h="905510">
                  <a:moveTo>
                    <a:pt x="730008" y="624840"/>
                  </a:moveTo>
                  <a:lnTo>
                    <a:pt x="722376" y="618744"/>
                  </a:lnTo>
                  <a:lnTo>
                    <a:pt x="722376" y="624840"/>
                  </a:lnTo>
                  <a:lnTo>
                    <a:pt x="730008" y="630936"/>
                  </a:lnTo>
                  <a:lnTo>
                    <a:pt x="730008" y="624840"/>
                  </a:lnTo>
                  <a:close/>
                </a:path>
                <a:path w="2109470" h="905510">
                  <a:moveTo>
                    <a:pt x="748284" y="566928"/>
                  </a:moveTo>
                  <a:lnTo>
                    <a:pt x="722376" y="579120"/>
                  </a:lnTo>
                  <a:lnTo>
                    <a:pt x="722376" y="585216"/>
                  </a:lnTo>
                  <a:lnTo>
                    <a:pt x="748284" y="573024"/>
                  </a:lnTo>
                  <a:lnTo>
                    <a:pt x="748284" y="566928"/>
                  </a:lnTo>
                  <a:close/>
                </a:path>
                <a:path w="2109470" h="905510">
                  <a:moveTo>
                    <a:pt x="794016" y="559308"/>
                  </a:moveTo>
                  <a:lnTo>
                    <a:pt x="768108" y="559308"/>
                  </a:lnTo>
                  <a:lnTo>
                    <a:pt x="762000" y="566928"/>
                  </a:lnTo>
                  <a:lnTo>
                    <a:pt x="794016" y="566928"/>
                  </a:lnTo>
                  <a:lnTo>
                    <a:pt x="794016" y="559308"/>
                  </a:lnTo>
                  <a:close/>
                </a:path>
                <a:path w="2109470" h="905510">
                  <a:moveTo>
                    <a:pt x="839724" y="566928"/>
                  </a:moveTo>
                  <a:lnTo>
                    <a:pt x="813816" y="559308"/>
                  </a:lnTo>
                  <a:lnTo>
                    <a:pt x="807732" y="559308"/>
                  </a:lnTo>
                  <a:lnTo>
                    <a:pt x="813816" y="566928"/>
                  </a:lnTo>
                  <a:lnTo>
                    <a:pt x="839724" y="573024"/>
                  </a:lnTo>
                  <a:lnTo>
                    <a:pt x="839724" y="566928"/>
                  </a:lnTo>
                  <a:close/>
                </a:path>
                <a:path w="2109470" h="905510">
                  <a:moveTo>
                    <a:pt x="839724" y="541020"/>
                  </a:moveTo>
                  <a:lnTo>
                    <a:pt x="833640" y="541020"/>
                  </a:lnTo>
                  <a:lnTo>
                    <a:pt x="813816" y="559308"/>
                  </a:lnTo>
                  <a:lnTo>
                    <a:pt x="819924" y="559308"/>
                  </a:lnTo>
                  <a:lnTo>
                    <a:pt x="839724" y="541020"/>
                  </a:lnTo>
                  <a:close/>
                </a:path>
                <a:path w="2109470" h="905510">
                  <a:moveTo>
                    <a:pt x="871740" y="515112"/>
                  </a:moveTo>
                  <a:lnTo>
                    <a:pt x="845832" y="527304"/>
                  </a:lnTo>
                  <a:lnTo>
                    <a:pt x="845832" y="533400"/>
                  </a:lnTo>
                  <a:lnTo>
                    <a:pt x="871740" y="521208"/>
                  </a:lnTo>
                  <a:lnTo>
                    <a:pt x="871740" y="515112"/>
                  </a:lnTo>
                  <a:close/>
                </a:path>
                <a:path w="2109470" h="905510">
                  <a:moveTo>
                    <a:pt x="917460" y="507492"/>
                  </a:moveTo>
                  <a:lnTo>
                    <a:pt x="891552" y="507492"/>
                  </a:lnTo>
                  <a:lnTo>
                    <a:pt x="885444" y="515112"/>
                  </a:lnTo>
                  <a:lnTo>
                    <a:pt x="917460" y="515112"/>
                  </a:lnTo>
                  <a:lnTo>
                    <a:pt x="917460" y="507492"/>
                  </a:lnTo>
                  <a:close/>
                </a:path>
                <a:path w="2109470" h="905510">
                  <a:moveTo>
                    <a:pt x="963168" y="507492"/>
                  </a:moveTo>
                  <a:lnTo>
                    <a:pt x="937260" y="501396"/>
                  </a:lnTo>
                  <a:lnTo>
                    <a:pt x="931176" y="507492"/>
                  </a:lnTo>
                  <a:lnTo>
                    <a:pt x="937260" y="507492"/>
                  </a:lnTo>
                  <a:lnTo>
                    <a:pt x="963168" y="515112"/>
                  </a:lnTo>
                  <a:lnTo>
                    <a:pt x="963168" y="507492"/>
                  </a:lnTo>
                  <a:close/>
                </a:path>
                <a:path w="2109470" h="905510">
                  <a:moveTo>
                    <a:pt x="963168" y="481584"/>
                  </a:moveTo>
                  <a:lnTo>
                    <a:pt x="957084" y="481584"/>
                  </a:lnTo>
                  <a:lnTo>
                    <a:pt x="937260" y="501396"/>
                  </a:lnTo>
                  <a:lnTo>
                    <a:pt x="943368" y="501396"/>
                  </a:lnTo>
                  <a:lnTo>
                    <a:pt x="963168" y="481584"/>
                  </a:lnTo>
                  <a:close/>
                </a:path>
                <a:path w="2109470" h="905510">
                  <a:moveTo>
                    <a:pt x="1002792" y="461772"/>
                  </a:moveTo>
                  <a:lnTo>
                    <a:pt x="996708" y="455676"/>
                  </a:lnTo>
                  <a:lnTo>
                    <a:pt x="970800" y="469392"/>
                  </a:lnTo>
                  <a:lnTo>
                    <a:pt x="970800" y="475488"/>
                  </a:lnTo>
                  <a:lnTo>
                    <a:pt x="996708" y="461772"/>
                  </a:lnTo>
                  <a:lnTo>
                    <a:pt x="1002792" y="461772"/>
                  </a:lnTo>
                  <a:close/>
                </a:path>
                <a:path w="2109470" h="905510">
                  <a:moveTo>
                    <a:pt x="1040892" y="449580"/>
                  </a:moveTo>
                  <a:lnTo>
                    <a:pt x="1014984" y="449580"/>
                  </a:lnTo>
                  <a:lnTo>
                    <a:pt x="1008900" y="455676"/>
                  </a:lnTo>
                  <a:lnTo>
                    <a:pt x="1040892" y="455676"/>
                  </a:lnTo>
                  <a:lnTo>
                    <a:pt x="1040892" y="449580"/>
                  </a:lnTo>
                  <a:close/>
                </a:path>
                <a:path w="2109470" h="905510">
                  <a:moveTo>
                    <a:pt x="1100340" y="435864"/>
                  </a:moveTo>
                  <a:lnTo>
                    <a:pt x="1094232" y="435864"/>
                  </a:lnTo>
                  <a:lnTo>
                    <a:pt x="1076744" y="453364"/>
                  </a:lnTo>
                  <a:lnTo>
                    <a:pt x="1060716" y="449580"/>
                  </a:lnTo>
                  <a:lnTo>
                    <a:pt x="1054608" y="449580"/>
                  </a:lnTo>
                  <a:lnTo>
                    <a:pt x="1060716" y="455676"/>
                  </a:lnTo>
                  <a:lnTo>
                    <a:pt x="1086624" y="461772"/>
                  </a:lnTo>
                  <a:lnTo>
                    <a:pt x="1086624" y="455676"/>
                  </a:lnTo>
                  <a:lnTo>
                    <a:pt x="1081671" y="454520"/>
                  </a:lnTo>
                  <a:lnTo>
                    <a:pt x="1100340" y="435864"/>
                  </a:lnTo>
                  <a:close/>
                </a:path>
                <a:path w="2109470" h="905510">
                  <a:moveTo>
                    <a:pt x="1106436" y="455688"/>
                  </a:moveTo>
                  <a:lnTo>
                    <a:pt x="1100340" y="461784"/>
                  </a:lnTo>
                  <a:lnTo>
                    <a:pt x="1106436" y="461784"/>
                  </a:lnTo>
                  <a:lnTo>
                    <a:pt x="1106436" y="455688"/>
                  </a:lnTo>
                  <a:close/>
                </a:path>
                <a:path w="2109470" h="905510">
                  <a:moveTo>
                    <a:pt x="1132332" y="409956"/>
                  </a:moveTo>
                  <a:lnTo>
                    <a:pt x="1106424" y="423672"/>
                  </a:lnTo>
                  <a:lnTo>
                    <a:pt x="1106424" y="429768"/>
                  </a:lnTo>
                  <a:lnTo>
                    <a:pt x="1132332" y="417576"/>
                  </a:lnTo>
                  <a:lnTo>
                    <a:pt x="1132332" y="409956"/>
                  </a:lnTo>
                  <a:close/>
                </a:path>
                <a:path w="2109470" h="905510">
                  <a:moveTo>
                    <a:pt x="1178052" y="403860"/>
                  </a:moveTo>
                  <a:lnTo>
                    <a:pt x="1152144" y="403860"/>
                  </a:lnTo>
                  <a:lnTo>
                    <a:pt x="1146060" y="409956"/>
                  </a:lnTo>
                  <a:lnTo>
                    <a:pt x="1178052" y="409956"/>
                  </a:lnTo>
                  <a:lnTo>
                    <a:pt x="1178052" y="403860"/>
                  </a:lnTo>
                  <a:close/>
                </a:path>
                <a:path w="2109470" h="905510">
                  <a:moveTo>
                    <a:pt x="1223784" y="384048"/>
                  </a:moveTo>
                  <a:lnTo>
                    <a:pt x="1217676" y="384048"/>
                  </a:lnTo>
                  <a:lnTo>
                    <a:pt x="1203960" y="403860"/>
                  </a:lnTo>
                  <a:lnTo>
                    <a:pt x="1197876" y="403860"/>
                  </a:lnTo>
                  <a:lnTo>
                    <a:pt x="1191768" y="403860"/>
                  </a:lnTo>
                  <a:lnTo>
                    <a:pt x="1197876" y="409956"/>
                  </a:lnTo>
                  <a:lnTo>
                    <a:pt x="1223784" y="409956"/>
                  </a:lnTo>
                  <a:lnTo>
                    <a:pt x="1223784" y="403860"/>
                  </a:lnTo>
                  <a:lnTo>
                    <a:pt x="1211592" y="403860"/>
                  </a:lnTo>
                  <a:lnTo>
                    <a:pt x="1223784" y="384048"/>
                  </a:lnTo>
                  <a:close/>
                </a:path>
                <a:path w="2109470" h="905510">
                  <a:moveTo>
                    <a:pt x="1263408" y="358140"/>
                  </a:moveTo>
                  <a:lnTo>
                    <a:pt x="1237500" y="371856"/>
                  </a:lnTo>
                  <a:lnTo>
                    <a:pt x="1237500" y="377952"/>
                  </a:lnTo>
                  <a:lnTo>
                    <a:pt x="1263408" y="364236"/>
                  </a:lnTo>
                  <a:lnTo>
                    <a:pt x="1263408" y="358140"/>
                  </a:lnTo>
                  <a:close/>
                </a:path>
                <a:path w="2109470" h="905510">
                  <a:moveTo>
                    <a:pt x="1309116" y="352044"/>
                  </a:moveTo>
                  <a:lnTo>
                    <a:pt x="1301508" y="345948"/>
                  </a:lnTo>
                  <a:lnTo>
                    <a:pt x="1275600" y="352044"/>
                  </a:lnTo>
                  <a:lnTo>
                    <a:pt x="1275600" y="358140"/>
                  </a:lnTo>
                  <a:lnTo>
                    <a:pt x="1301508" y="352044"/>
                  </a:lnTo>
                  <a:lnTo>
                    <a:pt x="1309116" y="352044"/>
                  </a:lnTo>
                  <a:close/>
                </a:path>
                <a:path w="2109470" h="905510">
                  <a:moveTo>
                    <a:pt x="1353324" y="326136"/>
                  </a:moveTo>
                  <a:lnTo>
                    <a:pt x="1347216" y="326136"/>
                  </a:lnTo>
                  <a:lnTo>
                    <a:pt x="1327416" y="345948"/>
                  </a:lnTo>
                  <a:lnTo>
                    <a:pt x="1321308" y="345948"/>
                  </a:lnTo>
                  <a:lnTo>
                    <a:pt x="1321308" y="352044"/>
                  </a:lnTo>
                  <a:lnTo>
                    <a:pt x="1353324" y="352044"/>
                  </a:lnTo>
                  <a:lnTo>
                    <a:pt x="1347216" y="345948"/>
                  </a:lnTo>
                  <a:lnTo>
                    <a:pt x="1335024" y="345948"/>
                  </a:lnTo>
                  <a:lnTo>
                    <a:pt x="1353324" y="326136"/>
                  </a:lnTo>
                  <a:close/>
                </a:path>
                <a:path w="2109470" h="905510">
                  <a:moveTo>
                    <a:pt x="1386852" y="300228"/>
                  </a:moveTo>
                  <a:lnTo>
                    <a:pt x="1360932" y="312420"/>
                  </a:lnTo>
                  <a:lnTo>
                    <a:pt x="1360932" y="318516"/>
                  </a:lnTo>
                  <a:lnTo>
                    <a:pt x="1386852" y="306324"/>
                  </a:lnTo>
                  <a:lnTo>
                    <a:pt x="1386852" y="300228"/>
                  </a:lnTo>
                  <a:close/>
                </a:path>
                <a:path w="2109470" h="905510">
                  <a:moveTo>
                    <a:pt x="1432560" y="292608"/>
                  </a:moveTo>
                  <a:lnTo>
                    <a:pt x="1406652" y="292608"/>
                  </a:lnTo>
                  <a:lnTo>
                    <a:pt x="1399032" y="300228"/>
                  </a:lnTo>
                  <a:lnTo>
                    <a:pt x="1432560" y="300228"/>
                  </a:lnTo>
                  <a:lnTo>
                    <a:pt x="1432560" y="292608"/>
                  </a:lnTo>
                  <a:close/>
                </a:path>
                <a:path w="2109470" h="905510">
                  <a:moveTo>
                    <a:pt x="1478292" y="274320"/>
                  </a:moveTo>
                  <a:lnTo>
                    <a:pt x="1470660" y="274320"/>
                  </a:lnTo>
                  <a:lnTo>
                    <a:pt x="1458468" y="292608"/>
                  </a:lnTo>
                  <a:lnTo>
                    <a:pt x="1452384" y="292608"/>
                  </a:lnTo>
                  <a:lnTo>
                    <a:pt x="1444752" y="292608"/>
                  </a:lnTo>
                  <a:lnTo>
                    <a:pt x="1452384" y="300228"/>
                  </a:lnTo>
                  <a:lnTo>
                    <a:pt x="1478292" y="300228"/>
                  </a:lnTo>
                  <a:lnTo>
                    <a:pt x="1478292" y="292608"/>
                  </a:lnTo>
                  <a:lnTo>
                    <a:pt x="1464576" y="292608"/>
                  </a:lnTo>
                  <a:lnTo>
                    <a:pt x="1478292" y="274320"/>
                  </a:lnTo>
                  <a:close/>
                </a:path>
                <a:path w="2109470" h="905510">
                  <a:moveTo>
                    <a:pt x="1516392" y="246888"/>
                  </a:moveTo>
                  <a:lnTo>
                    <a:pt x="1490484" y="260604"/>
                  </a:lnTo>
                  <a:lnTo>
                    <a:pt x="1490484" y="266700"/>
                  </a:lnTo>
                  <a:lnTo>
                    <a:pt x="1516392" y="254508"/>
                  </a:lnTo>
                  <a:lnTo>
                    <a:pt x="1516392" y="246888"/>
                  </a:lnTo>
                  <a:close/>
                </a:path>
                <a:path w="2109470" h="905510">
                  <a:moveTo>
                    <a:pt x="1562100" y="240792"/>
                  </a:moveTo>
                  <a:lnTo>
                    <a:pt x="1536192" y="240792"/>
                  </a:lnTo>
                  <a:lnTo>
                    <a:pt x="1530108" y="246888"/>
                  </a:lnTo>
                  <a:lnTo>
                    <a:pt x="1562100" y="246888"/>
                  </a:lnTo>
                  <a:lnTo>
                    <a:pt x="1562100" y="240792"/>
                  </a:lnTo>
                  <a:close/>
                </a:path>
                <a:path w="2109470" h="905510">
                  <a:moveTo>
                    <a:pt x="1601724" y="214884"/>
                  </a:moveTo>
                  <a:lnTo>
                    <a:pt x="1594116" y="214884"/>
                  </a:lnTo>
                  <a:lnTo>
                    <a:pt x="1581924" y="234696"/>
                  </a:lnTo>
                  <a:lnTo>
                    <a:pt x="1588008" y="234696"/>
                  </a:lnTo>
                  <a:lnTo>
                    <a:pt x="1601724" y="214884"/>
                  </a:lnTo>
                  <a:close/>
                </a:path>
                <a:path w="2109470" h="905510">
                  <a:moveTo>
                    <a:pt x="1607832" y="246888"/>
                  </a:moveTo>
                  <a:lnTo>
                    <a:pt x="1601724" y="240792"/>
                  </a:lnTo>
                  <a:lnTo>
                    <a:pt x="1581924" y="240792"/>
                  </a:lnTo>
                  <a:lnTo>
                    <a:pt x="1575816" y="240792"/>
                  </a:lnTo>
                  <a:lnTo>
                    <a:pt x="1581924" y="246888"/>
                  </a:lnTo>
                  <a:lnTo>
                    <a:pt x="1607832" y="246888"/>
                  </a:lnTo>
                  <a:close/>
                </a:path>
                <a:path w="2109470" h="905510">
                  <a:moveTo>
                    <a:pt x="1639824" y="188976"/>
                  </a:moveTo>
                  <a:lnTo>
                    <a:pt x="1613916" y="202692"/>
                  </a:lnTo>
                  <a:lnTo>
                    <a:pt x="1613916" y="208788"/>
                  </a:lnTo>
                  <a:lnTo>
                    <a:pt x="1639824" y="195072"/>
                  </a:lnTo>
                  <a:lnTo>
                    <a:pt x="1639824" y="188976"/>
                  </a:lnTo>
                  <a:close/>
                </a:path>
                <a:path w="2109470" h="905510">
                  <a:moveTo>
                    <a:pt x="1685544" y="182880"/>
                  </a:moveTo>
                  <a:lnTo>
                    <a:pt x="1659648" y="182880"/>
                  </a:lnTo>
                  <a:lnTo>
                    <a:pt x="1653552" y="188976"/>
                  </a:lnTo>
                  <a:lnTo>
                    <a:pt x="1685544" y="188976"/>
                  </a:lnTo>
                  <a:lnTo>
                    <a:pt x="1685544" y="182880"/>
                  </a:lnTo>
                  <a:close/>
                </a:path>
                <a:path w="2109470" h="905510">
                  <a:moveTo>
                    <a:pt x="1731276" y="163068"/>
                  </a:moveTo>
                  <a:lnTo>
                    <a:pt x="1725168" y="163068"/>
                  </a:lnTo>
                  <a:lnTo>
                    <a:pt x="1705368" y="182880"/>
                  </a:lnTo>
                  <a:lnTo>
                    <a:pt x="1699260" y="182880"/>
                  </a:lnTo>
                  <a:lnTo>
                    <a:pt x="1705368" y="188976"/>
                  </a:lnTo>
                  <a:lnTo>
                    <a:pt x="1731276" y="188976"/>
                  </a:lnTo>
                  <a:lnTo>
                    <a:pt x="1731276" y="182880"/>
                  </a:lnTo>
                  <a:lnTo>
                    <a:pt x="1711452" y="182880"/>
                  </a:lnTo>
                  <a:lnTo>
                    <a:pt x="1731276" y="163068"/>
                  </a:lnTo>
                  <a:close/>
                </a:path>
                <a:path w="2109470" h="905510">
                  <a:moveTo>
                    <a:pt x="1763268" y="137160"/>
                  </a:moveTo>
                  <a:lnTo>
                    <a:pt x="1737360" y="149352"/>
                  </a:lnTo>
                  <a:lnTo>
                    <a:pt x="1737360" y="156972"/>
                  </a:lnTo>
                  <a:lnTo>
                    <a:pt x="1763268" y="143256"/>
                  </a:lnTo>
                  <a:lnTo>
                    <a:pt x="1763268" y="137160"/>
                  </a:lnTo>
                  <a:close/>
                </a:path>
                <a:path w="2109470" h="905510">
                  <a:moveTo>
                    <a:pt x="1809000" y="131064"/>
                  </a:moveTo>
                  <a:lnTo>
                    <a:pt x="1783092" y="131064"/>
                  </a:lnTo>
                  <a:lnTo>
                    <a:pt x="1776984" y="137160"/>
                  </a:lnTo>
                  <a:lnTo>
                    <a:pt x="1809000" y="137160"/>
                  </a:lnTo>
                  <a:lnTo>
                    <a:pt x="1809000" y="131064"/>
                  </a:lnTo>
                  <a:close/>
                </a:path>
                <a:path w="2109470" h="905510">
                  <a:moveTo>
                    <a:pt x="1854708" y="111252"/>
                  </a:moveTo>
                  <a:lnTo>
                    <a:pt x="1848624" y="111252"/>
                  </a:lnTo>
                  <a:lnTo>
                    <a:pt x="1834908" y="131064"/>
                  </a:lnTo>
                  <a:lnTo>
                    <a:pt x="1828800" y="131064"/>
                  </a:lnTo>
                  <a:lnTo>
                    <a:pt x="1822716" y="131064"/>
                  </a:lnTo>
                  <a:lnTo>
                    <a:pt x="1828800" y="137160"/>
                  </a:lnTo>
                  <a:lnTo>
                    <a:pt x="1854708" y="137160"/>
                  </a:lnTo>
                  <a:lnTo>
                    <a:pt x="1854708" y="131064"/>
                  </a:lnTo>
                  <a:lnTo>
                    <a:pt x="1842516" y="131064"/>
                  </a:lnTo>
                  <a:lnTo>
                    <a:pt x="1854708" y="111252"/>
                  </a:lnTo>
                  <a:close/>
                </a:path>
                <a:path w="2109470" h="905510">
                  <a:moveTo>
                    <a:pt x="1894332" y="85344"/>
                  </a:moveTo>
                  <a:lnTo>
                    <a:pt x="1868424" y="97536"/>
                  </a:lnTo>
                  <a:lnTo>
                    <a:pt x="1868424" y="105156"/>
                  </a:lnTo>
                  <a:lnTo>
                    <a:pt x="1894332" y="91440"/>
                  </a:lnTo>
                  <a:lnTo>
                    <a:pt x="1894332" y="85344"/>
                  </a:lnTo>
                  <a:close/>
                </a:path>
                <a:path w="2109470" h="905510">
                  <a:moveTo>
                    <a:pt x="1940052" y="77724"/>
                  </a:moveTo>
                  <a:lnTo>
                    <a:pt x="1932432" y="71628"/>
                  </a:lnTo>
                  <a:lnTo>
                    <a:pt x="1906524" y="77724"/>
                  </a:lnTo>
                  <a:lnTo>
                    <a:pt x="1906524" y="85344"/>
                  </a:lnTo>
                  <a:lnTo>
                    <a:pt x="1932432" y="77724"/>
                  </a:lnTo>
                  <a:lnTo>
                    <a:pt x="1940052" y="77724"/>
                  </a:lnTo>
                  <a:close/>
                </a:path>
                <a:path w="2109470" h="905510">
                  <a:moveTo>
                    <a:pt x="1985784" y="51816"/>
                  </a:moveTo>
                  <a:lnTo>
                    <a:pt x="1978152" y="51816"/>
                  </a:lnTo>
                  <a:lnTo>
                    <a:pt x="1959876" y="71628"/>
                  </a:lnTo>
                  <a:lnTo>
                    <a:pt x="1952244" y="71628"/>
                  </a:lnTo>
                  <a:lnTo>
                    <a:pt x="1952244" y="77724"/>
                  </a:lnTo>
                  <a:lnTo>
                    <a:pt x="1985784" y="77724"/>
                  </a:lnTo>
                  <a:lnTo>
                    <a:pt x="1978152" y="71628"/>
                  </a:lnTo>
                  <a:lnTo>
                    <a:pt x="1965960" y="71628"/>
                  </a:lnTo>
                  <a:lnTo>
                    <a:pt x="1985784" y="51816"/>
                  </a:lnTo>
                  <a:close/>
                </a:path>
                <a:path w="2109470" h="905510">
                  <a:moveTo>
                    <a:pt x="2017776" y="25908"/>
                  </a:moveTo>
                  <a:lnTo>
                    <a:pt x="1991868" y="39624"/>
                  </a:lnTo>
                  <a:lnTo>
                    <a:pt x="1991868" y="45720"/>
                  </a:lnTo>
                  <a:lnTo>
                    <a:pt x="2017776" y="33528"/>
                  </a:lnTo>
                  <a:lnTo>
                    <a:pt x="2017776" y="25908"/>
                  </a:lnTo>
                  <a:close/>
                </a:path>
                <a:path w="2109470" h="905510">
                  <a:moveTo>
                    <a:pt x="2063508" y="19812"/>
                  </a:moveTo>
                  <a:lnTo>
                    <a:pt x="2037600" y="19812"/>
                  </a:lnTo>
                  <a:lnTo>
                    <a:pt x="2031492" y="25908"/>
                  </a:lnTo>
                  <a:lnTo>
                    <a:pt x="2063508" y="25908"/>
                  </a:lnTo>
                  <a:lnTo>
                    <a:pt x="2063508" y="19812"/>
                  </a:lnTo>
                  <a:close/>
                </a:path>
                <a:path w="2109470" h="905510">
                  <a:moveTo>
                    <a:pt x="2109216" y="0"/>
                  </a:moveTo>
                  <a:lnTo>
                    <a:pt x="2103132" y="0"/>
                  </a:lnTo>
                  <a:lnTo>
                    <a:pt x="2089416" y="19812"/>
                  </a:lnTo>
                  <a:lnTo>
                    <a:pt x="2083308" y="19812"/>
                  </a:lnTo>
                  <a:lnTo>
                    <a:pt x="2075700" y="19812"/>
                  </a:lnTo>
                  <a:lnTo>
                    <a:pt x="2083308" y="25908"/>
                  </a:lnTo>
                  <a:lnTo>
                    <a:pt x="2109216" y="25908"/>
                  </a:lnTo>
                  <a:lnTo>
                    <a:pt x="2109216" y="19812"/>
                  </a:lnTo>
                  <a:lnTo>
                    <a:pt x="2095500" y="19812"/>
                  </a:lnTo>
                  <a:lnTo>
                    <a:pt x="210921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043671" y="1613915"/>
              <a:ext cx="2310765" cy="559435"/>
            </a:xfrm>
            <a:custGeom>
              <a:avLst/>
              <a:gdLst/>
              <a:ahLst/>
              <a:cxnLst/>
              <a:rect l="l" t="t" r="r" b="b"/>
              <a:pathLst>
                <a:path w="2310765" h="559435">
                  <a:moveTo>
                    <a:pt x="33540" y="519684"/>
                  </a:moveTo>
                  <a:lnTo>
                    <a:pt x="7632" y="519684"/>
                  </a:lnTo>
                  <a:lnTo>
                    <a:pt x="0" y="525780"/>
                  </a:lnTo>
                  <a:lnTo>
                    <a:pt x="33540" y="525780"/>
                  </a:lnTo>
                  <a:lnTo>
                    <a:pt x="33540" y="519684"/>
                  </a:lnTo>
                  <a:close/>
                </a:path>
                <a:path w="2310765" h="559435">
                  <a:moveTo>
                    <a:pt x="79260" y="519684"/>
                  </a:moveTo>
                  <a:lnTo>
                    <a:pt x="53352" y="519684"/>
                  </a:lnTo>
                  <a:lnTo>
                    <a:pt x="45732" y="519684"/>
                  </a:lnTo>
                  <a:lnTo>
                    <a:pt x="53352" y="525780"/>
                  </a:lnTo>
                  <a:lnTo>
                    <a:pt x="79260" y="525780"/>
                  </a:lnTo>
                  <a:lnTo>
                    <a:pt x="79260" y="519684"/>
                  </a:lnTo>
                  <a:close/>
                </a:path>
                <a:path w="2310765" h="559435">
                  <a:moveTo>
                    <a:pt x="124968" y="519684"/>
                  </a:moveTo>
                  <a:lnTo>
                    <a:pt x="99072" y="519684"/>
                  </a:lnTo>
                  <a:lnTo>
                    <a:pt x="91452" y="519684"/>
                  </a:lnTo>
                  <a:lnTo>
                    <a:pt x="99072" y="525780"/>
                  </a:lnTo>
                  <a:lnTo>
                    <a:pt x="124968" y="525780"/>
                  </a:lnTo>
                  <a:lnTo>
                    <a:pt x="124968" y="519684"/>
                  </a:lnTo>
                  <a:close/>
                </a:path>
                <a:path w="2310765" h="559435">
                  <a:moveTo>
                    <a:pt x="170688" y="525780"/>
                  </a:moveTo>
                  <a:lnTo>
                    <a:pt x="143268" y="519684"/>
                  </a:lnTo>
                  <a:lnTo>
                    <a:pt x="137172" y="525780"/>
                  </a:lnTo>
                  <a:lnTo>
                    <a:pt x="143268" y="525780"/>
                  </a:lnTo>
                  <a:lnTo>
                    <a:pt x="170688" y="533400"/>
                  </a:lnTo>
                  <a:lnTo>
                    <a:pt x="170688" y="525780"/>
                  </a:lnTo>
                  <a:close/>
                </a:path>
                <a:path w="2310765" h="559435">
                  <a:moveTo>
                    <a:pt x="214884" y="533400"/>
                  </a:moveTo>
                  <a:lnTo>
                    <a:pt x="188976" y="525780"/>
                  </a:lnTo>
                  <a:lnTo>
                    <a:pt x="182880" y="525780"/>
                  </a:lnTo>
                  <a:lnTo>
                    <a:pt x="188976" y="533400"/>
                  </a:lnTo>
                  <a:lnTo>
                    <a:pt x="214884" y="539496"/>
                  </a:lnTo>
                  <a:lnTo>
                    <a:pt x="214884" y="533400"/>
                  </a:lnTo>
                  <a:close/>
                </a:path>
                <a:path w="2310765" h="559435">
                  <a:moveTo>
                    <a:pt x="260604" y="545592"/>
                  </a:moveTo>
                  <a:lnTo>
                    <a:pt x="254508" y="545592"/>
                  </a:lnTo>
                  <a:lnTo>
                    <a:pt x="234696" y="539496"/>
                  </a:lnTo>
                  <a:lnTo>
                    <a:pt x="228600" y="539496"/>
                  </a:lnTo>
                  <a:lnTo>
                    <a:pt x="234696" y="545592"/>
                  </a:lnTo>
                  <a:lnTo>
                    <a:pt x="254508" y="551688"/>
                  </a:lnTo>
                  <a:lnTo>
                    <a:pt x="260604" y="545592"/>
                  </a:lnTo>
                  <a:close/>
                </a:path>
                <a:path w="2310765" h="559435">
                  <a:moveTo>
                    <a:pt x="280428" y="551688"/>
                  </a:moveTo>
                  <a:lnTo>
                    <a:pt x="274332" y="545592"/>
                  </a:lnTo>
                  <a:lnTo>
                    <a:pt x="274332" y="551688"/>
                  </a:lnTo>
                  <a:lnTo>
                    <a:pt x="280428" y="559308"/>
                  </a:lnTo>
                  <a:lnTo>
                    <a:pt x="280428" y="551688"/>
                  </a:lnTo>
                  <a:close/>
                </a:path>
                <a:path w="2310765" h="559435">
                  <a:moveTo>
                    <a:pt x="312432" y="513588"/>
                  </a:moveTo>
                  <a:lnTo>
                    <a:pt x="306336" y="507492"/>
                  </a:lnTo>
                  <a:lnTo>
                    <a:pt x="286512" y="525780"/>
                  </a:lnTo>
                  <a:lnTo>
                    <a:pt x="286512" y="533400"/>
                  </a:lnTo>
                  <a:lnTo>
                    <a:pt x="306336" y="513588"/>
                  </a:lnTo>
                  <a:lnTo>
                    <a:pt x="312432" y="513588"/>
                  </a:lnTo>
                  <a:close/>
                </a:path>
                <a:path w="2310765" h="559435">
                  <a:moveTo>
                    <a:pt x="345960" y="480060"/>
                  </a:moveTo>
                  <a:lnTo>
                    <a:pt x="326148" y="493776"/>
                  </a:lnTo>
                  <a:lnTo>
                    <a:pt x="320052" y="499872"/>
                  </a:lnTo>
                  <a:lnTo>
                    <a:pt x="326148" y="499872"/>
                  </a:lnTo>
                  <a:lnTo>
                    <a:pt x="345960" y="487680"/>
                  </a:lnTo>
                  <a:lnTo>
                    <a:pt x="345960" y="480060"/>
                  </a:lnTo>
                  <a:close/>
                </a:path>
                <a:path w="2310765" h="559435">
                  <a:moveTo>
                    <a:pt x="384060" y="454152"/>
                  </a:moveTo>
                  <a:lnTo>
                    <a:pt x="377964" y="454152"/>
                  </a:lnTo>
                  <a:lnTo>
                    <a:pt x="371868" y="461772"/>
                  </a:lnTo>
                  <a:lnTo>
                    <a:pt x="358152" y="467868"/>
                  </a:lnTo>
                  <a:lnTo>
                    <a:pt x="358152" y="473964"/>
                  </a:lnTo>
                  <a:lnTo>
                    <a:pt x="371868" y="467868"/>
                  </a:lnTo>
                  <a:lnTo>
                    <a:pt x="377964" y="461772"/>
                  </a:lnTo>
                  <a:lnTo>
                    <a:pt x="384060" y="454152"/>
                  </a:lnTo>
                  <a:close/>
                </a:path>
                <a:path w="2310765" h="559435">
                  <a:moveTo>
                    <a:pt x="423684" y="435864"/>
                  </a:moveTo>
                  <a:lnTo>
                    <a:pt x="417576" y="428244"/>
                  </a:lnTo>
                  <a:lnTo>
                    <a:pt x="397776" y="441960"/>
                  </a:lnTo>
                  <a:lnTo>
                    <a:pt x="397776" y="448056"/>
                  </a:lnTo>
                  <a:lnTo>
                    <a:pt x="417576" y="435864"/>
                  </a:lnTo>
                  <a:lnTo>
                    <a:pt x="423684" y="435864"/>
                  </a:lnTo>
                  <a:close/>
                </a:path>
                <a:path w="2310765" h="559435">
                  <a:moveTo>
                    <a:pt x="463308" y="408432"/>
                  </a:moveTo>
                  <a:lnTo>
                    <a:pt x="455676" y="408432"/>
                  </a:lnTo>
                  <a:lnTo>
                    <a:pt x="437400" y="422148"/>
                  </a:lnTo>
                  <a:lnTo>
                    <a:pt x="437400" y="428244"/>
                  </a:lnTo>
                  <a:lnTo>
                    <a:pt x="455676" y="416052"/>
                  </a:lnTo>
                  <a:lnTo>
                    <a:pt x="463308" y="408432"/>
                  </a:lnTo>
                  <a:close/>
                </a:path>
                <a:path w="2310765" h="559435">
                  <a:moveTo>
                    <a:pt x="501408" y="390144"/>
                  </a:moveTo>
                  <a:lnTo>
                    <a:pt x="475500" y="396240"/>
                  </a:lnTo>
                  <a:lnTo>
                    <a:pt x="475500" y="402336"/>
                  </a:lnTo>
                  <a:lnTo>
                    <a:pt x="501408" y="396240"/>
                  </a:lnTo>
                  <a:lnTo>
                    <a:pt x="501408" y="390144"/>
                  </a:lnTo>
                  <a:close/>
                </a:path>
                <a:path w="2310765" h="559435">
                  <a:moveTo>
                    <a:pt x="547128" y="370332"/>
                  </a:moveTo>
                  <a:lnTo>
                    <a:pt x="541020" y="370332"/>
                  </a:lnTo>
                  <a:lnTo>
                    <a:pt x="521208" y="382524"/>
                  </a:lnTo>
                  <a:lnTo>
                    <a:pt x="515124" y="382524"/>
                  </a:lnTo>
                  <a:lnTo>
                    <a:pt x="521208" y="390144"/>
                  </a:lnTo>
                  <a:lnTo>
                    <a:pt x="541020" y="376428"/>
                  </a:lnTo>
                  <a:lnTo>
                    <a:pt x="547128" y="370332"/>
                  </a:lnTo>
                  <a:close/>
                </a:path>
                <a:path w="2310765" h="559435">
                  <a:moveTo>
                    <a:pt x="586752" y="356616"/>
                  </a:moveTo>
                  <a:lnTo>
                    <a:pt x="560844" y="364236"/>
                  </a:lnTo>
                  <a:lnTo>
                    <a:pt x="560844" y="370332"/>
                  </a:lnTo>
                  <a:lnTo>
                    <a:pt x="586752" y="364236"/>
                  </a:lnTo>
                  <a:lnTo>
                    <a:pt x="586752" y="356616"/>
                  </a:lnTo>
                  <a:close/>
                </a:path>
                <a:path w="2310765" h="559435">
                  <a:moveTo>
                    <a:pt x="632460" y="344424"/>
                  </a:moveTo>
                  <a:lnTo>
                    <a:pt x="606552" y="350520"/>
                  </a:lnTo>
                  <a:lnTo>
                    <a:pt x="598944" y="350520"/>
                  </a:lnTo>
                  <a:lnTo>
                    <a:pt x="606552" y="356616"/>
                  </a:lnTo>
                  <a:lnTo>
                    <a:pt x="632460" y="350520"/>
                  </a:lnTo>
                  <a:lnTo>
                    <a:pt x="632460" y="344424"/>
                  </a:lnTo>
                  <a:close/>
                </a:path>
                <a:path w="2310765" h="559435">
                  <a:moveTo>
                    <a:pt x="678192" y="338328"/>
                  </a:moveTo>
                  <a:lnTo>
                    <a:pt x="670560" y="330708"/>
                  </a:lnTo>
                  <a:lnTo>
                    <a:pt x="644652" y="338328"/>
                  </a:lnTo>
                  <a:lnTo>
                    <a:pt x="644652" y="344424"/>
                  </a:lnTo>
                  <a:lnTo>
                    <a:pt x="670560" y="338328"/>
                  </a:lnTo>
                  <a:lnTo>
                    <a:pt x="678192" y="338328"/>
                  </a:lnTo>
                  <a:close/>
                </a:path>
                <a:path w="2310765" h="559435">
                  <a:moveTo>
                    <a:pt x="722376" y="324612"/>
                  </a:moveTo>
                  <a:lnTo>
                    <a:pt x="716292" y="324612"/>
                  </a:lnTo>
                  <a:lnTo>
                    <a:pt x="690384" y="330708"/>
                  </a:lnTo>
                  <a:lnTo>
                    <a:pt x="690384" y="338328"/>
                  </a:lnTo>
                  <a:lnTo>
                    <a:pt x="716292" y="330708"/>
                  </a:lnTo>
                  <a:lnTo>
                    <a:pt x="722376" y="324612"/>
                  </a:lnTo>
                  <a:close/>
                </a:path>
                <a:path w="2310765" h="559435">
                  <a:moveTo>
                    <a:pt x="768108" y="324612"/>
                  </a:moveTo>
                  <a:lnTo>
                    <a:pt x="762000" y="318516"/>
                  </a:lnTo>
                  <a:lnTo>
                    <a:pt x="736092" y="324612"/>
                  </a:lnTo>
                  <a:lnTo>
                    <a:pt x="736092" y="330708"/>
                  </a:lnTo>
                  <a:lnTo>
                    <a:pt x="762000" y="324612"/>
                  </a:lnTo>
                  <a:lnTo>
                    <a:pt x="768108" y="324612"/>
                  </a:lnTo>
                  <a:close/>
                </a:path>
                <a:path w="2310765" h="559435">
                  <a:moveTo>
                    <a:pt x="813828" y="324612"/>
                  </a:moveTo>
                  <a:lnTo>
                    <a:pt x="807720" y="318516"/>
                  </a:lnTo>
                  <a:lnTo>
                    <a:pt x="781824" y="318516"/>
                  </a:lnTo>
                  <a:lnTo>
                    <a:pt x="781824" y="324612"/>
                  </a:lnTo>
                  <a:lnTo>
                    <a:pt x="813828" y="324612"/>
                  </a:lnTo>
                  <a:close/>
                </a:path>
                <a:path w="2310765" h="559435">
                  <a:moveTo>
                    <a:pt x="859536" y="324612"/>
                  </a:moveTo>
                  <a:lnTo>
                    <a:pt x="853452" y="324612"/>
                  </a:lnTo>
                  <a:lnTo>
                    <a:pt x="827544" y="318516"/>
                  </a:lnTo>
                  <a:lnTo>
                    <a:pt x="827544" y="324612"/>
                  </a:lnTo>
                  <a:lnTo>
                    <a:pt x="853452" y="330708"/>
                  </a:lnTo>
                  <a:lnTo>
                    <a:pt x="859536" y="324612"/>
                  </a:lnTo>
                  <a:close/>
                </a:path>
                <a:path w="2310765" h="559435">
                  <a:moveTo>
                    <a:pt x="905268" y="330708"/>
                  </a:moveTo>
                  <a:lnTo>
                    <a:pt x="899160" y="330708"/>
                  </a:lnTo>
                  <a:lnTo>
                    <a:pt x="873252" y="324612"/>
                  </a:lnTo>
                  <a:lnTo>
                    <a:pt x="873252" y="330708"/>
                  </a:lnTo>
                  <a:lnTo>
                    <a:pt x="899160" y="338328"/>
                  </a:lnTo>
                  <a:lnTo>
                    <a:pt x="905268" y="330708"/>
                  </a:lnTo>
                  <a:close/>
                </a:path>
                <a:path w="2310765" h="559435">
                  <a:moveTo>
                    <a:pt x="944892" y="344424"/>
                  </a:moveTo>
                  <a:lnTo>
                    <a:pt x="918984" y="330708"/>
                  </a:lnTo>
                  <a:lnTo>
                    <a:pt x="918984" y="338328"/>
                  </a:lnTo>
                  <a:lnTo>
                    <a:pt x="944892" y="350520"/>
                  </a:lnTo>
                  <a:lnTo>
                    <a:pt x="944892" y="344424"/>
                  </a:lnTo>
                  <a:close/>
                </a:path>
                <a:path w="2310765" h="559435">
                  <a:moveTo>
                    <a:pt x="982992" y="356616"/>
                  </a:moveTo>
                  <a:lnTo>
                    <a:pt x="968997" y="352323"/>
                  </a:lnTo>
                  <a:lnTo>
                    <a:pt x="970800" y="350520"/>
                  </a:lnTo>
                  <a:lnTo>
                    <a:pt x="976884" y="350520"/>
                  </a:lnTo>
                  <a:lnTo>
                    <a:pt x="970800" y="344424"/>
                  </a:lnTo>
                  <a:lnTo>
                    <a:pt x="964336" y="350888"/>
                  </a:lnTo>
                  <a:lnTo>
                    <a:pt x="963168" y="350520"/>
                  </a:lnTo>
                  <a:lnTo>
                    <a:pt x="957084" y="350520"/>
                  </a:lnTo>
                  <a:lnTo>
                    <a:pt x="960882" y="354342"/>
                  </a:lnTo>
                  <a:lnTo>
                    <a:pt x="950976" y="364236"/>
                  </a:lnTo>
                  <a:lnTo>
                    <a:pt x="950976" y="370332"/>
                  </a:lnTo>
                  <a:lnTo>
                    <a:pt x="964272" y="357047"/>
                  </a:lnTo>
                  <a:lnTo>
                    <a:pt x="982992" y="364236"/>
                  </a:lnTo>
                  <a:lnTo>
                    <a:pt x="982992" y="356616"/>
                  </a:lnTo>
                  <a:close/>
                </a:path>
                <a:path w="2310765" h="559435">
                  <a:moveTo>
                    <a:pt x="1008900" y="318516"/>
                  </a:moveTo>
                  <a:lnTo>
                    <a:pt x="990600" y="330708"/>
                  </a:lnTo>
                  <a:lnTo>
                    <a:pt x="982992" y="338328"/>
                  </a:lnTo>
                  <a:lnTo>
                    <a:pt x="990600" y="338328"/>
                  </a:lnTo>
                  <a:lnTo>
                    <a:pt x="1008900" y="324612"/>
                  </a:lnTo>
                  <a:lnTo>
                    <a:pt x="1008900" y="318516"/>
                  </a:lnTo>
                  <a:close/>
                </a:path>
                <a:path w="2310765" h="559435">
                  <a:moveTo>
                    <a:pt x="1048524" y="292608"/>
                  </a:moveTo>
                  <a:lnTo>
                    <a:pt x="1042428" y="292608"/>
                  </a:lnTo>
                  <a:lnTo>
                    <a:pt x="1034808" y="298704"/>
                  </a:lnTo>
                  <a:lnTo>
                    <a:pt x="1022616" y="304800"/>
                  </a:lnTo>
                  <a:lnTo>
                    <a:pt x="1022616" y="310896"/>
                  </a:lnTo>
                  <a:lnTo>
                    <a:pt x="1034808" y="304800"/>
                  </a:lnTo>
                  <a:lnTo>
                    <a:pt x="1042428" y="298704"/>
                  </a:lnTo>
                  <a:lnTo>
                    <a:pt x="1048524" y="292608"/>
                  </a:lnTo>
                  <a:close/>
                </a:path>
                <a:path w="2310765" h="559435">
                  <a:moveTo>
                    <a:pt x="1088136" y="266700"/>
                  </a:moveTo>
                  <a:lnTo>
                    <a:pt x="1080528" y="266700"/>
                  </a:lnTo>
                  <a:lnTo>
                    <a:pt x="1062228" y="278892"/>
                  </a:lnTo>
                  <a:lnTo>
                    <a:pt x="1054608" y="284988"/>
                  </a:lnTo>
                  <a:lnTo>
                    <a:pt x="1062228" y="284988"/>
                  </a:lnTo>
                  <a:lnTo>
                    <a:pt x="1080528" y="272796"/>
                  </a:lnTo>
                  <a:lnTo>
                    <a:pt x="1088136" y="266700"/>
                  </a:lnTo>
                  <a:close/>
                </a:path>
                <a:path w="2310765" h="559435">
                  <a:moveTo>
                    <a:pt x="1126236" y="246888"/>
                  </a:moveTo>
                  <a:lnTo>
                    <a:pt x="1120152" y="239268"/>
                  </a:lnTo>
                  <a:lnTo>
                    <a:pt x="1100328" y="252984"/>
                  </a:lnTo>
                  <a:lnTo>
                    <a:pt x="1094244" y="259080"/>
                  </a:lnTo>
                  <a:lnTo>
                    <a:pt x="1100328" y="259080"/>
                  </a:lnTo>
                  <a:lnTo>
                    <a:pt x="1120152" y="246888"/>
                  </a:lnTo>
                  <a:lnTo>
                    <a:pt x="1126236" y="246888"/>
                  </a:lnTo>
                  <a:close/>
                </a:path>
                <a:path w="2310765" h="559435">
                  <a:moveTo>
                    <a:pt x="1165860" y="220980"/>
                  </a:moveTo>
                  <a:lnTo>
                    <a:pt x="1139952" y="233172"/>
                  </a:lnTo>
                  <a:lnTo>
                    <a:pt x="1133868" y="239268"/>
                  </a:lnTo>
                  <a:lnTo>
                    <a:pt x="1139952" y="239268"/>
                  </a:lnTo>
                  <a:lnTo>
                    <a:pt x="1165860" y="227076"/>
                  </a:lnTo>
                  <a:lnTo>
                    <a:pt x="1165860" y="220980"/>
                  </a:lnTo>
                  <a:close/>
                </a:path>
                <a:path w="2310765" h="559435">
                  <a:moveTo>
                    <a:pt x="1203960" y="207264"/>
                  </a:moveTo>
                  <a:lnTo>
                    <a:pt x="1178052" y="213360"/>
                  </a:lnTo>
                  <a:lnTo>
                    <a:pt x="1178052" y="220980"/>
                  </a:lnTo>
                  <a:lnTo>
                    <a:pt x="1203960" y="213360"/>
                  </a:lnTo>
                  <a:lnTo>
                    <a:pt x="1203960" y="207264"/>
                  </a:lnTo>
                  <a:close/>
                </a:path>
                <a:path w="2310765" h="559435">
                  <a:moveTo>
                    <a:pt x="1249692" y="187452"/>
                  </a:moveTo>
                  <a:lnTo>
                    <a:pt x="1223784" y="201168"/>
                  </a:lnTo>
                  <a:lnTo>
                    <a:pt x="1217676" y="201168"/>
                  </a:lnTo>
                  <a:lnTo>
                    <a:pt x="1223784" y="207264"/>
                  </a:lnTo>
                  <a:lnTo>
                    <a:pt x="1249692" y="195072"/>
                  </a:lnTo>
                  <a:lnTo>
                    <a:pt x="1249692" y="187452"/>
                  </a:lnTo>
                  <a:close/>
                </a:path>
                <a:path w="2310765" h="559435">
                  <a:moveTo>
                    <a:pt x="1295400" y="181356"/>
                  </a:moveTo>
                  <a:lnTo>
                    <a:pt x="1289316" y="175260"/>
                  </a:lnTo>
                  <a:lnTo>
                    <a:pt x="1269492" y="187452"/>
                  </a:lnTo>
                  <a:lnTo>
                    <a:pt x="1263408" y="187452"/>
                  </a:lnTo>
                  <a:lnTo>
                    <a:pt x="1269492" y="195072"/>
                  </a:lnTo>
                  <a:lnTo>
                    <a:pt x="1289316" y="181356"/>
                  </a:lnTo>
                  <a:lnTo>
                    <a:pt x="1295400" y="181356"/>
                  </a:lnTo>
                  <a:close/>
                </a:path>
                <a:path w="2310765" h="559435">
                  <a:moveTo>
                    <a:pt x="1341120" y="175260"/>
                  </a:moveTo>
                  <a:lnTo>
                    <a:pt x="1335036" y="169164"/>
                  </a:lnTo>
                  <a:lnTo>
                    <a:pt x="1309128" y="175260"/>
                  </a:lnTo>
                  <a:lnTo>
                    <a:pt x="1309128" y="181356"/>
                  </a:lnTo>
                  <a:lnTo>
                    <a:pt x="1335036" y="175260"/>
                  </a:lnTo>
                  <a:lnTo>
                    <a:pt x="1341120" y="175260"/>
                  </a:lnTo>
                  <a:close/>
                </a:path>
                <a:path w="2310765" h="559435">
                  <a:moveTo>
                    <a:pt x="1386852" y="161544"/>
                  </a:moveTo>
                  <a:lnTo>
                    <a:pt x="1380744" y="161544"/>
                  </a:lnTo>
                  <a:lnTo>
                    <a:pt x="1354836" y="169164"/>
                  </a:lnTo>
                  <a:lnTo>
                    <a:pt x="1354836" y="175260"/>
                  </a:lnTo>
                  <a:lnTo>
                    <a:pt x="1380744" y="169164"/>
                  </a:lnTo>
                  <a:lnTo>
                    <a:pt x="1386852" y="161544"/>
                  </a:lnTo>
                  <a:close/>
                </a:path>
                <a:path w="2310765" h="559435">
                  <a:moveTo>
                    <a:pt x="1432560" y="161544"/>
                  </a:moveTo>
                  <a:lnTo>
                    <a:pt x="1400568" y="161544"/>
                  </a:lnTo>
                  <a:lnTo>
                    <a:pt x="1400568" y="169164"/>
                  </a:lnTo>
                  <a:lnTo>
                    <a:pt x="1426476" y="169164"/>
                  </a:lnTo>
                  <a:lnTo>
                    <a:pt x="1432560" y="161544"/>
                  </a:lnTo>
                  <a:close/>
                </a:path>
                <a:path w="2310765" h="559435">
                  <a:moveTo>
                    <a:pt x="1478292" y="161544"/>
                  </a:moveTo>
                  <a:lnTo>
                    <a:pt x="1472184" y="155448"/>
                  </a:lnTo>
                  <a:lnTo>
                    <a:pt x="1444752" y="161544"/>
                  </a:lnTo>
                  <a:lnTo>
                    <a:pt x="1444752" y="169164"/>
                  </a:lnTo>
                  <a:lnTo>
                    <a:pt x="1472184" y="161544"/>
                  </a:lnTo>
                  <a:lnTo>
                    <a:pt x="1478292" y="161544"/>
                  </a:lnTo>
                  <a:close/>
                </a:path>
                <a:path w="2310765" h="559435">
                  <a:moveTo>
                    <a:pt x="1524000" y="169164"/>
                  </a:moveTo>
                  <a:lnTo>
                    <a:pt x="1516392" y="161544"/>
                  </a:lnTo>
                  <a:lnTo>
                    <a:pt x="1490484" y="161544"/>
                  </a:lnTo>
                  <a:lnTo>
                    <a:pt x="1490484" y="169164"/>
                  </a:lnTo>
                  <a:lnTo>
                    <a:pt x="1524000" y="169164"/>
                  </a:lnTo>
                  <a:close/>
                </a:path>
                <a:path w="2310765" h="559435">
                  <a:moveTo>
                    <a:pt x="1562100" y="169164"/>
                  </a:moveTo>
                  <a:lnTo>
                    <a:pt x="1536192" y="169164"/>
                  </a:lnTo>
                  <a:lnTo>
                    <a:pt x="1536192" y="175260"/>
                  </a:lnTo>
                  <a:lnTo>
                    <a:pt x="1562100" y="175260"/>
                  </a:lnTo>
                  <a:lnTo>
                    <a:pt x="1562100" y="169164"/>
                  </a:lnTo>
                  <a:close/>
                </a:path>
                <a:path w="2310765" h="559435">
                  <a:moveTo>
                    <a:pt x="1607820" y="181356"/>
                  </a:moveTo>
                  <a:lnTo>
                    <a:pt x="1581924" y="175260"/>
                  </a:lnTo>
                  <a:lnTo>
                    <a:pt x="1575828" y="181356"/>
                  </a:lnTo>
                  <a:lnTo>
                    <a:pt x="1581924" y="181356"/>
                  </a:lnTo>
                  <a:lnTo>
                    <a:pt x="1607820" y="187452"/>
                  </a:lnTo>
                  <a:lnTo>
                    <a:pt x="1607820" y="181356"/>
                  </a:lnTo>
                  <a:close/>
                </a:path>
                <a:path w="2310765" h="559435">
                  <a:moveTo>
                    <a:pt x="1647444" y="201168"/>
                  </a:moveTo>
                  <a:lnTo>
                    <a:pt x="1625942" y="189788"/>
                  </a:lnTo>
                  <a:lnTo>
                    <a:pt x="1633728" y="181356"/>
                  </a:lnTo>
                  <a:lnTo>
                    <a:pt x="1641360" y="181356"/>
                  </a:lnTo>
                  <a:lnTo>
                    <a:pt x="1633728" y="175260"/>
                  </a:lnTo>
                  <a:lnTo>
                    <a:pt x="1622171" y="187794"/>
                  </a:lnTo>
                  <a:lnTo>
                    <a:pt x="1621536" y="187452"/>
                  </a:lnTo>
                  <a:lnTo>
                    <a:pt x="1621536" y="188480"/>
                  </a:lnTo>
                  <a:lnTo>
                    <a:pt x="1615452" y="195072"/>
                  </a:lnTo>
                  <a:lnTo>
                    <a:pt x="1615452" y="201168"/>
                  </a:lnTo>
                  <a:lnTo>
                    <a:pt x="1621536" y="194576"/>
                  </a:lnTo>
                  <a:lnTo>
                    <a:pt x="1621536" y="195072"/>
                  </a:lnTo>
                  <a:lnTo>
                    <a:pt x="1647444" y="207264"/>
                  </a:lnTo>
                  <a:lnTo>
                    <a:pt x="1647444" y="201168"/>
                  </a:lnTo>
                  <a:close/>
                </a:path>
                <a:path w="2310765" h="559435">
                  <a:moveTo>
                    <a:pt x="1673352" y="149352"/>
                  </a:moveTo>
                  <a:lnTo>
                    <a:pt x="1653552" y="161544"/>
                  </a:lnTo>
                  <a:lnTo>
                    <a:pt x="1647444" y="169164"/>
                  </a:lnTo>
                  <a:lnTo>
                    <a:pt x="1653552" y="169164"/>
                  </a:lnTo>
                  <a:lnTo>
                    <a:pt x="1673352" y="155448"/>
                  </a:lnTo>
                  <a:lnTo>
                    <a:pt x="1673352" y="149352"/>
                  </a:lnTo>
                  <a:close/>
                </a:path>
                <a:path w="2310765" h="559435">
                  <a:moveTo>
                    <a:pt x="1712976" y="123444"/>
                  </a:moveTo>
                  <a:lnTo>
                    <a:pt x="1685544" y="135636"/>
                  </a:lnTo>
                  <a:lnTo>
                    <a:pt x="1685544" y="141732"/>
                  </a:lnTo>
                  <a:lnTo>
                    <a:pt x="1712976" y="129540"/>
                  </a:lnTo>
                  <a:lnTo>
                    <a:pt x="1712976" y="123444"/>
                  </a:lnTo>
                  <a:close/>
                </a:path>
                <a:path w="2310765" h="559435">
                  <a:moveTo>
                    <a:pt x="1751076" y="97536"/>
                  </a:moveTo>
                  <a:lnTo>
                    <a:pt x="1725168" y="109728"/>
                  </a:lnTo>
                  <a:lnTo>
                    <a:pt x="1725168" y="115824"/>
                  </a:lnTo>
                  <a:lnTo>
                    <a:pt x="1751076" y="103632"/>
                  </a:lnTo>
                  <a:lnTo>
                    <a:pt x="1751076" y="97536"/>
                  </a:lnTo>
                  <a:close/>
                </a:path>
                <a:path w="2310765" h="559435">
                  <a:moveTo>
                    <a:pt x="1790700" y="77724"/>
                  </a:moveTo>
                  <a:lnTo>
                    <a:pt x="1784616" y="77724"/>
                  </a:lnTo>
                  <a:lnTo>
                    <a:pt x="1764792" y="89916"/>
                  </a:lnTo>
                  <a:lnTo>
                    <a:pt x="1764792" y="97536"/>
                  </a:lnTo>
                  <a:lnTo>
                    <a:pt x="1784616" y="83820"/>
                  </a:lnTo>
                  <a:lnTo>
                    <a:pt x="1790700" y="83820"/>
                  </a:lnTo>
                  <a:lnTo>
                    <a:pt x="1790700" y="77724"/>
                  </a:lnTo>
                  <a:close/>
                </a:path>
                <a:path w="2310765" h="559435">
                  <a:moveTo>
                    <a:pt x="1836420" y="64008"/>
                  </a:moveTo>
                  <a:lnTo>
                    <a:pt x="1828800" y="57912"/>
                  </a:lnTo>
                  <a:lnTo>
                    <a:pt x="1802892" y="70104"/>
                  </a:lnTo>
                  <a:lnTo>
                    <a:pt x="1802892" y="77724"/>
                  </a:lnTo>
                  <a:lnTo>
                    <a:pt x="1828800" y="64008"/>
                  </a:lnTo>
                  <a:lnTo>
                    <a:pt x="1836420" y="64008"/>
                  </a:lnTo>
                  <a:close/>
                </a:path>
                <a:path w="2310765" h="559435">
                  <a:moveTo>
                    <a:pt x="1874520" y="38100"/>
                  </a:moveTo>
                  <a:lnTo>
                    <a:pt x="1848624" y="51816"/>
                  </a:lnTo>
                  <a:lnTo>
                    <a:pt x="1842528" y="57912"/>
                  </a:lnTo>
                  <a:lnTo>
                    <a:pt x="1848624" y="57912"/>
                  </a:lnTo>
                  <a:lnTo>
                    <a:pt x="1874520" y="44196"/>
                  </a:lnTo>
                  <a:lnTo>
                    <a:pt x="1874520" y="38100"/>
                  </a:lnTo>
                  <a:close/>
                </a:path>
                <a:path w="2310765" h="559435">
                  <a:moveTo>
                    <a:pt x="1920252" y="32004"/>
                  </a:moveTo>
                  <a:lnTo>
                    <a:pt x="1914144" y="25908"/>
                  </a:lnTo>
                  <a:lnTo>
                    <a:pt x="1888236" y="38100"/>
                  </a:lnTo>
                  <a:lnTo>
                    <a:pt x="1888236" y="44196"/>
                  </a:lnTo>
                  <a:lnTo>
                    <a:pt x="1914144" y="32004"/>
                  </a:lnTo>
                  <a:lnTo>
                    <a:pt x="1920252" y="32004"/>
                  </a:lnTo>
                  <a:close/>
                </a:path>
                <a:path w="2310765" h="559435">
                  <a:moveTo>
                    <a:pt x="1959876" y="12192"/>
                  </a:moveTo>
                  <a:lnTo>
                    <a:pt x="1933968" y="25908"/>
                  </a:lnTo>
                  <a:lnTo>
                    <a:pt x="1933968" y="32004"/>
                  </a:lnTo>
                  <a:lnTo>
                    <a:pt x="1959876" y="18288"/>
                  </a:lnTo>
                  <a:lnTo>
                    <a:pt x="1959876" y="12192"/>
                  </a:lnTo>
                  <a:close/>
                </a:path>
                <a:path w="2310765" h="559435">
                  <a:moveTo>
                    <a:pt x="2005584" y="6096"/>
                  </a:moveTo>
                  <a:lnTo>
                    <a:pt x="1979676" y="12192"/>
                  </a:lnTo>
                  <a:lnTo>
                    <a:pt x="1972068" y="12192"/>
                  </a:lnTo>
                  <a:lnTo>
                    <a:pt x="1979676" y="18288"/>
                  </a:lnTo>
                  <a:lnTo>
                    <a:pt x="2005584" y="12192"/>
                  </a:lnTo>
                  <a:lnTo>
                    <a:pt x="2005584" y="6096"/>
                  </a:lnTo>
                  <a:close/>
                </a:path>
                <a:path w="2310765" h="559435">
                  <a:moveTo>
                    <a:pt x="2031492" y="161544"/>
                  </a:moveTo>
                  <a:lnTo>
                    <a:pt x="2025408" y="161544"/>
                  </a:lnTo>
                  <a:lnTo>
                    <a:pt x="2011692" y="181356"/>
                  </a:lnTo>
                  <a:lnTo>
                    <a:pt x="2017776" y="181356"/>
                  </a:lnTo>
                  <a:lnTo>
                    <a:pt x="2031492" y="161544"/>
                  </a:lnTo>
                  <a:close/>
                </a:path>
                <a:path w="2310765" h="559435">
                  <a:moveTo>
                    <a:pt x="2051316" y="0"/>
                  </a:moveTo>
                  <a:lnTo>
                    <a:pt x="2025408" y="6096"/>
                  </a:lnTo>
                  <a:lnTo>
                    <a:pt x="2017776" y="6096"/>
                  </a:lnTo>
                  <a:lnTo>
                    <a:pt x="2025408" y="12192"/>
                  </a:lnTo>
                  <a:lnTo>
                    <a:pt x="2051316" y="6096"/>
                  </a:lnTo>
                  <a:lnTo>
                    <a:pt x="2051316" y="0"/>
                  </a:lnTo>
                  <a:close/>
                </a:path>
                <a:path w="2310765" h="559435">
                  <a:moveTo>
                    <a:pt x="2069592" y="135636"/>
                  </a:moveTo>
                  <a:lnTo>
                    <a:pt x="2043684" y="149352"/>
                  </a:lnTo>
                  <a:lnTo>
                    <a:pt x="2043684" y="155448"/>
                  </a:lnTo>
                  <a:lnTo>
                    <a:pt x="2069592" y="141732"/>
                  </a:lnTo>
                  <a:lnTo>
                    <a:pt x="2069592" y="135636"/>
                  </a:lnTo>
                  <a:close/>
                </a:path>
                <a:path w="2310765" h="559435">
                  <a:moveTo>
                    <a:pt x="2095500" y="0"/>
                  </a:moveTo>
                  <a:lnTo>
                    <a:pt x="2069592" y="0"/>
                  </a:lnTo>
                  <a:lnTo>
                    <a:pt x="2063508" y="0"/>
                  </a:lnTo>
                  <a:lnTo>
                    <a:pt x="2069592" y="6096"/>
                  </a:lnTo>
                  <a:lnTo>
                    <a:pt x="2095500" y="6096"/>
                  </a:lnTo>
                  <a:lnTo>
                    <a:pt x="2095500" y="0"/>
                  </a:lnTo>
                  <a:close/>
                </a:path>
                <a:path w="2310765" h="559435">
                  <a:moveTo>
                    <a:pt x="2115324" y="129540"/>
                  </a:moveTo>
                  <a:lnTo>
                    <a:pt x="2109228" y="123444"/>
                  </a:lnTo>
                  <a:lnTo>
                    <a:pt x="2083308" y="129540"/>
                  </a:lnTo>
                  <a:lnTo>
                    <a:pt x="2083308" y="135636"/>
                  </a:lnTo>
                  <a:lnTo>
                    <a:pt x="2109228" y="129540"/>
                  </a:lnTo>
                  <a:lnTo>
                    <a:pt x="2115324" y="129540"/>
                  </a:lnTo>
                  <a:close/>
                </a:path>
                <a:path w="2310765" h="559435">
                  <a:moveTo>
                    <a:pt x="2141220" y="0"/>
                  </a:moveTo>
                  <a:lnTo>
                    <a:pt x="2115324" y="0"/>
                  </a:lnTo>
                  <a:lnTo>
                    <a:pt x="2109228" y="0"/>
                  </a:lnTo>
                  <a:lnTo>
                    <a:pt x="2115324" y="6096"/>
                  </a:lnTo>
                  <a:lnTo>
                    <a:pt x="2141220" y="6096"/>
                  </a:lnTo>
                  <a:lnTo>
                    <a:pt x="2141220" y="0"/>
                  </a:lnTo>
                  <a:close/>
                </a:path>
                <a:path w="2310765" h="559435">
                  <a:moveTo>
                    <a:pt x="2148852" y="97536"/>
                  </a:moveTo>
                  <a:lnTo>
                    <a:pt x="2141220" y="97536"/>
                  </a:lnTo>
                  <a:lnTo>
                    <a:pt x="2122944" y="115824"/>
                  </a:lnTo>
                  <a:lnTo>
                    <a:pt x="2129028" y="115824"/>
                  </a:lnTo>
                  <a:lnTo>
                    <a:pt x="2148852" y="97536"/>
                  </a:lnTo>
                  <a:close/>
                </a:path>
                <a:path w="2310765" h="559435">
                  <a:moveTo>
                    <a:pt x="2161044" y="129540"/>
                  </a:moveTo>
                  <a:lnTo>
                    <a:pt x="2154936" y="123444"/>
                  </a:lnTo>
                  <a:lnTo>
                    <a:pt x="2129028" y="123444"/>
                  </a:lnTo>
                  <a:lnTo>
                    <a:pt x="2129028" y="129540"/>
                  </a:lnTo>
                  <a:lnTo>
                    <a:pt x="2161044" y="129540"/>
                  </a:lnTo>
                  <a:close/>
                </a:path>
                <a:path w="2310765" h="559435">
                  <a:moveTo>
                    <a:pt x="2186952" y="77724"/>
                  </a:moveTo>
                  <a:lnTo>
                    <a:pt x="2180844" y="70104"/>
                  </a:lnTo>
                  <a:lnTo>
                    <a:pt x="2154936" y="83820"/>
                  </a:lnTo>
                  <a:lnTo>
                    <a:pt x="2154936" y="89916"/>
                  </a:lnTo>
                  <a:lnTo>
                    <a:pt x="2180844" y="77724"/>
                  </a:lnTo>
                  <a:lnTo>
                    <a:pt x="2186952" y="77724"/>
                  </a:lnTo>
                  <a:close/>
                </a:path>
                <a:path w="2310765" h="559435">
                  <a:moveTo>
                    <a:pt x="2186952" y="6096"/>
                  </a:moveTo>
                  <a:lnTo>
                    <a:pt x="2161044" y="0"/>
                  </a:lnTo>
                  <a:lnTo>
                    <a:pt x="2154936" y="6096"/>
                  </a:lnTo>
                  <a:lnTo>
                    <a:pt x="2161044" y="6096"/>
                  </a:lnTo>
                  <a:lnTo>
                    <a:pt x="2186952" y="12192"/>
                  </a:lnTo>
                  <a:lnTo>
                    <a:pt x="2186952" y="6096"/>
                  </a:lnTo>
                  <a:close/>
                </a:path>
                <a:path w="2310765" h="559435">
                  <a:moveTo>
                    <a:pt x="2226576" y="64008"/>
                  </a:moveTo>
                  <a:lnTo>
                    <a:pt x="2200668" y="64008"/>
                  </a:lnTo>
                  <a:lnTo>
                    <a:pt x="2194560" y="70104"/>
                  </a:lnTo>
                  <a:lnTo>
                    <a:pt x="2226576" y="70104"/>
                  </a:lnTo>
                  <a:lnTo>
                    <a:pt x="2226576" y="64008"/>
                  </a:lnTo>
                  <a:close/>
                </a:path>
                <a:path w="2310765" h="559435">
                  <a:moveTo>
                    <a:pt x="2232660" y="12192"/>
                  </a:moveTo>
                  <a:lnTo>
                    <a:pt x="2206752" y="6096"/>
                  </a:lnTo>
                  <a:lnTo>
                    <a:pt x="2200668" y="12192"/>
                  </a:lnTo>
                  <a:lnTo>
                    <a:pt x="2206752" y="12192"/>
                  </a:lnTo>
                  <a:lnTo>
                    <a:pt x="2232660" y="18288"/>
                  </a:lnTo>
                  <a:lnTo>
                    <a:pt x="2232660" y="12192"/>
                  </a:lnTo>
                  <a:close/>
                </a:path>
                <a:path w="2310765" h="559435">
                  <a:moveTo>
                    <a:pt x="2272284" y="70104"/>
                  </a:moveTo>
                  <a:lnTo>
                    <a:pt x="2246376" y="64008"/>
                  </a:lnTo>
                  <a:lnTo>
                    <a:pt x="2238768" y="64008"/>
                  </a:lnTo>
                  <a:lnTo>
                    <a:pt x="2246376" y="70104"/>
                  </a:lnTo>
                  <a:lnTo>
                    <a:pt x="2272284" y="77724"/>
                  </a:lnTo>
                  <a:lnTo>
                    <a:pt x="2272284" y="70104"/>
                  </a:lnTo>
                  <a:close/>
                </a:path>
                <a:path w="2310765" h="559435">
                  <a:moveTo>
                    <a:pt x="2278392" y="25908"/>
                  </a:moveTo>
                  <a:lnTo>
                    <a:pt x="2272284" y="25908"/>
                  </a:lnTo>
                  <a:lnTo>
                    <a:pt x="2252484" y="12192"/>
                  </a:lnTo>
                  <a:lnTo>
                    <a:pt x="2246376" y="18288"/>
                  </a:lnTo>
                  <a:lnTo>
                    <a:pt x="2252484" y="18288"/>
                  </a:lnTo>
                  <a:lnTo>
                    <a:pt x="2272284" y="32004"/>
                  </a:lnTo>
                  <a:lnTo>
                    <a:pt x="2278392" y="25908"/>
                  </a:lnTo>
                  <a:close/>
                </a:path>
                <a:path w="2310765" h="559435">
                  <a:moveTo>
                    <a:pt x="2310384" y="38100"/>
                  </a:moveTo>
                  <a:lnTo>
                    <a:pt x="2292108" y="32004"/>
                  </a:lnTo>
                  <a:lnTo>
                    <a:pt x="2292108" y="38100"/>
                  </a:lnTo>
                  <a:lnTo>
                    <a:pt x="2310384" y="44196"/>
                  </a:lnTo>
                  <a:lnTo>
                    <a:pt x="2310384" y="38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290060" y="1600199"/>
              <a:ext cx="104139" cy="111760"/>
            </a:xfrm>
            <a:custGeom>
              <a:avLst/>
              <a:gdLst/>
              <a:ahLst/>
              <a:cxnLst/>
              <a:rect l="l" t="t" r="r" b="b"/>
              <a:pathLst>
                <a:path w="104139" h="111760">
                  <a:moveTo>
                    <a:pt x="51816" y="111251"/>
                  </a:moveTo>
                  <a:lnTo>
                    <a:pt x="31503" y="106727"/>
                  </a:lnTo>
                  <a:lnTo>
                    <a:pt x="15049" y="94487"/>
                  </a:lnTo>
                  <a:lnTo>
                    <a:pt x="4024" y="76533"/>
                  </a:lnTo>
                  <a:lnTo>
                    <a:pt x="0" y="54863"/>
                  </a:lnTo>
                  <a:lnTo>
                    <a:pt x="4024" y="33432"/>
                  </a:lnTo>
                  <a:lnTo>
                    <a:pt x="15049" y="16001"/>
                  </a:lnTo>
                  <a:lnTo>
                    <a:pt x="31503" y="4286"/>
                  </a:lnTo>
                  <a:lnTo>
                    <a:pt x="51816" y="0"/>
                  </a:lnTo>
                  <a:lnTo>
                    <a:pt x="72128" y="4286"/>
                  </a:lnTo>
                  <a:lnTo>
                    <a:pt x="88582" y="16001"/>
                  </a:lnTo>
                  <a:lnTo>
                    <a:pt x="99607" y="33432"/>
                  </a:lnTo>
                  <a:lnTo>
                    <a:pt x="103632" y="54863"/>
                  </a:lnTo>
                  <a:lnTo>
                    <a:pt x="99607" y="76533"/>
                  </a:lnTo>
                  <a:lnTo>
                    <a:pt x="88582" y="94487"/>
                  </a:lnTo>
                  <a:lnTo>
                    <a:pt x="72128" y="106727"/>
                  </a:lnTo>
                  <a:lnTo>
                    <a:pt x="51816" y="1112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90060" y="1600199"/>
              <a:ext cx="104139" cy="111760"/>
            </a:xfrm>
            <a:custGeom>
              <a:avLst/>
              <a:gdLst/>
              <a:ahLst/>
              <a:cxnLst/>
              <a:rect l="l" t="t" r="r" b="b"/>
              <a:pathLst>
                <a:path w="104139" h="111760">
                  <a:moveTo>
                    <a:pt x="103632" y="54863"/>
                  </a:moveTo>
                  <a:lnTo>
                    <a:pt x="99607" y="33432"/>
                  </a:lnTo>
                  <a:lnTo>
                    <a:pt x="88582" y="16001"/>
                  </a:lnTo>
                  <a:lnTo>
                    <a:pt x="72128" y="4286"/>
                  </a:lnTo>
                  <a:lnTo>
                    <a:pt x="51816" y="0"/>
                  </a:lnTo>
                  <a:lnTo>
                    <a:pt x="31503" y="4286"/>
                  </a:lnTo>
                  <a:lnTo>
                    <a:pt x="15049" y="16001"/>
                  </a:lnTo>
                  <a:lnTo>
                    <a:pt x="4024" y="33432"/>
                  </a:lnTo>
                  <a:lnTo>
                    <a:pt x="0" y="54863"/>
                  </a:lnTo>
                  <a:lnTo>
                    <a:pt x="4024" y="76533"/>
                  </a:lnTo>
                  <a:lnTo>
                    <a:pt x="15049" y="94487"/>
                  </a:lnTo>
                  <a:lnTo>
                    <a:pt x="31503" y="106727"/>
                  </a:lnTo>
                  <a:lnTo>
                    <a:pt x="51816" y="111251"/>
                  </a:lnTo>
                  <a:lnTo>
                    <a:pt x="72128" y="106727"/>
                  </a:lnTo>
                  <a:lnTo>
                    <a:pt x="88582" y="94487"/>
                  </a:lnTo>
                  <a:lnTo>
                    <a:pt x="99607" y="76533"/>
                  </a:lnTo>
                  <a:lnTo>
                    <a:pt x="103632" y="54863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127248" y="2231135"/>
              <a:ext cx="317500" cy="76200"/>
            </a:xfrm>
            <a:custGeom>
              <a:avLst/>
              <a:gdLst/>
              <a:ahLst/>
              <a:cxnLst/>
              <a:rect l="l" t="t" r="r" b="b"/>
              <a:pathLst>
                <a:path w="317500" h="76200">
                  <a:moveTo>
                    <a:pt x="39624" y="12192"/>
                  </a:moveTo>
                  <a:lnTo>
                    <a:pt x="38100" y="7620"/>
                  </a:lnTo>
                  <a:lnTo>
                    <a:pt x="32004" y="1524"/>
                  </a:lnTo>
                  <a:lnTo>
                    <a:pt x="27432" y="0"/>
                  </a:lnTo>
                  <a:lnTo>
                    <a:pt x="15240" y="0"/>
                  </a:lnTo>
                  <a:lnTo>
                    <a:pt x="10668" y="1524"/>
                  </a:lnTo>
                  <a:lnTo>
                    <a:pt x="7620" y="4572"/>
                  </a:lnTo>
                  <a:lnTo>
                    <a:pt x="4572" y="6096"/>
                  </a:lnTo>
                  <a:lnTo>
                    <a:pt x="3048" y="10668"/>
                  </a:lnTo>
                  <a:lnTo>
                    <a:pt x="1524" y="16764"/>
                  </a:lnTo>
                  <a:lnTo>
                    <a:pt x="9144" y="18288"/>
                  </a:lnTo>
                  <a:lnTo>
                    <a:pt x="9144" y="15240"/>
                  </a:lnTo>
                  <a:lnTo>
                    <a:pt x="10668" y="12192"/>
                  </a:lnTo>
                  <a:lnTo>
                    <a:pt x="13716" y="10668"/>
                  </a:lnTo>
                  <a:lnTo>
                    <a:pt x="15240" y="7620"/>
                  </a:lnTo>
                  <a:lnTo>
                    <a:pt x="27432" y="7620"/>
                  </a:lnTo>
                  <a:lnTo>
                    <a:pt x="28956" y="10668"/>
                  </a:lnTo>
                  <a:lnTo>
                    <a:pt x="32004" y="12192"/>
                  </a:lnTo>
                  <a:lnTo>
                    <a:pt x="32004" y="22860"/>
                  </a:lnTo>
                  <a:lnTo>
                    <a:pt x="28956" y="25908"/>
                  </a:lnTo>
                  <a:lnTo>
                    <a:pt x="25908" y="27432"/>
                  </a:lnTo>
                  <a:lnTo>
                    <a:pt x="12192" y="41148"/>
                  </a:lnTo>
                  <a:lnTo>
                    <a:pt x="7620" y="42672"/>
                  </a:lnTo>
                  <a:lnTo>
                    <a:pt x="3048" y="51816"/>
                  </a:lnTo>
                  <a:lnTo>
                    <a:pt x="1524" y="53340"/>
                  </a:lnTo>
                  <a:lnTo>
                    <a:pt x="1524" y="54864"/>
                  </a:lnTo>
                  <a:lnTo>
                    <a:pt x="0" y="57912"/>
                  </a:lnTo>
                  <a:lnTo>
                    <a:pt x="0" y="59436"/>
                  </a:lnTo>
                  <a:lnTo>
                    <a:pt x="39624" y="59436"/>
                  </a:lnTo>
                  <a:lnTo>
                    <a:pt x="39624" y="51816"/>
                  </a:lnTo>
                  <a:lnTo>
                    <a:pt x="12192" y="51816"/>
                  </a:lnTo>
                  <a:lnTo>
                    <a:pt x="12192" y="50292"/>
                  </a:lnTo>
                  <a:lnTo>
                    <a:pt x="13716" y="48768"/>
                  </a:lnTo>
                  <a:lnTo>
                    <a:pt x="13716" y="47244"/>
                  </a:lnTo>
                  <a:lnTo>
                    <a:pt x="15240" y="47244"/>
                  </a:lnTo>
                  <a:lnTo>
                    <a:pt x="18288" y="44196"/>
                  </a:lnTo>
                  <a:lnTo>
                    <a:pt x="22860" y="41148"/>
                  </a:lnTo>
                  <a:lnTo>
                    <a:pt x="27432" y="36576"/>
                  </a:lnTo>
                  <a:lnTo>
                    <a:pt x="32004" y="33528"/>
                  </a:lnTo>
                  <a:lnTo>
                    <a:pt x="33528" y="30480"/>
                  </a:lnTo>
                  <a:lnTo>
                    <a:pt x="38100" y="25908"/>
                  </a:lnTo>
                  <a:lnTo>
                    <a:pt x="38100" y="22860"/>
                  </a:lnTo>
                  <a:lnTo>
                    <a:pt x="39624" y="21336"/>
                  </a:lnTo>
                  <a:lnTo>
                    <a:pt x="39624" y="12192"/>
                  </a:lnTo>
                  <a:close/>
                </a:path>
                <a:path w="317500" h="76200">
                  <a:moveTo>
                    <a:pt x="85344" y="18288"/>
                  </a:moveTo>
                  <a:lnTo>
                    <a:pt x="82296" y="12192"/>
                  </a:lnTo>
                  <a:lnTo>
                    <a:pt x="82296" y="9144"/>
                  </a:lnTo>
                  <a:lnTo>
                    <a:pt x="80772" y="7620"/>
                  </a:lnTo>
                  <a:lnTo>
                    <a:pt x="79248" y="4572"/>
                  </a:lnTo>
                  <a:lnTo>
                    <a:pt x="77724" y="3048"/>
                  </a:lnTo>
                  <a:lnTo>
                    <a:pt x="77724" y="19812"/>
                  </a:lnTo>
                  <a:lnTo>
                    <a:pt x="77724" y="38100"/>
                  </a:lnTo>
                  <a:lnTo>
                    <a:pt x="76200" y="44196"/>
                  </a:lnTo>
                  <a:lnTo>
                    <a:pt x="74676" y="47244"/>
                  </a:lnTo>
                  <a:lnTo>
                    <a:pt x="71628" y="50292"/>
                  </a:lnTo>
                  <a:lnTo>
                    <a:pt x="68580" y="51816"/>
                  </a:lnTo>
                  <a:lnTo>
                    <a:pt x="62484" y="51816"/>
                  </a:lnTo>
                  <a:lnTo>
                    <a:pt x="59436" y="50292"/>
                  </a:lnTo>
                  <a:lnTo>
                    <a:pt x="56388" y="44196"/>
                  </a:lnTo>
                  <a:lnTo>
                    <a:pt x="54864" y="38100"/>
                  </a:lnTo>
                  <a:lnTo>
                    <a:pt x="54864" y="19812"/>
                  </a:lnTo>
                  <a:lnTo>
                    <a:pt x="56388" y="13716"/>
                  </a:lnTo>
                  <a:lnTo>
                    <a:pt x="57912" y="10668"/>
                  </a:lnTo>
                  <a:lnTo>
                    <a:pt x="59436" y="9144"/>
                  </a:lnTo>
                  <a:lnTo>
                    <a:pt x="62484" y="7620"/>
                  </a:lnTo>
                  <a:lnTo>
                    <a:pt x="70104" y="7620"/>
                  </a:lnTo>
                  <a:lnTo>
                    <a:pt x="74676" y="12192"/>
                  </a:lnTo>
                  <a:lnTo>
                    <a:pt x="76200" y="15240"/>
                  </a:lnTo>
                  <a:lnTo>
                    <a:pt x="77724" y="19812"/>
                  </a:lnTo>
                  <a:lnTo>
                    <a:pt x="77724" y="3048"/>
                  </a:lnTo>
                  <a:lnTo>
                    <a:pt x="71628" y="0"/>
                  </a:lnTo>
                  <a:lnTo>
                    <a:pt x="57912" y="0"/>
                  </a:lnTo>
                  <a:lnTo>
                    <a:pt x="50292" y="7620"/>
                  </a:lnTo>
                  <a:lnTo>
                    <a:pt x="47244" y="16764"/>
                  </a:lnTo>
                  <a:lnTo>
                    <a:pt x="47244" y="39624"/>
                  </a:lnTo>
                  <a:lnTo>
                    <a:pt x="48768" y="48768"/>
                  </a:lnTo>
                  <a:lnTo>
                    <a:pt x="53340" y="53340"/>
                  </a:lnTo>
                  <a:lnTo>
                    <a:pt x="56388" y="57912"/>
                  </a:lnTo>
                  <a:lnTo>
                    <a:pt x="60960" y="59436"/>
                  </a:lnTo>
                  <a:lnTo>
                    <a:pt x="70104" y="59436"/>
                  </a:lnTo>
                  <a:lnTo>
                    <a:pt x="76200" y="56388"/>
                  </a:lnTo>
                  <a:lnTo>
                    <a:pt x="80772" y="51816"/>
                  </a:lnTo>
                  <a:lnTo>
                    <a:pt x="82296" y="50292"/>
                  </a:lnTo>
                  <a:lnTo>
                    <a:pt x="82296" y="45720"/>
                  </a:lnTo>
                  <a:lnTo>
                    <a:pt x="85344" y="36576"/>
                  </a:lnTo>
                  <a:lnTo>
                    <a:pt x="85344" y="18288"/>
                  </a:lnTo>
                  <a:close/>
                </a:path>
                <a:path w="317500" h="76200">
                  <a:moveTo>
                    <a:pt x="153911" y="39624"/>
                  </a:moveTo>
                  <a:lnTo>
                    <a:pt x="149339" y="35052"/>
                  </a:lnTo>
                  <a:lnTo>
                    <a:pt x="146291" y="35052"/>
                  </a:lnTo>
                  <a:lnTo>
                    <a:pt x="140195" y="32004"/>
                  </a:lnTo>
                  <a:lnTo>
                    <a:pt x="135623" y="30480"/>
                  </a:lnTo>
                  <a:lnTo>
                    <a:pt x="132575" y="30480"/>
                  </a:lnTo>
                  <a:lnTo>
                    <a:pt x="131051" y="28956"/>
                  </a:lnTo>
                  <a:lnTo>
                    <a:pt x="128003" y="28956"/>
                  </a:lnTo>
                  <a:lnTo>
                    <a:pt x="128003" y="27432"/>
                  </a:lnTo>
                  <a:lnTo>
                    <a:pt x="126479" y="27432"/>
                  </a:lnTo>
                  <a:lnTo>
                    <a:pt x="126479" y="22860"/>
                  </a:lnTo>
                  <a:lnTo>
                    <a:pt x="128003" y="22860"/>
                  </a:lnTo>
                  <a:lnTo>
                    <a:pt x="129527" y="21336"/>
                  </a:lnTo>
                  <a:lnTo>
                    <a:pt x="138671" y="21336"/>
                  </a:lnTo>
                  <a:lnTo>
                    <a:pt x="143243" y="25908"/>
                  </a:lnTo>
                  <a:lnTo>
                    <a:pt x="143243" y="27432"/>
                  </a:lnTo>
                  <a:lnTo>
                    <a:pt x="150863" y="25908"/>
                  </a:lnTo>
                  <a:lnTo>
                    <a:pt x="150863" y="22860"/>
                  </a:lnTo>
                  <a:lnTo>
                    <a:pt x="150101" y="21336"/>
                  </a:lnTo>
                  <a:lnTo>
                    <a:pt x="149339" y="19812"/>
                  </a:lnTo>
                  <a:lnTo>
                    <a:pt x="147815" y="18288"/>
                  </a:lnTo>
                  <a:lnTo>
                    <a:pt x="147815" y="16764"/>
                  </a:lnTo>
                  <a:lnTo>
                    <a:pt x="144767" y="15240"/>
                  </a:lnTo>
                  <a:lnTo>
                    <a:pt x="143243" y="15240"/>
                  </a:lnTo>
                  <a:lnTo>
                    <a:pt x="140195" y="13716"/>
                  </a:lnTo>
                  <a:lnTo>
                    <a:pt x="128003" y="13716"/>
                  </a:lnTo>
                  <a:lnTo>
                    <a:pt x="126479" y="15240"/>
                  </a:lnTo>
                  <a:lnTo>
                    <a:pt x="124955" y="15240"/>
                  </a:lnTo>
                  <a:lnTo>
                    <a:pt x="120383" y="19812"/>
                  </a:lnTo>
                  <a:lnTo>
                    <a:pt x="120383" y="21336"/>
                  </a:lnTo>
                  <a:lnTo>
                    <a:pt x="118859" y="22860"/>
                  </a:lnTo>
                  <a:lnTo>
                    <a:pt x="118859" y="30480"/>
                  </a:lnTo>
                  <a:lnTo>
                    <a:pt x="124955" y="36576"/>
                  </a:lnTo>
                  <a:lnTo>
                    <a:pt x="131051" y="39624"/>
                  </a:lnTo>
                  <a:lnTo>
                    <a:pt x="135623" y="39624"/>
                  </a:lnTo>
                  <a:lnTo>
                    <a:pt x="138671" y="41148"/>
                  </a:lnTo>
                  <a:lnTo>
                    <a:pt x="141719" y="41148"/>
                  </a:lnTo>
                  <a:lnTo>
                    <a:pt x="143243" y="42672"/>
                  </a:lnTo>
                  <a:lnTo>
                    <a:pt x="144767" y="42672"/>
                  </a:lnTo>
                  <a:lnTo>
                    <a:pt x="146291" y="44196"/>
                  </a:lnTo>
                  <a:lnTo>
                    <a:pt x="146291" y="47244"/>
                  </a:lnTo>
                  <a:lnTo>
                    <a:pt x="143243" y="50292"/>
                  </a:lnTo>
                  <a:lnTo>
                    <a:pt x="141719" y="50292"/>
                  </a:lnTo>
                  <a:lnTo>
                    <a:pt x="140195" y="51816"/>
                  </a:lnTo>
                  <a:lnTo>
                    <a:pt x="132575" y="51816"/>
                  </a:lnTo>
                  <a:lnTo>
                    <a:pt x="131051" y="50292"/>
                  </a:lnTo>
                  <a:lnTo>
                    <a:pt x="128003" y="48768"/>
                  </a:lnTo>
                  <a:lnTo>
                    <a:pt x="126479" y="48768"/>
                  </a:lnTo>
                  <a:lnTo>
                    <a:pt x="124955" y="45720"/>
                  </a:lnTo>
                  <a:lnTo>
                    <a:pt x="124955" y="44196"/>
                  </a:lnTo>
                  <a:lnTo>
                    <a:pt x="117335" y="45720"/>
                  </a:lnTo>
                  <a:lnTo>
                    <a:pt x="131051" y="59436"/>
                  </a:lnTo>
                  <a:lnTo>
                    <a:pt x="140195" y="59436"/>
                  </a:lnTo>
                  <a:lnTo>
                    <a:pt x="143243" y="57912"/>
                  </a:lnTo>
                  <a:lnTo>
                    <a:pt x="144767" y="57912"/>
                  </a:lnTo>
                  <a:lnTo>
                    <a:pt x="150863" y="54864"/>
                  </a:lnTo>
                  <a:lnTo>
                    <a:pt x="152387" y="51816"/>
                  </a:lnTo>
                  <a:lnTo>
                    <a:pt x="153911" y="50292"/>
                  </a:lnTo>
                  <a:lnTo>
                    <a:pt x="153911" y="39624"/>
                  </a:lnTo>
                  <a:close/>
                </a:path>
                <a:path w="317500" h="76200">
                  <a:moveTo>
                    <a:pt x="184404" y="57912"/>
                  </a:moveTo>
                  <a:lnTo>
                    <a:pt x="182880" y="51816"/>
                  </a:lnTo>
                  <a:lnTo>
                    <a:pt x="178308" y="51816"/>
                  </a:lnTo>
                  <a:lnTo>
                    <a:pt x="176784" y="50292"/>
                  </a:lnTo>
                  <a:lnTo>
                    <a:pt x="175260" y="50292"/>
                  </a:lnTo>
                  <a:lnTo>
                    <a:pt x="175260" y="22860"/>
                  </a:lnTo>
                  <a:lnTo>
                    <a:pt x="182880" y="22860"/>
                  </a:lnTo>
                  <a:lnTo>
                    <a:pt x="182880" y="15240"/>
                  </a:lnTo>
                  <a:lnTo>
                    <a:pt x="175260" y="15240"/>
                  </a:lnTo>
                  <a:lnTo>
                    <a:pt x="175260" y="0"/>
                  </a:lnTo>
                  <a:lnTo>
                    <a:pt x="167640" y="4572"/>
                  </a:lnTo>
                  <a:lnTo>
                    <a:pt x="167640" y="15240"/>
                  </a:lnTo>
                  <a:lnTo>
                    <a:pt x="161544" y="15240"/>
                  </a:lnTo>
                  <a:lnTo>
                    <a:pt x="161544" y="22860"/>
                  </a:lnTo>
                  <a:lnTo>
                    <a:pt x="167640" y="22860"/>
                  </a:lnTo>
                  <a:lnTo>
                    <a:pt x="167640" y="53340"/>
                  </a:lnTo>
                  <a:lnTo>
                    <a:pt x="169164" y="54864"/>
                  </a:lnTo>
                  <a:lnTo>
                    <a:pt x="169164" y="56388"/>
                  </a:lnTo>
                  <a:lnTo>
                    <a:pt x="170688" y="56388"/>
                  </a:lnTo>
                  <a:lnTo>
                    <a:pt x="173736" y="59436"/>
                  </a:lnTo>
                  <a:lnTo>
                    <a:pt x="182880" y="59436"/>
                  </a:lnTo>
                  <a:lnTo>
                    <a:pt x="184404" y="57912"/>
                  </a:lnTo>
                  <a:close/>
                </a:path>
                <a:path w="317500" h="76200">
                  <a:moveTo>
                    <a:pt x="230124" y="28956"/>
                  </a:moveTo>
                  <a:lnTo>
                    <a:pt x="228600" y="22860"/>
                  </a:lnTo>
                  <a:lnTo>
                    <a:pt x="226314" y="21336"/>
                  </a:lnTo>
                  <a:lnTo>
                    <a:pt x="224028" y="19812"/>
                  </a:lnTo>
                  <a:lnTo>
                    <a:pt x="222504" y="17526"/>
                  </a:lnTo>
                  <a:lnTo>
                    <a:pt x="222504" y="27432"/>
                  </a:lnTo>
                  <a:lnTo>
                    <a:pt x="222504" y="30480"/>
                  </a:lnTo>
                  <a:lnTo>
                    <a:pt x="196596" y="30480"/>
                  </a:lnTo>
                  <a:lnTo>
                    <a:pt x="196596" y="27432"/>
                  </a:lnTo>
                  <a:lnTo>
                    <a:pt x="201168" y="22860"/>
                  </a:lnTo>
                  <a:lnTo>
                    <a:pt x="204216" y="21336"/>
                  </a:lnTo>
                  <a:lnTo>
                    <a:pt x="217932" y="21336"/>
                  </a:lnTo>
                  <a:lnTo>
                    <a:pt x="219456" y="24384"/>
                  </a:lnTo>
                  <a:lnTo>
                    <a:pt x="222504" y="27432"/>
                  </a:lnTo>
                  <a:lnTo>
                    <a:pt x="222504" y="17526"/>
                  </a:lnTo>
                  <a:lnTo>
                    <a:pt x="220980" y="15240"/>
                  </a:lnTo>
                  <a:lnTo>
                    <a:pt x="216408" y="13716"/>
                  </a:lnTo>
                  <a:lnTo>
                    <a:pt x="204216" y="13716"/>
                  </a:lnTo>
                  <a:lnTo>
                    <a:pt x="199644" y="15240"/>
                  </a:lnTo>
                  <a:lnTo>
                    <a:pt x="195072" y="19812"/>
                  </a:lnTo>
                  <a:lnTo>
                    <a:pt x="190500" y="22860"/>
                  </a:lnTo>
                  <a:lnTo>
                    <a:pt x="188976" y="28956"/>
                  </a:lnTo>
                  <a:lnTo>
                    <a:pt x="188976" y="44196"/>
                  </a:lnTo>
                  <a:lnTo>
                    <a:pt x="190500" y="48768"/>
                  </a:lnTo>
                  <a:lnTo>
                    <a:pt x="198120" y="56388"/>
                  </a:lnTo>
                  <a:lnTo>
                    <a:pt x="204216" y="59436"/>
                  </a:lnTo>
                  <a:lnTo>
                    <a:pt x="216408" y="59436"/>
                  </a:lnTo>
                  <a:lnTo>
                    <a:pt x="219456" y="57912"/>
                  </a:lnTo>
                  <a:lnTo>
                    <a:pt x="224028" y="54864"/>
                  </a:lnTo>
                  <a:lnTo>
                    <a:pt x="227076" y="53340"/>
                  </a:lnTo>
                  <a:lnTo>
                    <a:pt x="227838" y="51816"/>
                  </a:lnTo>
                  <a:lnTo>
                    <a:pt x="228600" y="50292"/>
                  </a:lnTo>
                  <a:lnTo>
                    <a:pt x="230124" y="45720"/>
                  </a:lnTo>
                  <a:lnTo>
                    <a:pt x="222504" y="44196"/>
                  </a:lnTo>
                  <a:lnTo>
                    <a:pt x="220980" y="47244"/>
                  </a:lnTo>
                  <a:lnTo>
                    <a:pt x="217932" y="50292"/>
                  </a:lnTo>
                  <a:lnTo>
                    <a:pt x="216408" y="50292"/>
                  </a:lnTo>
                  <a:lnTo>
                    <a:pt x="213360" y="51816"/>
                  </a:lnTo>
                  <a:lnTo>
                    <a:pt x="207264" y="51816"/>
                  </a:lnTo>
                  <a:lnTo>
                    <a:pt x="204216" y="50292"/>
                  </a:lnTo>
                  <a:lnTo>
                    <a:pt x="201168" y="47244"/>
                  </a:lnTo>
                  <a:lnTo>
                    <a:pt x="198120" y="45720"/>
                  </a:lnTo>
                  <a:lnTo>
                    <a:pt x="196596" y="42672"/>
                  </a:lnTo>
                  <a:lnTo>
                    <a:pt x="196596" y="38100"/>
                  </a:lnTo>
                  <a:lnTo>
                    <a:pt x="230124" y="38100"/>
                  </a:lnTo>
                  <a:lnTo>
                    <a:pt x="230124" y="30480"/>
                  </a:lnTo>
                  <a:lnTo>
                    <a:pt x="230124" y="28956"/>
                  </a:lnTo>
                  <a:close/>
                </a:path>
                <a:path w="317500" h="76200">
                  <a:moveTo>
                    <a:pt x="275831" y="27432"/>
                  </a:moveTo>
                  <a:lnTo>
                    <a:pt x="272783" y="21336"/>
                  </a:lnTo>
                  <a:lnTo>
                    <a:pt x="268211" y="16764"/>
                  </a:lnTo>
                  <a:lnTo>
                    <a:pt x="268211" y="30480"/>
                  </a:lnTo>
                  <a:lnTo>
                    <a:pt x="268211" y="41148"/>
                  </a:lnTo>
                  <a:lnTo>
                    <a:pt x="266687" y="45720"/>
                  </a:lnTo>
                  <a:lnTo>
                    <a:pt x="260591" y="51816"/>
                  </a:lnTo>
                  <a:lnTo>
                    <a:pt x="254495" y="51816"/>
                  </a:lnTo>
                  <a:lnTo>
                    <a:pt x="251447" y="50292"/>
                  </a:lnTo>
                  <a:lnTo>
                    <a:pt x="246875" y="45720"/>
                  </a:lnTo>
                  <a:lnTo>
                    <a:pt x="245351" y="41148"/>
                  </a:lnTo>
                  <a:lnTo>
                    <a:pt x="245351" y="32004"/>
                  </a:lnTo>
                  <a:lnTo>
                    <a:pt x="246875" y="27432"/>
                  </a:lnTo>
                  <a:lnTo>
                    <a:pt x="248399" y="24384"/>
                  </a:lnTo>
                  <a:lnTo>
                    <a:pt x="254495" y="21336"/>
                  </a:lnTo>
                  <a:lnTo>
                    <a:pt x="260591" y="21336"/>
                  </a:lnTo>
                  <a:lnTo>
                    <a:pt x="263639" y="22860"/>
                  </a:lnTo>
                  <a:lnTo>
                    <a:pt x="265163" y="24384"/>
                  </a:lnTo>
                  <a:lnTo>
                    <a:pt x="268211" y="30480"/>
                  </a:lnTo>
                  <a:lnTo>
                    <a:pt x="268211" y="16764"/>
                  </a:lnTo>
                  <a:lnTo>
                    <a:pt x="265163" y="13716"/>
                  </a:lnTo>
                  <a:lnTo>
                    <a:pt x="252971" y="13716"/>
                  </a:lnTo>
                  <a:lnTo>
                    <a:pt x="251447" y="15240"/>
                  </a:lnTo>
                  <a:lnTo>
                    <a:pt x="248399" y="16764"/>
                  </a:lnTo>
                  <a:lnTo>
                    <a:pt x="246875" y="18288"/>
                  </a:lnTo>
                  <a:lnTo>
                    <a:pt x="245351" y="21336"/>
                  </a:lnTo>
                  <a:lnTo>
                    <a:pt x="245351" y="15240"/>
                  </a:lnTo>
                  <a:lnTo>
                    <a:pt x="237731" y="15240"/>
                  </a:lnTo>
                  <a:lnTo>
                    <a:pt x="237731" y="76200"/>
                  </a:lnTo>
                  <a:lnTo>
                    <a:pt x="245351" y="76200"/>
                  </a:lnTo>
                  <a:lnTo>
                    <a:pt x="245351" y="51816"/>
                  </a:lnTo>
                  <a:lnTo>
                    <a:pt x="246875" y="54864"/>
                  </a:lnTo>
                  <a:lnTo>
                    <a:pt x="248399" y="56388"/>
                  </a:lnTo>
                  <a:lnTo>
                    <a:pt x="249923" y="56388"/>
                  </a:lnTo>
                  <a:lnTo>
                    <a:pt x="252971" y="57912"/>
                  </a:lnTo>
                  <a:lnTo>
                    <a:pt x="254495" y="59436"/>
                  </a:lnTo>
                  <a:lnTo>
                    <a:pt x="260591" y="59436"/>
                  </a:lnTo>
                  <a:lnTo>
                    <a:pt x="269735" y="54864"/>
                  </a:lnTo>
                  <a:lnTo>
                    <a:pt x="272783" y="51816"/>
                  </a:lnTo>
                  <a:lnTo>
                    <a:pt x="274307" y="47244"/>
                  </a:lnTo>
                  <a:lnTo>
                    <a:pt x="275831" y="44196"/>
                  </a:lnTo>
                  <a:lnTo>
                    <a:pt x="275831" y="27432"/>
                  </a:lnTo>
                  <a:close/>
                </a:path>
                <a:path w="317500" h="76200">
                  <a:moveTo>
                    <a:pt x="316979" y="42672"/>
                  </a:moveTo>
                  <a:lnTo>
                    <a:pt x="315455" y="39624"/>
                  </a:lnTo>
                  <a:lnTo>
                    <a:pt x="310883" y="35052"/>
                  </a:lnTo>
                  <a:lnTo>
                    <a:pt x="307835" y="35052"/>
                  </a:lnTo>
                  <a:lnTo>
                    <a:pt x="306311" y="33528"/>
                  </a:lnTo>
                  <a:lnTo>
                    <a:pt x="303263" y="32004"/>
                  </a:lnTo>
                  <a:lnTo>
                    <a:pt x="298691" y="30480"/>
                  </a:lnTo>
                  <a:lnTo>
                    <a:pt x="294119" y="30480"/>
                  </a:lnTo>
                  <a:lnTo>
                    <a:pt x="292595" y="28956"/>
                  </a:lnTo>
                  <a:lnTo>
                    <a:pt x="289547" y="28956"/>
                  </a:lnTo>
                  <a:lnTo>
                    <a:pt x="289547" y="22860"/>
                  </a:lnTo>
                  <a:lnTo>
                    <a:pt x="291071" y="22860"/>
                  </a:lnTo>
                  <a:lnTo>
                    <a:pt x="292595" y="21336"/>
                  </a:lnTo>
                  <a:lnTo>
                    <a:pt x="301739" y="21336"/>
                  </a:lnTo>
                  <a:lnTo>
                    <a:pt x="304787" y="24384"/>
                  </a:lnTo>
                  <a:lnTo>
                    <a:pt x="304787" y="25908"/>
                  </a:lnTo>
                  <a:lnTo>
                    <a:pt x="306311" y="27432"/>
                  </a:lnTo>
                  <a:lnTo>
                    <a:pt x="313931" y="25908"/>
                  </a:lnTo>
                  <a:lnTo>
                    <a:pt x="312407" y="22860"/>
                  </a:lnTo>
                  <a:lnTo>
                    <a:pt x="312407" y="21336"/>
                  </a:lnTo>
                  <a:lnTo>
                    <a:pt x="312407" y="19812"/>
                  </a:lnTo>
                  <a:lnTo>
                    <a:pt x="307835" y="15240"/>
                  </a:lnTo>
                  <a:lnTo>
                    <a:pt x="304787" y="15240"/>
                  </a:lnTo>
                  <a:lnTo>
                    <a:pt x="303263" y="13716"/>
                  </a:lnTo>
                  <a:lnTo>
                    <a:pt x="291071" y="13716"/>
                  </a:lnTo>
                  <a:lnTo>
                    <a:pt x="288023" y="15240"/>
                  </a:lnTo>
                  <a:lnTo>
                    <a:pt x="286499" y="15240"/>
                  </a:lnTo>
                  <a:lnTo>
                    <a:pt x="286499" y="16764"/>
                  </a:lnTo>
                  <a:lnTo>
                    <a:pt x="281927" y="21336"/>
                  </a:lnTo>
                  <a:lnTo>
                    <a:pt x="281927" y="30480"/>
                  </a:lnTo>
                  <a:lnTo>
                    <a:pt x="283451" y="32004"/>
                  </a:lnTo>
                  <a:lnTo>
                    <a:pt x="283451" y="33528"/>
                  </a:lnTo>
                  <a:lnTo>
                    <a:pt x="284975" y="35052"/>
                  </a:lnTo>
                  <a:lnTo>
                    <a:pt x="288023" y="36576"/>
                  </a:lnTo>
                  <a:lnTo>
                    <a:pt x="289547" y="38100"/>
                  </a:lnTo>
                  <a:lnTo>
                    <a:pt x="294119" y="39624"/>
                  </a:lnTo>
                  <a:lnTo>
                    <a:pt x="298691" y="39624"/>
                  </a:lnTo>
                  <a:lnTo>
                    <a:pt x="301739" y="41148"/>
                  </a:lnTo>
                  <a:lnTo>
                    <a:pt x="304787" y="41148"/>
                  </a:lnTo>
                  <a:lnTo>
                    <a:pt x="306311" y="42672"/>
                  </a:lnTo>
                  <a:lnTo>
                    <a:pt x="307835" y="42672"/>
                  </a:lnTo>
                  <a:lnTo>
                    <a:pt x="309359" y="44196"/>
                  </a:lnTo>
                  <a:lnTo>
                    <a:pt x="309359" y="47244"/>
                  </a:lnTo>
                  <a:lnTo>
                    <a:pt x="306311" y="50292"/>
                  </a:lnTo>
                  <a:lnTo>
                    <a:pt x="304787" y="50292"/>
                  </a:lnTo>
                  <a:lnTo>
                    <a:pt x="301739" y="51816"/>
                  </a:lnTo>
                  <a:lnTo>
                    <a:pt x="295643" y="51816"/>
                  </a:lnTo>
                  <a:lnTo>
                    <a:pt x="292595" y="50292"/>
                  </a:lnTo>
                  <a:lnTo>
                    <a:pt x="291071" y="48768"/>
                  </a:lnTo>
                  <a:lnTo>
                    <a:pt x="289547" y="48768"/>
                  </a:lnTo>
                  <a:lnTo>
                    <a:pt x="288023" y="45720"/>
                  </a:lnTo>
                  <a:lnTo>
                    <a:pt x="288023" y="44196"/>
                  </a:lnTo>
                  <a:lnTo>
                    <a:pt x="280403" y="45720"/>
                  </a:lnTo>
                  <a:lnTo>
                    <a:pt x="280403" y="50292"/>
                  </a:lnTo>
                  <a:lnTo>
                    <a:pt x="281927" y="53340"/>
                  </a:lnTo>
                  <a:lnTo>
                    <a:pt x="284975" y="56388"/>
                  </a:lnTo>
                  <a:lnTo>
                    <a:pt x="288023" y="57912"/>
                  </a:lnTo>
                  <a:lnTo>
                    <a:pt x="292595" y="59436"/>
                  </a:lnTo>
                  <a:lnTo>
                    <a:pt x="301739" y="59436"/>
                  </a:lnTo>
                  <a:lnTo>
                    <a:pt x="304787" y="57912"/>
                  </a:lnTo>
                  <a:lnTo>
                    <a:pt x="307835" y="57912"/>
                  </a:lnTo>
                  <a:lnTo>
                    <a:pt x="310883" y="56388"/>
                  </a:lnTo>
                  <a:lnTo>
                    <a:pt x="312407" y="54864"/>
                  </a:lnTo>
                  <a:lnTo>
                    <a:pt x="313931" y="51816"/>
                  </a:lnTo>
                  <a:lnTo>
                    <a:pt x="315455" y="50292"/>
                  </a:lnTo>
                  <a:lnTo>
                    <a:pt x="316979" y="47244"/>
                  </a:lnTo>
                  <a:lnTo>
                    <a:pt x="316979" y="42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5423916" y="185928"/>
            <a:ext cx="5034280" cy="3561715"/>
            <a:chOff x="5423916" y="185928"/>
            <a:chExt cx="5034280" cy="3561715"/>
          </a:xfrm>
        </p:grpSpPr>
        <p:sp>
          <p:nvSpPr>
            <p:cNvPr id="20" name="object 20" descr=""/>
            <p:cNvSpPr/>
            <p:nvPr/>
          </p:nvSpPr>
          <p:spPr>
            <a:xfrm>
              <a:off x="5426964" y="18897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26964" y="835151"/>
              <a:ext cx="4695443" cy="3657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63967" y="3323843"/>
              <a:ext cx="1150620" cy="3962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6567" y="3179064"/>
              <a:ext cx="1319783" cy="19202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632691" y="676655"/>
              <a:ext cx="558165" cy="100965"/>
            </a:xfrm>
            <a:custGeom>
              <a:avLst/>
              <a:gdLst/>
              <a:ahLst/>
              <a:cxnLst/>
              <a:rect l="l" t="t" r="r" b="b"/>
              <a:pathLst>
                <a:path w="558164" h="100965">
                  <a:moveTo>
                    <a:pt x="88392" y="99060"/>
                  </a:moveTo>
                  <a:lnTo>
                    <a:pt x="76492" y="68580"/>
                  </a:lnTo>
                  <a:lnTo>
                    <a:pt x="71729" y="56388"/>
                  </a:lnTo>
                  <a:lnTo>
                    <a:pt x="59436" y="24930"/>
                  </a:lnTo>
                  <a:lnTo>
                    <a:pt x="59436" y="56388"/>
                  </a:lnTo>
                  <a:lnTo>
                    <a:pt x="28956" y="56388"/>
                  </a:lnTo>
                  <a:lnTo>
                    <a:pt x="38100" y="30480"/>
                  </a:lnTo>
                  <a:lnTo>
                    <a:pt x="41148" y="24384"/>
                  </a:lnTo>
                  <a:lnTo>
                    <a:pt x="42672" y="18288"/>
                  </a:lnTo>
                  <a:lnTo>
                    <a:pt x="44196" y="13716"/>
                  </a:lnTo>
                  <a:lnTo>
                    <a:pt x="45720" y="18288"/>
                  </a:lnTo>
                  <a:lnTo>
                    <a:pt x="48768" y="24384"/>
                  </a:lnTo>
                  <a:lnTo>
                    <a:pt x="51816" y="32004"/>
                  </a:lnTo>
                  <a:lnTo>
                    <a:pt x="59436" y="56388"/>
                  </a:lnTo>
                  <a:lnTo>
                    <a:pt x="59436" y="24930"/>
                  </a:lnTo>
                  <a:lnTo>
                    <a:pt x="55054" y="13716"/>
                  </a:lnTo>
                  <a:lnTo>
                    <a:pt x="50292" y="1524"/>
                  </a:lnTo>
                  <a:lnTo>
                    <a:pt x="39624" y="1524"/>
                  </a:lnTo>
                  <a:lnTo>
                    <a:pt x="0" y="99060"/>
                  </a:lnTo>
                  <a:lnTo>
                    <a:pt x="13716" y="99060"/>
                  </a:lnTo>
                  <a:lnTo>
                    <a:pt x="24384" y="68580"/>
                  </a:lnTo>
                  <a:lnTo>
                    <a:pt x="64008" y="68580"/>
                  </a:lnTo>
                  <a:lnTo>
                    <a:pt x="76200" y="99060"/>
                  </a:lnTo>
                  <a:lnTo>
                    <a:pt x="88392" y="99060"/>
                  </a:lnTo>
                  <a:close/>
                </a:path>
                <a:path w="558164" h="100965">
                  <a:moveTo>
                    <a:pt x="195084" y="41148"/>
                  </a:moveTo>
                  <a:lnTo>
                    <a:pt x="193560" y="35052"/>
                  </a:lnTo>
                  <a:lnTo>
                    <a:pt x="185940" y="27432"/>
                  </a:lnTo>
                  <a:lnTo>
                    <a:pt x="181368" y="25908"/>
                  </a:lnTo>
                  <a:lnTo>
                    <a:pt x="166128" y="25908"/>
                  </a:lnTo>
                  <a:lnTo>
                    <a:pt x="158508" y="30480"/>
                  </a:lnTo>
                  <a:lnTo>
                    <a:pt x="152412" y="39624"/>
                  </a:lnTo>
                  <a:lnTo>
                    <a:pt x="150888" y="35052"/>
                  </a:lnTo>
                  <a:lnTo>
                    <a:pt x="149364" y="32004"/>
                  </a:lnTo>
                  <a:lnTo>
                    <a:pt x="146316" y="28956"/>
                  </a:lnTo>
                  <a:lnTo>
                    <a:pt x="143268" y="27432"/>
                  </a:lnTo>
                  <a:lnTo>
                    <a:pt x="138696" y="25908"/>
                  </a:lnTo>
                  <a:lnTo>
                    <a:pt x="129552" y="25908"/>
                  </a:lnTo>
                  <a:lnTo>
                    <a:pt x="124980" y="27432"/>
                  </a:lnTo>
                  <a:lnTo>
                    <a:pt x="121932" y="28956"/>
                  </a:lnTo>
                  <a:lnTo>
                    <a:pt x="115836" y="35052"/>
                  </a:lnTo>
                  <a:lnTo>
                    <a:pt x="112788" y="39624"/>
                  </a:lnTo>
                  <a:lnTo>
                    <a:pt x="112788" y="27432"/>
                  </a:lnTo>
                  <a:lnTo>
                    <a:pt x="100596" y="27432"/>
                  </a:lnTo>
                  <a:lnTo>
                    <a:pt x="100596" y="99060"/>
                  </a:lnTo>
                  <a:lnTo>
                    <a:pt x="112788" y="99060"/>
                  </a:lnTo>
                  <a:lnTo>
                    <a:pt x="112788" y="56388"/>
                  </a:lnTo>
                  <a:lnTo>
                    <a:pt x="114312" y="51816"/>
                  </a:lnTo>
                  <a:lnTo>
                    <a:pt x="115836" y="48768"/>
                  </a:lnTo>
                  <a:lnTo>
                    <a:pt x="115836" y="44196"/>
                  </a:lnTo>
                  <a:lnTo>
                    <a:pt x="121932" y="41148"/>
                  </a:lnTo>
                  <a:lnTo>
                    <a:pt x="123456" y="38100"/>
                  </a:lnTo>
                  <a:lnTo>
                    <a:pt x="134124" y="38100"/>
                  </a:lnTo>
                  <a:lnTo>
                    <a:pt x="140220" y="41148"/>
                  </a:lnTo>
                  <a:lnTo>
                    <a:pt x="141744" y="44196"/>
                  </a:lnTo>
                  <a:lnTo>
                    <a:pt x="141744" y="99060"/>
                  </a:lnTo>
                  <a:lnTo>
                    <a:pt x="153936" y="99060"/>
                  </a:lnTo>
                  <a:lnTo>
                    <a:pt x="153936" y="51816"/>
                  </a:lnTo>
                  <a:lnTo>
                    <a:pt x="155460" y="45720"/>
                  </a:lnTo>
                  <a:lnTo>
                    <a:pt x="160032" y="42672"/>
                  </a:lnTo>
                  <a:lnTo>
                    <a:pt x="163080" y="39624"/>
                  </a:lnTo>
                  <a:lnTo>
                    <a:pt x="166128" y="38100"/>
                  </a:lnTo>
                  <a:lnTo>
                    <a:pt x="176796" y="38100"/>
                  </a:lnTo>
                  <a:lnTo>
                    <a:pt x="182892" y="44196"/>
                  </a:lnTo>
                  <a:lnTo>
                    <a:pt x="182892" y="99060"/>
                  </a:lnTo>
                  <a:lnTo>
                    <a:pt x="195084" y="99060"/>
                  </a:lnTo>
                  <a:lnTo>
                    <a:pt x="195084" y="41148"/>
                  </a:lnTo>
                  <a:close/>
                </a:path>
                <a:path w="558164" h="100965">
                  <a:moveTo>
                    <a:pt x="271284" y="1524"/>
                  </a:moveTo>
                  <a:lnTo>
                    <a:pt x="259092" y="1524"/>
                  </a:lnTo>
                  <a:lnTo>
                    <a:pt x="259092" y="38100"/>
                  </a:lnTo>
                  <a:lnTo>
                    <a:pt x="259092" y="54864"/>
                  </a:lnTo>
                  <a:lnTo>
                    <a:pt x="259092" y="71628"/>
                  </a:lnTo>
                  <a:lnTo>
                    <a:pt x="256044" y="77724"/>
                  </a:lnTo>
                  <a:lnTo>
                    <a:pt x="249948" y="86868"/>
                  </a:lnTo>
                  <a:lnTo>
                    <a:pt x="245376" y="88392"/>
                  </a:lnTo>
                  <a:lnTo>
                    <a:pt x="234708" y="88392"/>
                  </a:lnTo>
                  <a:lnTo>
                    <a:pt x="231660" y="86868"/>
                  </a:lnTo>
                  <a:lnTo>
                    <a:pt x="227088" y="82296"/>
                  </a:lnTo>
                  <a:lnTo>
                    <a:pt x="224040" y="77724"/>
                  </a:lnTo>
                  <a:lnTo>
                    <a:pt x="222516" y="71628"/>
                  </a:lnTo>
                  <a:lnTo>
                    <a:pt x="222516" y="54864"/>
                  </a:lnTo>
                  <a:lnTo>
                    <a:pt x="224040" y="48768"/>
                  </a:lnTo>
                  <a:lnTo>
                    <a:pt x="230136" y="39624"/>
                  </a:lnTo>
                  <a:lnTo>
                    <a:pt x="234708" y="38100"/>
                  </a:lnTo>
                  <a:lnTo>
                    <a:pt x="245376" y="38100"/>
                  </a:lnTo>
                  <a:lnTo>
                    <a:pt x="249948" y="39624"/>
                  </a:lnTo>
                  <a:lnTo>
                    <a:pt x="256044" y="48768"/>
                  </a:lnTo>
                  <a:lnTo>
                    <a:pt x="259092" y="54864"/>
                  </a:lnTo>
                  <a:lnTo>
                    <a:pt x="259092" y="38100"/>
                  </a:lnTo>
                  <a:lnTo>
                    <a:pt x="256044" y="33528"/>
                  </a:lnTo>
                  <a:lnTo>
                    <a:pt x="252996" y="32004"/>
                  </a:lnTo>
                  <a:lnTo>
                    <a:pt x="249948" y="28956"/>
                  </a:lnTo>
                  <a:lnTo>
                    <a:pt x="243852" y="25908"/>
                  </a:lnTo>
                  <a:lnTo>
                    <a:pt x="233184" y="25908"/>
                  </a:lnTo>
                  <a:lnTo>
                    <a:pt x="228612" y="27432"/>
                  </a:lnTo>
                  <a:lnTo>
                    <a:pt x="219468" y="33528"/>
                  </a:lnTo>
                  <a:lnTo>
                    <a:pt x="214896" y="38100"/>
                  </a:lnTo>
                  <a:lnTo>
                    <a:pt x="213372" y="44196"/>
                  </a:lnTo>
                  <a:lnTo>
                    <a:pt x="210324" y="48768"/>
                  </a:lnTo>
                  <a:lnTo>
                    <a:pt x="210324" y="76200"/>
                  </a:lnTo>
                  <a:lnTo>
                    <a:pt x="216420" y="88392"/>
                  </a:lnTo>
                  <a:lnTo>
                    <a:pt x="219468" y="92964"/>
                  </a:lnTo>
                  <a:lnTo>
                    <a:pt x="228612" y="99060"/>
                  </a:lnTo>
                  <a:lnTo>
                    <a:pt x="233184" y="100584"/>
                  </a:lnTo>
                  <a:lnTo>
                    <a:pt x="248424" y="100584"/>
                  </a:lnTo>
                  <a:lnTo>
                    <a:pt x="254520" y="96012"/>
                  </a:lnTo>
                  <a:lnTo>
                    <a:pt x="258330" y="88392"/>
                  </a:lnTo>
                  <a:lnTo>
                    <a:pt x="259092" y="86868"/>
                  </a:lnTo>
                  <a:lnTo>
                    <a:pt x="259092" y="99060"/>
                  </a:lnTo>
                  <a:lnTo>
                    <a:pt x="271284" y="99060"/>
                  </a:lnTo>
                  <a:lnTo>
                    <a:pt x="271284" y="86868"/>
                  </a:lnTo>
                  <a:lnTo>
                    <a:pt x="271284" y="1524"/>
                  </a:lnTo>
                  <a:close/>
                </a:path>
                <a:path w="558164" h="100965">
                  <a:moveTo>
                    <a:pt x="352044" y="99060"/>
                  </a:moveTo>
                  <a:lnTo>
                    <a:pt x="350520" y="96012"/>
                  </a:lnTo>
                  <a:lnTo>
                    <a:pt x="348996" y="91440"/>
                  </a:lnTo>
                  <a:lnTo>
                    <a:pt x="348996" y="89916"/>
                  </a:lnTo>
                  <a:lnTo>
                    <a:pt x="348996" y="88392"/>
                  </a:lnTo>
                  <a:lnTo>
                    <a:pt x="348996" y="65532"/>
                  </a:lnTo>
                  <a:lnTo>
                    <a:pt x="348996" y="47244"/>
                  </a:lnTo>
                  <a:lnTo>
                    <a:pt x="347472" y="44196"/>
                  </a:lnTo>
                  <a:lnTo>
                    <a:pt x="347472" y="38100"/>
                  </a:lnTo>
                  <a:lnTo>
                    <a:pt x="345948" y="35052"/>
                  </a:lnTo>
                  <a:lnTo>
                    <a:pt x="344424" y="33528"/>
                  </a:lnTo>
                  <a:lnTo>
                    <a:pt x="342900" y="30480"/>
                  </a:lnTo>
                  <a:lnTo>
                    <a:pt x="339852" y="28956"/>
                  </a:lnTo>
                  <a:lnTo>
                    <a:pt x="335280" y="27432"/>
                  </a:lnTo>
                  <a:lnTo>
                    <a:pt x="332232" y="25908"/>
                  </a:lnTo>
                  <a:lnTo>
                    <a:pt x="309372" y="25908"/>
                  </a:lnTo>
                  <a:lnTo>
                    <a:pt x="304800" y="27432"/>
                  </a:lnTo>
                  <a:lnTo>
                    <a:pt x="300228" y="30480"/>
                  </a:lnTo>
                  <a:lnTo>
                    <a:pt x="297180" y="32004"/>
                  </a:lnTo>
                  <a:lnTo>
                    <a:pt x="291084" y="38100"/>
                  </a:lnTo>
                  <a:lnTo>
                    <a:pt x="289560" y="42672"/>
                  </a:lnTo>
                  <a:lnTo>
                    <a:pt x="289560" y="47244"/>
                  </a:lnTo>
                  <a:lnTo>
                    <a:pt x="301752" y="48768"/>
                  </a:lnTo>
                  <a:lnTo>
                    <a:pt x="301752" y="44196"/>
                  </a:lnTo>
                  <a:lnTo>
                    <a:pt x="306324" y="39624"/>
                  </a:lnTo>
                  <a:lnTo>
                    <a:pt x="309372" y="38100"/>
                  </a:lnTo>
                  <a:lnTo>
                    <a:pt x="324612" y="38100"/>
                  </a:lnTo>
                  <a:lnTo>
                    <a:pt x="329184" y="39624"/>
                  </a:lnTo>
                  <a:lnTo>
                    <a:pt x="335280" y="42672"/>
                  </a:lnTo>
                  <a:lnTo>
                    <a:pt x="336804" y="45720"/>
                  </a:lnTo>
                  <a:lnTo>
                    <a:pt x="336804" y="53340"/>
                  </a:lnTo>
                  <a:lnTo>
                    <a:pt x="336804" y="65532"/>
                  </a:lnTo>
                  <a:lnTo>
                    <a:pt x="336804" y="73152"/>
                  </a:lnTo>
                  <a:lnTo>
                    <a:pt x="335280" y="76200"/>
                  </a:lnTo>
                  <a:lnTo>
                    <a:pt x="333756" y="77724"/>
                  </a:lnTo>
                  <a:lnTo>
                    <a:pt x="332232" y="80772"/>
                  </a:lnTo>
                  <a:lnTo>
                    <a:pt x="329184" y="83820"/>
                  </a:lnTo>
                  <a:lnTo>
                    <a:pt x="323088" y="86868"/>
                  </a:lnTo>
                  <a:lnTo>
                    <a:pt x="318516" y="88392"/>
                  </a:lnTo>
                  <a:lnTo>
                    <a:pt x="309372" y="88392"/>
                  </a:lnTo>
                  <a:lnTo>
                    <a:pt x="300228" y="83820"/>
                  </a:lnTo>
                  <a:lnTo>
                    <a:pt x="300228" y="76200"/>
                  </a:lnTo>
                  <a:lnTo>
                    <a:pt x="301752" y="74676"/>
                  </a:lnTo>
                  <a:lnTo>
                    <a:pt x="301752" y="73152"/>
                  </a:lnTo>
                  <a:lnTo>
                    <a:pt x="303276" y="71628"/>
                  </a:lnTo>
                  <a:lnTo>
                    <a:pt x="306324" y="71628"/>
                  </a:lnTo>
                  <a:lnTo>
                    <a:pt x="307848" y="70104"/>
                  </a:lnTo>
                  <a:lnTo>
                    <a:pt x="310896" y="70104"/>
                  </a:lnTo>
                  <a:lnTo>
                    <a:pt x="316992" y="68580"/>
                  </a:lnTo>
                  <a:lnTo>
                    <a:pt x="324612" y="68580"/>
                  </a:lnTo>
                  <a:lnTo>
                    <a:pt x="332232" y="67056"/>
                  </a:lnTo>
                  <a:lnTo>
                    <a:pt x="336804" y="65532"/>
                  </a:lnTo>
                  <a:lnTo>
                    <a:pt x="336804" y="53340"/>
                  </a:lnTo>
                  <a:lnTo>
                    <a:pt x="332232" y="54864"/>
                  </a:lnTo>
                  <a:lnTo>
                    <a:pt x="324612" y="56388"/>
                  </a:lnTo>
                  <a:lnTo>
                    <a:pt x="315468" y="57912"/>
                  </a:lnTo>
                  <a:lnTo>
                    <a:pt x="306324" y="57912"/>
                  </a:lnTo>
                  <a:lnTo>
                    <a:pt x="304800" y="59436"/>
                  </a:lnTo>
                  <a:lnTo>
                    <a:pt x="301752" y="59436"/>
                  </a:lnTo>
                  <a:lnTo>
                    <a:pt x="295656" y="62484"/>
                  </a:lnTo>
                  <a:lnTo>
                    <a:pt x="294132" y="65532"/>
                  </a:lnTo>
                  <a:lnTo>
                    <a:pt x="291084" y="67056"/>
                  </a:lnTo>
                  <a:lnTo>
                    <a:pt x="288036" y="73152"/>
                  </a:lnTo>
                  <a:lnTo>
                    <a:pt x="288036" y="85344"/>
                  </a:lnTo>
                  <a:lnTo>
                    <a:pt x="289560" y="91440"/>
                  </a:lnTo>
                  <a:lnTo>
                    <a:pt x="294132" y="94488"/>
                  </a:lnTo>
                  <a:lnTo>
                    <a:pt x="297180" y="99060"/>
                  </a:lnTo>
                  <a:lnTo>
                    <a:pt x="303276" y="100584"/>
                  </a:lnTo>
                  <a:lnTo>
                    <a:pt x="315468" y="100584"/>
                  </a:lnTo>
                  <a:lnTo>
                    <a:pt x="329184" y="96012"/>
                  </a:lnTo>
                  <a:lnTo>
                    <a:pt x="332232" y="92964"/>
                  </a:lnTo>
                  <a:lnTo>
                    <a:pt x="336804" y="89916"/>
                  </a:lnTo>
                  <a:lnTo>
                    <a:pt x="336804" y="92964"/>
                  </a:lnTo>
                  <a:lnTo>
                    <a:pt x="339852" y="99060"/>
                  </a:lnTo>
                  <a:lnTo>
                    <a:pt x="352044" y="99060"/>
                  </a:lnTo>
                  <a:close/>
                </a:path>
                <a:path w="558164" h="100965">
                  <a:moveTo>
                    <a:pt x="425208" y="47244"/>
                  </a:moveTo>
                  <a:lnTo>
                    <a:pt x="423684" y="41148"/>
                  </a:lnTo>
                  <a:lnTo>
                    <a:pt x="422160" y="38100"/>
                  </a:lnTo>
                  <a:lnTo>
                    <a:pt x="420636" y="33528"/>
                  </a:lnTo>
                  <a:lnTo>
                    <a:pt x="417588" y="30480"/>
                  </a:lnTo>
                  <a:lnTo>
                    <a:pt x="414540" y="28956"/>
                  </a:lnTo>
                  <a:lnTo>
                    <a:pt x="405396" y="25908"/>
                  </a:lnTo>
                  <a:lnTo>
                    <a:pt x="391680" y="25908"/>
                  </a:lnTo>
                  <a:lnTo>
                    <a:pt x="384060" y="28956"/>
                  </a:lnTo>
                  <a:lnTo>
                    <a:pt x="379488" y="36576"/>
                  </a:lnTo>
                  <a:lnTo>
                    <a:pt x="379488" y="1524"/>
                  </a:lnTo>
                  <a:lnTo>
                    <a:pt x="367296" y="1524"/>
                  </a:lnTo>
                  <a:lnTo>
                    <a:pt x="367296" y="99060"/>
                  </a:lnTo>
                  <a:lnTo>
                    <a:pt x="379488" y="99060"/>
                  </a:lnTo>
                  <a:lnTo>
                    <a:pt x="379488" y="51816"/>
                  </a:lnTo>
                  <a:lnTo>
                    <a:pt x="381012" y="47244"/>
                  </a:lnTo>
                  <a:lnTo>
                    <a:pt x="382536" y="44196"/>
                  </a:lnTo>
                  <a:lnTo>
                    <a:pt x="384060" y="42672"/>
                  </a:lnTo>
                  <a:lnTo>
                    <a:pt x="387108" y="41148"/>
                  </a:lnTo>
                  <a:lnTo>
                    <a:pt x="390156" y="38100"/>
                  </a:lnTo>
                  <a:lnTo>
                    <a:pt x="402348" y="38100"/>
                  </a:lnTo>
                  <a:lnTo>
                    <a:pt x="405396" y="39624"/>
                  </a:lnTo>
                  <a:lnTo>
                    <a:pt x="408444" y="42672"/>
                  </a:lnTo>
                  <a:lnTo>
                    <a:pt x="411492" y="44196"/>
                  </a:lnTo>
                  <a:lnTo>
                    <a:pt x="413016" y="48768"/>
                  </a:lnTo>
                  <a:lnTo>
                    <a:pt x="413016" y="99060"/>
                  </a:lnTo>
                  <a:lnTo>
                    <a:pt x="425208" y="99060"/>
                  </a:lnTo>
                  <a:lnTo>
                    <a:pt x="425208" y="47244"/>
                  </a:lnTo>
                  <a:close/>
                </a:path>
                <a:path w="558164" h="100965">
                  <a:moveTo>
                    <a:pt x="454152" y="0"/>
                  </a:moveTo>
                  <a:lnTo>
                    <a:pt x="440436" y="0"/>
                  </a:lnTo>
                  <a:lnTo>
                    <a:pt x="440436" y="99060"/>
                  </a:lnTo>
                  <a:lnTo>
                    <a:pt x="454152" y="99060"/>
                  </a:lnTo>
                  <a:lnTo>
                    <a:pt x="454152" y="0"/>
                  </a:lnTo>
                  <a:close/>
                </a:path>
                <a:path w="558164" h="100965">
                  <a:moveTo>
                    <a:pt x="483120" y="1524"/>
                  </a:moveTo>
                  <a:lnTo>
                    <a:pt x="470928" y="1524"/>
                  </a:lnTo>
                  <a:lnTo>
                    <a:pt x="470928" y="13716"/>
                  </a:lnTo>
                  <a:lnTo>
                    <a:pt x="477024" y="13716"/>
                  </a:lnTo>
                  <a:lnTo>
                    <a:pt x="477024" y="21336"/>
                  </a:lnTo>
                  <a:lnTo>
                    <a:pt x="475500" y="22860"/>
                  </a:lnTo>
                  <a:lnTo>
                    <a:pt x="473976" y="25908"/>
                  </a:lnTo>
                  <a:lnTo>
                    <a:pt x="472452" y="27432"/>
                  </a:lnTo>
                  <a:lnTo>
                    <a:pt x="469404" y="28956"/>
                  </a:lnTo>
                  <a:lnTo>
                    <a:pt x="472452" y="33528"/>
                  </a:lnTo>
                  <a:lnTo>
                    <a:pt x="477024" y="32004"/>
                  </a:lnTo>
                  <a:lnTo>
                    <a:pt x="480072" y="28956"/>
                  </a:lnTo>
                  <a:lnTo>
                    <a:pt x="483120" y="22860"/>
                  </a:lnTo>
                  <a:lnTo>
                    <a:pt x="483120" y="1524"/>
                  </a:lnTo>
                  <a:close/>
                </a:path>
                <a:path w="558164" h="100965">
                  <a:moveTo>
                    <a:pt x="557796" y="73152"/>
                  </a:moveTo>
                  <a:lnTo>
                    <a:pt x="553224" y="64008"/>
                  </a:lnTo>
                  <a:lnTo>
                    <a:pt x="550176" y="60960"/>
                  </a:lnTo>
                  <a:lnTo>
                    <a:pt x="547128" y="59436"/>
                  </a:lnTo>
                  <a:lnTo>
                    <a:pt x="542556" y="59436"/>
                  </a:lnTo>
                  <a:lnTo>
                    <a:pt x="536460" y="56388"/>
                  </a:lnTo>
                  <a:lnTo>
                    <a:pt x="528840" y="54864"/>
                  </a:lnTo>
                  <a:lnTo>
                    <a:pt x="522744" y="53340"/>
                  </a:lnTo>
                  <a:lnTo>
                    <a:pt x="519696" y="51816"/>
                  </a:lnTo>
                  <a:lnTo>
                    <a:pt x="516648" y="51816"/>
                  </a:lnTo>
                  <a:lnTo>
                    <a:pt x="513600" y="48768"/>
                  </a:lnTo>
                  <a:lnTo>
                    <a:pt x="512076" y="48768"/>
                  </a:lnTo>
                  <a:lnTo>
                    <a:pt x="512076" y="44196"/>
                  </a:lnTo>
                  <a:lnTo>
                    <a:pt x="513600" y="41148"/>
                  </a:lnTo>
                  <a:lnTo>
                    <a:pt x="515124" y="39624"/>
                  </a:lnTo>
                  <a:lnTo>
                    <a:pt x="518172" y="38100"/>
                  </a:lnTo>
                  <a:lnTo>
                    <a:pt x="534936" y="38100"/>
                  </a:lnTo>
                  <a:lnTo>
                    <a:pt x="537984" y="39624"/>
                  </a:lnTo>
                  <a:lnTo>
                    <a:pt x="542556" y="44196"/>
                  </a:lnTo>
                  <a:lnTo>
                    <a:pt x="542556" y="47244"/>
                  </a:lnTo>
                  <a:lnTo>
                    <a:pt x="554748" y="45720"/>
                  </a:lnTo>
                  <a:lnTo>
                    <a:pt x="553224" y="41148"/>
                  </a:lnTo>
                  <a:lnTo>
                    <a:pt x="553224" y="36576"/>
                  </a:lnTo>
                  <a:lnTo>
                    <a:pt x="550176" y="35052"/>
                  </a:lnTo>
                  <a:lnTo>
                    <a:pt x="548652" y="32004"/>
                  </a:lnTo>
                  <a:lnTo>
                    <a:pt x="545604" y="28956"/>
                  </a:lnTo>
                  <a:lnTo>
                    <a:pt x="536460" y="25908"/>
                  </a:lnTo>
                  <a:lnTo>
                    <a:pt x="519696" y="25908"/>
                  </a:lnTo>
                  <a:lnTo>
                    <a:pt x="515124" y="27432"/>
                  </a:lnTo>
                  <a:lnTo>
                    <a:pt x="512076" y="28956"/>
                  </a:lnTo>
                  <a:lnTo>
                    <a:pt x="510552" y="28956"/>
                  </a:lnTo>
                  <a:lnTo>
                    <a:pt x="507504" y="30480"/>
                  </a:lnTo>
                  <a:lnTo>
                    <a:pt x="502932" y="35052"/>
                  </a:lnTo>
                  <a:lnTo>
                    <a:pt x="499884" y="41148"/>
                  </a:lnTo>
                  <a:lnTo>
                    <a:pt x="499884" y="50292"/>
                  </a:lnTo>
                  <a:lnTo>
                    <a:pt x="504456" y="59436"/>
                  </a:lnTo>
                  <a:lnTo>
                    <a:pt x="507504" y="62484"/>
                  </a:lnTo>
                  <a:lnTo>
                    <a:pt x="513600" y="65532"/>
                  </a:lnTo>
                  <a:lnTo>
                    <a:pt x="519696" y="67056"/>
                  </a:lnTo>
                  <a:lnTo>
                    <a:pt x="528840" y="70104"/>
                  </a:lnTo>
                  <a:lnTo>
                    <a:pt x="534936" y="71628"/>
                  </a:lnTo>
                  <a:lnTo>
                    <a:pt x="539508" y="71628"/>
                  </a:lnTo>
                  <a:lnTo>
                    <a:pt x="541032" y="73152"/>
                  </a:lnTo>
                  <a:lnTo>
                    <a:pt x="544080" y="74676"/>
                  </a:lnTo>
                  <a:lnTo>
                    <a:pt x="545604" y="76200"/>
                  </a:lnTo>
                  <a:lnTo>
                    <a:pt x="545604" y="80772"/>
                  </a:lnTo>
                  <a:lnTo>
                    <a:pt x="544080" y="83820"/>
                  </a:lnTo>
                  <a:lnTo>
                    <a:pt x="541032" y="85344"/>
                  </a:lnTo>
                  <a:lnTo>
                    <a:pt x="539508" y="86868"/>
                  </a:lnTo>
                  <a:lnTo>
                    <a:pt x="534936" y="88392"/>
                  </a:lnTo>
                  <a:lnTo>
                    <a:pt x="524268" y="88392"/>
                  </a:lnTo>
                  <a:lnTo>
                    <a:pt x="519696" y="86868"/>
                  </a:lnTo>
                  <a:lnTo>
                    <a:pt x="516648" y="85344"/>
                  </a:lnTo>
                  <a:lnTo>
                    <a:pt x="510552" y="79248"/>
                  </a:lnTo>
                  <a:lnTo>
                    <a:pt x="510552" y="76200"/>
                  </a:lnTo>
                  <a:lnTo>
                    <a:pt x="498360" y="77724"/>
                  </a:lnTo>
                  <a:lnTo>
                    <a:pt x="499884" y="85344"/>
                  </a:lnTo>
                  <a:lnTo>
                    <a:pt x="502932" y="91440"/>
                  </a:lnTo>
                  <a:lnTo>
                    <a:pt x="507504" y="94488"/>
                  </a:lnTo>
                  <a:lnTo>
                    <a:pt x="512076" y="99060"/>
                  </a:lnTo>
                  <a:lnTo>
                    <a:pt x="519696" y="100584"/>
                  </a:lnTo>
                  <a:lnTo>
                    <a:pt x="534936" y="100584"/>
                  </a:lnTo>
                  <a:lnTo>
                    <a:pt x="557796" y="80772"/>
                  </a:lnTo>
                  <a:lnTo>
                    <a:pt x="557796" y="73152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42303" y="678179"/>
              <a:ext cx="237743" cy="9906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641848" y="97688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59">
                  <a:moveTo>
                    <a:pt x="35051" y="35051"/>
                  </a:moveTo>
                  <a:lnTo>
                    <a:pt x="0" y="35051"/>
                  </a:lnTo>
                  <a:lnTo>
                    <a:pt x="0" y="0"/>
                  </a:lnTo>
                  <a:lnTo>
                    <a:pt x="35051" y="0"/>
                  </a:lnTo>
                  <a:lnTo>
                    <a:pt x="35051" y="35051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80532" y="950975"/>
              <a:ext cx="271271" cy="8686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89903" y="950975"/>
              <a:ext cx="384048" cy="86868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641848" y="952499"/>
              <a:ext cx="1390015" cy="260985"/>
            </a:xfrm>
            <a:custGeom>
              <a:avLst/>
              <a:gdLst/>
              <a:ahLst/>
              <a:cxnLst/>
              <a:rect l="l" t="t" r="r" b="b"/>
              <a:pathLst>
                <a:path w="1390015" h="260984">
                  <a:moveTo>
                    <a:pt x="35052" y="225552"/>
                  </a:moveTo>
                  <a:lnTo>
                    <a:pt x="0" y="225552"/>
                  </a:lnTo>
                  <a:lnTo>
                    <a:pt x="0" y="260604"/>
                  </a:lnTo>
                  <a:lnTo>
                    <a:pt x="35052" y="260604"/>
                  </a:lnTo>
                  <a:lnTo>
                    <a:pt x="35052" y="225552"/>
                  </a:lnTo>
                  <a:close/>
                </a:path>
                <a:path w="1390015" h="260984">
                  <a:moveTo>
                    <a:pt x="902195" y="0"/>
                  </a:moveTo>
                  <a:lnTo>
                    <a:pt x="879335" y="0"/>
                  </a:lnTo>
                  <a:lnTo>
                    <a:pt x="879335" y="8890"/>
                  </a:lnTo>
                  <a:lnTo>
                    <a:pt x="879335" y="97790"/>
                  </a:lnTo>
                  <a:lnTo>
                    <a:pt x="879335" y="106680"/>
                  </a:lnTo>
                  <a:lnTo>
                    <a:pt x="902195" y="106680"/>
                  </a:lnTo>
                  <a:lnTo>
                    <a:pt x="902195" y="97790"/>
                  </a:lnTo>
                  <a:lnTo>
                    <a:pt x="890003" y="97790"/>
                  </a:lnTo>
                  <a:lnTo>
                    <a:pt x="890003" y="8890"/>
                  </a:lnTo>
                  <a:lnTo>
                    <a:pt x="902195" y="8890"/>
                  </a:lnTo>
                  <a:lnTo>
                    <a:pt x="902195" y="0"/>
                  </a:lnTo>
                  <a:close/>
                </a:path>
                <a:path w="1390015" h="260984">
                  <a:moveTo>
                    <a:pt x="978408" y="83820"/>
                  </a:moveTo>
                  <a:lnTo>
                    <a:pt x="968514" y="57912"/>
                  </a:lnTo>
                  <a:lnTo>
                    <a:pt x="965022" y="48768"/>
                  </a:lnTo>
                  <a:lnTo>
                    <a:pt x="955548" y="23977"/>
                  </a:lnTo>
                  <a:lnTo>
                    <a:pt x="955548" y="48768"/>
                  </a:lnTo>
                  <a:lnTo>
                    <a:pt x="926592" y="48768"/>
                  </a:lnTo>
                  <a:lnTo>
                    <a:pt x="935736" y="24384"/>
                  </a:lnTo>
                  <a:lnTo>
                    <a:pt x="937260" y="19812"/>
                  </a:lnTo>
                  <a:lnTo>
                    <a:pt x="938784" y="13716"/>
                  </a:lnTo>
                  <a:lnTo>
                    <a:pt x="940308" y="9144"/>
                  </a:lnTo>
                  <a:lnTo>
                    <a:pt x="941832" y="13716"/>
                  </a:lnTo>
                  <a:lnTo>
                    <a:pt x="944880" y="18288"/>
                  </a:lnTo>
                  <a:lnTo>
                    <a:pt x="946404" y="25908"/>
                  </a:lnTo>
                  <a:lnTo>
                    <a:pt x="955548" y="48768"/>
                  </a:lnTo>
                  <a:lnTo>
                    <a:pt x="955548" y="23977"/>
                  </a:lnTo>
                  <a:lnTo>
                    <a:pt x="949883" y="9144"/>
                  </a:lnTo>
                  <a:lnTo>
                    <a:pt x="946404" y="0"/>
                  </a:lnTo>
                  <a:lnTo>
                    <a:pt x="934212" y="0"/>
                  </a:lnTo>
                  <a:lnTo>
                    <a:pt x="902208" y="83820"/>
                  </a:lnTo>
                  <a:lnTo>
                    <a:pt x="914400" y="83820"/>
                  </a:lnTo>
                  <a:lnTo>
                    <a:pt x="923544" y="57912"/>
                  </a:lnTo>
                  <a:lnTo>
                    <a:pt x="958596" y="57912"/>
                  </a:lnTo>
                  <a:lnTo>
                    <a:pt x="967740" y="83820"/>
                  </a:lnTo>
                  <a:lnTo>
                    <a:pt x="978408" y="83820"/>
                  </a:lnTo>
                  <a:close/>
                </a:path>
                <a:path w="1390015" h="260984">
                  <a:moveTo>
                    <a:pt x="1068324" y="0"/>
                  </a:moveTo>
                  <a:lnTo>
                    <a:pt x="1051560" y="0"/>
                  </a:lnTo>
                  <a:lnTo>
                    <a:pt x="1033272" y="56388"/>
                  </a:lnTo>
                  <a:lnTo>
                    <a:pt x="1031748" y="62484"/>
                  </a:lnTo>
                  <a:lnTo>
                    <a:pt x="1030224" y="67056"/>
                  </a:lnTo>
                  <a:lnTo>
                    <a:pt x="1028700" y="70104"/>
                  </a:lnTo>
                  <a:lnTo>
                    <a:pt x="1028700" y="67056"/>
                  </a:lnTo>
                  <a:lnTo>
                    <a:pt x="1027176" y="64008"/>
                  </a:lnTo>
                  <a:lnTo>
                    <a:pt x="1025652" y="57912"/>
                  </a:lnTo>
                  <a:lnTo>
                    <a:pt x="1007364" y="0"/>
                  </a:lnTo>
                  <a:lnTo>
                    <a:pt x="990600" y="0"/>
                  </a:lnTo>
                  <a:lnTo>
                    <a:pt x="990600" y="83820"/>
                  </a:lnTo>
                  <a:lnTo>
                    <a:pt x="1001268" y="83820"/>
                  </a:lnTo>
                  <a:lnTo>
                    <a:pt x="1001268" y="10668"/>
                  </a:lnTo>
                  <a:lnTo>
                    <a:pt x="1022604" y="83820"/>
                  </a:lnTo>
                  <a:lnTo>
                    <a:pt x="1034796" y="83820"/>
                  </a:lnTo>
                  <a:lnTo>
                    <a:pt x="1057656" y="10668"/>
                  </a:lnTo>
                  <a:lnTo>
                    <a:pt x="1057656" y="83820"/>
                  </a:lnTo>
                  <a:lnTo>
                    <a:pt x="1068324" y="83820"/>
                  </a:lnTo>
                  <a:lnTo>
                    <a:pt x="1068324" y="0"/>
                  </a:lnTo>
                  <a:close/>
                </a:path>
                <a:path w="1390015" h="260984">
                  <a:moveTo>
                    <a:pt x="1153668" y="25908"/>
                  </a:moveTo>
                  <a:lnTo>
                    <a:pt x="1150620" y="21336"/>
                  </a:lnTo>
                  <a:lnTo>
                    <a:pt x="1149096" y="15240"/>
                  </a:lnTo>
                  <a:lnTo>
                    <a:pt x="1146048" y="10668"/>
                  </a:lnTo>
                  <a:lnTo>
                    <a:pt x="1144524" y="9144"/>
                  </a:lnTo>
                  <a:lnTo>
                    <a:pt x="1143000" y="7620"/>
                  </a:lnTo>
                  <a:lnTo>
                    <a:pt x="1143000" y="32004"/>
                  </a:lnTo>
                  <a:lnTo>
                    <a:pt x="1143000" y="51816"/>
                  </a:lnTo>
                  <a:lnTo>
                    <a:pt x="1138428" y="65532"/>
                  </a:lnTo>
                  <a:lnTo>
                    <a:pt x="1133856" y="70104"/>
                  </a:lnTo>
                  <a:lnTo>
                    <a:pt x="1127760" y="73152"/>
                  </a:lnTo>
                  <a:lnTo>
                    <a:pt x="1124712" y="73152"/>
                  </a:lnTo>
                  <a:lnTo>
                    <a:pt x="1120140" y="74676"/>
                  </a:lnTo>
                  <a:lnTo>
                    <a:pt x="1095756" y="74676"/>
                  </a:lnTo>
                  <a:lnTo>
                    <a:pt x="1095756" y="9144"/>
                  </a:lnTo>
                  <a:lnTo>
                    <a:pt x="1126236" y="9144"/>
                  </a:lnTo>
                  <a:lnTo>
                    <a:pt x="1132332" y="12192"/>
                  </a:lnTo>
                  <a:lnTo>
                    <a:pt x="1136904" y="15240"/>
                  </a:lnTo>
                  <a:lnTo>
                    <a:pt x="1139952" y="19812"/>
                  </a:lnTo>
                  <a:lnTo>
                    <a:pt x="1141476" y="24384"/>
                  </a:lnTo>
                  <a:lnTo>
                    <a:pt x="1143000" y="32004"/>
                  </a:lnTo>
                  <a:lnTo>
                    <a:pt x="1143000" y="7620"/>
                  </a:lnTo>
                  <a:lnTo>
                    <a:pt x="1138428" y="3048"/>
                  </a:lnTo>
                  <a:lnTo>
                    <a:pt x="1129284" y="0"/>
                  </a:lnTo>
                  <a:lnTo>
                    <a:pt x="1085088" y="0"/>
                  </a:lnTo>
                  <a:lnTo>
                    <a:pt x="1085088" y="83820"/>
                  </a:lnTo>
                  <a:lnTo>
                    <a:pt x="1120140" y="83820"/>
                  </a:lnTo>
                  <a:lnTo>
                    <a:pt x="1124712" y="82296"/>
                  </a:lnTo>
                  <a:lnTo>
                    <a:pt x="1129284" y="82296"/>
                  </a:lnTo>
                  <a:lnTo>
                    <a:pt x="1141476" y="76200"/>
                  </a:lnTo>
                  <a:lnTo>
                    <a:pt x="1143000" y="74676"/>
                  </a:lnTo>
                  <a:lnTo>
                    <a:pt x="1144524" y="73152"/>
                  </a:lnTo>
                  <a:lnTo>
                    <a:pt x="1146048" y="70104"/>
                  </a:lnTo>
                  <a:lnTo>
                    <a:pt x="1149096" y="67056"/>
                  </a:lnTo>
                  <a:lnTo>
                    <a:pt x="1153668" y="53340"/>
                  </a:lnTo>
                  <a:lnTo>
                    <a:pt x="1153668" y="25908"/>
                  </a:lnTo>
                  <a:close/>
                </a:path>
                <a:path w="1390015" h="260984">
                  <a:moveTo>
                    <a:pt x="1234440" y="83820"/>
                  </a:moveTo>
                  <a:lnTo>
                    <a:pt x="1225016" y="57912"/>
                  </a:lnTo>
                  <a:lnTo>
                    <a:pt x="1221689" y="48768"/>
                  </a:lnTo>
                  <a:lnTo>
                    <a:pt x="1211580" y="20980"/>
                  </a:lnTo>
                  <a:lnTo>
                    <a:pt x="1211580" y="48768"/>
                  </a:lnTo>
                  <a:lnTo>
                    <a:pt x="1182624" y="48768"/>
                  </a:lnTo>
                  <a:lnTo>
                    <a:pt x="1191768" y="24384"/>
                  </a:lnTo>
                  <a:lnTo>
                    <a:pt x="1193292" y="19812"/>
                  </a:lnTo>
                  <a:lnTo>
                    <a:pt x="1194816" y="13716"/>
                  </a:lnTo>
                  <a:lnTo>
                    <a:pt x="1196340" y="9144"/>
                  </a:lnTo>
                  <a:lnTo>
                    <a:pt x="1197864" y="13716"/>
                  </a:lnTo>
                  <a:lnTo>
                    <a:pt x="1200912" y="18288"/>
                  </a:lnTo>
                  <a:lnTo>
                    <a:pt x="1203960" y="25908"/>
                  </a:lnTo>
                  <a:lnTo>
                    <a:pt x="1211580" y="48768"/>
                  </a:lnTo>
                  <a:lnTo>
                    <a:pt x="1211580" y="20980"/>
                  </a:lnTo>
                  <a:lnTo>
                    <a:pt x="1207274" y="9144"/>
                  </a:lnTo>
                  <a:lnTo>
                    <a:pt x="1203960" y="0"/>
                  </a:lnTo>
                  <a:lnTo>
                    <a:pt x="1190244" y="0"/>
                  </a:lnTo>
                  <a:lnTo>
                    <a:pt x="1159764" y="83820"/>
                  </a:lnTo>
                  <a:lnTo>
                    <a:pt x="1170432" y="83820"/>
                  </a:lnTo>
                  <a:lnTo>
                    <a:pt x="1179576" y="57912"/>
                  </a:lnTo>
                  <a:lnTo>
                    <a:pt x="1214628" y="57912"/>
                  </a:lnTo>
                  <a:lnTo>
                    <a:pt x="1223772" y="83820"/>
                  </a:lnTo>
                  <a:lnTo>
                    <a:pt x="1234440" y="83820"/>
                  </a:lnTo>
                  <a:close/>
                </a:path>
                <a:path w="1390015" h="260984">
                  <a:moveTo>
                    <a:pt x="1296924" y="47244"/>
                  </a:moveTo>
                  <a:lnTo>
                    <a:pt x="1293876" y="41148"/>
                  </a:lnTo>
                  <a:lnTo>
                    <a:pt x="1290828" y="38100"/>
                  </a:lnTo>
                  <a:lnTo>
                    <a:pt x="1289304" y="36576"/>
                  </a:lnTo>
                  <a:lnTo>
                    <a:pt x="1286256" y="32512"/>
                  </a:lnTo>
                  <a:lnTo>
                    <a:pt x="1286256" y="50292"/>
                  </a:lnTo>
                  <a:lnTo>
                    <a:pt x="1286256" y="62484"/>
                  </a:lnTo>
                  <a:lnTo>
                    <a:pt x="1284732" y="67056"/>
                  </a:lnTo>
                  <a:lnTo>
                    <a:pt x="1278636" y="73152"/>
                  </a:lnTo>
                  <a:lnTo>
                    <a:pt x="1274064" y="76200"/>
                  </a:lnTo>
                  <a:lnTo>
                    <a:pt x="1264920" y="76200"/>
                  </a:lnTo>
                  <a:lnTo>
                    <a:pt x="1258824" y="73152"/>
                  </a:lnTo>
                  <a:lnTo>
                    <a:pt x="1254252" y="68580"/>
                  </a:lnTo>
                  <a:lnTo>
                    <a:pt x="1251204" y="62484"/>
                  </a:lnTo>
                  <a:lnTo>
                    <a:pt x="1251204" y="50292"/>
                  </a:lnTo>
                  <a:lnTo>
                    <a:pt x="1252728" y="45720"/>
                  </a:lnTo>
                  <a:lnTo>
                    <a:pt x="1258824" y="39624"/>
                  </a:lnTo>
                  <a:lnTo>
                    <a:pt x="1263396" y="38100"/>
                  </a:lnTo>
                  <a:lnTo>
                    <a:pt x="1274064" y="38100"/>
                  </a:lnTo>
                  <a:lnTo>
                    <a:pt x="1278636" y="39624"/>
                  </a:lnTo>
                  <a:lnTo>
                    <a:pt x="1284732" y="45720"/>
                  </a:lnTo>
                  <a:lnTo>
                    <a:pt x="1286256" y="50292"/>
                  </a:lnTo>
                  <a:lnTo>
                    <a:pt x="1286256" y="32512"/>
                  </a:lnTo>
                  <a:lnTo>
                    <a:pt x="1284732" y="30480"/>
                  </a:lnTo>
                  <a:lnTo>
                    <a:pt x="1278636" y="28956"/>
                  </a:lnTo>
                  <a:lnTo>
                    <a:pt x="1263396" y="28956"/>
                  </a:lnTo>
                  <a:lnTo>
                    <a:pt x="1260348" y="30480"/>
                  </a:lnTo>
                  <a:lnTo>
                    <a:pt x="1255776" y="33528"/>
                  </a:lnTo>
                  <a:lnTo>
                    <a:pt x="1252728" y="35052"/>
                  </a:lnTo>
                  <a:lnTo>
                    <a:pt x="1251204" y="39624"/>
                  </a:lnTo>
                  <a:lnTo>
                    <a:pt x="1251204" y="24384"/>
                  </a:lnTo>
                  <a:lnTo>
                    <a:pt x="1254252" y="21336"/>
                  </a:lnTo>
                  <a:lnTo>
                    <a:pt x="1255776" y="16764"/>
                  </a:lnTo>
                  <a:lnTo>
                    <a:pt x="1257300" y="13716"/>
                  </a:lnTo>
                  <a:lnTo>
                    <a:pt x="1260348" y="10668"/>
                  </a:lnTo>
                  <a:lnTo>
                    <a:pt x="1263396" y="9144"/>
                  </a:lnTo>
                  <a:lnTo>
                    <a:pt x="1274064" y="9144"/>
                  </a:lnTo>
                  <a:lnTo>
                    <a:pt x="1277112" y="10668"/>
                  </a:lnTo>
                  <a:lnTo>
                    <a:pt x="1281684" y="15240"/>
                  </a:lnTo>
                  <a:lnTo>
                    <a:pt x="1281798" y="15481"/>
                  </a:lnTo>
                  <a:lnTo>
                    <a:pt x="1283208" y="18288"/>
                  </a:lnTo>
                  <a:lnTo>
                    <a:pt x="1284732" y="22860"/>
                  </a:lnTo>
                  <a:lnTo>
                    <a:pt x="1295400" y="21336"/>
                  </a:lnTo>
                  <a:lnTo>
                    <a:pt x="1293876" y="13716"/>
                  </a:lnTo>
                  <a:lnTo>
                    <a:pt x="1290828" y="9144"/>
                  </a:lnTo>
                  <a:lnTo>
                    <a:pt x="1287780" y="4572"/>
                  </a:lnTo>
                  <a:lnTo>
                    <a:pt x="1283208" y="1524"/>
                  </a:lnTo>
                  <a:lnTo>
                    <a:pt x="1277112" y="0"/>
                  </a:lnTo>
                  <a:lnTo>
                    <a:pt x="1261872" y="0"/>
                  </a:lnTo>
                  <a:lnTo>
                    <a:pt x="1241107" y="32727"/>
                  </a:lnTo>
                  <a:lnTo>
                    <a:pt x="1240866" y="53898"/>
                  </a:lnTo>
                  <a:lnTo>
                    <a:pt x="1242060" y="62293"/>
                  </a:lnTo>
                  <a:lnTo>
                    <a:pt x="1242123" y="62484"/>
                  </a:lnTo>
                  <a:lnTo>
                    <a:pt x="1244384" y="69278"/>
                  </a:lnTo>
                  <a:lnTo>
                    <a:pt x="1248156" y="74676"/>
                  </a:lnTo>
                  <a:lnTo>
                    <a:pt x="1254252" y="80772"/>
                  </a:lnTo>
                  <a:lnTo>
                    <a:pt x="1260348" y="85344"/>
                  </a:lnTo>
                  <a:lnTo>
                    <a:pt x="1274064" y="85344"/>
                  </a:lnTo>
                  <a:lnTo>
                    <a:pt x="1278636" y="83820"/>
                  </a:lnTo>
                  <a:lnTo>
                    <a:pt x="1283208" y="80772"/>
                  </a:lnTo>
                  <a:lnTo>
                    <a:pt x="1287780" y="79248"/>
                  </a:lnTo>
                  <a:lnTo>
                    <a:pt x="1289812" y="76200"/>
                  </a:lnTo>
                  <a:lnTo>
                    <a:pt x="1290828" y="74676"/>
                  </a:lnTo>
                  <a:lnTo>
                    <a:pt x="1292352" y="70104"/>
                  </a:lnTo>
                  <a:lnTo>
                    <a:pt x="1295400" y="65532"/>
                  </a:lnTo>
                  <a:lnTo>
                    <a:pt x="1296924" y="60960"/>
                  </a:lnTo>
                  <a:lnTo>
                    <a:pt x="1296924" y="47244"/>
                  </a:lnTo>
                  <a:close/>
                </a:path>
                <a:path w="1390015" h="260984">
                  <a:moveTo>
                    <a:pt x="1359395" y="1524"/>
                  </a:moveTo>
                  <a:lnTo>
                    <a:pt x="1306055" y="1524"/>
                  </a:lnTo>
                  <a:lnTo>
                    <a:pt x="1306055" y="12192"/>
                  </a:lnTo>
                  <a:lnTo>
                    <a:pt x="1348727" y="12192"/>
                  </a:lnTo>
                  <a:lnTo>
                    <a:pt x="1345069" y="16179"/>
                  </a:lnTo>
                  <a:lnTo>
                    <a:pt x="1325130" y="52603"/>
                  </a:lnTo>
                  <a:lnTo>
                    <a:pt x="1318247" y="76200"/>
                  </a:lnTo>
                  <a:lnTo>
                    <a:pt x="1318247" y="83820"/>
                  </a:lnTo>
                  <a:lnTo>
                    <a:pt x="1328915" y="83820"/>
                  </a:lnTo>
                  <a:lnTo>
                    <a:pt x="1330439" y="74676"/>
                  </a:lnTo>
                  <a:lnTo>
                    <a:pt x="1330439" y="67056"/>
                  </a:lnTo>
                  <a:lnTo>
                    <a:pt x="1333487" y="60960"/>
                  </a:lnTo>
                  <a:lnTo>
                    <a:pt x="1355953" y="14008"/>
                  </a:lnTo>
                  <a:lnTo>
                    <a:pt x="1359395" y="9144"/>
                  </a:lnTo>
                  <a:lnTo>
                    <a:pt x="1359395" y="1524"/>
                  </a:lnTo>
                  <a:close/>
                </a:path>
                <a:path w="1390015" h="260984">
                  <a:moveTo>
                    <a:pt x="1389875" y="0"/>
                  </a:moveTo>
                  <a:lnTo>
                    <a:pt x="1367015" y="0"/>
                  </a:lnTo>
                  <a:lnTo>
                    <a:pt x="1367015" y="8890"/>
                  </a:lnTo>
                  <a:lnTo>
                    <a:pt x="1379207" y="8890"/>
                  </a:lnTo>
                  <a:lnTo>
                    <a:pt x="1379207" y="97790"/>
                  </a:lnTo>
                  <a:lnTo>
                    <a:pt x="1367015" y="97790"/>
                  </a:lnTo>
                  <a:lnTo>
                    <a:pt x="1367015" y="106680"/>
                  </a:lnTo>
                  <a:lnTo>
                    <a:pt x="1389875" y="106680"/>
                  </a:lnTo>
                  <a:lnTo>
                    <a:pt x="1389875" y="97790"/>
                  </a:lnTo>
                  <a:lnTo>
                    <a:pt x="1389875" y="8890"/>
                  </a:lnTo>
                  <a:lnTo>
                    <a:pt x="1389875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79008" y="1152144"/>
              <a:ext cx="4456175" cy="24688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5641848" y="1491995"/>
              <a:ext cx="213360" cy="220979"/>
            </a:xfrm>
            <a:custGeom>
              <a:avLst/>
              <a:gdLst/>
              <a:ahLst/>
              <a:cxnLst/>
              <a:rect l="l" t="t" r="r" b="b"/>
              <a:pathLst>
                <a:path w="213360" h="220980">
                  <a:moveTo>
                    <a:pt x="35052" y="25908"/>
                  </a:moveTo>
                  <a:lnTo>
                    <a:pt x="0" y="25908"/>
                  </a:lnTo>
                  <a:lnTo>
                    <a:pt x="0" y="60960"/>
                  </a:lnTo>
                  <a:lnTo>
                    <a:pt x="35052" y="60960"/>
                  </a:lnTo>
                  <a:lnTo>
                    <a:pt x="35052" y="25908"/>
                  </a:lnTo>
                  <a:close/>
                </a:path>
                <a:path w="213360" h="220980">
                  <a:moveTo>
                    <a:pt x="155448" y="0"/>
                  </a:moveTo>
                  <a:lnTo>
                    <a:pt x="143256" y="0"/>
                  </a:lnTo>
                  <a:lnTo>
                    <a:pt x="143256" y="85356"/>
                  </a:lnTo>
                  <a:lnTo>
                    <a:pt x="155448" y="85356"/>
                  </a:lnTo>
                  <a:lnTo>
                    <a:pt x="155448" y="0"/>
                  </a:lnTo>
                  <a:close/>
                </a:path>
                <a:path w="213360" h="220980">
                  <a:moveTo>
                    <a:pt x="213360" y="204216"/>
                  </a:moveTo>
                  <a:lnTo>
                    <a:pt x="210312" y="198120"/>
                  </a:lnTo>
                  <a:lnTo>
                    <a:pt x="207264" y="195072"/>
                  </a:lnTo>
                  <a:lnTo>
                    <a:pt x="204216" y="193548"/>
                  </a:lnTo>
                  <a:lnTo>
                    <a:pt x="196596" y="193548"/>
                  </a:lnTo>
                  <a:lnTo>
                    <a:pt x="193548" y="195072"/>
                  </a:lnTo>
                  <a:lnTo>
                    <a:pt x="187452" y="201168"/>
                  </a:lnTo>
                  <a:lnTo>
                    <a:pt x="185928" y="204216"/>
                  </a:lnTo>
                  <a:lnTo>
                    <a:pt x="185928" y="211836"/>
                  </a:lnTo>
                  <a:lnTo>
                    <a:pt x="187452" y="214884"/>
                  </a:lnTo>
                  <a:lnTo>
                    <a:pt x="190500" y="217932"/>
                  </a:lnTo>
                  <a:lnTo>
                    <a:pt x="196596" y="220980"/>
                  </a:lnTo>
                  <a:lnTo>
                    <a:pt x="204216" y="220980"/>
                  </a:lnTo>
                  <a:lnTo>
                    <a:pt x="210312" y="217932"/>
                  </a:lnTo>
                  <a:lnTo>
                    <a:pt x="213360" y="211836"/>
                  </a:lnTo>
                  <a:lnTo>
                    <a:pt x="213360" y="204216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14060" y="1490472"/>
              <a:ext cx="4221479" cy="408432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5641848" y="2016251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5051" y="35052"/>
                  </a:moveTo>
                  <a:lnTo>
                    <a:pt x="0" y="35052"/>
                  </a:lnTo>
                  <a:lnTo>
                    <a:pt x="0" y="0"/>
                  </a:lnTo>
                  <a:lnTo>
                    <a:pt x="35051" y="0"/>
                  </a:lnTo>
                  <a:lnTo>
                    <a:pt x="35051" y="35052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79008" y="1990344"/>
              <a:ext cx="4117848" cy="246888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234695" y="3813048"/>
            <a:ext cx="5034280" cy="3561715"/>
            <a:chOff x="234695" y="3813048"/>
            <a:chExt cx="5034280" cy="3561715"/>
          </a:xfrm>
        </p:grpSpPr>
        <p:sp>
          <p:nvSpPr>
            <p:cNvPr id="36" name="object 36" descr=""/>
            <p:cNvSpPr/>
            <p:nvPr/>
          </p:nvSpPr>
          <p:spPr>
            <a:xfrm>
              <a:off x="237743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7743" y="4462272"/>
              <a:ext cx="4693919" cy="3810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74747" y="6950964"/>
              <a:ext cx="1150619" cy="3962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27348" y="6806184"/>
              <a:ext cx="1318259" cy="192023"/>
            </a:xfrm>
            <a:prstGeom prst="rect">
              <a:avLst/>
            </a:prstGeom>
          </p:spPr>
        </p:pic>
      </p:grpSp>
      <p:graphicFrame>
        <p:nvGraphicFramePr>
          <p:cNvPr id="40" name="object 40" descr=""/>
          <p:cNvGraphicFramePr>
            <a:graphicFrameLocks noGrp="1"/>
          </p:cNvGraphicFramePr>
          <p:nvPr/>
        </p:nvGraphicFramePr>
        <p:xfrm>
          <a:off x="1417319" y="4832603"/>
          <a:ext cx="2034539" cy="1140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1989"/>
              </a:tblGrid>
              <a:tr h="229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3175">
                      <a:solidFill>
                        <a:srgbClr val="BFBFBF"/>
                      </a:solidFill>
                      <a:prstDash val="sysDash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3175">
                      <a:solidFill>
                        <a:srgbClr val="BFBFBF"/>
                      </a:solidFill>
                      <a:prstDash val="sysDash"/>
                    </a:lnT>
                    <a:lnB w="3175">
                      <a:solidFill>
                        <a:srgbClr val="BFBFBF"/>
                      </a:solidFill>
                      <a:prstDash val="sysDash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3175">
                      <a:solidFill>
                        <a:srgbClr val="BFBFBF"/>
                      </a:solidFill>
                      <a:prstDash val="sysDash"/>
                    </a:lnT>
                    <a:lnB w="3175">
                      <a:solidFill>
                        <a:srgbClr val="BFBFBF"/>
                      </a:solidFill>
                      <a:prstDash val="sysDash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3175">
                      <a:solidFill>
                        <a:srgbClr val="BFBFBF"/>
                      </a:solidFill>
                      <a:prstDash val="sysDash"/>
                    </a:lnT>
                    <a:lnB w="3175">
                      <a:solidFill>
                        <a:srgbClr val="BFBFBF"/>
                      </a:solidFill>
                      <a:prstDash val="sysDash"/>
                    </a:lnB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3175">
                      <a:solidFill>
                        <a:srgbClr val="BFBFBF"/>
                      </a:solidFill>
                      <a:prstDash val="sysDash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1" name="object 4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64336" y="4803647"/>
            <a:ext cx="2246376" cy="1409700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55676" y="4303776"/>
            <a:ext cx="763523" cy="100584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271016" y="4303776"/>
            <a:ext cx="1458467" cy="100584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779775" y="4305300"/>
            <a:ext cx="239268" cy="99059"/>
          </a:xfrm>
          <a:prstGeom prst="rect">
            <a:avLst/>
          </a:prstGeom>
        </p:spPr>
      </p:pic>
      <p:grpSp>
        <p:nvGrpSpPr>
          <p:cNvPr id="45" name="object 45" descr=""/>
          <p:cNvGrpSpPr/>
          <p:nvPr/>
        </p:nvGrpSpPr>
        <p:grpSpPr>
          <a:xfrm>
            <a:off x="1298448" y="6431280"/>
            <a:ext cx="2905125" cy="302260"/>
            <a:chOff x="1298448" y="6431280"/>
            <a:chExt cx="2905125" cy="302260"/>
          </a:xfrm>
        </p:grpSpPr>
        <p:sp>
          <p:nvSpPr>
            <p:cNvPr id="46" name="object 46" descr=""/>
            <p:cNvSpPr/>
            <p:nvPr/>
          </p:nvSpPr>
          <p:spPr>
            <a:xfrm>
              <a:off x="1298448" y="6431280"/>
              <a:ext cx="2905125" cy="302260"/>
            </a:xfrm>
            <a:custGeom>
              <a:avLst/>
              <a:gdLst/>
              <a:ahLst/>
              <a:cxnLst/>
              <a:rect l="l" t="t" r="r" b="b"/>
              <a:pathLst>
                <a:path w="2905125" h="302259">
                  <a:moveTo>
                    <a:pt x="2904743" y="301751"/>
                  </a:moveTo>
                  <a:lnTo>
                    <a:pt x="0" y="301751"/>
                  </a:lnTo>
                  <a:lnTo>
                    <a:pt x="0" y="0"/>
                  </a:lnTo>
                  <a:lnTo>
                    <a:pt x="2904743" y="0"/>
                  </a:lnTo>
                  <a:lnTo>
                    <a:pt x="2904743" y="301751"/>
                  </a:lnTo>
                  <a:close/>
                </a:path>
              </a:pathLst>
            </a:custGeom>
            <a:solidFill>
              <a:srgbClr val="CCFF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42644" y="6480048"/>
              <a:ext cx="2731008" cy="225552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4082796" y="6672072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10667" y="10667"/>
                  </a:moveTo>
                  <a:lnTo>
                    <a:pt x="0" y="10667"/>
                  </a:lnTo>
                  <a:lnTo>
                    <a:pt x="0" y="0"/>
                  </a:lnTo>
                  <a:lnTo>
                    <a:pt x="10667" y="0"/>
                  </a:lnTo>
                  <a:lnTo>
                    <a:pt x="10667" y="10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3563112" y="5423915"/>
            <a:ext cx="160020" cy="68580"/>
          </a:xfrm>
          <a:custGeom>
            <a:avLst/>
            <a:gdLst/>
            <a:ahLst/>
            <a:cxnLst/>
            <a:rect l="l" t="t" r="r" b="b"/>
            <a:pathLst>
              <a:path w="160020" h="68579">
                <a:moveTo>
                  <a:pt x="59436" y="13716"/>
                </a:moveTo>
                <a:lnTo>
                  <a:pt x="56388" y="9144"/>
                </a:lnTo>
                <a:lnTo>
                  <a:pt x="51816" y="6096"/>
                </a:lnTo>
                <a:lnTo>
                  <a:pt x="48768" y="1524"/>
                </a:lnTo>
                <a:lnTo>
                  <a:pt x="42672" y="0"/>
                </a:lnTo>
                <a:lnTo>
                  <a:pt x="25908" y="0"/>
                </a:lnTo>
                <a:lnTo>
                  <a:pt x="21336" y="1524"/>
                </a:lnTo>
                <a:lnTo>
                  <a:pt x="16764" y="6096"/>
                </a:lnTo>
                <a:lnTo>
                  <a:pt x="12192" y="9144"/>
                </a:lnTo>
                <a:lnTo>
                  <a:pt x="10668" y="13716"/>
                </a:lnTo>
                <a:lnTo>
                  <a:pt x="10668" y="24384"/>
                </a:lnTo>
                <a:lnTo>
                  <a:pt x="12192" y="27432"/>
                </a:lnTo>
                <a:lnTo>
                  <a:pt x="13716" y="28956"/>
                </a:lnTo>
                <a:lnTo>
                  <a:pt x="16764" y="30480"/>
                </a:lnTo>
                <a:lnTo>
                  <a:pt x="18288" y="33528"/>
                </a:lnTo>
                <a:lnTo>
                  <a:pt x="19812" y="33528"/>
                </a:lnTo>
                <a:lnTo>
                  <a:pt x="24384" y="35052"/>
                </a:lnTo>
                <a:lnTo>
                  <a:pt x="39624" y="42672"/>
                </a:lnTo>
                <a:lnTo>
                  <a:pt x="42672" y="45720"/>
                </a:lnTo>
                <a:lnTo>
                  <a:pt x="44196" y="48768"/>
                </a:lnTo>
                <a:lnTo>
                  <a:pt x="44196" y="51816"/>
                </a:lnTo>
                <a:lnTo>
                  <a:pt x="42672" y="54864"/>
                </a:lnTo>
                <a:lnTo>
                  <a:pt x="39624" y="56388"/>
                </a:lnTo>
                <a:lnTo>
                  <a:pt x="38100" y="57912"/>
                </a:lnTo>
                <a:lnTo>
                  <a:pt x="33528" y="59436"/>
                </a:lnTo>
                <a:lnTo>
                  <a:pt x="21336" y="59436"/>
                </a:lnTo>
                <a:lnTo>
                  <a:pt x="18288" y="57912"/>
                </a:lnTo>
                <a:lnTo>
                  <a:pt x="16764" y="56388"/>
                </a:lnTo>
                <a:lnTo>
                  <a:pt x="13716" y="54864"/>
                </a:lnTo>
                <a:lnTo>
                  <a:pt x="13716" y="51816"/>
                </a:lnTo>
                <a:lnTo>
                  <a:pt x="12192" y="50292"/>
                </a:lnTo>
                <a:lnTo>
                  <a:pt x="12192" y="44196"/>
                </a:lnTo>
                <a:lnTo>
                  <a:pt x="1524" y="45720"/>
                </a:lnTo>
                <a:lnTo>
                  <a:pt x="0" y="53340"/>
                </a:lnTo>
                <a:lnTo>
                  <a:pt x="3048" y="59436"/>
                </a:lnTo>
                <a:lnTo>
                  <a:pt x="7620" y="64008"/>
                </a:lnTo>
                <a:lnTo>
                  <a:pt x="13716" y="67056"/>
                </a:lnTo>
                <a:lnTo>
                  <a:pt x="19812" y="68580"/>
                </a:lnTo>
                <a:lnTo>
                  <a:pt x="33528" y="68580"/>
                </a:lnTo>
                <a:lnTo>
                  <a:pt x="42672" y="65532"/>
                </a:lnTo>
                <a:lnTo>
                  <a:pt x="45720" y="64008"/>
                </a:lnTo>
                <a:lnTo>
                  <a:pt x="50292" y="59436"/>
                </a:lnTo>
                <a:lnTo>
                  <a:pt x="51816" y="57912"/>
                </a:lnTo>
                <a:lnTo>
                  <a:pt x="54864" y="51816"/>
                </a:lnTo>
                <a:lnTo>
                  <a:pt x="54864" y="44196"/>
                </a:lnTo>
                <a:lnTo>
                  <a:pt x="53340" y="39624"/>
                </a:lnTo>
                <a:lnTo>
                  <a:pt x="48768" y="36576"/>
                </a:lnTo>
                <a:lnTo>
                  <a:pt x="47244" y="33528"/>
                </a:lnTo>
                <a:lnTo>
                  <a:pt x="42672" y="30480"/>
                </a:lnTo>
                <a:lnTo>
                  <a:pt x="28956" y="25908"/>
                </a:lnTo>
                <a:lnTo>
                  <a:pt x="24384" y="22860"/>
                </a:lnTo>
                <a:lnTo>
                  <a:pt x="21336" y="21336"/>
                </a:lnTo>
                <a:lnTo>
                  <a:pt x="21336" y="13716"/>
                </a:lnTo>
                <a:lnTo>
                  <a:pt x="24384" y="12192"/>
                </a:lnTo>
                <a:lnTo>
                  <a:pt x="25908" y="10668"/>
                </a:lnTo>
                <a:lnTo>
                  <a:pt x="28956" y="9144"/>
                </a:lnTo>
                <a:lnTo>
                  <a:pt x="38100" y="9144"/>
                </a:lnTo>
                <a:lnTo>
                  <a:pt x="44196" y="12192"/>
                </a:lnTo>
                <a:lnTo>
                  <a:pt x="47244" y="15240"/>
                </a:lnTo>
                <a:lnTo>
                  <a:pt x="48768" y="18288"/>
                </a:lnTo>
                <a:lnTo>
                  <a:pt x="48768" y="21336"/>
                </a:lnTo>
                <a:lnTo>
                  <a:pt x="59436" y="19812"/>
                </a:lnTo>
                <a:lnTo>
                  <a:pt x="59436" y="13716"/>
                </a:lnTo>
                <a:close/>
              </a:path>
              <a:path w="160020" h="68579">
                <a:moveTo>
                  <a:pt x="160020" y="30492"/>
                </a:moveTo>
                <a:lnTo>
                  <a:pt x="100584" y="30492"/>
                </a:lnTo>
                <a:lnTo>
                  <a:pt x="100584" y="41160"/>
                </a:lnTo>
                <a:lnTo>
                  <a:pt x="160020" y="41160"/>
                </a:lnTo>
                <a:lnTo>
                  <a:pt x="160020" y="30492"/>
                </a:lnTo>
                <a:close/>
              </a:path>
              <a:path w="160020" h="68579">
                <a:moveTo>
                  <a:pt x="160020" y="3060"/>
                </a:moveTo>
                <a:lnTo>
                  <a:pt x="100584" y="3060"/>
                </a:lnTo>
                <a:lnTo>
                  <a:pt x="100584" y="13728"/>
                </a:lnTo>
                <a:lnTo>
                  <a:pt x="160020" y="13728"/>
                </a:lnTo>
                <a:lnTo>
                  <a:pt x="160020" y="3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3631691" y="5702807"/>
            <a:ext cx="434340" cy="114300"/>
            <a:chOff x="3631691" y="5702807"/>
            <a:chExt cx="434340" cy="114300"/>
          </a:xfrm>
        </p:grpSpPr>
        <p:sp>
          <p:nvSpPr>
            <p:cNvPr id="51" name="object 51" descr=""/>
            <p:cNvSpPr/>
            <p:nvPr/>
          </p:nvSpPr>
          <p:spPr>
            <a:xfrm>
              <a:off x="3631691" y="5716524"/>
              <a:ext cx="62865" cy="76200"/>
            </a:xfrm>
            <a:custGeom>
              <a:avLst/>
              <a:gdLst/>
              <a:ahLst/>
              <a:cxnLst/>
              <a:rect l="l" t="t" r="r" b="b"/>
              <a:pathLst>
                <a:path w="62864" h="76200">
                  <a:moveTo>
                    <a:pt x="62484" y="62484"/>
                  </a:moveTo>
                  <a:lnTo>
                    <a:pt x="0" y="32004"/>
                  </a:lnTo>
                  <a:lnTo>
                    <a:pt x="0" y="28956"/>
                  </a:lnTo>
                  <a:lnTo>
                    <a:pt x="62484" y="0"/>
                  </a:lnTo>
                  <a:lnTo>
                    <a:pt x="62484" y="6096"/>
                  </a:lnTo>
                  <a:lnTo>
                    <a:pt x="10668" y="30480"/>
                  </a:lnTo>
                  <a:lnTo>
                    <a:pt x="62484" y="54864"/>
                  </a:lnTo>
                  <a:lnTo>
                    <a:pt x="62484" y="62484"/>
                  </a:lnTo>
                  <a:close/>
                </a:path>
                <a:path w="62864" h="76200">
                  <a:moveTo>
                    <a:pt x="62484" y="76200"/>
                  </a:moveTo>
                  <a:lnTo>
                    <a:pt x="0" y="76200"/>
                  </a:lnTo>
                  <a:lnTo>
                    <a:pt x="0" y="70104"/>
                  </a:lnTo>
                  <a:lnTo>
                    <a:pt x="62484" y="70104"/>
                  </a:lnTo>
                  <a:lnTo>
                    <a:pt x="6248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36847" y="5702807"/>
              <a:ext cx="329183" cy="114300"/>
            </a:xfrm>
            <a:prstGeom prst="rect">
              <a:avLst/>
            </a:prstGeom>
          </p:spPr>
        </p:pic>
      </p:grpSp>
      <p:grpSp>
        <p:nvGrpSpPr>
          <p:cNvPr id="53" name="object 53" descr=""/>
          <p:cNvGrpSpPr/>
          <p:nvPr/>
        </p:nvGrpSpPr>
        <p:grpSpPr>
          <a:xfrm>
            <a:off x="4130039" y="5701283"/>
            <a:ext cx="158750" cy="116205"/>
            <a:chOff x="4130039" y="5701283"/>
            <a:chExt cx="158750" cy="116205"/>
          </a:xfrm>
        </p:grpSpPr>
        <p:sp>
          <p:nvSpPr>
            <p:cNvPr id="54" name="object 54" descr=""/>
            <p:cNvSpPr/>
            <p:nvPr/>
          </p:nvSpPr>
          <p:spPr>
            <a:xfrm>
              <a:off x="4130039" y="5702807"/>
              <a:ext cx="33655" cy="90170"/>
            </a:xfrm>
            <a:custGeom>
              <a:avLst/>
              <a:gdLst/>
              <a:ahLst/>
              <a:cxnLst/>
              <a:rect l="l" t="t" r="r" b="b"/>
              <a:pathLst>
                <a:path w="33654" h="90170">
                  <a:moveTo>
                    <a:pt x="33527" y="89916"/>
                  </a:moveTo>
                  <a:lnTo>
                    <a:pt x="22859" y="89916"/>
                  </a:lnTo>
                  <a:lnTo>
                    <a:pt x="22859" y="19812"/>
                  </a:lnTo>
                  <a:lnTo>
                    <a:pt x="19811" y="21336"/>
                  </a:lnTo>
                  <a:lnTo>
                    <a:pt x="16763" y="24384"/>
                  </a:lnTo>
                  <a:lnTo>
                    <a:pt x="12191" y="27432"/>
                  </a:lnTo>
                  <a:lnTo>
                    <a:pt x="3047" y="30480"/>
                  </a:lnTo>
                  <a:lnTo>
                    <a:pt x="0" y="32004"/>
                  </a:lnTo>
                  <a:lnTo>
                    <a:pt x="0" y="21336"/>
                  </a:lnTo>
                  <a:lnTo>
                    <a:pt x="12191" y="15240"/>
                  </a:lnTo>
                  <a:lnTo>
                    <a:pt x="16763" y="10668"/>
                  </a:lnTo>
                  <a:lnTo>
                    <a:pt x="21335" y="7620"/>
                  </a:lnTo>
                  <a:lnTo>
                    <a:pt x="24383" y="3048"/>
                  </a:lnTo>
                  <a:lnTo>
                    <a:pt x="25907" y="0"/>
                  </a:lnTo>
                  <a:lnTo>
                    <a:pt x="33527" y="0"/>
                  </a:lnTo>
                  <a:lnTo>
                    <a:pt x="33527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84903" y="5701283"/>
              <a:ext cx="103632" cy="115824"/>
            </a:xfrm>
            <a:prstGeom prst="rect">
              <a:avLst/>
            </a:prstGeom>
          </p:spPr>
        </p:pic>
      </p:grpSp>
      <p:grpSp>
        <p:nvGrpSpPr>
          <p:cNvPr id="56" name="object 56" descr=""/>
          <p:cNvGrpSpPr/>
          <p:nvPr/>
        </p:nvGrpSpPr>
        <p:grpSpPr>
          <a:xfrm>
            <a:off x="3771900" y="5326380"/>
            <a:ext cx="535305" cy="109220"/>
            <a:chOff x="3771900" y="5326380"/>
            <a:chExt cx="535305" cy="109220"/>
          </a:xfrm>
        </p:grpSpPr>
        <p:sp>
          <p:nvSpPr>
            <p:cNvPr id="57" name="object 57" descr=""/>
            <p:cNvSpPr/>
            <p:nvPr/>
          </p:nvSpPr>
          <p:spPr>
            <a:xfrm>
              <a:off x="3771900" y="5430012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4" h="0">
                  <a:moveTo>
                    <a:pt x="0" y="0"/>
                  </a:moveTo>
                  <a:lnTo>
                    <a:pt x="534924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988307" y="5326380"/>
              <a:ext cx="33655" cy="90170"/>
            </a:xfrm>
            <a:custGeom>
              <a:avLst/>
              <a:gdLst/>
              <a:ahLst/>
              <a:cxnLst/>
              <a:rect l="l" t="t" r="r" b="b"/>
              <a:pathLst>
                <a:path w="33654" h="90170">
                  <a:moveTo>
                    <a:pt x="33527" y="89916"/>
                  </a:moveTo>
                  <a:lnTo>
                    <a:pt x="22859" y="89916"/>
                  </a:lnTo>
                  <a:lnTo>
                    <a:pt x="22859" y="19812"/>
                  </a:lnTo>
                  <a:lnTo>
                    <a:pt x="19811" y="21336"/>
                  </a:lnTo>
                  <a:lnTo>
                    <a:pt x="16763" y="24384"/>
                  </a:lnTo>
                  <a:lnTo>
                    <a:pt x="12191" y="27432"/>
                  </a:lnTo>
                  <a:lnTo>
                    <a:pt x="7619" y="28956"/>
                  </a:lnTo>
                  <a:lnTo>
                    <a:pt x="3047" y="32004"/>
                  </a:lnTo>
                  <a:lnTo>
                    <a:pt x="0" y="32004"/>
                  </a:lnTo>
                  <a:lnTo>
                    <a:pt x="0" y="21336"/>
                  </a:lnTo>
                  <a:lnTo>
                    <a:pt x="6095" y="19812"/>
                  </a:lnTo>
                  <a:lnTo>
                    <a:pt x="12191" y="15240"/>
                  </a:lnTo>
                  <a:lnTo>
                    <a:pt x="16763" y="12192"/>
                  </a:lnTo>
                  <a:lnTo>
                    <a:pt x="21335" y="7620"/>
                  </a:lnTo>
                  <a:lnTo>
                    <a:pt x="24383" y="3048"/>
                  </a:lnTo>
                  <a:lnTo>
                    <a:pt x="27431" y="0"/>
                  </a:lnTo>
                  <a:lnTo>
                    <a:pt x="33527" y="0"/>
                  </a:lnTo>
                  <a:lnTo>
                    <a:pt x="33527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3776472" y="5483352"/>
            <a:ext cx="530860" cy="116205"/>
            <a:chOff x="3776472" y="5483352"/>
            <a:chExt cx="530860" cy="116205"/>
          </a:xfrm>
        </p:grpSpPr>
        <p:pic>
          <p:nvPicPr>
            <p:cNvPr id="60" name="object 6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76472" y="5483352"/>
              <a:ext cx="109727" cy="91439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19728" y="5484876"/>
              <a:ext cx="80772" cy="114300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4040124" y="5535167"/>
              <a:ext cx="71755" cy="12700"/>
            </a:xfrm>
            <a:custGeom>
              <a:avLst/>
              <a:gdLst/>
              <a:ahLst/>
              <a:cxnLst/>
              <a:rect l="l" t="t" r="r" b="b"/>
              <a:pathLst>
                <a:path w="71754" h="12700">
                  <a:moveTo>
                    <a:pt x="71627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71627" y="0"/>
                  </a:lnTo>
                  <a:lnTo>
                    <a:pt x="71627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134612" y="5483352"/>
              <a:ext cx="172211" cy="115823"/>
            </a:xfrm>
            <a:prstGeom prst="rect">
              <a:avLst/>
            </a:prstGeom>
          </p:spPr>
        </p:pic>
      </p:grpSp>
      <p:pic>
        <p:nvPicPr>
          <p:cNvPr id="64" name="object 6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486911" y="4799076"/>
            <a:ext cx="1056131" cy="92964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479291" y="4963668"/>
            <a:ext cx="906780" cy="102107"/>
          </a:xfrm>
          <a:prstGeom prst="rect">
            <a:avLst/>
          </a:prstGeom>
        </p:spPr>
      </p:pic>
      <p:grpSp>
        <p:nvGrpSpPr>
          <p:cNvPr id="66" name="object 66" descr=""/>
          <p:cNvGrpSpPr/>
          <p:nvPr/>
        </p:nvGrpSpPr>
        <p:grpSpPr>
          <a:xfrm>
            <a:off x="5423916" y="3813048"/>
            <a:ext cx="5034280" cy="3561715"/>
            <a:chOff x="5423916" y="3813048"/>
            <a:chExt cx="5034280" cy="3561715"/>
          </a:xfrm>
        </p:grpSpPr>
        <p:sp>
          <p:nvSpPr>
            <p:cNvPr id="67" name="object 67" descr=""/>
            <p:cNvSpPr/>
            <p:nvPr/>
          </p:nvSpPr>
          <p:spPr>
            <a:xfrm>
              <a:off x="5426964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426964" y="4462272"/>
              <a:ext cx="4695443" cy="38100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363967" y="6950964"/>
              <a:ext cx="1150620" cy="39623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6567" y="6806184"/>
              <a:ext cx="1319783" cy="192023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5632691" y="4303776"/>
              <a:ext cx="558165" cy="100965"/>
            </a:xfrm>
            <a:custGeom>
              <a:avLst/>
              <a:gdLst/>
              <a:ahLst/>
              <a:cxnLst/>
              <a:rect l="l" t="t" r="r" b="b"/>
              <a:pathLst>
                <a:path w="558164" h="100964">
                  <a:moveTo>
                    <a:pt x="88392" y="99060"/>
                  </a:moveTo>
                  <a:lnTo>
                    <a:pt x="76492" y="68580"/>
                  </a:lnTo>
                  <a:lnTo>
                    <a:pt x="71729" y="56388"/>
                  </a:lnTo>
                  <a:lnTo>
                    <a:pt x="59436" y="24930"/>
                  </a:lnTo>
                  <a:lnTo>
                    <a:pt x="59436" y="56388"/>
                  </a:lnTo>
                  <a:lnTo>
                    <a:pt x="28956" y="56388"/>
                  </a:lnTo>
                  <a:lnTo>
                    <a:pt x="38100" y="30480"/>
                  </a:lnTo>
                  <a:lnTo>
                    <a:pt x="41148" y="24384"/>
                  </a:lnTo>
                  <a:lnTo>
                    <a:pt x="42672" y="18288"/>
                  </a:lnTo>
                  <a:lnTo>
                    <a:pt x="44196" y="13716"/>
                  </a:lnTo>
                  <a:lnTo>
                    <a:pt x="45720" y="18288"/>
                  </a:lnTo>
                  <a:lnTo>
                    <a:pt x="48768" y="24384"/>
                  </a:lnTo>
                  <a:lnTo>
                    <a:pt x="51816" y="32004"/>
                  </a:lnTo>
                  <a:lnTo>
                    <a:pt x="59436" y="56388"/>
                  </a:lnTo>
                  <a:lnTo>
                    <a:pt x="59436" y="24930"/>
                  </a:lnTo>
                  <a:lnTo>
                    <a:pt x="55054" y="13716"/>
                  </a:lnTo>
                  <a:lnTo>
                    <a:pt x="50292" y="1524"/>
                  </a:lnTo>
                  <a:lnTo>
                    <a:pt x="39624" y="1524"/>
                  </a:lnTo>
                  <a:lnTo>
                    <a:pt x="0" y="99060"/>
                  </a:lnTo>
                  <a:lnTo>
                    <a:pt x="13716" y="99060"/>
                  </a:lnTo>
                  <a:lnTo>
                    <a:pt x="24384" y="68580"/>
                  </a:lnTo>
                  <a:lnTo>
                    <a:pt x="64008" y="68580"/>
                  </a:lnTo>
                  <a:lnTo>
                    <a:pt x="76200" y="99060"/>
                  </a:lnTo>
                  <a:lnTo>
                    <a:pt x="88392" y="99060"/>
                  </a:lnTo>
                  <a:close/>
                </a:path>
                <a:path w="558164" h="100964">
                  <a:moveTo>
                    <a:pt x="195084" y="41148"/>
                  </a:moveTo>
                  <a:lnTo>
                    <a:pt x="193560" y="35052"/>
                  </a:lnTo>
                  <a:lnTo>
                    <a:pt x="185940" y="27432"/>
                  </a:lnTo>
                  <a:lnTo>
                    <a:pt x="181368" y="25908"/>
                  </a:lnTo>
                  <a:lnTo>
                    <a:pt x="166128" y="25908"/>
                  </a:lnTo>
                  <a:lnTo>
                    <a:pt x="158508" y="30480"/>
                  </a:lnTo>
                  <a:lnTo>
                    <a:pt x="152412" y="39624"/>
                  </a:lnTo>
                  <a:lnTo>
                    <a:pt x="150888" y="35052"/>
                  </a:lnTo>
                  <a:lnTo>
                    <a:pt x="149364" y="32004"/>
                  </a:lnTo>
                  <a:lnTo>
                    <a:pt x="146316" y="28956"/>
                  </a:lnTo>
                  <a:lnTo>
                    <a:pt x="143268" y="27432"/>
                  </a:lnTo>
                  <a:lnTo>
                    <a:pt x="138696" y="25908"/>
                  </a:lnTo>
                  <a:lnTo>
                    <a:pt x="129552" y="25908"/>
                  </a:lnTo>
                  <a:lnTo>
                    <a:pt x="124980" y="27432"/>
                  </a:lnTo>
                  <a:lnTo>
                    <a:pt x="121932" y="28956"/>
                  </a:lnTo>
                  <a:lnTo>
                    <a:pt x="115836" y="35052"/>
                  </a:lnTo>
                  <a:lnTo>
                    <a:pt x="112788" y="39624"/>
                  </a:lnTo>
                  <a:lnTo>
                    <a:pt x="112788" y="27432"/>
                  </a:lnTo>
                  <a:lnTo>
                    <a:pt x="100596" y="27432"/>
                  </a:lnTo>
                  <a:lnTo>
                    <a:pt x="100596" y="99060"/>
                  </a:lnTo>
                  <a:lnTo>
                    <a:pt x="112788" y="99060"/>
                  </a:lnTo>
                  <a:lnTo>
                    <a:pt x="112788" y="56388"/>
                  </a:lnTo>
                  <a:lnTo>
                    <a:pt x="114312" y="51816"/>
                  </a:lnTo>
                  <a:lnTo>
                    <a:pt x="115836" y="48768"/>
                  </a:lnTo>
                  <a:lnTo>
                    <a:pt x="115836" y="44196"/>
                  </a:lnTo>
                  <a:lnTo>
                    <a:pt x="121932" y="41148"/>
                  </a:lnTo>
                  <a:lnTo>
                    <a:pt x="123456" y="38100"/>
                  </a:lnTo>
                  <a:lnTo>
                    <a:pt x="134124" y="38100"/>
                  </a:lnTo>
                  <a:lnTo>
                    <a:pt x="140220" y="41148"/>
                  </a:lnTo>
                  <a:lnTo>
                    <a:pt x="141744" y="44196"/>
                  </a:lnTo>
                  <a:lnTo>
                    <a:pt x="141744" y="99060"/>
                  </a:lnTo>
                  <a:lnTo>
                    <a:pt x="153936" y="99060"/>
                  </a:lnTo>
                  <a:lnTo>
                    <a:pt x="153936" y="51816"/>
                  </a:lnTo>
                  <a:lnTo>
                    <a:pt x="155460" y="45720"/>
                  </a:lnTo>
                  <a:lnTo>
                    <a:pt x="160032" y="42672"/>
                  </a:lnTo>
                  <a:lnTo>
                    <a:pt x="163080" y="39624"/>
                  </a:lnTo>
                  <a:lnTo>
                    <a:pt x="166128" y="38100"/>
                  </a:lnTo>
                  <a:lnTo>
                    <a:pt x="176796" y="38100"/>
                  </a:lnTo>
                  <a:lnTo>
                    <a:pt x="182892" y="44196"/>
                  </a:lnTo>
                  <a:lnTo>
                    <a:pt x="182892" y="99060"/>
                  </a:lnTo>
                  <a:lnTo>
                    <a:pt x="195084" y="99060"/>
                  </a:lnTo>
                  <a:lnTo>
                    <a:pt x="195084" y="41148"/>
                  </a:lnTo>
                  <a:close/>
                </a:path>
                <a:path w="558164" h="100964">
                  <a:moveTo>
                    <a:pt x="271284" y="1524"/>
                  </a:moveTo>
                  <a:lnTo>
                    <a:pt x="259092" y="1524"/>
                  </a:lnTo>
                  <a:lnTo>
                    <a:pt x="259092" y="38100"/>
                  </a:lnTo>
                  <a:lnTo>
                    <a:pt x="259092" y="54864"/>
                  </a:lnTo>
                  <a:lnTo>
                    <a:pt x="259092" y="71628"/>
                  </a:lnTo>
                  <a:lnTo>
                    <a:pt x="256044" y="77724"/>
                  </a:lnTo>
                  <a:lnTo>
                    <a:pt x="249948" y="86868"/>
                  </a:lnTo>
                  <a:lnTo>
                    <a:pt x="245376" y="88392"/>
                  </a:lnTo>
                  <a:lnTo>
                    <a:pt x="234708" y="88392"/>
                  </a:lnTo>
                  <a:lnTo>
                    <a:pt x="231660" y="86868"/>
                  </a:lnTo>
                  <a:lnTo>
                    <a:pt x="227088" y="82296"/>
                  </a:lnTo>
                  <a:lnTo>
                    <a:pt x="224040" y="77724"/>
                  </a:lnTo>
                  <a:lnTo>
                    <a:pt x="222516" y="71628"/>
                  </a:lnTo>
                  <a:lnTo>
                    <a:pt x="222516" y="54864"/>
                  </a:lnTo>
                  <a:lnTo>
                    <a:pt x="224040" y="48768"/>
                  </a:lnTo>
                  <a:lnTo>
                    <a:pt x="230136" y="39624"/>
                  </a:lnTo>
                  <a:lnTo>
                    <a:pt x="234708" y="38100"/>
                  </a:lnTo>
                  <a:lnTo>
                    <a:pt x="245376" y="38100"/>
                  </a:lnTo>
                  <a:lnTo>
                    <a:pt x="249948" y="39624"/>
                  </a:lnTo>
                  <a:lnTo>
                    <a:pt x="256044" y="48768"/>
                  </a:lnTo>
                  <a:lnTo>
                    <a:pt x="259092" y="54864"/>
                  </a:lnTo>
                  <a:lnTo>
                    <a:pt x="259092" y="38100"/>
                  </a:lnTo>
                  <a:lnTo>
                    <a:pt x="256044" y="33528"/>
                  </a:lnTo>
                  <a:lnTo>
                    <a:pt x="252996" y="32004"/>
                  </a:lnTo>
                  <a:lnTo>
                    <a:pt x="249948" y="28956"/>
                  </a:lnTo>
                  <a:lnTo>
                    <a:pt x="243852" y="25908"/>
                  </a:lnTo>
                  <a:lnTo>
                    <a:pt x="233184" y="25908"/>
                  </a:lnTo>
                  <a:lnTo>
                    <a:pt x="228612" y="27432"/>
                  </a:lnTo>
                  <a:lnTo>
                    <a:pt x="219468" y="33528"/>
                  </a:lnTo>
                  <a:lnTo>
                    <a:pt x="214896" y="38100"/>
                  </a:lnTo>
                  <a:lnTo>
                    <a:pt x="213372" y="44196"/>
                  </a:lnTo>
                  <a:lnTo>
                    <a:pt x="210324" y="48768"/>
                  </a:lnTo>
                  <a:lnTo>
                    <a:pt x="210324" y="76200"/>
                  </a:lnTo>
                  <a:lnTo>
                    <a:pt x="216420" y="88392"/>
                  </a:lnTo>
                  <a:lnTo>
                    <a:pt x="219468" y="92964"/>
                  </a:lnTo>
                  <a:lnTo>
                    <a:pt x="228612" y="99060"/>
                  </a:lnTo>
                  <a:lnTo>
                    <a:pt x="233184" y="100584"/>
                  </a:lnTo>
                  <a:lnTo>
                    <a:pt x="248424" y="100584"/>
                  </a:lnTo>
                  <a:lnTo>
                    <a:pt x="254520" y="96012"/>
                  </a:lnTo>
                  <a:lnTo>
                    <a:pt x="258330" y="88392"/>
                  </a:lnTo>
                  <a:lnTo>
                    <a:pt x="259092" y="86868"/>
                  </a:lnTo>
                  <a:lnTo>
                    <a:pt x="259092" y="99060"/>
                  </a:lnTo>
                  <a:lnTo>
                    <a:pt x="271284" y="99060"/>
                  </a:lnTo>
                  <a:lnTo>
                    <a:pt x="271284" y="86868"/>
                  </a:lnTo>
                  <a:lnTo>
                    <a:pt x="271284" y="1524"/>
                  </a:lnTo>
                  <a:close/>
                </a:path>
                <a:path w="558164" h="100964">
                  <a:moveTo>
                    <a:pt x="352044" y="99060"/>
                  </a:moveTo>
                  <a:lnTo>
                    <a:pt x="350520" y="96012"/>
                  </a:lnTo>
                  <a:lnTo>
                    <a:pt x="348996" y="91440"/>
                  </a:lnTo>
                  <a:lnTo>
                    <a:pt x="348996" y="89916"/>
                  </a:lnTo>
                  <a:lnTo>
                    <a:pt x="348996" y="88392"/>
                  </a:lnTo>
                  <a:lnTo>
                    <a:pt x="348996" y="65532"/>
                  </a:lnTo>
                  <a:lnTo>
                    <a:pt x="348996" y="47244"/>
                  </a:lnTo>
                  <a:lnTo>
                    <a:pt x="347472" y="44196"/>
                  </a:lnTo>
                  <a:lnTo>
                    <a:pt x="347472" y="38100"/>
                  </a:lnTo>
                  <a:lnTo>
                    <a:pt x="345948" y="35052"/>
                  </a:lnTo>
                  <a:lnTo>
                    <a:pt x="344424" y="33528"/>
                  </a:lnTo>
                  <a:lnTo>
                    <a:pt x="342900" y="30480"/>
                  </a:lnTo>
                  <a:lnTo>
                    <a:pt x="339852" y="28956"/>
                  </a:lnTo>
                  <a:lnTo>
                    <a:pt x="335280" y="27432"/>
                  </a:lnTo>
                  <a:lnTo>
                    <a:pt x="332232" y="25908"/>
                  </a:lnTo>
                  <a:lnTo>
                    <a:pt x="309372" y="25908"/>
                  </a:lnTo>
                  <a:lnTo>
                    <a:pt x="304800" y="27432"/>
                  </a:lnTo>
                  <a:lnTo>
                    <a:pt x="300228" y="30480"/>
                  </a:lnTo>
                  <a:lnTo>
                    <a:pt x="297180" y="32004"/>
                  </a:lnTo>
                  <a:lnTo>
                    <a:pt x="291084" y="38100"/>
                  </a:lnTo>
                  <a:lnTo>
                    <a:pt x="289560" y="42672"/>
                  </a:lnTo>
                  <a:lnTo>
                    <a:pt x="289560" y="47244"/>
                  </a:lnTo>
                  <a:lnTo>
                    <a:pt x="301752" y="48768"/>
                  </a:lnTo>
                  <a:lnTo>
                    <a:pt x="301752" y="44196"/>
                  </a:lnTo>
                  <a:lnTo>
                    <a:pt x="306324" y="39624"/>
                  </a:lnTo>
                  <a:lnTo>
                    <a:pt x="309372" y="38100"/>
                  </a:lnTo>
                  <a:lnTo>
                    <a:pt x="324612" y="38100"/>
                  </a:lnTo>
                  <a:lnTo>
                    <a:pt x="329184" y="39624"/>
                  </a:lnTo>
                  <a:lnTo>
                    <a:pt x="335280" y="42672"/>
                  </a:lnTo>
                  <a:lnTo>
                    <a:pt x="336804" y="45720"/>
                  </a:lnTo>
                  <a:lnTo>
                    <a:pt x="336804" y="53340"/>
                  </a:lnTo>
                  <a:lnTo>
                    <a:pt x="336804" y="65532"/>
                  </a:lnTo>
                  <a:lnTo>
                    <a:pt x="336804" y="73152"/>
                  </a:lnTo>
                  <a:lnTo>
                    <a:pt x="335280" y="76200"/>
                  </a:lnTo>
                  <a:lnTo>
                    <a:pt x="333756" y="77724"/>
                  </a:lnTo>
                  <a:lnTo>
                    <a:pt x="332232" y="80772"/>
                  </a:lnTo>
                  <a:lnTo>
                    <a:pt x="329184" y="83820"/>
                  </a:lnTo>
                  <a:lnTo>
                    <a:pt x="323088" y="86868"/>
                  </a:lnTo>
                  <a:lnTo>
                    <a:pt x="318516" y="88392"/>
                  </a:lnTo>
                  <a:lnTo>
                    <a:pt x="309372" y="88392"/>
                  </a:lnTo>
                  <a:lnTo>
                    <a:pt x="300228" y="83820"/>
                  </a:lnTo>
                  <a:lnTo>
                    <a:pt x="300228" y="76200"/>
                  </a:lnTo>
                  <a:lnTo>
                    <a:pt x="301752" y="74676"/>
                  </a:lnTo>
                  <a:lnTo>
                    <a:pt x="301752" y="73152"/>
                  </a:lnTo>
                  <a:lnTo>
                    <a:pt x="303276" y="71628"/>
                  </a:lnTo>
                  <a:lnTo>
                    <a:pt x="306324" y="71628"/>
                  </a:lnTo>
                  <a:lnTo>
                    <a:pt x="307848" y="70104"/>
                  </a:lnTo>
                  <a:lnTo>
                    <a:pt x="310896" y="70104"/>
                  </a:lnTo>
                  <a:lnTo>
                    <a:pt x="316992" y="68580"/>
                  </a:lnTo>
                  <a:lnTo>
                    <a:pt x="324612" y="68580"/>
                  </a:lnTo>
                  <a:lnTo>
                    <a:pt x="332232" y="67056"/>
                  </a:lnTo>
                  <a:lnTo>
                    <a:pt x="336804" y="65532"/>
                  </a:lnTo>
                  <a:lnTo>
                    <a:pt x="336804" y="53340"/>
                  </a:lnTo>
                  <a:lnTo>
                    <a:pt x="332232" y="54864"/>
                  </a:lnTo>
                  <a:lnTo>
                    <a:pt x="324612" y="56388"/>
                  </a:lnTo>
                  <a:lnTo>
                    <a:pt x="315468" y="57912"/>
                  </a:lnTo>
                  <a:lnTo>
                    <a:pt x="306324" y="57912"/>
                  </a:lnTo>
                  <a:lnTo>
                    <a:pt x="304800" y="59436"/>
                  </a:lnTo>
                  <a:lnTo>
                    <a:pt x="301752" y="59436"/>
                  </a:lnTo>
                  <a:lnTo>
                    <a:pt x="295656" y="62484"/>
                  </a:lnTo>
                  <a:lnTo>
                    <a:pt x="294132" y="65532"/>
                  </a:lnTo>
                  <a:lnTo>
                    <a:pt x="291084" y="67056"/>
                  </a:lnTo>
                  <a:lnTo>
                    <a:pt x="288036" y="73152"/>
                  </a:lnTo>
                  <a:lnTo>
                    <a:pt x="288036" y="85344"/>
                  </a:lnTo>
                  <a:lnTo>
                    <a:pt x="289560" y="91440"/>
                  </a:lnTo>
                  <a:lnTo>
                    <a:pt x="294132" y="94488"/>
                  </a:lnTo>
                  <a:lnTo>
                    <a:pt x="297180" y="99060"/>
                  </a:lnTo>
                  <a:lnTo>
                    <a:pt x="303276" y="100584"/>
                  </a:lnTo>
                  <a:lnTo>
                    <a:pt x="315468" y="100584"/>
                  </a:lnTo>
                  <a:lnTo>
                    <a:pt x="329184" y="96012"/>
                  </a:lnTo>
                  <a:lnTo>
                    <a:pt x="332232" y="92964"/>
                  </a:lnTo>
                  <a:lnTo>
                    <a:pt x="336804" y="89916"/>
                  </a:lnTo>
                  <a:lnTo>
                    <a:pt x="336804" y="92964"/>
                  </a:lnTo>
                  <a:lnTo>
                    <a:pt x="339852" y="99060"/>
                  </a:lnTo>
                  <a:lnTo>
                    <a:pt x="352044" y="99060"/>
                  </a:lnTo>
                  <a:close/>
                </a:path>
                <a:path w="558164" h="100964">
                  <a:moveTo>
                    <a:pt x="425208" y="47244"/>
                  </a:moveTo>
                  <a:lnTo>
                    <a:pt x="423684" y="41148"/>
                  </a:lnTo>
                  <a:lnTo>
                    <a:pt x="422160" y="38100"/>
                  </a:lnTo>
                  <a:lnTo>
                    <a:pt x="420636" y="33528"/>
                  </a:lnTo>
                  <a:lnTo>
                    <a:pt x="417588" y="30480"/>
                  </a:lnTo>
                  <a:lnTo>
                    <a:pt x="414540" y="28956"/>
                  </a:lnTo>
                  <a:lnTo>
                    <a:pt x="405396" y="25908"/>
                  </a:lnTo>
                  <a:lnTo>
                    <a:pt x="391680" y="25908"/>
                  </a:lnTo>
                  <a:lnTo>
                    <a:pt x="384060" y="28956"/>
                  </a:lnTo>
                  <a:lnTo>
                    <a:pt x="379488" y="36576"/>
                  </a:lnTo>
                  <a:lnTo>
                    <a:pt x="379488" y="1524"/>
                  </a:lnTo>
                  <a:lnTo>
                    <a:pt x="367296" y="1524"/>
                  </a:lnTo>
                  <a:lnTo>
                    <a:pt x="367296" y="99060"/>
                  </a:lnTo>
                  <a:lnTo>
                    <a:pt x="379488" y="99060"/>
                  </a:lnTo>
                  <a:lnTo>
                    <a:pt x="379488" y="51816"/>
                  </a:lnTo>
                  <a:lnTo>
                    <a:pt x="381012" y="47244"/>
                  </a:lnTo>
                  <a:lnTo>
                    <a:pt x="382536" y="44196"/>
                  </a:lnTo>
                  <a:lnTo>
                    <a:pt x="384060" y="42672"/>
                  </a:lnTo>
                  <a:lnTo>
                    <a:pt x="387108" y="41148"/>
                  </a:lnTo>
                  <a:lnTo>
                    <a:pt x="390156" y="38100"/>
                  </a:lnTo>
                  <a:lnTo>
                    <a:pt x="402348" y="38100"/>
                  </a:lnTo>
                  <a:lnTo>
                    <a:pt x="405396" y="39624"/>
                  </a:lnTo>
                  <a:lnTo>
                    <a:pt x="408444" y="42672"/>
                  </a:lnTo>
                  <a:lnTo>
                    <a:pt x="411492" y="44196"/>
                  </a:lnTo>
                  <a:lnTo>
                    <a:pt x="413016" y="48768"/>
                  </a:lnTo>
                  <a:lnTo>
                    <a:pt x="413016" y="99060"/>
                  </a:lnTo>
                  <a:lnTo>
                    <a:pt x="425208" y="99060"/>
                  </a:lnTo>
                  <a:lnTo>
                    <a:pt x="425208" y="47244"/>
                  </a:lnTo>
                  <a:close/>
                </a:path>
                <a:path w="558164" h="100964">
                  <a:moveTo>
                    <a:pt x="454152" y="0"/>
                  </a:moveTo>
                  <a:lnTo>
                    <a:pt x="440436" y="0"/>
                  </a:lnTo>
                  <a:lnTo>
                    <a:pt x="440436" y="99060"/>
                  </a:lnTo>
                  <a:lnTo>
                    <a:pt x="454152" y="99060"/>
                  </a:lnTo>
                  <a:lnTo>
                    <a:pt x="454152" y="0"/>
                  </a:lnTo>
                  <a:close/>
                </a:path>
                <a:path w="558164" h="100964">
                  <a:moveTo>
                    <a:pt x="483120" y="1524"/>
                  </a:moveTo>
                  <a:lnTo>
                    <a:pt x="470928" y="1524"/>
                  </a:lnTo>
                  <a:lnTo>
                    <a:pt x="470928" y="13716"/>
                  </a:lnTo>
                  <a:lnTo>
                    <a:pt x="477024" y="13716"/>
                  </a:lnTo>
                  <a:lnTo>
                    <a:pt x="477024" y="21336"/>
                  </a:lnTo>
                  <a:lnTo>
                    <a:pt x="475500" y="22860"/>
                  </a:lnTo>
                  <a:lnTo>
                    <a:pt x="473976" y="25908"/>
                  </a:lnTo>
                  <a:lnTo>
                    <a:pt x="472452" y="27432"/>
                  </a:lnTo>
                  <a:lnTo>
                    <a:pt x="469404" y="28956"/>
                  </a:lnTo>
                  <a:lnTo>
                    <a:pt x="472452" y="33528"/>
                  </a:lnTo>
                  <a:lnTo>
                    <a:pt x="477024" y="32004"/>
                  </a:lnTo>
                  <a:lnTo>
                    <a:pt x="480072" y="28956"/>
                  </a:lnTo>
                  <a:lnTo>
                    <a:pt x="483120" y="22860"/>
                  </a:lnTo>
                  <a:lnTo>
                    <a:pt x="483120" y="1524"/>
                  </a:lnTo>
                  <a:close/>
                </a:path>
                <a:path w="558164" h="100964">
                  <a:moveTo>
                    <a:pt x="557796" y="73164"/>
                  </a:moveTo>
                  <a:lnTo>
                    <a:pt x="553224" y="64020"/>
                  </a:lnTo>
                  <a:lnTo>
                    <a:pt x="550176" y="60972"/>
                  </a:lnTo>
                  <a:lnTo>
                    <a:pt x="547128" y="59448"/>
                  </a:lnTo>
                  <a:lnTo>
                    <a:pt x="542556" y="59448"/>
                  </a:lnTo>
                  <a:lnTo>
                    <a:pt x="536460" y="56400"/>
                  </a:lnTo>
                  <a:lnTo>
                    <a:pt x="528840" y="54876"/>
                  </a:lnTo>
                  <a:lnTo>
                    <a:pt x="522744" y="53352"/>
                  </a:lnTo>
                  <a:lnTo>
                    <a:pt x="519696" y="51828"/>
                  </a:lnTo>
                  <a:lnTo>
                    <a:pt x="516648" y="51828"/>
                  </a:lnTo>
                  <a:lnTo>
                    <a:pt x="513600" y="48780"/>
                  </a:lnTo>
                  <a:lnTo>
                    <a:pt x="512076" y="48780"/>
                  </a:lnTo>
                  <a:lnTo>
                    <a:pt x="512076" y="44208"/>
                  </a:lnTo>
                  <a:lnTo>
                    <a:pt x="513600" y="41160"/>
                  </a:lnTo>
                  <a:lnTo>
                    <a:pt x="515124" y="39636"/>
                  </a:lnTo>
                  <a:lnTo>
                    <a:pt x="518172" y="38112"/>
                  </a:lnTo>
                  <a:lnTo>
                    <a:pt x="534936" y="38112"/>
                  </a:lnTo>
                  <a:lnTo>
                    <a:pt x="537984" y="39636"/>
                  </a:lnTo>
                  <a:lnTo>
                    <a:pt x="542556" y="44208"/>
                  </a:lnTo>
                  <a:lnTo>
                    <a:pt x="542556" y="47256"/>
                  </a:lnTo>
                  <a:lnTo>
                    <a:pt x="554748" y="45732"/>
                  </a:lnTo>
                  <a:lnTo>
                    <a:pt x="553224" y="41160"/>
                  </a:lnTo>
                  <a:lnTo>
                    <a:pt x="553224" y="36588"/>
                  </a:lnTo>
                  <a:lnTo>
                    <a:pt x="550176" y="35064"/>
                  </a:lnTo>
                  <a:lnTo>
                    <a:pt x="548652" y="32016"/>
                  </a:lnTo>
                  <a:lnTo>
                    <a:pt x="545604" y="28968"/>
                  </a:lnTo>
                  <a:lnTo>
                    <a:pt x="536460" y="25920"/>
                  </a:lnTo>
                  <a:lnTo>
                    <a:pt x="519696" y="25920"/>
                  </a:lnTo>
                  <a:lnTo>
                    <a:pt x="515124" y="27444"/>
                  </a:lnTo>
                  <a:lnTo>
                    <a:pt x="512076" y="28968"/>
                  </a:lnTo>
                  <a:lnTo>
                    <a:pt x="510552" y="28968"/>
                  </a:lnTo>
                  <a:lnTo>
                    <a:pt x="507504" y="30492"/>
                  </a:lnTo>
                  <a:lnTo>
                    <a:pt x="502932" y="35064"/>
                  </a:lnTo>
                  <a:lnTo>
                    <a:pt x="499884" y="41160"/>
                  </a:lnTo>
                  <a:lnTo>
                    <a:pt x="499884" y="50304"/>
                  </a:lnTo>
                  <a:lnTo>
                    <a:pt x="504456" y="59448"/>
                  </a:lnTo>
                  <a:lnTo>
                    <a:pt x="507504" y="62496"/>
                  </a:lnTo>
                  <a:lnTo>
                    <a:pt x="513600" y="65544"/>
                  </a:lnTo>
                  <a:lnTo>
                    <a:pt x="519696" y="67068"/>
                  </a:lnTo>
                  <a:lnTo>
                    <a:pt x="528840" y="70116"/>
                  </a:lnTo>
                  <a:lnTo>
                    <a:pt x="534936" y="71640"/>
                  </a:lnTo>
                  <a:lnTo>
                    <a:pt x="539508" y="71640"/>
                  </a:lnTo>
                  <a:lnTo>
                    <a:pt x="541032" y="73164"/>
                  </a:lnTo>
                  <a:lnTo>
                    <a:pt x="544080" y="74688"/>
                  </a:lnTo>
                  <a:lnTo>
                    <a:pt x="545604" y="76212"/>
                  </a:lnTo>
                  <a:lnTo>
                    <a:pt x="545604" y="80784"/>
                  </a:lnTo>
                  <a:lnTo>
                    <a:pt x="544080" y="83832"/>
                  </a:lnTo>
                  <a:lnTo>
                    <a:pt x="541032" y="85356"/>
                  </a:lnTo>
                  <a:lnTo>
                    <a:pt x="539508" y="86880"/>
                  </a:lnTo>
                  <a:lnTo>
                    <a:pt x="534936" y="88404"/>
                  </a:lnTo>
                  <a:lnTo>
                    <a:pt x="524268" y="88404"/>
                  </a:lnTo>
                  <a:lnTo>
                    <a:pt x="519696" y="86880"/>
                  </a:lnTo>
                  <a:lnTo>
                    <a:pt x="516648" y="85356"/>
                  </a:lnTo>
                  <a:lnTo>
                    <a:pt x="510552" y="79260"/>
                  </a:lnTo>
                  <a:lnTo>
                    <a:pt x="510552" y="76212"/>
                  </a:lnTo>
                  <a:lnTo>
                    <a:pt x="498360" y="77736"/>
                  </a:lnTo>
                  <a:lnTo>
                    <a:pt x="499884" y="85356"/>
                  </a:lnTo>
                  <a:lnTo>
                    <a:pt x="502932" y="91452"/>
                  </a:lnTo>
                  <a:lnTo>
                    <a:pt x="507504" y="94500"/>
                  </a:lnTo>
                  <a:lnTo>
                    <a:pt x="512076" y="99072"/>
                  </a:lnTo>
                  <a:lnTo>
                    <a:pt x="519696" y="100596"/>
                  </a:lnTo>
                  <a:lnTo>
                    <a:pt x="534936" y="100596"/>
                  </a:lnTo>
                  <a:lnTo>
                    <a:pt x="557796" y="80784"/>
                  </a:lnTo>
                  <a:lnTo>
                    <a:pt x="557796" y="7316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42303" y="4305300"/>
              <a:ext cx="237743" cy="99059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528815" y="4305300"/>
              <a:ext cx="295656" cy="99060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880860" y="4305300"/>
              <a:ext cx="88392" cy="97536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025640" y="4305300"/>
              <a:ext cx="327659" cy="126492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7373099" y="4303776"/>
              <a:ext cx="942340" cy="127000"/>
            </a:xfrm>
            <a:custGeom>
              <a:avLst/>
              <a:gdLst/>
              <a:ahLst/>
              <a:cxnLst/>
              <a:rect l="l" t="t" r="r" b="b"/>
              <a:pathLst>
                <a:path w="942340" h="127000">
                  <a:moveTo>
                    <a:pt x="57912" y="42672"/>
                  </a:moveTo>
                  <a:lnTo>
                    <a:pt x="53340" y="33528"/>
                  </a:lnTo>
                  <a:lnTo>
                    <a:pt x="48768" y="28956"/>
                  </a:lnTo>
                  <a:lnTo>
                    <a:pt x="42672" y="25908"/>
                  </a:lnTo>
                  <a:lnTo>
                    <a:pt x="24384" y="25908"/>
                  </a:lnTo>
                  <a:lnTo>
                    <a:pt x="16764" y="28956"/>
                  </a:lnTo>
                  <a:lnTo>
                    <a:pt x="12192" y="36576"/>
                  </a:lnTo>
                  <a:lnTo>
                    <a:pt x="12192" y="27432"/>
                  </a:lnTo>
                  <a:lnTo>
                    <a:pt x="0" y="27432"/>
                  </a:lnTo>
                  <a:lnTo>
                    <a:pt x="0" y="99060"/>
                  </a:lnTo>
                  <a:lnTo>
                    <a:pt x="12192" y="99060"/>
                  </a:lnTo>
                  <a:lnTo>
                    <a:pt x="12192" y="51816"/>
                  </a:lnTo>
                  <a:lnTo>
                    <a:pt x="13716" y="45720"/>
                  </a:lnTo>
                  <a:lnTo>
                    <a:pt x="18288" y="42672"/>
                  </a:lnTo>
                  <a:lnTo>
                    <a:pt x="21336" y="39624"/>
                  </a:lnTo>
                  <a:lnTo>
                    <a:pt x="25908" y="38100"/>
                  </a:lnTo>
                  <a:lnTo>
                    <a:pt x="36576" y="38100"/>
                  </a:lnTo>
                  <a:lnTo>
                    <a:pt x="39624" y="39624"/>
                  </a:lnTo>
                  <a:lnTo>
                    <a:pt x="42672" y="42672"/>
                  </a:lnTo>
                  <a:lnTo>
                    <a:pt x="45720" y="48768"/>
                  </a:lnTo>
                  <a:lnTo>
                    <a:pt x="45720" y="99060"/>
                  </a:lnTo>
                  <a:lnTo>
                    <a:pt x="57912" y="99060"/>
                  </a:lnTo>
                  <a:lnTo>
                    <a:pt x="57912" y="42672"/>
                  </a:lnTo>
                  <a:close/>
                </a:path>
                <a:path w="942340" h="127000">
                  <a:moveTo>
                    <a:pt x="146316" y="1524"/>
                  </a:moveTo>
                  <a:lnTo>
                    <a:pt x="137172" y="1524"/>
                  </a:lnTo>
                  <a:lnTo>
                    <a:pt x="130886" y="9525"/>
                  </a:lnTo>
                  <a:lnTo>
                    <a:pt x="114122" y="48768"/>
                  </a:lnTo>
                  <a:lnTo>
                    <a:pt x="112788" y="64008"/>
                  </a:lnTo>
                  <a:lnTo>
                    <a:pt x="113334" y="72898"/>
                  </a:lnTo>
                  <a:lnTo>
                    <a:pt x="128219" y="113157"/>
                  </a:lnTo>
                  <a:lnTo>
                    <a:pt x="137172" y="126492"/>
                  </a:lnTo>
                  <a:lnTo>
                    <a:pt x="146316" y="126492"/>
                  </a:lnTo>
                  <a:lnTo>
                    <a:pt x="137185" y="110731"/>
                  </a:lnTo>
                  <a:lnTo>
                    <a:pt x="130505" y="95250"/>
                  </a:lnTo>
                  <a:lnTo>
                    <a:pt x="126377" y="79781"/>
                  </a:lnTo>
                  <a:lnTo>
                    <a:pt x="124980" y="64008"/>
                  </a:lnTo>
                  <a:lnTo>
                    <a:pt x="124980" y="54864"/>
                  </a:lnTo>
                  <a:lnTo>
                    <a:pt x="128028" y="39624"/>
                  </a:lnTo>
                  <a:lnTo>
                    <a:pt x="129552" y="33528"/>
                  </a:lnTo>
                  <a:lnTo>
                    <a:pt x="132600" y="25908"/>
                  </a:lnTo>
                  <a:lnTo>
                    <a:pt x="135648" y="21336"/>
                  </a:lnTo>
                  <a:lnTo>
                    <a:pt x="137172" y="16764"/>
                  </a:lnTo>
                  <a:lnTo>
                    <a:pt x="140220" y="10668"/>
                  </a:lnTo>
                  <a:lnTo>
                    <a:pt x="146316" y="1524"/>
                  </a:lnTo>
                  <a:close/>
                </a:path>
                <a:path w="942340" h="127000">
                  <a:moveTo>
                    <a:pt x="231660" y="86360"/>
                  </a:moveTo>
                  <a:lnTo>
                    <a:pt x="172224" y="86360"/>
                  </a:lnTo>
                  <a:lnTo>
                    <a:pt x="172224" y="54610"/>
                  </a:lnTo>
                  <a:lnTo>
                    <a:pt x="227088" y="54610"/>
                  </a:lnTo>
                  <a:lnTo>
                    <a:pt x="227088" y="43180"/>
                  </a:lnTo>
                  <a:lnTo>
                    <a:pt x="172224" y="43180"/>
                  </a:lnTo>
                  <a:lnTo>
                    <a:pt x="172224" y="13970"/>
                  </a:lnTo>
                  <a:lnTo>
                    <a:pt x="230136" y="13970"/>
                  </a:lnTo>
                  <a:lnTo>
                    <a:pt x="230136" y="1270"/>
                  </a:lnTo>
                  <a:lnTo>
                    <a:pt x="160032" y="1270"/>
                  </a:lnTo>
                  <a:lnTo>
                    <a:pt x="160032" y="13970"/>
                  </a:lnTo>
                  <a:lnTo>
                    <a:pt x="160032" y="43180"/>
                  </a:lnTo>
                  <a:lnTo>
                    <a:pt x="160032" y="54610"/>
                  </a:lnTo>
                  <a:lnTo>
                    <a:pt x="160032" y="86360"/>
                  </a:lnTo>
                  <a:lnTo>
                    <a:pt x="160032" y="99060"/>
                  </a:lnTo>
                  <a:lnTo>
                    <a:pt x="231660" y="99060"/>
                  </a:lnTo>
                  <a:lnTo>
                    <a:pt x="231660" y="86360"/>
                  </a:lnTo>
                  <a:close/>
                </a:path>
                <a:path w="942340" h="127000">
                  <a:moveTo>
                    <a:pt x="307860" y="27432"/>
                  </a:moveTo>
                  <a:lnTo>
                    <a:pt x="292620" y="27432"/>
                  </a:lnTo>
                  <a:lnTo>
                    <a:pt x="280428" y="45720"/>
                  </a:lnTo>
                  <a:lnTo>
                    <a:pt x="278904" y="48768"/>
                  </a:lnTo>
                  <a:lnTo>
                    <a:pt x="275856" y="50292"/>
                  </a:lnTo>
                  <a:lnTo>
                    <a:pt x="274332" y="51816"/>
                  </a:lnTo>
                  <a:lnTo>
                    <a:pt x="272808" y="50292"/>
                  </a:lnTo>
                  <a:lnTo>
                    <a:pt x="269760" y="44196"/>
                  </a:lnTo>
                  <a:lnTo>
                    <a:pt x="257568" y="27432"/>
                  </a:lnTo>
                  <a:lnTo>
                    <a:pt x="242328" y="27432"/>
                  </a:lnTo>
                  <a:lnTo>
                    <a:pt x="268236" y="62484"/>
                  </a:lnTo>
                  <a:lnTo>
                    <a:pt x="240804" y="99060"/>
                  </a:lnTo>
                  <a:lnTo>
                    <a:pt x="256044" y="99060"/>
                  </a:lnTo>
                  <a:lnTo>
                    <a:pt x="274332" y="73152"/>
                  </a:lnTo>
                  <a:lnTo>
                    <a:pt x="277380" y="77724"/>
                  </a:lnTo>
                  <a:lnTo>
                    <a:pt x="292620" y="99060"/>
                  </a:lnTo>
                  <a:lnTo>
                    <a:pt x="306336" y="99060"/>
                  </a:lnTo>
                  <a:lnTo>
                    <a:pt x="281952" y="62484"/>
                  </a:lnTo>
                  <a:lnTo>
                    <a:pt x="307860" y="27432"/>
                  </a:lnTo>
                  <a:close/>
                </a:path>
                <a:path w="942340" h="127000">
                  <a:moveTo>
                    <a:pt x="376440" y="99060"/>
                  </a:moveTo>
                  <a:lnTo>
                    <a:pt x="374916" y="96012"/>
                  </a:lnTo>
                  <a:lnTo>
                    <a:pt x="374916" y="89916"/>
                  </a:lnTo>
                  <a:lnTo>
                    <a:pt x="374916" y="88392"/>
                  </a:lnTo>
                  <a:lnTo>
                    <a:pt x="373392" y="85344"/>
                  </a:lnTo>
                  <a:lnTo>
                    <a:pt x="373392" y="65532"/>
                  </a:lnTo>
                  <a:lnTo>
                    <a:pt x="373392" y="41148"/>
                  </a:lnTo>
                  <a:lnTo>
                    <a:pt x="371868" y="38100"/>
                  </a:lnTo>
                  <a:lnTo>
                    <a:pt x="371868" y="35052"/>
                  </a:lnTo>
                  <a:lnTo>
                    <a:pt x="368820" y="33528"/>
                  </a:lnTo>
                  <a:lnTo>
                    <a:pt x="367296" y="30480"/>
                  </a:lnTo>
                  <a:lnTo>
                    <a:pt x="361200" y="27432"/>
                  </a:lnTo>
                  <a:lnTo>
                    <a:pt x="356628" y="25908"/>
                  </a:lnTo>
                  <a:lnTo>
                    <a:pt x="335292" y="25908"/>
                  </a:lnTo>
                  <a:lnTo>
                    <a:pt x="330720" y="27432"/>
                  </a:lnTo>
                  <a:lnTo>
                    <a:pt x="326148" y="30480"/>
                  </a:lnTo>
                  <a:lnTo>
                    <a:pt x="321576" y="32004"/>
                  </a:lnTo>
                  <a:lnTo>
                    <a:pt x="320052" y="35052"/>
                  </a:lnTo>
                  <a:lnTo>
                    <a:pt x="317004" y="38100"/>
                  </a:lnTo>
                  <a:lnTo>
                    <a:pt x="313956" y="47244"/>
                  </a:lnTo>
                  <a:lnTo>
                    <a:pt x="326148" y="48768"/>
                  </a:lnTo>
                  <a:lnTo>
                    <a:pt x="327672" y="44196"/>
                  </a:lnTo>
                  <a:lnTo>
                    <a:pt x="329196" y="41148"/>
                  </a:lnTo>
                  <a:lnTo>
                    <a:pt x="335292" y="38100"/>
                  </a:lnTo>
                  <a:lnTo>
                    <a:pt x="350532" y="38100"/>
                  </a:lnTo>
                  <a:lnTo>
                    <a:pt x="355104" y="39624"/>
                  </a:lnTo>
                  <a:lnTo>
                    <a:pt x="358152" y="41148"/>
                  </a:lnTo>
                  <a:lnTo>
                    <a:pt x="359676" y="42672"/>
                  </a:lnTo>
                  <a:lnTo>
                    <a:pt x="361200" y="45720"/>
                  </a:lnTo>
                  <a:lnTo>
                    <a:pt x="361200" y="53340"/>
                  </a:lnTo>
                  <a:lnTo>
                    <a:pt x="361200" y="65532"/>
                  </a:lnTo>
                  <a:lnTo>
                    <a:pt x="361200" y="76200"/>
                  </a:lnTo>
                  <a:lnTo>
                    <a:pt x="359676" y="77724"/>
                  </a:lnTo>
                  <a:lnTo>
                    <a:pt x="358152" y="80772"/>
                  </a:lnTo>
                  <a:lnTo>
                    <a:pt x="355104" y="83820"/>
                  </a:lnTo>
                  <a:lnTo>
                    <a:pt x="352056" y="85344"/>
                  </a:lnTo>
                  <a:lnTo>
                    <a:pt x="347484" y="86868"/>
                  </a:lnTo>
                  <a:lnTo>
                    <a:pt x="344436" y="88392"/>
                  </a:lnTo>
                  <a:lnTo>
                    <a:pt x="333768" y="88392"/>
                  </a:lnTo>
                  <a:lnTo>
                    <a:pt x="330720" y="86868"/>
                  </a:lnTo>
                  <a:lnTo>
                    <a:pt x="329196" y="85344"/>
                  </a:lnTo>
                  <a:lnTo>
                    <a:pt x="326148" y="83820"/>
                  </a:lnTo>
                  <a:lnTo>
                    <a:pt x="324624" y="82296"/>
                  </a:lnTo>
                  <a:lnTo>
                    <a:pt x="324624" y="77724"/>
                  </a:lnTo>
                  <a:lnTo>
                    <a:pt x="326148" y="76200"/>
                  </a:lnTo>
                  <a:lnTo>
                    <a:pt x="326148" y="74676"/>
                  </a:lnTo>
                  <a:lnTo>
                    <a:pt x="329196" y="71628"/>
                  </a:lnTo>
                  <a:lnTo>
                    <a:pt x="330720" y="71628"/>
                  </a:lnTo>
                  <a:lnTo>
                    <a:pt x="333768" y="70104"/>
                  </a:lnTo>
                  <a:lnTo>
                    <a:pt x="336816" y="70104"/>
                  </a:lnTo>
                  <a:lnTo>
                    <a:pt x="341388" y="68580"/>
                  </a:lnTo>
                  <a:lnTo>
                    <a:pt x="350532" y="68580"/>
                  </a:lnTo>
                  <a:lnTo>
                    <a:pt x="356628" y="67056"/>
                  </a:lnTo>
                  <a:lnTo>
                    <a:pt x="361200" y="65532"/>
                  </a:lnTo>
                  <a:lnTo>
                    <a:pt x="361200" y="53340"/>
                  </a:lnTo>
                  <a:lnTo>
                    <a:pt x="356628" y="54864"/>
                  </a:lnTo>
                  <a:lnTo>
                    <a:pt x="350532" y="56388"/>
                  </a:lnTo>
                  <a:lnTo>
                    <a:pt x="339864" y="57912"/>
                  </a:lnTo>
                  <a:lnTo>
                    <a:pt x="332244" y="57912"/>
                  </a:lnTo>
                  <a:lnTo>
                    <a:pt x="329196" y="59436"/>
                  </a:lnTo>
                  <a:lnTo>
                    <a:pt x="326148" y="59436"/>
                  </a:lnTo>
                  <a:lnTo>
                    <a:pt x="323100" y="60960"/>
                  </a:lnTo>
                  <a:lnTo>
                    <a:pt x="317004" y="67056"/>
                  </a:lnTo>
                  <a:lnTo>
                    <a:pt x="312432" y="76200"/>
                  </a:lnTo>
                  <a:lnTo>
                    <a:pt x="312432" y="85344"/>
                  </a:lnTo>
                  <a:lnTo>
                    <a:pt x="315480" y="91440"/>
                  </a:lnTo>
                  <a:lnTo>
                    <a:pt x="323100" y="99060"/>
                  </a:lnTo>
                  <a:lnTo>
                    <a:pt x="329196" y="100584"/>
                  </a:lnTo>
                  <a:lnTo>
                    <a:pt x="341388" y="100584"/>
                  </a:lnTo>
                  <a:lnTo>
                    <a:pt x="345960" y="99060"/>
                  </a:lnTo>
                  <a:lnTo>
                    <a:pt x="349008" y="97536"/>
                  </a:lnTo>
                  <a:lnTo>
                    <a:pt x="353580" y="96012"/>
                  </a:lnTo>
                  <a:lnTo>
                    <a:pt x="358152" y="92964"/>
                  </a:lnTo>
                  <a:lnTo>
                    <a:pt x="361200" y="89916"/>
                  </a:lnTo>
                  <a:lnTo>
                    <a:pt x="361200" y="92964"/>
                  </a:lnTo>
                  <a:lnTo>
                    <a:pt x="364248" y="99060"/>
                  </a:lnTo>
                  <a:lnTo>
                    <a:pt x="376440" y="99060"/>
                  </a:lnTo>
                  <a:close/>
                </a:path>
                <a:path w="942340" h="127000">
                  <a:moveTo>
                    <a:pt x="486156" y="41148"/>
                  </a:moveTo>
                  <a:lnTo>
                    <a:pt x="484632" y="35052"/>
                  </a:lnTo>
                  <a:lnTo>
                    <a:pt x="477012" y="27432"/>
                  </a:lnTo>
                  <a:lnTo>
                    <a:pt x="472440" y="25908"/>
                  </a:lnTo>
                  <a:lnTo>
                    <a:pt x="455676" y="25908"/>
                  </a:lnTo>
                  <a:lnTo>
                    <a:pt x="449580" y="30480"/>
                  </a:lnTo>
                  <a:lnTo>
                    <a:pt x="443484" y="39624"/>
                  </a:lnTo>
                  <a:lnTo>
                    <a:pt x="441960" y="35052"/>
                  </a:lnTo>
                  <a:lnTo>
                    <a:pt x="440436" y="32004"/>
                  </a:lnTo>
                  <a:lnTo>
                    <a:pt x="437388" y="28956"/>
                  </a:lnTo>
                  <a:lnTo>
                    <a:pt x="432816" y="27432"/>
                  </a:lnTo>
                  <a:lnTo>
                    <a:pt x="429768" y="25908"/>
                  </a:lnTo>
                  <a:lnTo>
                    <a:pt x="420624" y="25908"/>
                  </a:lnTo>
                  <a:lnTo>
                    <a:pt x="416052" y="27432"/>
                  </a:lnTo>
                  <a:lnTo>
                    <a:pt x="413004" y="28956"/>
                  </a:lnTo>
                  <a:lnTo>
                    <a:pt x="408432" y="32004"/>
                  </a:lnTo>
                  <a:lnTo>
                    <a:pt x="406908" y="35052"/>
                  </a:lnTo>
                  <a:lnTo>
                    <a:pt x="403860" y="39624"/>
                  </a:lnTo>
                  <a:lnTo>
                    <a:pt x="403860" y="27432"/>
                  </a:lnTo>
                  <a:lnTo>
                    <a:pt x="391668" y="27432"/>
                  </a:lnTo>
                  <a:lnTo>
                    <a:pt x="391668" y="99060"/>
                  </a:lnTo>
                  <a:lnTo>
                    <a:pt x="403860" y="99060"/>
                  </a:lnTo>
                  <a:lnTo>
                    <a:pt x="403860" y="56388"/>
                  </a:lnTo>
                  <a:lnTo>
                    <a:pt x="405384" y="51816"/>
                  </a:lnTo>
                  <a:lnTo>
                    <a:pt x="405384" y="48768"/>
                  </a:lnTo>
                  <a:lnTo>
                    <a:pt x="406908" y="44196"/>
                  </a:lnTo>
                  <a:lnTo>
                    <a:pt x="409956" y="42672"/>
                  </a:lnTo>
                  <a:lnTo>
                    <a:pt x="414528" y="38100"/>
                  </a:lnTo>
                  <a:lnTo>
                    <a:pt x="425196" y="38100"/>
                  </a:lnTo>
                  <a:lnTo>
                    <a:pt x="428244" y="39624"/>
                  </a:lnTo>
                  <a:lnTo>
                    <a:pt x="432816" y="44196"/>
                  </a:lnTo>
                  <a:lnTo>
                    <a:pt x="432816" y="99060"/>
                  </a:lnTo>
                  <a:lnTo>
                    <a:pt x="445008" y="99060"/>
                  </a:lnTo>
                  <a:lnTo>
                    <a:pt x="445008" y="51816"/>
                  </a:lnTo>
                  <a:lnTo>
                    <a:pt x="446532" y="45720"/>
                  </a:lnTo>
                  <a:lnTo>
                    <a:pt x="452628" y="39624"/>
                  </a:lnTo>
                  <a:lnTo>
                    <a:pt x="457200" y="38100"/>
                  </a:lnTo>
                  <a:lnTo>
                    <a:pt x="466344" y="38100"/>
                  </a:lnTo>
                  <a:lnTo>
                    <a:pt x="469392" y="39624"/>
                  </a:lnTo>
                  <a:lnTo>
                    <a:pt x="472440" y="42672"/>
                  </a:lnTo>
                  <a:lnTo>
                    <a:pt x="472440" y="44196"/>
                  </a:lnTo>
                  <a:lnTo>
                    <a:pt x="473964" y="47244"/>
                  </a:lnTo>
                  <a:lnTo>
                    <a:pt x="473964" y="99060"/>
                  </a:lnTo>
                  <a:lnTo>
                    <a:pt x="486156" y="99060"/>
                  </a:lnTo>
                  <a:lnTo>
                    <a:pt x="486156" y="41148"/>
                  </a:lnTo>
                  <a:close/>
                </a:path>
                <a:path w="942340" h="127000">
                  <a:moveTo>
                    <a:pt x="565416" y="48768"/>
                  </a:moveTo>
                  <a:lnTo>
                    <a:pt x="562368" y="44196"/>
                  </a:lnTo>
                  <a:lnTo>
                    <a:pt x="560844" y="38100"/>
                  </a:lnTo>
                  <a:lnTo>
                    <a:pt x="556272" y="33528"/>
                  </a:lnTo>
                  <a:lnTo>
                    <a:pt x="553224" y="31496"/>
                  </a:lnTo>
                  <a:lnTo>
                    <a:pt x="553224" y="54864"/>
                  </a:lnTo>
                  <a:lnTo>
                    <a:pt x="553224" y="71628"/>
                  </a:lnTo>
                  <a:lnTo>
                    <a:pt x="551700" y="77724"/>
                  </a:lnTo>
                  <a:lnTo>
                    <a:pt x="548652" y="82296"/>
                  </a:lnTo>
                  <a:lnTo>
                    <a:pt x="544080" y="86868"/>
                  </a:lnTo>
                  <a:lnTo>
                    <a:pt x="541032" y="88392"/>
                  </a:lnTo>
                  <a:lnTo>
                    <a:pt x="530364" y="88392"/>
                  </a:lnTo>
                  <a:lnTo>
                    <a:pt x="525792" y="86868"/>
                  </a:lnTo>
                  <a:lnTo>
                    <a:pt x="522744" y="82296"/>
                  </a:lnTo>
                  <a:lnTo>
                    <a:pt x="518172" y="77724"/>
                  </a:lnTo>
                  <a:lnTo>
                    <a:pt x="516648" y="71628"/>
                  </a:lnTo>
                  <a:lnTo>
                    <a:pt x="516648" y="54864"/>
                  </a:lnTo>
                  <a:lnTo>
                    <a:pt x="519696" y="48768"/>
                  </a:lnTo>
                  <a:lnTo>
                    <a:pt x="522744" y="44196"/>
                  </a:lnTo>
                  <a:lnTo>
                    <a:pt x="527316" y="39624"/>
                  </a:lnTo>
                  <a:lnTo>
                    <a:pt x="530364" y="38100"/>
                  </a:lnTo>
                  <a:lnTo>
                    <a:pt x="541032" y="38100"/>
                  </a:lnTo>
                  <a:lnTo>
                    <a:pt x="545604" y="39624"/>
                  </a:lnTo>
                  <a:lnTo>
                    <a:pt x="551700" y="48768"/>
                  </a:lnTo>
                  <a:lnTo>
                    <a:pt x="553224" y="54864"/>
                  </a:lnTo>
                  <a:lnTo>
                    <a:pt x="553224" y="31496"/>
                  </a:lnTo>
                  <a:lnTo>
                    <a:pt x="551700" y="30480"/>
                  </a:lnTo>
                  <a:lnTo>
                    <a:pt x="548652" y="27432"/>
                  </a:lnTo>
                  <a:lnTo>
                    <a:pt x="542556" y="25908"/>
                  </a:lnTo>
                  <a:lnTo>
                    <a:pt x="531888" y="25908"/>
                  </a:lnTo>
                  <a:lnTo>
                    <a:pt x="525792" y="28956"/>
                  </a:lnTo>
                  <a:lnTo>
                    <a:pt x="519696" y="35052"/>
                  </a:lnTo>
                  <a:lnTo>
                    <a:pt x="516648" y="39624"/>
                  </a:lnTo>
                  <a:lnTo>
                    <a:pt x="516648" y="27432"/>
                  </a:lnTo>
                  <a:lnTo>
                    <a:pt x="504456" y="27432"/>
                  </a:lnTo>
                  <a:lnTo>
                    <a:pt x="504456" y="126492"/>
                  </a:lnTo>
                  <a:lnTo>
                    <a:pt x="516648" y="126492"/>
                  </a:lnTo>
                  <a:lnTo>
                    <a:pt x="516648" y="89916"/>
                  </a:lnTo>
                  <a:lnTo>
                    <a:pt x="524268" y="97536"/>
                  </a:lnTo>
                  <a:lnTo>
                    <a:pt x="527316" y="99060"/>
                  </a:lnTo>
                  <a:lnTo>
                    <a:pt x="531888" y="100584"/>
                  </a:lnTo>
                  <a:lnTo>
                    <a:pt x="541032" y="100584"/>
                  </a:lnTo>
                  <a:lnTo>
                    <a:pt x="545604" y="99060"/>
                  </a:lnTo>
                  <a:lnTo>
                    <a:pt x="550176" y="96012"/>
                  </a:lnTo>
                  <a:lnTo>
                    <a:pt x="556272" y="92964"/>
                  </a:lnTo>
                  <a:lnTo>
                    <a:pt x="558304" y="89916"/>
                  </a:lnTo>
                  <a:lnTo>
                    <a:pt x="559320" y="88392"/>
                  </a:lnTo>
                  <a:lnTo>
                    <a:pt x="565416" y="76200"/>
                  </a:lnTo>
                  <a:lnTo>
                    <a:pt x="565416" y="48768"/>
                  </a:lnTo>
                  <a:close/>
                </a:path>
                <a:path w="942340" h="127000">
                  <a:moveTo>
                    <a:pt x="594360" y="0"/>
                  </a:moveTo>
                  <a:lnTo>
                    <a:pt x="580644" y="0"/>
                  </a:lnTo>
                  <a:lnTo>
                    <a:pt x="580644" y="99060"/>
                  </a:lnTo>
                  <a:lnTo>
                    <a:pt x="594360" y="99060"/>
                  </a:lnTo>
                  <a:lnTo>
                    <a:pt x="594360" y="0"/>
                  </a:lnTo>
                  <a:close/>
                </a:path>
                <a:path w="942340" h="127000">
                  <a:moveTo>
                    <a:pt x="673608" y="64008"/>
                  </a:moveTo>
                  <a:lnTo>
                    <a:pt x="661416" y="32562"/>
                  </a:lnTo>
                  <a:lnTo>
                    <a:pt x="661416" y="50292"/>
                  </a:lnTo>
                  <a:lnTo>
                    <a:pt x="661416" y="54864"/>
                  </a:lnTo>
                  <a:lnTo>
                    <a:pt x="618744" y="54864"/>
                  </a:lnTo>
                  <a:lnTo>
                    <a:pt x="618744" y="50292"/>
                  </a:lnTo>
                  <a:lnTo>
                    <a:pt x="621792" y="45720"/>
                  </a:lnTo>
                  <a:lnTo>
                    <a:pt x="624840" y="42672"/>
                  </a:lnTo>
                  <a:lnTo>
                    <a:pt x="629412" y="39624"/>
                  </a:lnTo>
                  <a:lnTo>
                    <a:pt x="633984" y="38100"/>
                  </a:lnTo>
                  <a:lnTo>
                    <a:pt x="647700" y="38100"/>
                  </a:lnTo>
                  <a:lnTo>
                    <a:pt x="652272" y="39624"/>
                  </a:lnTo>
                  <a:lnTo>
                    <a:pt x="656844" y="44196"/>
                  </a:lnTo>
                  <a:lnTo>
                    <a:pt x="659892" y="45720"/>
                  </a:lnTo>
                  <a:lnTo>
                    <a:pt x="661416" y="50292"/>
                  </a:lnTo>
                  <a:lnTo>
                    <a:pt x="661416" y="32562"/>
                  </a:lnTo>
                  <a:lnTo>
                    <a:pt x="659587" y="31051"/>
                  </a:lnTo>
                  <a:lnTo>
                    <a:pt x="653986" y="28194"/>
                  </a:lnTo>
                  <a:lnTo>
                    <a:pt x="647534" y="26479"/>
                  </a:lnTo>
                  <a:lnTo>
                    <a:pt x="640080" y="25908"/>
                  </a:lnTo>
                  <a:lnTo>
                    <a:pt x="633272" y="26479"/>
                  </a:lnTo>
                  <a:lnTo>
                    <a:pt x="607123" y="55422"/>
                  </a:lnTo>
                  <a:lnTo>
                    <a:pt x="606552" y="64008"/>
                  </a:lnTo>
                  <a:lnTo>
                    <a:pt x="607123" y="71729"/>
                  </a:lnTo>
                  <a:lnTo>
                    <a:pt x="633920" y="100012"/>
                  </a:lnTo>
                  <a:lnTo>
                    <a:pt x="641604" y="100584"/>
                  </a:lnTo>
                  <a:lnTo>
                    <a:pt x="649224" y="100584"/>
                  </a:lnTo>
                  <a:lnTo>
                    <a:pt x="656844" y="99060"/>
                  </a:lnTo>
                  <a:lnTo>
                    <a:pt x="661416" y="94488"/>
                  </a:lnTo>
                  <a:lnTo>
                    <a:pt x="667512" y="91440"/>
                  </a:lnTo>
                  <a:lnTo>
                    <a:pt x="669036" y="88392"/>
                  </a:lnTo>
                  <a:lnTo>
                    <a:pt x="673608" y="79248"/>
                  </a:lnTo>
                  <a:lnTo>
                    <a:pt x="661416" y="77724"/>
                  </a:lnTo>
                  <a:lnTo>
                    <a:pt x="659892" y="80772"/>
                  </a:lnTo>
                  <a:lnTo>
                    <a:pt x="656844" y="83820"/>
                  </a:lnTo>
                  <a:lnTo>
                    <a:pt x="650748" y="86868"/>
                  </a:lnTo>
                  <a:lnTo>
                    <a:pt x="646176" y="88392"/>
                  </a:lnTo>
                  <a:lnTo>
                    <a:pt x="635508" y="88392"/>
                  </a:lnTo>
                  <a:lnTo>
                    <a:pt x="629412" y="86868"/>
                  </a:lnTo>
                  <a:lnTo>
                    <a:pt x="626364" y="82296"/>
                  </a:lnTo>
                  <a:lnTo>
                    <a:pt x="621792" y="79248"/>
                  </a:lnTo>
                  <a:lnTo>
                    <a:pt x="618744" y="73152"/>
                  </a:lnTo>
                  <a:lnTo>
                    <a:pt x="618744" y="67056"/>
                  </a:lnTo>
                  <a:lnTo>
                    <a:pt x="673608" y="67056"/>
                  </a:lnTo>
                  <a:lnTo>
                    <a:pt x="673608" y="64008"/>
                  </a:lnTo>
                  <a:close/>
                </a:path>
                <a:path w="942340" h="127000">
                  <a:moveTo>
                    <a:pt x="786384" y="64008"/>
                  </a:moveTo>
                  <a:lnTo>
                    <a:pt x="774192" y="64008"/>
                  </a:lnTo>
                  <a:lnTo>
                    <a:pt x="774192" y="25908"/>
                  </a:lnTo>
                  <a:lnTo>
                    <a:pt x="774192" y="3048"/>
                  </a:lnTo>
                  <a:lnTo>
                    <a:pt x="765048" y="3048"/>
                  </a:lnTo>
                  <a:lnTo>
                    <a:pt x="762000" y="6985"/>
                  </a:lnTo>
                  <a:lnTo>
                    <a:pt x="762000" y="25908"/>
                  </a:lnTo>
                  <a:lnTo>
                    <a:pt x="762000" y="64008"/>
                  </a:lnTo>
                  <a:lnTo>
                    <a:pt x="733044" y="64008"/>
                  </a:lnTo>
                  <a:lnTo>
                    <a:pt x="762000" y="25908"/>
                  </a:lnTo>
                  <a:lnTo>
                    <a:pt x="762000" y="6985"/>
                  </a:lnTo>
                  <a:lnTo>
                    <a:pt x="717804" y="64008"/>
                  </a:lnTo>
                  <a:lnTo>
                    <a:pt x="717804" y="76200"/>
                  </a:lnTo>
                  <a:lnTo>
                    <a:pt x="762000" y="76200"/>
                  </a:lnTo>
                  <a:lnTo>
                    <a:pt x="762000" y="99060"/>
                  </a:lnTo>
                  <a:lnTo>
                    <a:pt x="774192" y="99060"/>
                  </a:lnTo>
                  <a:lnTo>
                    <a:pt x="774192" y="76200"/>
                  </a:lnTo>
                  <a:lnTo>
                    <a:pt x="786384" y="76200"/>
                  </a:lnTo>
                  <a:lnTo>
                    <a:pt x="786384" y="64008"/>
                  </a:lnTo>
                  <a:close/>
                </a:path>
                <a:path w="942340" h="127000">
                  <a:moveTo>
                    <a:pt x="816876" y="85344"/>
                  </a:moveTo>
                  <a:lnTo>
                    <a:pt x="803160" y="85344"/>
                  </a:lnTo>
                  <a:lnTo>
                    <a:pt x="803160" y="99060"/>
                  </a:lnTo>
                  <a:lnTo>
                    <a:pt x="816876" y="99060"/>
                  </a:lnTo>
                  <a:lnTo>
                    <a:pt x="816876" y="85344"/>
                  </a:lnTo>
                  <a:close/>
                </a:path>
                <a:path w="942340" h="127000">
                  <a:moveTo>
                    <a:pt x="880872" y="1524"/>
                  </a:moveTo>
                  <a:lnTo>
                    <a:pt x="873252" y="1524"/>
                  </a:lnTo>
                  <a:lnTo>
                    <a:pt x="871728" y="6096"/>
                  </a:lnTo>
                  <a:lnTo>
                    <a:pt x="867156" y="9144"/>
                  </a:lnTo>
                  <a:lnTo>
                    <a:pt x="858012" y="18288"/>
                  </a:lnTo>
                  <a:lnTo>
                    <a:pt x="851916" y="22860"/>
                  </a:lnTo>
                  <a:lnTo>
                    <a:pt x="844296" y="25908"/>
                  </a:lnTo>
                  <a:lnTo>
                    <a:pt x="844296" y="36576"/>
                  </a:lnTo>
                  <a:lnTo>
                    <a:pt x="848868" y="36576"/>
                  </a:lnTo>
                  <a:lnTo>
                    <a:pt x="858012" y="30480"/>
                  </a:lnTo>
                  <a:lnTo>
                    <a:pt x="862584" y="28956"/>
                  </a:lnTo>
                  <a:lnTo>
                    <a:pt x="868680" y="22860"/>
                  </a:lnTo>
                  <a:lnTo>
                    <a:pt x="868680" y="99060"/>
                  </a:lnTo>
                  <a:lnTo>
                    <a:pt x="880872" y="99060"/>
                  </a:lnTo>
                  <a:lnTo>
                    <a:pt x="880872" y="1524"/>
                  </a:lnTo>
                  <a:close/>
                </a:path>
                <a:path w="942340" h="127000">
                  <a:moveTo>
                    <a:pt x="941844" y="64008"/>
                  </a:moveTo>
                  <a:lnTo>
                    <a:pt x="933526" y="25527"/>
                  </a:lnTo>
                  <a:lnTo>
                    <a:pt x="917460" y="1524"/>
                  </a:lnTo>
                  <a:lnTo>
                    <a:pt x="908316" y="1524"/>
                  </a:lnTo>
                  <a:lnTo>
                    <a:pt x="914412" y="10668"/>
                  </a:lnTo>
                  <a:lnTo>
                    <a:pt x="918984" y="16764"/>
                  </a:lnTo>
                  <a:lnTo>
                    <a:pt x="920508" y="21336"/>
                  </a:lnTo>
                  <a:lnTo>
                    <a:pt x="923556" y="27432"/>
                  </a:lnTo>
                  <a:lnTo>
                    <a:pt x="926604" y="39624"/>
                  </a:lnTo>
                  <a:lnTo>
                    <a:pt x="929652" y="47244"/>
                  </a:lnTo>
                  <a:lnTo>
                    <a:pt x="929652" y="64008"/>
                  </a:lnTo>
                  <a:lnTo>
                    <a:pt x="928458" y="79781"/>
                  </a:lnTo>
                  <a:lnTo>
                    <a:pt x="924699" y="95250"/>
                  </a:lnTo>
                  <a:lnTo>
                    <a:pt x="918070" y="110731"/>
                  </a:lnTo>
                  <a:lnTo>
                    <a:pt x="908316" y="126492"/>
                  </a:lnTo>
                  <a:lnTo>
                    <a:pt x="917460" y="126492"/>
                  </a:lnTo>
                  <a:lnTo>
                    <a:pt x="938618" y="89522"/>
                  </a:lnTo>
                  <a:lnTo>
                    <a:pt x="941527" y="72898"/>
                  </a:lnTo>
                  <a:lnTo>
                    <a:pt x="941844" y="64008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9494520" y="4858512"/>
              <a:ext cx="9525" cy="24765"/>
            </a:xfrm>
            <a:custGeom>
              <a:avLst/>
              <a:gdLst/>
              <a:ahLst/>
              <a:cxnLst/>
              <a:rect l="l" t="t" r="r" b="b"/>
              <a:pathLst>
                <a:path w="9525" h="24764">
                  <a:moveTo>
                    <a:pt x="3048" y="24384"/>
                  </a:moveTo>
                  <a:lnTo>
                    <a:pt x="0" y="21336"/>
                  </a:lnTo>
                  <a:lnTo>
                    <a:pt x="1524" y="19812"/>
                  </a:lnTo>
                  <a:lnTo>
                    <a:pt x="1524" y="18288"/>
                  </a:lnTo>
                  <a:lnTo>
                    <a:pt x="3048" y="16764"/>
                  </a:lnTo>
                  <a:lnTo>
                    <a:pt x="3048" y="15240"/>
                  </a:lnTo>
                  <a:lnTo>
                    <a:pt x="4572" y="12192"/>
                  </a:lnTo>
                  <a:lnTo>
                    <a:pt x="4572" y="9144"/>
                  </a:lnTo>
                  <a:lnTo>
                    <a:pt x="0" y="9144"/>
                  </a:lnTo>
                  <a:lnTo>
                    <a:pt x="0" y="0"/>
                  </a:lnTo>
                  <a:lnTo>
                    <a:pt x="9144" y="0"/>
                  </a:lnTo>
                  <a:lnTo>
                    <a:pt x="9144" y="12192"/>
                  </a:lnTo>
                  <a:lnTo>
                    <a:pt x="7620" y="15240"/>
                  </a:lnTo>
                  <a:lnTo>
                    <a:pt x="7620" y="18288"/>
                  </a:lnTo>
                  <a:lnTo>
                    <a:pt x="6096" y="19812"/>
                  </a:lnTo>
                  <a:lnTo>
                    <a:pt x="4572" y="22860"/>
                  </a:lnTo>
                  <a:lnTo>
                    <a:pt x="3048" y="243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387084" y="4789932"/>
              <a:ext cx="3098291" cy="376427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6394704" y="5308104"/>
              <a:ext cx="2458720" cy="196850"/>
            </a:xfrm>
            <a:custGeom>
              <a:avLst/>
              <a:gdLst/>
              <a:ahLst/>
              <a:cxnLst/>
              <a:rect l="l" t="t" r="r" b="b"/>
              <a:pathLst>
                <a:path w="2458720" h="196850">
                  <a:moveTo>
                    <a:pt x="48755" y="161531"/>
                  </a:moveTo>
                  <a:lnTo>
                    <a:pt x="47231" y="158483"/>
                  </a:lnTo>
                  <a:lnTo>
                    <a:pt x="47231" y="155435"/>
                  </a:lnTo>
                  <a:lnTo>
                    <a:pt x="45707" y="150863"/>
                  </a:lnTo>
                  <a:lnTo>
                    <a:pt x="44183" y="147815"/>
                  </a:lnTo>
                  <a:lnTo>
                    <a:pt x="42659" y="146291"/>
                  </a:lnTo>
                  <a:lnTo>
                    <a:pt x="39611" y="143243"/>
                  </a:lnTo>
                  <a:lnTo>
                    <a:pt x="39611" y="160007"/>
                  </a:lnTo>
                  <a:lnTo>
                    <a:pt x="39611" y="173723"/>
                  </a:lnTo>
                  <a:lnTo>
                    <a:pt x="38087" y="178295"/>
                  </a:lnTo>
                  <a:lnTo>
                    <a:pt x="28943" y="187439"/>
                  </a:lnTo>
                  <a:lnTo>
                    <a:pt x="19799" y="187439"/>
                  </a:lnTo>
                  <a:lnTo>
                    <a:pt x="17513" y="185915"/>
                  </a:lnTo>
                  <a:lnTo>
                    <a:pt x="15227" y="184391"/>
                  </a:lnTo>
                  <a:lnTo>
                    <a:pt x="12179" y="179819"/>
                  </a:lnTo>
                  <a:lnTo>
                    <a:pt x="10655" y="176771"/>
                  </a:lnTo>
                  <a:lnTo>
                    <a:pt x="10655" y="160007"/>
                  </a:lnTo>
                  <a:lnTo>
                    <a:pt x="12179" y="155435"/>
                  </a:lnTo>
                  <a:lnTo>
                    <a:pt x="13703" y="152387"/>
                  </a:lnTo>
                  <a:lnTo>
                    <a:pt x="16751" y="149339"/>
                  </a:lnTo>
                  <a:lnTo>
                    <a:pt x="21323" y="147815"/>
                  </a:lnTo>
                  <a:lnTo>
                    <a:pt x="28943" y="147815"/>
                  </a:lnTo>
                  <a:lnTo>
                    <a:pt x="31991" y="149339"/>
                  </a:lnTo>
                  <a:lnTo>
                    <a:pt x="38087" y="155435"/>
                  </a:lnTo>
                  <a:lnTo>
                    <a:pt x="39611" y="160007"/>
                  </a:lnTo>
                  <a:lnTo>
                    <a:pt x="39611" y="143243"/>
                  </a:lnTo>
                  <a:lnTo>
                    <a:pt x="38087" y="141719"/>
                  </a:lnTo>
                  <a:lnTo>
                    <a:pt x="31991" y="138671"/>
                  </a:lnTo>
                  <a:lnTo>
                    <a:pt x="18275" y="138671"/>
                  </a:lnTo>
                  <a:lnTo>
                    <a:pt x="13703" y="140195"/>
                  </a:lnTo>
                  <a:lnTo>
                    <a:pt x="10655" y="146291"/>
                  </a:lnTo>
                  <a:lnTo>
                    <a:pt x="10655" y="118859"/>
                  </a:lnTo>
                  <a:lnTo>
                    <a:pt x="1511" y="118859"/>
                  </a:lnTo>
                  <a:lnTo>
                    <a:pt x="1511" y="195059"/>
                  </a:lnTo>
                  <a:lnTo>
                    <a:pt x="10655" y="195059"/>
                  </a:lnTo>
                  <a:lnTo>
                    <a:pt x="10655" y="185915"/>
                  </a:lnTo>
                  <a:lnTo>
                    <a:pt x="13703" y="192011"/>
                  </a:lnTo>
                  <a:lnTo>
                    <a:pt x="18275" y="196583"/>
                  </a:lnTo>
                  <a:lnTo>
                    <a:pt x="31991" y="196583"/>
                  </a:lnTo>
                  <a:lnTo>
                    <a:pt x="36563" y="193535"/>
                  </a:lnTo>
                  <a:lnTo>
                    <a:pt x="41135" y="187439"/>
                  </a:lnTo>
                  <a:lnTo>
                    <a:pt x="45707" y="182867"/>
                  </a:lnTo>
                  <a:lnTo>
                    <a:pt x="48755" y="175247"/>
                  </a:lnTo>
                  <a:lnTo>
                    <a:pt x="48755" y="161531"/>
                  </a:lnTo>
                  <a:close/>
                </a:path>
                <a:path w="2458720" h="196850">
                  <a:moveTo>
                    <a:pt x="48768" y="56388"/>
                  </a:moveTo>
                  <a:lnTo>
                    <a:pt x="47244" y="53340"/>
                  </a:lnTo>
                  <a:lnTo>
                    <a:pt x="45720" y="51816"/>
                  </a:lnTo>
                  <a:lnTo>
                    <a:pt x="45720" y="50292"/>
                  </a:lnTo>
                  <a:lnTo>
                    <a:pt x="45720" y="48768"/>
                  </a:lnTo>
                  <a:lnTo>
                    <a:pt x="45720" y="30480"/>
                  </a:lnTo>
                  <a:lnTo>
                    <a:pt x="45720" y="13716"/>
                  </a:lnTo>
                  <a:lnTo>
                    <a:pt x="44196" y="12192"/>
                  </a:lnTo>
                  <a:lnTo>
                    <a:pt x="44196" y="9144"/>
                  </a:lnTo>
                  <a:lnTo>
                    <a:pt x="42672" y="7620"/>
                  </a:lnTo>
                  <a:lnTo>
                    <a:pt x="42672" y="6096"/>
                  </a:lnTo>
                  <a:lnTo>
                    <a:pt x="41148" y="4572"/>
                  </a:lnTo>
                  <a:lnTo>
                    <a:pt x="35052" y="1524"/>
                  </a:lnTo>
                  <a:lnTo>
                    <a:pt x="33528" y="0"/>
                  </a:lnTo>
                  <a:lnTo>
                    <a:pt x="16764" y="0"/>
                  </a:lnTo>
                  <a:lnTo>
                    <a:pt x="12192" y="1524"/>
                  </a:lnTo>
                  <a:lnTo>
                    <a:pt x="6096" y="4572"/>
                  </a:lnTo>
                  <a:lnTo>
                    <a:pt x="4572" y="7620"/>
                  </a:lnTo>
                  <a:lnTo>
                    <a:pt x="3048" y="9144"/>
                  </a:lnTo>
                  <a:lnTo>
                    <a:pt x="1524" y="12192"/>
                  </a:lnTo>
                  <a:lnTo>
                    <a:pt x="1524" y="16764"/>
                  </a:lnTo>
                  <a:lnTo>
                    <a:pt x="10668" y="18288"/>
                  </a:lnTo>
                  <a:lnTo>
                    <a:pt x="10668" y="15240"/>
                  </a:lnTo>
                  <a:lnTo>
                    <a:pt x="12192" y="12192"/>
                  </a:lnTo>
                  <a:lnTo>
                    <a:pt x="13716" y="10668"/>
                  </a:lnTo>
                  <a:lnTo>
                    <a:pt x="16764" y="9144"/>
                  </a:lnTo>
                  <a:lnTo>
                    <a:pt x="32004" y="9144"/>
                  </a:lnTo>
                  <a:lnTo>
                    <a:pt x="33528" y="12192"/>
                  </a:lnTo>
                  <a:lnTo>
                    <a:pt x="36576" y="15240"/>
                  </a:lnTo>
                  <a:lnTo>
                    <a:pt x="36576" y="21336"/>
                  </a:lnTo>
                  <a:lnTo>
                    <a:pt x="36576" y="30480"/>
                  </a:lnTo>
                  <a:lnTo>
                    <a:pt x="36576" y="36576"/>
                  </a:lnTo>
                  <a:lnTo>
                    <a:pt x="35052" y="39624"/>
                  </a:lnTo>
                  <a:lnTo>
                    <a:pt x="35052" y="41148"/>
                  </a:lnTo>
                  <a:lnTo>
                    <a:pt x="32004" y="44196"/>
                  </a:lnTo>
                  <a:lnTo>
                    <a:pt x="22860" y="48768"/>
                  </a:lnTo>
                  <a:lnTo>
                    <a:pt x="15240" y="48768"/>
                  </a:lnTo>
                  <a:lnTo>
                    <a:pt x="13716" y="47244"/>
                  </a:lnTo>
                  <a:lnTo>
                    <a:pt x="10668" y="45720"/>
                  </a:lnTo>
                  <a:lnTo>
                    <a:pt x="9144" y="45720"/>
                  </a:lnTo>
                  <a:lnTo>
                    <a:pt x="9144" y="36576"/>
                  </a:lnTo>
                  <a:lnTo>
                    <a:pt x="10668" y="36576"/>
                  </a:lnTo>
                  <a:lnTo>
                    <a:pt x="12192" y="35052"/>
                  </a:lnTo>
                  <a:lnTo>
                    <a:pt x="13716" y="35052"/>
                  </a:lnTo>
                  <a:lnTo>
                    <a:pt x="15240" y="33528"/>
                  </a:lnTo>
                  <a:lnTo>
                    <a:pt x="21336" y="33528"/>
                  </a:lnTo>
                  <a:lnTo>
                    <a:pt x="27432" y="32004"/>
                  </a:lnTo>
                  <a:lnTo>
                    <a:pt x="32004" y="32004"/>
                  </a:lnTo>
                  <a:lnTo>
                    <a:pt x="36576" y="30480"/>
                  </a:lnTo>
                  <a:lnTo>
                    <a:pt x="36576" y="21336"/>
                  </a:lnTo>
                  <a:lnTo>
                    <a:pt x="32004" y="22860"/>
                  </a:lnTo>
                  <a:lnTo>
                    <a:pt x="27432" y="22860"/>
                  </a:lnTo>
                  <a:lnTo>
                    <a:pt x="19812" y="24384"/>
                  </a:lnTo>
                  <a:lnTo>
                    <a:pt x="16764" y="24384"/>
                  </a:lnTo>
                  <a:lnTo>
                    <a:pt x="13716" y="25908"/>
                  </a:lnTo>
                  <a:lnTo>
                    <a:pt x="9144" y="25908"/>
                  </a:lnTo>
                  <a:lnTo>
                    <a:pt x="1524" y="33528"/>
                  </a:lnTo>
                  <a:lnTo>
                    <a:pt x="0" y="36576"/>
                  </a:lnTo>
                  <a:lnTo>
                    <a:pt x="0" y="45720"/>
                  </a:lnTo>
                  <a:lnTo>
                    <a:pt x="1524" y="50292"/>
                  </a:lnTo>
                  <a:lnTo>
                    <a:pt x="7620" y="56388"/>
                  </a:lnTo>
                  <a:lnTo>
                    <a:pt x="12192" y="57912"/>
                  </a:lnTo>
                  <a:lnTo>
                    <a:pt x="21336" y="57912"/>
                  </a:lnTo>
                  <a:lnTo>
                    <a:pt x="24384" y="56388"/>
                  </a:lnTo>
                  <a:lnTo>
                    <a:pt x="27432" y="56388"/>
                  </a:lnTo>
                  <a:lnTo>
                    <a:pt x="33528" y="53340"/>
                  </a:lnTo>
                  <a:lnTo>
                    <a:pt x="36576" y="50292"/>
                  </a:lnTo>
                  <a:lnTo>
                    <a:pt x="36576" y="51816"/>
                  </a:lnTo>
                  <a:lnTo>
                    <a:pt x="38100" y="54864"/>
                  </a:lnTo>
                  <a:lnTo>
                    <a:pt x="39624" y="56388"/>
                  </a:lnTo>
                  <a:lnTo>
                    <a:pt x="48768" y="56388"/>
                  </a:lnTo>
                  <a:close/>
                </a:path>
                <a:path w="2458720" h="196850">
                  <a:moveTo>
                    <a:pt x="71628" y="184404"/>
                  </a:moveTo>
                  <a:lnTo>
                    <a:pt x="60960" y="184404"/>
                  </a:lnTo>
                  <a:lnTo>
                    <a:pt x="60960" y="195072"/>
                  </a:lnTo>
                  <a:lnTo>
                    <a:pt x="71628" y="195072"/>
                  </a:lnTo>
                  <a:lnTo>
                    <a:pt x="71628" y="184404"/>
                  </a:lnTo>
                  <a:close/>
                </a:path>
                <a:path w="2458720" h="196850">
                  <a:moveTo>
                    <a:pt x="71628" y="45720"/>
                  </a:moveTo>
                  <a:lnTo>
                    <a:pt x="60960" y="45720"/>
                  </a:lnTo>
                  <a:lnTo>
                    <a:pt x="60960" y="56388"/>
                  </a:lnTo>
                  <a:lnTo>
                    <a:pt x="71628" y="56388"/>
                  </a:lnTo>
                  <a:lnTo>
                    <a:pt x="71628" y="45720"/>
                  </a:lnTo>
                  <a:close/>
                </a:path>
                <a:path w="2458720" h="196850">
                  <a:moveTo>
                    <a:pt x="2458212" y="45720"/>
                  </a:moveTo>
                  <a:lnTo>
                    <a:pt x="2447544" y="45720"/>
                  </a:lnTo>
                  <a:lnTo>
                    <a:pt x="2447544" y="56388"/>
                  </a:lnTo>
                  <a:lnTo>
                    <a:pt x="2458212" y="56388"/>
                  </a:lnTo>
                  <a:lnTo>
                    <a:pt x="2458212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586728" y="5286755"/>
              <a:ext cx="2677667" cy="376428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6394704" y="5492508"/>
              <a:ext cx="2889885" cy="149860"/>
            </a:xfrm>
            <a:custGeom>
              <a:avLst/>
              <a:gdLst/>
              <a:ahLst/>
              <a:cxnLst/>
              <a:rect l="l" t="t" r="r" b="b"/>
              <a:pathLst>
                <a:path w="2889884" h="149860">
                  <a:moveTo>
                    <a:pt x="48768" y="129527"/>
                  </a:moveTo>
                  <a:lnTo>
                    <a:pt x="39624" y="128003"/>
                  </a:lnTo>
                  <a:lnTo>
                    <a:pt x="38100" y="132575"/>
                  </a:lnTo>
                  <a:lnTo>
                    <a:pt x="36576" y="135623"/>
                  </a:lnTo>
                  <a:lnTo>
                    <a:pt x="33528" y="137147"/>
                  </a:lnTo>
                  <a:lnTo>
                    <a:pt x="32004" y="140195"/>
                  </a:lnTo>
                  <a:lnTo>
                    <a:pt x="19812" y="140195"/>
                  </a:lnTo>
                  <a:lnTo>
                    <a:pt x="15240" y="138671"/>
                  </a:lnTo>
                  <a:lnTo>
                    <a:pt x="13716" y="135623"/>
                  </a:lnTo>
                  <a:lnTo>
                    <a:pt x="10668" y="132575"/>
                  </a:lnTo>
                  <a:lnTo>
                    <a:pt x="9144" y="128003"/>
                  </a:lnTo>
                  <a:lnTo>
                    <a:pt x="9144" y="114287"/>
                  </a:lnTo>
                  <a:lnTo>
                    <a:pt x="10668" y="109715"/>
                  </a:lnTo>
                  <a:lnTo>
                    <a:pt x="13716" y="105143"/>
                  </a:lnTo>
                  <a:lnTo>
                    <a:pt x="16764" y="102095"/>
                  </a:lnTo>
                  <a:lnTo>
                    <a:pt x="19812" y="100571"/>
                  </a:lnTo>
                  <a:lnTo>
                    <a:pt x="27432" y="100571"/>
                  </a:lnTo>
                  <a:lnTo>
                    <a:pt x="33528" y="103619"/>
                  </a:lnTo>
                  <a:lnTo>
                    <a:pt x="36576" y="106667"/>
                  </a:lnTo>
                  <a:lnTo>
                    <a:pt x="38100" y="109715"/>
                  </a:lnTo>
                  <a:lnTo>
                    <a:pt x="47244" y="108191"/>
                  </a:lnTo>
                  <a:lnTo>
                    <a:pt x="30480" y="91427"/>
                  </a:lnTo>
                  <a:lnTo>
                    <a:pt x="19812" y="91427"/>
                  </a:lnTo>
                  <a:lnTo>
                    <a:pt x="15240" y="92951"/>
                  </a:lnTo>
                  <a:lnTo>
                    <a:pt x="10668" y="95999"/>
                  </a:lnTo>
                  <a:lnTo>
                    <a:pt x="7620" y="97523"/>
                  </a:lnTo>
                  <a:lnTo>
                    <a:pt x="4572" y="100571"/>
                  </a:lnTo>
                  <a:lnTo>
                    <a:pt x="3048" y="105143"/>
                  </a:lnTo>
                  <a:lnTo>
                    <a:pt x="0" y="109715"/>
                  </a:lnTo>
                  <a:lnTo>
                    <a:pt x="0" y="131051"/>
                  </a:lnTo>
                  <a:lnTo>
                    <a:pt x="1524" y="137147"/>
                  </a:lnTo>
                  <a:lnTo>
                    <a:pt x="6096" y="141719"/>
                  </a:lnTo>
                  <a:lnTo>
                    <a:pt x="10668" y="147815"/>
                  </a:lnTo>
                  <a:lnTo>
                    <a:pt x="16764" y="149339"/>
                  </a:lnTo>
                  <a:lnTo>
                    <a:pt x="30480" y="149339"/>
                  </a:lnTo>
                  <a:lnTo>
                    <a:pt x="36576" y="147815"/>
                  </a:lnTo>
                  <a:lnTo>
                    <a:pt x="39624" y="144767"/>
                  </a:lnTo>
                  <a:lnTo>
                    <a:pt x="44196" y="141719"/>
                  </a:lnTo>
                  <a:lnTo>
                    <a:pt x="47244" y="135623"/>
                  </a:lnTo>
                  <a:lnTo>
                    <a:pt x="48768" y="129527"/>
                  </a:lnTo>
                  <a:close/>
                </a:path>
                <a:path w="2889884" h="149860">
                  <a:moveTo>
                    <a:pt x="65519" y="138684"/>
                  </a:moveTo>
                  <a:lnTo>
                    <a:pt x="54851" y="138684"/>
                  </a:lnTo>
                  <a:lnTo>
                    <a:pt x="54851" y="149339"/>
                  </a:lnTo>
                  <a:lnTo>
                    <a:pt x="65519" y="149339"/>
                  </a:lnTo>
                  <a:lnTo>
                    <a:pt x="65519" y="138684"/>
                  </a:lnTo>
                  <a:close/>
                </a:path>
                <a:path w="2889884" h="149860">
                  <a:moveTo>
                    <a:pt x="2889491" y="0"/>
                  </a:moveTo>
                  <a:lnTo>
                    <a:pt x="2878823" y="0"/>
                  </a:lnTo>
                  <a:lnTo>
                    <a:pt x="2878823" y="10668"/>
                  </a:lnTo>
                  <a:lnTo>
                    <a:pt x="2889491" y="10668"/>
                  </a:lnTo>
                  <a:lnTo>
                    <a:pt x="28894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393179" y="5785104"/>
              <a:ext cx="406908" cy="79248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6394704" y="6025896"/>
              <a:ext cx="71755" cy="196850"/>
            </a:xfrm>
            <a:custGeom>
              <a:avLst/>
              <a:gdLst/>
              <a:ahLst/>
              <a:cxnLst/>
              <a:rect l="l" t="t" r="r" b="b"/>
              <a:pathLst>
                <a:path w="71754" h="196850">
                  <a:moveTo>
                    <a:pt x="48755" y="163068"/>
                  </a:moveTo>
                  <a:lnTo>
                    <a:pt x="47231" y="158496"/>
                  </a:lnTo>
                  <a:lnTo>
                    <a:pt x="47231" y="155448"/>
                  </a:lnTo>
                  <a:lnTo>
                    <a:pt x="42659" y="146304"/>
                  </a:lnTo>
                  <a:lnTo>
                    <a:pt x="39611" y="144780"/>
                  </a:lnTo>
                  <a:lnTo>
                    <a:pt x="39611" y="161544"/>
                  </a:lnTo>
                  <a:lnTo>
                    <a:pt x="39611" y="173736"/>
                  </a:lnTo>
                  <a:lnTo>
                    <a:pt x="38087" y="179832"/>
                  </a:lnTo>
                  <a:lnTo>
                    <a:pt x="31991" y="185928"/>
                  </a:lnTo>
                  <a:lnTo>
                    <a:pt x="28943" y="187452"/>
                  </a:lnTo>
                  <a:lnTo>
                    <a:pt x="19799" y="187452"/>
                  </a:lnTo>
                  <a:lnTo>
                    <a:pt x="15227" y="185928"/>
                  </a:lnTo>
                  <a:lnTo>
                    <a:pt x="12179" y="181356"/>
                  </a:lnTo>
                  <a:lnTo>
                    <a:pt x="10655" y="178308"/>
                  </a:lnTo>
                  <a:lnTo>
                    <a:pt x="10655" y="161544"/>
                  </a:lnTo>
                  <a:lnTo>
                    <a:pt x="13703" y="152400"/>
                  </a:lnTo>
                  <a:lnTo>
                    <a:pt x="16751" y="149352"/>
                  </a:lnTo>
                  <a:lnTo>
                    <a:pt x="21323" y="147828"/>
                  </a:lnTo>
                  <a:lnTo>
                    <a:pt x="28943" y="147828"/>
                  </a:lnTo>
                  <a:lnTo>
                    <a:pt x="31991" y="149352"/>
                  </a:lnTo>
                  <a:lnTo>
                    <a:pt x="38087" y="155448"/>
                  </a:lnTo>
                  <a:lnTo>
                    <a:pt x="39611" y="161544"/>
                  </a:lnTo>
                  <a:lnTo>
                    <a:pt x="39611" y="144780"/>
                  </a:lnTo>
                  <a:lnTo>
                    <a:pt x="38087" y="141732"/>
                  </a:lnTo>
                  <a:lnTo>
                    <a:pt x="35039" y="140208"/>
                  </a:lnTo>
                  <a:lnTo>
                    <a:pt x="31991" y="140208"/>
                  </a:lnTo>
                  <a:lnTo>
                    <a:pt x="28943" y="138684"/>
                  </a:lnTo>
                  <a:lnTo>
                    <a:pt x="18275" y="138684"/>
                  </a:lnTo>
                  <a:lnTo>
                    <a:pt x="13703" y="141732"/>
                  </a:lnTo>
                  <a:lnTo>
                    <a:pt x="10655" y="147828"/>
                  </a:lnTo>
                  <a:lnTo>
                    <a:pt x="10655" y="118872"/>
                  </a:lnTo>
                  <a:lnTo>
                    <a:pt x="1511" y="118872"/>
                  </a:lnTo>
                  <a:lnTo>
                    <a:pt x="1511" y="195072"/>
                  </a:lnTo>
                  <a:lnTo>
                    <a:pt x="10655" y="195072"/>
                  </a:lnTo>
                  <a:lnTo>
                    <a:pt x="10655" y="187452"/>
                  </a:lnTo>
                  <a:lnTo>
                    <a:pt x="13703" y="193548"/>
                  </a:lnTo>
                  <a:lnTo>
                    <a:pt x="18275" y="196596"/>
                  </a:lnTo>
                  <a:lnTo>
                    <a:pt x="31991" y="196596"/>
                  </a:lnTo>
                  <a:lnTo>
                    <a:pt x="36563" y="193548"/>
                  </a:lnTo>
                  <a:lnTo>
                    <a:pt x="45707" y="184404"/>
                  </a:lnTo>
                  <a:lnTo>
                    <a:pt x="48755" y="176784"/>
                  </a:lnTo>
                  <a:lnTo>
                    <a:pt x="48755" y="163068"/>
                  </a:lnTo>
                  <a:close/>
                </a:path>
                <a:path w="71754" h="196850">
                  <a:moveTo>
                    <a:pt x="48768" y="56388"/>
                  </a:moveTo>
                  <a:lnTo>
                    <a:pt x="47244" y="54864"/>
                  </a:lnTo>
                  <a:lnTo>
                    <a:pt x="45720" y="51816"/>
                  </a:lnTo>
                  <a:lnTo>
                    <a:pt x="45720" y="50292"/>
                  </a:lnTo>
                  <a:lnTo>
                    <a:pt x="45720" y="48768"/>
                  </a:lnTo>
                  <a:lnTo>
                    <a:pt x="45720" y="30480"/>
                  </a:lnTo>
                  <a:lnTo>
                    <a:pt x="45720" y="15240"/>
                  </a:lnTo>
                  <a:lnTo>
                    <a:pt x="44196" y="12192"/>
                  </a:lnTo>
                  <a:lnTo>
                    <a:pt x="44196" y="10668"/>
                  </a:lnTo>
                  <a:lnTo>
                    <a:pt x="43434" y="9144"/>
                  </a:lnTo>
                  <a:lnTo>
                    <a:pt x="42672" y="7620"/>
                  </a:lnTo>
                  <a:lnTo>
                    <a:pt x="42672" y="6096"/>
                  </a:lnTo>
                  <a:lnTo>
                    <a:pt x="41148" y="4572"/>
                  </a:lnTo>
                  <a:lnTo>
                    <a:pt x="35052" y="1524"/>
                  </a:lnTo>
                  <a:lnTo>
                    <a:pt x="33528" y="1524"/>
                  </a:lnTo>
                  <a:lnTo>
                    <a:pt x="28956" y="0"/>
                  </a:lnTo>
                  <a:lnTo>
                    <a:pt x="19812" y="0"/>
                  </a:lnTo>
                  <a:lnTo>
                    <a:pt x="16764" y="1524"/>
                  </a:lnTo>
                  <a:lnTo>
                    <a:pt x="12192" y="3048"/>
                  </a:lnTo>
                  <a:lnTo>
                    <a:pt x="9144" y="3048"/>
                  </a:lnTo>
                  <a:lnTo>
                    <a:pt x="4572" y="7620"/>
                  </a:lnTo>
                  <a:lnTo>
                    <a:pt x="1524" y="13716"/>
                  </a:lnTo>
                  <a:lnTo>
                    <a:pt x="1524" y="16764"/>
                  </a:lnTo>
                  <a:lnTo>
                    <a:pt x="10668" y="18288"/>
                  </a:lnTo>
                  <a:lnTo>
                    <a:pt x="10668" y="15240"/>
                  </a:lnTo>
                  <a:lnTo>
                    <a:pt x="13716" y="12192"/>
                  </a:lnTo>
                  <a:lnTo>
                    <a:pt x="19812" y="9144"/>
                  </a:lnTo>
                  <a:lnTo>
                    <a:pt x="27432" y="9144"/>
                  </a:lnTo>
                  <a:lnTo>
                    <a:pt x="32004" y="10668"/>
                  </a:lnTo>
                  <a:lnTo>
                    <a:pt x="35052" y="13716"/>
                  </a:lnTo>
                  <a:lnTo>
                    <a:pt x="36576" y="16764"/>
                  </a:lnTo>
                  <a:lnTo>
                    <a:pt x="36576" y="21336"/>
                  </a:lnTo>
                  <a:lnTo>
                    <a:pt x="36576" y="30480"/>
                  </a:lnTo>
                  <a:lnTo>
                    <a:pt x="36576" y="36576"/>
                  </a:lnTo>
                  <a:lnTo>
                    <a:pt x="35052" y="39624"/>
                  </a:lnTo>
                  <a:lnTo>
                    <a:pt x="35052" y="41148"/>
                  </a:lnTo>
                  <a:lnTo>
                    <a:pt x="33528" y="44196"/>
                  </a:lnTo>
                  <a:lnTo>
                    <a:pt x="32004" y="45720"/>
                  </a:lnTo>
                  <a:lnTo>
                    <a:pt x="25908" y="48768"/>
                  </a:lnTo>
                  <a:lnTo>
                    <a:pt x="13716" y="48768"/>
                  </a:lnTo>
                  <a:lnTo>
                    <a:pt x="10668" y="47244"/>
                  </a:lnTo>
                  <a:lnTo>
                    <a:pt x="9144" y="45720"/>
                  </a:lnTo>
                  <a:lnTo>
                    <a:pt x="9144" y="38100"/>
                  </a:lnTo>
                  <a:lnTo>
                    <a:pt x="10668" y="36576"/>
                  </a:lnTo>
                  <a:lnTo>
                    <a:pt x="12192" y="36576"/>
                  </a:lnTo>
                  <a:lnTo>
                    <a:pt x="13716" y="35052"/>
                  </a:lnTo>
                  <a:lnTo>
                    <a:pt x="18288" y="35052"/>
                  </a:lnTo>
                  <a:lnTo>
                    <a:pt x="21336" y="33528"/>
                  </a:lnTo>
                  <a:lnTo>
                    <a:pt x="27432" y="33528"/>
                  </a:lnTo>
                  <a:lnTo>
                    <a:pt x="36576" y="30480"/>
                  </a:lnTo>
                  <a:lnTo>
                    <a:pt x="36576" y="21336"/>
                  </a:lnTo>
                  <a:lnTo>
                    <a:pt x="27432" y="24384"/>
                  </a:lnTo>
                  <a:lnTo>
                    <a:pt x="19812" y="25908"/>
                  </a:lnTo>
                  <a:lnTo>
                    <a:pt x="12192" y="25908"/>
                  </a:lnTo>
                  <a:lnTo>
                    <a:pt x="9144" y="27432"/>
                  </a:lnTo>
                  <a:lnTo>
                    <a:pt x="7620" y="28956"/>
                  </a:lnTo>
                  <a:lnTo>
                    <a:pt x="6096" y="28956"/>
                  </a:lnTo>
                  <a:lnTo>
                    <a:pt x="4572" y="30480"/>
                  </a:lnTo>
                  <a:lnTo>
                    <a:pt x="3048" y="33528"/>
                  </a:lnTo>
                  <a:lnTo>
                    <a:pt x="1524" y="35052"/>
                  </a:lnTo>
                  <a:lnTo>
                    <a:pt x="0" y="38100"/>
                  </a:lnTo>
                  <a:lnTo>
                    <a:pt x="0" y="47244"/>
                  </a:lnTo>
                  <a:lnTo>
                    <a:pt x="1524" y="50292"/>
                  </a:lnTo>
                  <a:lnTo>
                    <a:pt x="7620" y="56388"/>
                  </a:lnTo>
                  <a:lnTo>
                    <a:pt x="12192" y="57912"/>
                  </a:lnTo>
                  <a:lnTo>
                    <a:pt x="24384" y="57912"/>
                  </a:lnTo>
                  <a:lnTo>
                    <a:pt x="27432" y="56388"/>
                  </a:lnTo>
                  <a:lnTo>
                    <a:pt x="30480" y="56388"/>
                  </a:lnTo>
                  <a:lnTo>
                    <a:pt x="36576" y="50292"/>
                  </a:lnTo>
                  <a:lnTo>
                    <a:pt x="36576" y="53340"/>
                  </a:lnTo>
                  <a:lnTo>
                    <a:pt x="39624" y="56388"/>
                  </a:lnTo>
                  <a:lnTo>
                    <a:pt x="48768" y="56388"/>
                  </a:lnTo>
                  <a:close/>
                </a:path>
                <a:path w="71754" h="196850">
                  <a:moveTo>
                    <a:pt x="71628" y="185928"/>
                  </a:moveTo>
                  <a:lnTo>
                    <a:pt x="60960" y="185928"/>
                  </a:lnTo>
                  <a:lnTo>
                    <a:pt x="60960" y="196608"/>
                  </a:lnTo>
                  <a:lnTo>
                    <a:pt x="71628" y="196608"/>
                  </a:lnTo>
                  <a:lnTo>
                    <a:pt x="71628" y="185928"/>
                  </a:lnTo>
                  <a:close/>
                </a:path>
                <a:path w="71754" h="196850">
                  <a:moveTo>
                    <a:pt x="71628" y="47244"/>
                  </a:moveTo>
                  <a:lnTo>
                    <a:pt x="60960" y="47244"/>
                  </a:lnTo>
                  <a:lnTo>
                    <a:pt x="60960" y="57912"/>
                  </a:lnTo>
                  <a:lnTo>
                    <a:pt x="71628" y="57912"/>
                  </a:lnTo>
                  <a:lnTo>
                    <a:pt x="71628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576060" y="6005829"/>
              <a:ext cx="2592323" cy="376681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6394704" y="6303264"/>
              <a:ext cx="66040" cy="58419"/>
            </a:xfrm>
            <a:custGeom>
              <a:avLst/>
              <a:gdLst/>
              <a:ahLst/>
              <a:cxnLst/>
              <a:rect l="l" t="t" r="r" b="b"/>
              <a:pathLst>
                <a:path w="66039" h="58420">
                  <a:moveTo>
                    <a:pt x="48768" y="38100"/>
                  </a:moveTo>
                  <a:lnTo>
                    <a:pt x="39624" y="36576"/>
                  </a:lnTo>
                  <a:lnTo>
                    <a:pt x="38100" y="41148"/>
                  </a:lnTo>
                  <a:lnTo>
                    <a:pt x="36576" y="44196"/>
                  </a:lnTo>
                  <a:lnTo>
                    <a:pt x="33528" y="45720"/>
                  </a:lnTo>
                  <a:lnTo>
                    <a:pt x="32004" y="47244"/>
                  </a:lnTo>
                  <a:lnTo>
                    <a:pt x="28956" y="48768"/>
                  </a:lnTo>
                  <a:lnTo>
                    <a:pt x="19812" y="48768"/>
                  </a:lnTo>
                  <a:lnTo>
                    <a:pt x="15240" y="47244"/>
                  </a:lnTo>
                  <a:lnTo>
                    <a:pt x="13716" y="44196"/>
                  </a:lnTo>
                  <a:lnTo>
                    <a:pt x="10668" y="41148"/>
                  </a:lnTo>
                  <a:lnTo>
                    <a:pt x="9144" y="35052"/>
                  </a:lnTo>
                  <a:lnTo>
                    <a:pt x="9144" y="21336"/>
                  </a:lnTo>
                  <a:lnTo>
                    <a:pt x="10668" y="16764"/>
                  </a:lnTo>
                  <a:lnTo>
                    <a:pt x="16764" y="10668"/>
                  </a:lnTo>
                  <a:lnTo>
                    <a:pt x="19812" y="9144"/>
                  </a:lnTo>
                  <a:lnTo>
                    <a:pt x="30480" y="9144"/>
                  </a:lnTo>
                  <a:lnTo>
                    <a:pt x="33528" y="10668"/>
                  </a:lnTo>
                  <a:lnTo>
                    <a:pt x="35052" y="12192"/>
                  </a:lnTo>
                  <a:lnTo>
                    <a:pt x="38100" y="18288"/>
                  </a:lnTo>
                  <a:lnTo>
                    <a:pt x="47244" y="16764"/>
                  </a:lnTo>
                  <a:lnTo>
                    <a:pt x="45720" y="10668"/>
                  </a:lnTo>
                  <a:lnTo>
                    <a:pt x="39624" y="4572"/>
                  </a:lnTo>
                  <a:lnTo>
                    <a:pt x="35052" y="1524"/>
                  </a:lnTo>
                  <a:lnTo>
                    <a:pt x="30480" y="0"/>
                  </a:lnTo>
                  <a:lnTo>
                    <a:pt x="19812" y="0"/>
                  </a:lnTo>
                  <a:lnTo>
                    <a:pt x="10668" y="3048"/>
                  </a:lnTo>
                  <a:lnTo>
                    <a:pt x="4572" y="9144"/>
                  </a:lnTo>
                  <a:lnTo>
                    <a:pt x="3048" y="13716"/>
                  </a:lnTo>
                  <a:lnTo>
                    <a:pt x="0" y="18288"/>
                  </a:lnTo>
                  <a:lnTo>
                    <a:pt x="0" y="38100"/>
                  </a:lnTo>
                  <a:lnTo>
                    <a:pt x="1524" y="45720"/>
                  </a:lnTo>
                  <a:lnTo>
                    <a:pt x="10668" y="54864"/>
                  </a:lnTo>
                  <a:lnTo>
                    <a:pt x="16764" y="57912"/>
                  </a:lnTo>
                  <a:lnTo>
                    <a:pt x="30480" y="57912"/>
                  </a:lnTo>
                  <a:lnTo>
                    <a:pt x="36576" y="56388"/>
                  </a:lnTo>
                  <a:lnTo>
                    <a:pt x="39624" y="51816"/>
                  </a:lnTo>
                  <a:lnTo>
                    <a:pt x="44196" y="48768"/>
                  </a:lnTo>
                  <a:lnTo>
                    <a:pt x="47244" y="44196"/>
                  </a:lnTo>
                  <a:lnTo>
                    <a:pt x="48768" y="38100"/>
                  </a:lnTo>
                  <a:close/>
                </a:path>
                <a:path w="66039" h="58420">
                  <a:moveTo>
                    <a:pt x="65519" y="45720"/>
                  </a:moveTo>
                  <a:lnTo>
                    <a:pt x="54851" y="45720"/>
                  </a:lnTo>
                  <a:lnTo>
                    <a:pt x="54851" y="56388"/>
                  </a:lnTo>
                  <a:lnTo>
                    <a:pt x="65519" y="56388"/>
                  </a:lnTo>
                  <a:lnTo>
                    <a:pt x="65519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390132" y="6502907"/>
              <a:ext cx="2631948" cy="1005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43471" y="676655"/>
            <a:ext cx="558165" cy="100965"/>
          </a:xfrm>
          <a:custGeom>
            <a:avLst/>
            <a:gdLst/>
            <a:ahLst/>
            <a:cxnLst/>
            <a:rect l="l" t="t" r="r" b="b"/>
            <a:pathLst>
              <a:path w="558165" h="100965">
                <a:moveTo>
                  <a:pt x="88404" y="99060"/>
                </a:moveTo>
                <a:lnTo>
                  <a:pt x="76492" y="68580"/>
                </a:lnTo>
                <a:lnTo>
                  <a:pt x="71729" y="56388"/>
                </a:lnTo>
                <a:lnTo>
                  <a:pt x="59448" y="24942"/>
                </a:lnTo>
                <a:lnTo>
                  <a:pt x="59448" y="56388"/>
                </a:lnTo>
                <a:lnTo>
                  <a:pt x="28968" y="56388"/>
                </a:lnTo>
                <a:lnTo>
                  <a:pt x="38112" y="30480"/>
                </a:lnTo>
                <a:lnTo>
                  <a:pt x="41160" y="24384"/>
                </a:lnTo>
                <a:lnTo>
                  <a:pt x="42684" y="18288"/>
                </a:lnTo>
                <a:lnTo>
                  <a:pt x="44208" y="13716"/>
                </a:lnTo>
                <a:lnTo>
                  <a:pt x="45732" y="18288"/>
                </a:lnTo>
                <a:lnTo>
                  <a:pt x="48780" y="24384"/>
                </a:lnTo>
                <a:lnTo>
                  <a:pt x="51828" y="32004"/>
                </a:lnTo>
                <a:lnTo>
                  <a:pt x="59448" y="56388"/>
                </a:lnTo>
                <a:lnTo>
                  <a:pt x="59448" y="24942"/>
                </a:lnTo>
                <a:lnTo>
                  <a:pt x="55067" y="13716"/>
                </a:lnTo>
                <a:lnTo>
                  <a:pt x="50304" y="1524"/>
                </a:lnTo>
                <a:lnTo>
                  <a:pt x="39636" y="1524"/>
                </a:lnTo>
                <a:lnTo>
                  <a:pt x="0" y="99060"/>
                </a:lnTo>
                <a:lnTo>
                  <a:pt x="13728" y="99060"/>
                </a:lnTo>
                <a:lnTo>
                  <a:pt x="24396" y="68580"/>
                </a:lnTo>
                <a:lnTo>
                  <a:pt x="64020" y="68580"/>
                </a:lnTo>
                <a:lnTo>
                  <a:pt x="76212" y="99060"/>
                </a:lnTo>
                <a:lnTo>
                  <a:pt x="88404" y="99060"/>
                </a:lnTo>
                <a:close/>
              </a:path>
              <a:path w="558165" h="100965">
                <a:moveTo>
                  <a:pt x="195084" y="41148"/>
                </a:moveTo>
                <a:lnTo>
                  <a:pt x="193560" y="35052"/>
                </a:lnTo>
                <a:lnTo>
                  <a:pt x="185940" y="27432"/>
                </a:lnTo>
                <a:lnTo>
                  <a:pt x="181368" y="25908"/>
                </a:lnTo>
                <a:lnTo>
                  <a:pt x="166128" y="25908"/>
                </a:lnTo>
                <a:lnTo>
                  <a:pt x="158508" y="30480"/>
                </a:lnTo>
                <a:lnTo>
                  <a:pt x="152412" y="39624"/>
                </a:lnTo>
                <a:lnTo>
                  <a:pt x="150888" y="35052"/>
                </a:lnTo>
                <a:lnTo>
                  <a:pt x="149364" y="32004"/>
                </a:lnTo>
                <a:lnTo>
                  <a:pt x="146316" y="28956"/>
                </a:lnTo>
                <a:lnTo>
                  <a:pt x="143268" y="27432"/>
                </a:lnTo>
                <a:lnTo>
                  <a:pt x="138696" y="25908"/>
                </a:lnTo>
                <a:lnTo>
                  <a:pt x="129552" y="25908"/>
                </a:lnTo>
                <a:lnTo>
                  <a:pt x="124980" y="27432"/>
                </a:lnTo>
                <a:lnTo>
                  <a:pt x="121932" y="28956"/>
                </a:lnTo>
                <a:lnTo>
                  <a:pt x="115836" y="35052"/>
                </a:lnTo>
                <a:lnTo>
                  <a:pt x="112788" y="39624"/>
                </a:lnTo>
                <a:lnTo>
                  <a:pt x="112788" y="27432"/>
                </a:lnTo>
                <a:lnTo>
                  <a:pt x="100596" y="27432"/>
                </a:lnTo>
                <a:lnTo>
                  <a:pt x="100596" y="99060"/>
                </a:lnTo>
                <a:lnTo>
                  <a:pt x="112788" y="99060"/>
                </a:lnTo>
                <a:lnTo>
                  <a:pt x="112788" y="56388"/>
                </a:lnTo>
                <a:lnTo>
                  <a:pt x="114312" y="51816"/>
                </a:lnTo>
                <a:lnTo>
                  <a:pt x="115836" y="48768"/>
                </a:lnTo>
                <a:lnTo>
                  <a:pt x="115836" y="44196"/>
                </a:lnTo>
                <a:lnTo>
                  <a:pt x="121932" y="41148"/>
                </a:lnTo>
                <a:lnTo>
                  <a:pt x="123456" y="38100"/>
                </a:lnTo>
                <a:lnTo>
                  <a:pt x="134124" y="38100"/>
                </a:lnTo>
                <a:lnTo>
                  <a:pt x="140220" y="41148"/>
                </a:lnTo>
                <a:lnTo>
                  <a:pt x="141744" y="44196"/>
                </a:lnTo>
                <a:lnTo>
                  <a:pt x="141744" y="99060"/>
                </a:lnTo>
                <a:lnTo>
                  <a:pt x="153936" y="99060"/>
                </a:lnTo>
                <a:lnTo>
                  <a:pt x="153936" y="51816"/>
                </a:lnTo>
                <a:lnTo>
                  <a:pt x="155460" y="45720"/>
                </a:lnTo>
                <a:lnTo>
                  <a:pt x="160032" y="42672"/>
                </a:lnTo>
                <a:lnTo>
                  <a:pt x="163080" y="39624"/>
                </a:lnTo>
                <a:lnTo>
                  <a:pt x="166128" y="38100"/>
                </a:lnTo>
                <a:lnTo>
                  <a:pt x="176796" y="38100"/>
                </a:lnTo>
                <a:lnTo>
                  <a:pt x="182892" y="44196"/>
                </a:lnTo>
                <a:lnTo>
                  <a:pt x="182892" y="99060"/>
                </a:lnTo>
                <a:lnTo>
                  <a:pt x="195084" y="99060"/>
                </a:lnTo>
                <a:lnTo>
                  <a:pt x="195084" y="41148"/>
                </a:lnTo>
                <a:close/>
              </a:path>
              <a:path w="558165" h="100965">
                <a:moveTo>
                  <a:pt x="271284" y="1524"/>
                </a:moveTo>
                <a:lnTo>
                  <a:pt x="259092" y="1524"/>
                </a:lnTo>
                <a:lnTo>
                  <a:pt x="259092" y="38100"/>
                </a:lnTo>
                <a:lnTo>
                  <a:pt x="259092" y="54864"/>
                </a:lnTo>
                <a:lnTo>
                  <a:pt x="259092" y="71628"/>
                </a:lnTo>
                <a:lnTo>
                  <a:pt x="256044" y="77724"/>
                </a:lnTo>
                <a:lnTo>
                  <a:pt x="249948" y="86868"/>
                </a:lnTo>
                <a:lnTo>
                  <a:pt x="245376" y="88392"/>
                </a:lnTo>
                <a:lnTo>
                  <a:pt x="234708" y="88392"/>
                </a:lnTo>
                <a:lnTo>
                  <a:pt x="231660" y="86868"/>
                </a:lnTo>
                <a:lnTo>
                  <a:pt x="227088" y="82296"/>
                </a:lnTo>
                <a:lnTo>
                  <a:pt x="224040" y="77724"/>
                </a:lnTo>
                <a:lnTo>
                  <a:pt x="222516" y="71628"/>
                </a:lnTo>
                <a:lnTo>
                  <a:pt x="222516" y="54864"/>
                </a:lnTo>
                <a:lnTo>
                  <a:pt x="224040" y="48768"/>
                </a:lnTo>
                <a:lnTo>
                  <a:pt x="230136" y="39624"/>
                </a:lnTo>
                <a:lnTo>
                  <a:pt x="234708" y="38100"/>
                </a:lnTo>
                <a:lnTo>
                  <a:pt x="245376" y="38100"/>
                </a:lnTo>
                <a:lnTo>
                  <a:pt x="249948" y="39624"/>
                </a:lnTo>
                <a:lnTo>
                  <a:pt x="256044" y="48768"/>
                </a:lnTo>
                <a:lnTo>
                  <a:pt x="259092" y="54864"/>
                </a:lnTo>
                <a:lnTo>
                  <a:pt x="259092" y="38100"/>
                </a:lnTo>
                <a:lnTo>
                  <a:pt x="256044" y="33528"/>
                </a:lnTo>
                <a:lnTo>
                  <a:pt x="252996" y="32004"/>
                </a:lnTo>
                <a:lnTo>
                  <a:pt x="249948" y="28956"/>
                </a:lnTo>
                <a:lnTo>
                  <a:pt x="243852" y="25908"/>
                </a:lnTo>
                <a:lnTo>
                  <a:pt x="233184" y="25908"/>
                </a:lnTo>
                <a:lnTo>
                  <a:pt x="228612" y="27432"/>
                </a:lnTo>
                <a:lnTo>
                  <a:pt x="219468" y="33528"/>
                </a:lnTo>
                <a:lnTo>
                  <a:pt x="214896" y="38100"/>
                </a:lnTo>
                <a:lnTo>
                  <a:pt x="213372" y="44196"/>
                </a:lnTo>
                <a:lnTo>
                  <a:pt x="210324" y="48768"/>
                </a:lnTo>
                <a:lnTo>
                  <a:pt x="210324" y="76200"/>
                </a:lnTo>
                <a:lnTo>
                  <a:pt x="216420" y="88392"/>
                </a:lnTo>
                <a:lnTo>
                  <a:pt x="219468" y="92964"/>
                </a:lnTo>
                <a:lnTo>
                  <a:pt x="228612" y="99060"/>
                </a:lnTo>
                <a:lnTo>
                  <a:pt x="233184" y="100584"/>
                </a:lnTo>
                <a:lnTo>
                  <a:pt x="248424" y="100584"/>
                </a:lnTo>
                <a:lnTo>
                  <a:pt x="254520" y="96012"/>
                </a:lnTo>
                <a:lnTo>
                  <a:pt x="258330" y="88392"/>
                </a:lnTo>
                <a:lnTo>
                  <a:pt x="259092" y="86868"/>
                </a:lnTo>
                <a:lnTo>
                  <a:pt x="259092" y="99060"/>
                </a:lnTo>
                <a:lnTo>
                  <a:pt x="271284" y="99060"/>
                </a:lnTo>
                <a:lnTo>
                  <a:pt x="271284" y="86868"/>
                </a:lnTo>
                <a:lnTo>
                  <a:pt x="271284" y="1524"/>
                </a:lnTo>
                <a:close/>
              </a:path>
              <a:path w="558165" h="100965">
                <a:moveTo>
                  <a:pt x="352044" y="99060"/>
                </a:moveTo>
                <a:lnTo>
                  <a:pt x="350520" y="96012"/>
                </a:lnTo>
                <a:lnTo>
                  <a:pt x="348996" y="91440"/>
                </a:lnTo>
                <a:lnTo>
                  <a:pt x="348996" y="89916"/>
                </a:lnTo>
                <a:lnTo>
                  <a:pt x="348996" y="88392"/>
                </a:lnTo>
                <a:lnTo>
                  <a:pt x="348996" y="65532"/>
                </a:lnTo>
                <a:lnTo>
                  <a:pt x="348996" y="47244"/>
                </a:lnTo>
                <a:lnTo>
                  <a:pt x="347472" y="44196"/>
                </a:lnTo>
                <a:lnTo>
                  <a:pt x="347472" y="38100"/>
                </a:lnTo>
                <a:lnTo>
                  <a:pt x="345948" y="35052"/>
                </a:lnTo>
                <a:lnTo>
                  <a:pt x="344424" y="33528"/>
                </a:lnTo>
                <a:lnTo>
                  <a:pt x="342900" y="30480"/>
                </a:lnTo>
                <a:lnTo>
                  <a:pt x="339852" y="28956"/>
                </a:lnTo>
                <a:lnTo>
                  <a:pt x="335280" y="27432"/>
                </a:lnTo>
                <a:lnTo>
                  <a:pt x="332232" y="25908"/>
                </a:lnTo>
                <a:lnTo>
                  <a:pt x="309372" y="25908"/>
                </a:lnTo>
                <a:lnTo>
                  <a:pt x="304800" y="27432"/>
                </a:lnTo>
                <a:lnTo>
                  <a:pt x="300228" y="30480"/>
                </a:lnTo>
                <a:lnTo>
                  <a:pt x="297180" y="32004"/>
                </a:lnTo>
                <a:lnTo>
                  <a:pt x="291084" y="38100"/>
                </a:lnTo>
                <a:lnTo>
                  <a:pt x="289560" y="42672"/>
                </a:lnTo>
                <a:lnTo>
                  <a:pt x="289560" y="47244"/>
                </a:lnTo>
                <a:lnTo>
                  <a:pt x="301752" y="48768"/>
                </a:lnTo>
                <a:lnTo>
                  <a:pt x="301752" y="44196"/>
                </a:lnTo>
                <a:lnTo>
                  <a:pt x="306324" y="39624"/>
                </a:lnTo>
                <a:lnTo>
                  <a:pt x="309372" y="38100"/>
                </a:lnTo>
                <a:lnTo>
                  <a:pt x="324612" y="38100"/>
                </a:lnTo>
                <a:lnTo>
                  <a:pt x="329184" y="39624"/>
                </a:lnTo>
                <a:lnTo>
                  <a:pt x="335280" y="42672"/>
                </a:lnTo>
                <a:lnTo>
                  <a:pt x="336804" y="45720"/>
                </a:lnTo>
                <a:lnTo>
                  <a:pt x="336804" y="53340"/>
                </a:lnTo>
                <a:lnTo>
                  <a:pt x="336804" y="65532"/>
                </a:lnTo>
                <a:lnTo>
                  <a:pt x="336804" y="73152"/>
                </a:lnTo>
                <a:lnTo>
                  <a:pt x="335280" y="76200"/>
                </a:lnTo>
                <a:lnTo>
                  <a:pt x="333756" y="77724"/>
                </a:lnTo>
                <a:lnTo>
                  <a:pt x="332232" y="80772"/>
                </a:lnTo>
                <a:lnTo>
                  <a:pt x="329184" y="83820"/>
                </a:lnTo>
                <a:lnTo>
                  <a:pt x="323088" y="86868"/>
                </a:lnTo>
                <a:lnTo>
                  <a:pt x="318516" y="88392"/>
                </a:lnTo>
                <a:lnTo>
                  <a:pt x="309372" y="88392"/>
                </a:lnTo>
                <a:lnTo>
                  <a:pt x="300228" y="83820"/>
                </a:lnTo>
                <a:lnTo>
                  <a:pt x="300228" y="76200"/>
                </a:lnTo>
                <a:lnTo>
                  <a:pt x="301752" y="74676"/>
                </a:lnTo>
                <a:lnTo>
                  <a:pt x="301752" y="73152"/>
                </a:lnTo>
                <a:lnTo>
                  <a:pt x="303276" y="71628"/>
                </a:lnTo>
                <a:lnTo>
                  <a:pt x="306324" y="71628"/>
                </a:lnTo>
                <a:lnTo>
                  <a:pt x="307848" y="70104"/>
                </a:lnTo>
                <a:lnTo>
                  <a:pt x="310896" y="70104"/>
                </a:lnTo>
                <a:lnTo>
                  <a:pt x="316992" y="68580"/>
                </a:lnTo>
                <a:lnTo>
                  <a:pt x="324612" y="68580"/>
                </a:lnTo>
                <a:lnTo>
                  <a:pt x="332232" y="67056"/>
                </a:lnTo>
                <a:lnTo>
                  <a:pt x="336804" y="65532"/>
                </a:lnTo>
                <a:lnTo>
                  <a:pt x="336804" y="53340"/>
                </a:lnTo>
                <a:lnTo>
                  <a:pt x="332232" y="54864"/>
                </a:lnTo>
                <a:lnTo>
                  <a:pt x="324612" y="56388"/>
                </a:lnTo>
                <a:lnTo>
                  <a:pt x="315468" y="57912"/>
                </a:lnTo>
                <a:lnTo>
                  <a:pt x="306324" y="57912"/>
                </a:lnTo>
                <a:lnTo>
                  <a:pt x="304800" y="59436"/>
                </a:lnTo>
                <a:lnTo>
                  <a:pt x="301752" y="59436"/>
                </a:lnTo>
                <a:lnTo>
                  <a:pt x="295656" y="62484"/>
                </a:lnTo>
                <a:lnTo>
                  <a:pt x="294132" y="65532"/>
                </a:lnTo>
                <a:lnTo>
                  <a:pt x="291084" y="67056"/>
                </a:lnTo>
                <a:lnTo>
                  <a:pt x="288036" y="73152"/>
                </a:lnTo>
                <a:lnTo>
                  <a:pt x="288036" y="85344"/>
                </a:lnTo>
                <a:lnTo>
                  <a:pt x="289560" y="91440"/>
                </a:lnTo>
                <a:lnTo>
                  <a:pt x="294132" y="94488"/>
                </a:lnTo>
                <a:lnTo>
                  <a:pt x="297180" y="99060"/>
                </a:lnTo>
                <a:lnTo>
                  <a:pt x="303276" y="100584"/>
                </a:lnTo>
                <a:lnTo>
                  <a:pt x="315468" y="100584"/>
                </a:lnTo>
                <a:lnTo>
                  <a:pt x="329184" y="96012"/>
                </a:lnTo>
                <a:lnTo>
                  <a:pt x="332232" y="92964"/>
                </a:lnTo>
                <a:lnTo>
                  <a:pt x="336804" y="89916"/>
                </a:lnTo>
                <a:lnTo>
                  <a:pt x="336804" y="92964"/>
                </a:lnTo>
                <a:lnTo>
                  <a:pt x="339852" y="99060"/>
                </a:lnTo>
                <a:lnTo>
                  <a:pt x="352044" y="99060"/>
                </a:lnTo>
                <a:close/>
              </a:path>
              <a:path w="558165" h="100965">
                <a:moveTo>
                  <a:pt x="425208" y="47244"/>
                </a:moveTo>
                <a:lnTo>
                  <a:pt x="423684" y="41148"/>
                </a:lnTo>
                <a:lnTo>
                  <a:pt x="422160" y="38100"/>
                </a:lnTo>
                <a:lnTo>
                  <a:pt x="420636" y="33528"/>
                </a:lnTo>
                <a:lnTo>
                  <a:pt x="417588" y="30480"/>
                </a:lnTo>
                <a:lnTo>
                  <a:pt x="414540" y="28956"/>
                </a:lnTo>
                <a:lnTo>
                  <a:pt x="405396" y="25908"/>
                </a:lnTo>
                <a:lnTo>
                  <a:pt x="391680" y="25908"/>
                </a:lnTo>
                <a:lnTo>
                  <a:pt x="384060" y="28956"/>
                </a:lnTo>
                <a:lnTo>
                  <a:pt x="379488" y="36576"/>
                </a:lnTo>
                <a:lnTo>
                  <a:pt x="379488" y="1524"/>
                </a:lnTo>
                <a:lnTo>
                  <a:pt x="367296" y="1524"/>
                </a:lnTo>
                <a:lnTo>
                  <a:pt x="367296" y="99060"/>
                </a:lnTo>
                <a:lnTo>
                  <a:pt x="379488" y="99060"/>
                </a:lnTo>
                <a:lnTo>
                  <a:pt x="379488" y="51816"/>
                </a:lnTo>
                <a:lnTo>
                  <a:pt x="381012" y="47244"/>
                </a:lnTo>
                <a:lnTo>
                  <a:pt x="382536" y="44196"/>
                </a:lnTo>
                <a:lnTo>
                  <a:pt x="384060" y="42672"/>
                </a:lnTo>
                <a:lnTo>
                  <a:pt x="387108" y="41148"/>
                </a:lnTo>
                <a:lnTo>
                  <a:pt x="390156" y="38100"/>
                </a:lnTo>
                <a:lnTo>
                  <a:pt x="402348" y="38100"/>
                </a:lnTo>
                <a:lnTo>
                  <a:pt x="405396" y="39624"/>
                </a:lnTo>
                <a:lnTo>
                  <a:pt x="408444" y="42672"/>
                </a:lnTo>
                <a:lnTo>
                  <a:pt x="411492" y="44196"/>
                </a:lnTo>
                <a:lnTo>
                  <a:pt x="413016" y="48768"/>
                </a:lnTo>
                <a:lnTo>
                  <a:pt x="413016" y="99060"/>
                </a:lnTo>
                <a:lnTo>
                  <a:pt x="425208" y="99060"/>
                </a:lnTo>
                <a:lnTo>
                  <a:pt x="425208" y="47244"/>
                </a:lnTo>
                <a:close/>
              </a:path>
              <a:path w="558165" h="100965">
                <a:moveTo>
                  <a:pt x="454152" y="0"/>
                </a:moveTo>
                <a:lnTo>
                  <a:pt x="440448" y="0"/>
                </a:lnTo>
                <a:lnTo>
                  <a:pt x="440448" y="99060"/>
                </a:lnTo>
                <a:lnTo>
                  <a:pt x="454152" y="99060"/>
                </a:lnTo>
                <a:lnTo>
                  <a:pt x="454152" y="0"/>
                </a:lnTo>
                <a:close/>
              </a:path>
              <a:path w="558165" h="100965">
                <a:moveTo>
                  <a:pt x="483108" y="1524"/>
                </a:moveTo>
                <a:lnTo>
                  <a:pt x="470916" y="1524"/>
                </a:lnTo>
                <a:lnTo>
                  <a:pt x="470916" y="13716"/>
                </a:lnTo>
                <a:lnTo>
                  <a:pt x="477012" y="13716"/>
                </a:lnTo>
                <a:lnTo>
                  <a:pt x="477012" y="21336"/>
                </a:lnTo>
                <a:lnTo>
                  <a:pt x="475488" y="22860"/>
                </a:lnTo>
                <a:lnTo>
                  <a:pt x="473964" y="25908"/>
                </a:lnTo>
                <a:lnTo>
                  <a:pt x="472440" y="27432"/>
                </a:lnTo>
                <a:lnTo>
                  <a:pt x="469392" y="28956"/>
                </a:lnTo>
                <a:lnTo>
                  <a:pt x="472440" y="33528"/>
                </a:lnTo>
                <a:lnTo>
                  <a:pt x="477012" y="32004"/>
                </a:lnTo>
                <a:lnTo>
                  <a:pt x="480060" y="28956"/>
                </a:lnTo>
                <a:lnTo>
                  <a:pt x="483108" y="22860"/>
                </a:lnTo>
                <a:lnTo>
                  <a:pt x="483108" y="1524"/>
                </a:lnTo>
                <a:close/>
              </a:path>
              <a:path w="558165" h="100965">
                <a:moveTo>
                  <a:pt x="557784" y="73152"/>
                </a:moveTo>
                <a:lnTo>
                  <a:pt x="553212" y="64008"/>
                </a:lnTo>
                <a:lnTo>
                  <a:pt x="550164" y="60960"/>
                </a:lnTo>
                <a:lnTo>
                  <a:pt x="547116" y="59436"/>
                </a:lnTo>
                <a:lnTo>
                  <a:pt x="542544" y="59436"/>
                </a:lnTo>
                <a:lnTo>
                  <a:pt x="536448" y="56388"/>
                </a:lnTo>
                <a:lnTo>
                  <a:pt x="528828" y="54864"/>
                </a:lnTo>
                <a:lnTo>
                  <a:pt x="522732" y="53340"/>
                </a:lnTo>
                <a:lnTo>
                  <a:pt x="519684" y="51816"/>
                </a:lnTo>
                <a:lnTo>
                  <a:pt x="516636" y="51816"/>
                </a:lnTo>
                <a:lnTo>
                  <a:pt x="513588" y="48768"/>
                </a:lnTo>
                <a:lnTo>
                  <a:pt x="512064" y="48768"/>
                </a:lnTo>
                <a:lnTo>
                  <a:pt x="512064" y="44196"/>
                </a:lnTo>
                <a:lnTo>
                  <a:pt x="513588" y="41148"/>
                </a:lnTo>
                <a:lnTo>
                  <a:pt x="515112" y="39624"/>
                </a:lnTo>
                <a:lnTo>
                  <a:pt x="518160" y="38100"/>
                </a:lnTo>
                <a:lnTo>
                  <a:pt x="534924" y="38100"/>
                </a:lnTo>
                <a:lnTo>
                  <a:pt x="537972" y="39624"/>
                </a:lnTo>
                <a:lnTo>
                  <a:pt x="542544" y="44196"/>
                </a:lnTo>
                <a:lnTo>
                  <a:pt x="542544" y="47244"/>
                </a:lnTo>
                <a:lnTo>
                  <a:pt x="554736" y="45720"/>
                </a:lnTo>
                <a:lnTo>
                  <a:pt x="553212" y="41148"/>
                </a:lnTo>
                <a:lnTo>
                  <a:pt x="553212" y="36576"/>
                </a:lnTo>
                <a:lnTo>
                  <a:pt x="550164" y="35052"/>
                </a:lnTo>
                <a:lnTo>
                  <a:pt x="548640" y="32004"/>
                </a:lnTo>
                <a:lnTo>
                  <a:pt x="545592" y="28956"/>
                </a:lnTo>
                <a:lnTo>
                  <a:pt x="536448" y="25908"/>
                </a:lnTo>
                <a:lnTo>
                  <a:pt x="519684" y="25908"/>
                </a:lnTo>
                <a:lnTo>
                  <a:pt x="515112" y="27432"/>
                </a:lnTo>
                <a:lnTo>
                  <a:pt x="512064" y="28956"/>
                </a:lnTo>
                <a:lnTo>
                  <a:pt x="510540" y="28956"/>
                </a:lnTo>
                <a:lnTo>
                  <a:pt x="507492" y="30480"/>
                </a:lnTo>
                <a:lnTo>
                  <a:pt x="502920" y="35052"/>
                </a:lnTo>
                <a:lnTo>
                  <a:pt x="499872" y="41148"/>
                </a:lnTo>
                <a:lnTo>
                  <a:pt x="499872" y="50292"/>
                </a:lnTo>
                <a:lnTo>
                  <a:pt x="504444" y="59436"/>
                </a:lnTo>
                <a:lnTo>
                  <a:pt x="507492" y="62484"/>
                </a:lnTo>
                <a:lnTo>
                  <a:pt x="513588" y="65532"/>
                </a:lnTo>
                <a:lnTo>
                  <a:pt x="519684" y="67056"/>
                </a:lnTo>
                <a:lnTo>
                  <a:pt x="528828" y="70104"/>
                </a:lnTo>
                <a:lnTo>
                  <a:pt x="534924" y="71628"/>
                </a:lnTo>
                <a:lnTo>
                  <a:pt x="539496" y="71628"/>
                </a:lnTo>
                <a:lnTo>
                  <a:pt x="541020" y="73152"/>
                </a:lnTo>
                <a:lnTo>
                  <a:pt x="544068" y="74676"/>
                </a:lnTo>
                <a:lnTo>
                  <a:pt x="545592" y="76200"/>
                </a:lnTo>
                <a:lnTo>
                  <a:pt x="545592" y="80772"/>
                </a:lnTo>
                <a:lnTo>
                  <a:pt x="544068" y="83820"/>
                </a:lnTo>
                <a:lnTo>
                  <a:pt x="541020" y="85344"/>
                </a:lnTo>
                <a:lnTo>
                  <a:pt x="539496" y="86868"/>
                </a:lnTo>
                <a:lnTo>
                  <a:pt x="534924" y="88392"/>
                </a:lnTo>
                <a:lnTo>
                  <a:pt x="524256" y="88392"/>
                </a:lnTo>
                <a:lnTo>
                  <a:pt x="519684" y="86868"/>
                </a:lnTo>
                <a:lnTo>
                  <a:pt x="516636" y="85344"/>
                </a:lnTo>
                <a:lnTo>
                  <a:pt x="510540" y="79248"/>
                </a:lnTo>
                <a:lnTo>
                  <a:pt x="510540" y="76200"/>
                </a:lnTo>
                <a:lnTo>
                  <a:pt x="498348" y="77724"/>
                </a:lnTo>
                <a:lnTo>
                  <a:pt x="499872" y="85344"/>
                </a:lnTo>
                <a:lnTo>
                  <a:pt x="502920" y="91440"/>
                </a:lnTo>
                <a:lnTo>
                  <a:pt x="507492" y="94488"/>
                </a:lnTo>
                <a:lnTo>
                  <a:pt x="512064" y="99060"/>
                </a:lnTo>
                <a:lnTo>
                  <a:pt x="519684" y="100584"/>
                </a:lnTo>
                <a:lnTo>
                  <a:pt x="534924" y="100584"/>
                </a:lnTo>
                <a:lnTo>
                  <a:pt x="557784" y="80772"/>
                </a:lnTo>
                <a:lnTo>
                  <a:pt x="557784" y="7315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083" y="678180"/>
            <a:ext cx="237743" cy="9906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039368" y="2602992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907" y="25908"/>
                </a:moveTo>
                <a:lnTo>
                  <a:pt x="0" y="25908"/>
                </a:lnTo>
                <a:lnTo>
                  <a:pt x="0" y="0"/>
                </a:lnTo>
                <a:lnTo>
                  <a:pt x="25907" y="0"/>
                </a:lnTo>
                <a:lnTo>
                  <a:pt x="25907" y="2590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6527" y="2584703"/>
            <a:ext cx="3227832" cy="178308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039368" y="2866644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907" y="25908"/>
                </a:moveTo>
                <a:lnTo>
                  <a:pt x="0" y="25908"/>
                </a:lnTo>
                <a:lnTo>
                  <a:pt x="0" y="0"/>
                </a:lnTo>
                <a:lnTo>
                  <a:pt x="25907" y="0"/>
                </a:lnTo>
                <a:lnTo>
                  <a:pt x="25907" y="2590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181100" y="2848355"/>
            <a:ext cx="3214370" cy="169545"/>
            <a:chOff x="1181100" y="2848355"/>
            <a:chExt cx="3214370" cy="16954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1100" y="2848355"/>
              <a:ext cx="3214116" cy="16916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223771" y="2976372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0667" y="15239"/>
                  </a:moveTo>
                  <a:lnTo>
                    <a:pt x="6095" y="15239"/>
                  </a:lnTo>
                  <a:lnTo>
                    <a:pt x="3047" y="12191"/>
                  </a:lnTo>
                  <a:lnTo>
                    <a:pt x="0" y="9143"/>
                  </a:lnTo>
                  <a:lnTo>
                    <a:pt x="0" y="4571"/>
                  </a:lnTo>
                  <a:lnTo>
                    <a:pt x="4571" y="0"/>
                  </a:lnTo>
                  <a:lnTo>
                    <a:pt x="12191" y="0"/>
                  </a:lnTo>
                  <a:lnTo>
                    <a:pt x="15239" y="3047"/>
                  </a:lnTo>
                  <a:lnTo>
                    <a:pt x="15239" y="10667"/>
                  </a:lnTo>
                  <a:lnTo>
                    <a:pt x="10667" y="1523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1039368" y="3119627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25907" y="25908"/>
                </a:moveTo>
                <a:lnTo>
                  <a:pt x="0" y="25908"/>
                </a:lnTo>
                <a:lnTo>
                  <a:pt x="0" y="0"/>
                </a:lnTo>
                <a:lnTo>
                  <a:pt x="25907" y="0"/>
                </a:lnTo>
                <a:lnTo>
                  <a:pt x="25907" y="2590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8052" y="3101340"/>
            <a:ext cx="3259836" cy="7924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7780" y="717804"/>
            <a:ext cx="2929127" cy="1827275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5423916" y="185928"/>
            <a:ext cx="5034280" cy="3561715"/>
            <a:chOff x="5423916" y="185928"/>
            <a:chExt cx="5034280" cy="3561715"/>
          </a:xfrm>
        </p:grpSpPr>
        <p:sp>
          <p:nvSpPr>
            <p:cNvPr id="14" name="object 14" descr=""/>
            <p:cNvSpPr/>
            <p:nvPr/>
          </p:nvSpPr>
          <p:spPr>
            <a:xfrm>
              <a:off x="5426964" y="18897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6964" y="835151"/>
              <a:ext cx="4695443" cy="3657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63967" y="3323843"/>
              <a:ext cx="1150620" cy="396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16567" y="3179064"/>
              <a:ext cx="1319783" cy="1920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44896" y="676655"/>
              <a:ext cx="371856" cy="10058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68568" y="678179"/>
              <a:ext cx="237743" cy="9906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641848" y="952499"/>
              <a:ext cx="777240" cy="85725"/>
            </a:xfrm>
            <a:custGeom>
              <a:avLst/>
              <a:gdLst/>
              <a:ahLst/>
              <a:cxnLst/>
              <a:rect l="l" t="t" r="r" b="b"/>
              <a:pathLst>
                <a:path w="777239" h="85725">
                  <a:moveTo>
                    <a:pt x="35052" y="24384"/>
                  </a:moveTo>
                  <a:lnTo>
                    <a:pt x="0" y="24384"/>
                  </a:lnTo>
                  <a:lnTo>
                    <a:pt x="0" y="59436"/>
                  </a:lnTo>
                  <a:lnTo>
                    <a:pt x="35052" y="59436"/>
                  </a:lnTo>
                  <a:lnTo>
                    <a:pt x="35052" y="24384"/>
                  </a:lnTo>
                  <a:close/>
                </a:path>
                <a:path w="777239" h="85725">
                  <a:moveTo>
                    <a:pt x="196596" y="0"/>
                  </a:moveTo>
                  <a:lnTo>
                    <a:pt x="141732" y="0"/>
                  </a:lnTo>
                  <a:lnTo>
                    <a:pt x="141732" y="83820"/>
                  </a:lnTo>
                  <a:lnTo>
                    <a:pt x="152400" y="83820"/>
                  </a:lnTo>
                  <a:lnTo>
                    <a:pt x="152400" y="45720"/>
                  </a:lnTo>
                  <a:lnTo>
                    <a:pt x="190500" y="45720"/>
                  </a:lnTo>
                  <a:lnTo>
                    <a:pt x="190500" y="36576"/>
                  </a:lnTo>
                  <a:lnTo>
                    <a:pt x="152400" y="36576"/>
                  </a:lnTo>
                  <a:lnTo>
                    <a:pt x="152400" y="9144"/>
                  </a:lnTo>
                  <a:lnTo>
                    <a:pt x="196596" y="9144"/>
                  </a:lnTo>
                  <a:lnTo>
                    <a:pt x="196596" y="0"/>
                  </a:lnTo>
                  <a:close/>
                </a:path>
                <a:path w="777239" h="85725">
                  <a:moveTo>
                    <a:pt x="259080" y="22860"/>
                  </a:moveTo>
                  <a:lnTo>
                    <a:pt x="248412" y="22860"/>
                  </a:lnTo>
                  <a:lnTo>
                    <a:pt x="248412" y="64008"/>
                  </a:lnTo>
                  <a:lnTo>
                    <a:pt x="246888" y="67056"/>
                  </a:lnTo>
                  <a:lnTo>
                    <a:pt x="246888" y="70104"/>
                  </a:lnTo>
                  <a:lnTo>
                    <a:pt x="243840" y="71628"/>
                  </a:lnTo>
                  <a:lnTo>
                    <a:pt x="242316" y="73152"/>
                  </a:lnTo>
                  <a:lnTo>
                    <a:pt x="236220" y="76200"/>
                  </a:lnTo>
                  <a:lnTo>
                    <a:pt x="230124" y="76200"/>
                  </a:lnTo>
                  <a:lnTo>
                    <a:pt x="228600" y="74676"/>
                  </a:lnTo>
                  <a:lnTo>
                    <a:pt x="225552" y="73152"/>
                  </a:lnTo>
                  <a:lnTo>
                    <a:pt x="222504" y="70104"/>
                  </a:lnTo>
                  <a:lnTo>
                    <a:pt x="222504" y="65532"/>
                  </a:lnTo>
                  <a:lnTo>
                    <a:pt x="220980" y="60960"/>
                  </a:lnTo>
                  <a:lnTo>
                    <a:pt x="220980" y="22860"/>
                  </a:lnTo>
                  <a:lnTo>
                    <a:pt x="210312" y="22860"/>
                  </a:lnTo>
                  <a:lnTo>
                    <a:pt x="210312" y="64008"/>
                  </a:lnTo>
                  <a:lnTo>
                    <a:pt x="211836" y="67056"/>
                  </a:lnTo>
                  <a:lnTo>
                    <a:pt x="211836" y="73152"/>
                  </a:lnTo>
                  <a:lnTo>
                    <a:pt x="213360" y="74676"/>
                  </a:lnTo>
                  <a:lnTo>
                    <a:pt x="214884" y="77724"/>
                  </a:lnTo>
                  <a:lnTo>
                    <a:pt x="217932" y="80772"/>
                  </a:lnTo>
                  <a:lnTo>
                    <a:pt x="227076" y="85344"/>
                  </a:lnTo>
                  <a:lnTo>
                    <a:pt x="237744" y="85344"/>
                  </a:lnTo>
                  <a:lnTo>
                    <a:pt x="243840" y="80772"/>
                  </a:lnTo>
                  <a:lnTo>
                    <a:pt x="248412" y="74676"/>
                  </a:lnTo>
                  <a:lnTo>
                    <a:pt x="248412" y="83820"/>
                  </a:lnTo>
                  <a:lnTo>
                    <a:pt x="259080" y="83820"/>
                  </a:lnTo>
                  <a:lnTo>
                    <a:pt x="259080" y="22860"/>
                  </a:lnTo>
                  <a:close/>
                </a:path>
                <a:path w="777239" h="85725">
                  <a:moveTo>
                    <a:pt x="324612" y="38100"/>
                  </a:moveTo>
                  <a:lnTo>
                    <a:pt x="323088" y="35052"/>
                  </a:lnTo>
                  <a:lnTo>
                    <a:pt x="323088" y="32004"/>
                  </a:lnTo>
                  <a:lnTo>
                    <a:pt x="321564" y="30480"/>
                  </a:lnTo>
                  <a:lnTo>
                    <a:pt x="320040" y="27432"/>
                  </a:lnTo>
                  <a:lnTo>
                    <a:pt x="316992" y="24384"/>
                  </a:lnTo>
                  <a:lnTo>
                    <a:pt x="310896" y="21336"/>
                  </a:lnTo>
                  <a:lnTo>
                    <a:pt x="297180" y="21336"/>
                  </a:lnTo>
                  <a:lnTo>
                    <a:pt x="291084" y="24384"/>
                  </a:lnTo>
                  <a:lnTo>
                    <a:pt x="286512" y="30480"/>
                  </a:lnTo>
                  <a:lnTo>
                    <a:pt x="286512" y="22860"/>
                  </a:lnTo>
                  <a:lnTo>
                    <a:pt x="275844" y="22860"/>
                  </a:lnTo>
                  <a:lnTo>
                    <a:pt x="275844" y="83820"/>
                  </a:lnTo>
                  <a:lnTo>
                    <a:pt x="286512" y="83820"/>
                  </a:lnTo>
                  <a:lnTo>
                    <a:pt x="286512" y="42672"/>
                  </a:lnTo>
                  <a:lnTo>
                    <a:pt x="288036" y="36576"/>
                  </a:lnTo>
                  <a:lnTo>
                    <a:pt x="294132" y="30480"/>
                  </a:lnTo>
                  <a:lnTo>
                    <a:pt x="306324" y="30480"/>
                  </a:lnTo>
                  <a:lnTo>
                    <a:pt x="307848" y="32004"/>
                  </a:lnTo>
                  <a:lnTo>
                    <a:pt x="310896" y="33528"/>
                  </a:lnTo>
                  <a:lnTo>
                    <a:pt x="312420" y="35052"/>
                  </a:lnTo>
                  <a:lnTo>
                    <a:pt x="312420" y="36576"/>
                  </a:lnTo>
                  <a:lnTo>
                    <a:pt x="313944" y="38100"/>
                  </a:lnTo>
                  <a:lnTo>
                    <a:pt x="313944" y="83820"/>
                  </a:lnTo>
                  <a:lnTo>
                    <a:pt x="324612" y="83820"/>
                  </a:lnTo>
                  <a:lnTo>
                    <a:pt x="324612" y="38100"/>
                  </a:lnTo>
                  <a:close/>
                </a:path>
                <a:path w="777239" h="85725">
                  <a:moveTo>
                    <a:pt x="388607" y="0"/>
                  </a:moveTo>
                  <a:lnTo>
                    <a:pt x="377939" y="0"/>
                  </a:lnTo>
                  <a:lnTo>
                    <a:pt x="377939" y="28956"/>
                  </a:lnTo>
                  <a:lnTo>
                    <a:pt x="377939" y="45720"/>
                  </a:lnTo>
                  <a:lnTo>
                    <a:pt x="377939" y="60960"/>
                  </a:lnTo>
                  <a:lnTo>
                    <a:pt x="376415" y="67056"/>
                  </a:lnTo>
                  <a:lnTo>
                    <a:pt x="367271" y="76200"/>
                  </a:lnTo>
                  <a:lnTo>
                    <a:pt x="359651" y="76200"/>
                  </a:lnTo>
                  <a:lnTo>
                    <a:pt x="355079" y="73152"/>
                  </a:lnTo>
                  <a:lnTo>
                    <a:pt x="352031" y="70104"/>
                  </a:lnTo>
                  <a:lnTo>
                    <a:pt x="348983" y="65532"/>
                  </a:lnTo>
                  <a:lnTo>
                    <a:pt x="347459" y="60960"/>
                  </a:lnTo>
                  <a:lnTo>
                    <a:pt x="347459" y="44196"/>
                  </a:lnTo>
                  <a:lnTo>
                    <a:pt x="348983" y="39624"/>
                  </a:lnTo>
                  <a:lnTo>
                    <a:pt x="352031" y="35052"/>
                  </a:lnTo>
                  <a:lnTo>
                    <a:pt x="355079" y="32004"/>
                  </a:lnTo>
                  <a:lnTo>
                    <a:pt x="358127" y="30480"/>
                  </a:lnTo>
                  <a:lnTo>
                    <a:pt x="367271" y="30480"/>
                  </a:lnTo>
                  <a:lnTo>
                    <a:pt x="370319" y="32004"/>
                  </a:lnTo>
                  <a:lnTo>
                    <a:pt x="373367" y="35052"/>
                  </a:lnTo>
                  <a:lnTo>
                    <a:pt x="376415" y="39624"/>
                  </a:lnTo>
                  <a:lnTo>
                    <a:pt x="377939" y="45720"/>
                  </a:lnTo>
                  <a:lnTo>
                    <a:pt x="377939" y="28956"/>
                  </a:lnTo>
                  <a:lnTo>
                    <a:pt x="376415" y="27432"/>
                  </a:lnTo>
                  <a:lnTo>
                    <a:pt x="374891" y="24384"/>
                  </a:lnTo>
                  <a:lnTo>
                    <a:pt x="368795" y="21336"/>
                  </a:lnTo>
                  <a:lnTo>
                    <a:pt x="352031" y="21336"/>
                  </a:lnTo>
                  <a:lnTo>
                    <a:pt x="348983" y="24384"/>
                  </a:lnTo>
                  <a:lnTo>
                    <a:pt x="344411" y="27432"/>
                  </a:lnTo>
                  <a:lnTo>
                    <a:pt x="341363" y="30480"/>
                  </a:lnTo>
                  <a:lnTo>
                    <a:pt x="339839" y="36576"/>
                  </a:lnTo>
                  <a:lnTo>
                    <a:pt x="338315" y="41148"/>
                  </a:lnTo>
                  <a:lnTo>
                    <a:pt x="336791" y="47244"/>
                  </a:lnTo>
                  <a:lnTo>
                    <a:pt x="336791" y="59436"/>
                  </a:lnTo>
                  <a:lnTo>
                    <a:pt x="358127" y="85344"/>
                  </a:lnTo>
                  <a:lnTo>
                    <a:pt x="368795" y="85344"/>
                  </a:lnTo>
                  <a:lnTo>
                    <a:pt x="374891" y="80772"/>
                  </a:lnTo>
                  <a:lnTo>
                    <a:pt x="377177" y="76200"/>
                  </a:lnTo>
                  <a:lnTo>
                    <a:pt x="377939" y="74676"/>
                  </a:lnTo>
                  <a:lnTo>
                    <a:pt x="377939" y="83820"/>
                  </a:lnTo>
                  <a:lnTo>
                    <a:pt x="388607" y="83820"/>
                  </a:lnTo>
                  <a:lnTo>
                    <a:pt x="388607" y="74676"/>
                  </a:lnTo>
                  <a:lnTo>
                    <a:pt x="388607" y="30480"/>
                  </a:lnTo>
                  <a:lnTo>
                    <a:pt x="388607" y="28956"/>
                  </a:lnTo>
                  <a:lnTo>
                    <a:pt x="388607" y="0"/>
                  </a:lnTo>
                  <a:close/>
                </a:path>
                <a:path w="777239" h="85725">
                  <a:moveTo>
                    <a:pt x="457200" y="83820"/>
                  </a:moveTo>
                  <a:lnTo>
                    <a:pt x="454152" y="77724"/>
                  </a:lnTo>
                  <a:lnTo>
                    <a:pt x="454152" y="54864"/>
                  </a:lnTo>
                  <a:lnTo>
                    <a:pt x="454152" y="38100"/>
                  </a:lnTo>
                  <a:lnTo>
                    <a:pt x="452628" y="35052"/>
                  </a:lnTo>
                  <a:lnTo>
                    <a:pt x="452628" y="30480"/>
                  </a:lnTo>
                  <a:lnTo>
                    <a:pt x="446532" y="24384"/>
                  </a:lnTo>
                  <a:lnTo>
                    <a:pt x="443484" y="22860"/>
                  </a:lnTo>
                  <a:lnTo>
                    <a:pt x="438912" y="21336"/>
                  </a:lnTo>
                  <a:lnTo>
                    <a:pt x="420624" y="21336"/>
                  </a:lnTo>
                  <a:lnTo>
                    <a:pt x="416052" y="22860"/>
                  </a:lnTo>
                  <a:lnTo>
                    <a:pt x="409956" y="25908"/>
                  </a:lnTo>
                  <a:lnTo>
                    <a:pt x="406908" y="28956"/>
                  </a:lnTo>
                  <a:lnTo>
                    <a:pt x="403860" y="35052"/>
                  </a:lnTo>
                  <a:lnTo>
                    <a:pt x="403860" y="39624"/>
                  </a:lnTo>
                  <a:lnTo>
                    <a:pt x="414528" y="41148"/>
                  </a:lnTo>
                  <a:lnTo>
                    <a:pt x="414528" y="36576"/>
                  </a:lnTo>
                  <a:lnTo>
                    <a:pt x="416052" y="33528"/>
                  </a:lnTo>
                  <a:lnTo>
                    <a:pt x="419100" y="32004"/>
                  </a:lnTo>
                  <a:lnTo>
                    <a:pt x="420624" y="30480"/>
                  </a:lnTo>
                  <a:lnTo>
                    <a:pt x="437388" y="30480"/>
                  </a:lnTo>
                  <a:lnTo>
                    <a:pt x="441960" y="35052"/>
                  </a:lnTo>
                  <a:lnTo>
                    <a:pt x="443484" y="38100"/>
                  </a:lnTo>
                  <a:lnTo>
                    <a:pt x="443484" y="45720"/>
                  </a:lnTo>
                  <a:lnTo>
                    <a:pt x="443484" y="54864"/>
                  </a:lnTo>
                  <a:lnTo>
                    <a:pt x="443484" y="60960"/>
                  </a:lnTo>
                  <a:lnTo>
                    <a:pt x="440436" y="67056"/>
                  </a:lnTo>
                  <a:lnTo>
                    <a:pt x="440436" y="68580"/>
                  </a:lnTo>
                  <a:lnTo>
                    <a:pt x="437388" y="71628"/>
                  </a:lnTo>
                  <a:lnTo>
                    <a:pt x="428244" y="76200"/>
                  </a:lnTo>
                  <a:lnTo>
                    <a:pt x="420624" y="76200"/>
                  </a:lnTo>
                  <a:lnTo>
                    <a:pt x="417576" y="74676"/>
                  </a:lnTo>
                  <a:lnTo>
                    <a:pt x="416052" y="73152"/>
                  </a:lnTo>
                  <a:lnTo>
                    <a:pt x="413004" y="71628"/>
                  </a:lnTo>
                  <a:lnTo>
                    <a:pt x="413004" y="62484"/>
                  </a:lnTo>
                  <a:lnTo>
                    <a:pt x="416052" y="59436"/>
                  </a:lnTo>
                  <a:lnTo>
                    <a:pt x="419100" y="59436"/>
                  </a:lnTo>
                  <a:lnTo>
                    <a:pt x="422148" y="57912"/>
                  </a:lnTo>
                  <a:lnTo>
                    <a:pt x="426720" y="57912"/>
                  </a:lnTo>
                  <a:lnTo>
                    <a:pt x="434340" y="56388"/>
                  </a:lnTo>
                  <a:lnTo>
                    <a:pt x="438912" y="54864"/>
                  </a:lnTo>
                  <a:lnTo>
                    <a:pt x="443484" y="54864"/>
                  </a:lnTo>
                  <a:lnTo>
                    <a:pt x="443484" y="45720"/>
                  </a:lnTo>
                  <a:lnTo>
                    <a:pt x="438912" y="45720"/>
                  </a:lnTo>
                  <a:lnTo>
                    <a:pt x="432816" y="47244"/>
                  </a:lnTo>
                  <a:lnTo>
                    <a:pt x="425196" y="48768"/>
                  </a:lnTo>
                  <a:lnTo>
                    <a:pt x="420624" y="48768"/>
                  </a:lnTo>
                  <a:lnTo>
                    <a:pt x="417576" y="50292"/>
                  </a:lnTo>
                  <a:lnTo>
                    <a:pt x="413004" y="50292"/>
                  </a:lnTo>
                  <a:lnTo>
                    <a:pt x="411480" y="51816"/>
                  </a:lnTo>
                  <a:lnTo>
                    <a:pt x="408432" y="53340"/>
                  </a:lnTo>
                  <a:lnTo>
                    <a:pt x="405384" y="56388"/>
                  </a:lnTo>
                  <a:lnTo>
                    <a:pt x="402336" y="62484"/>
                  </a:lnTo>
                  <a:lnTo>
                    <a:pt x="402336" y="73152"/>
                  </a:lnTo>
                  <a:lnTo>
                    <a:pt x="403860" y="76200"/>
                  </a:lnTo>
                  <a:lnTo>
                    <a:pt x="409956" y="82296"/>
                  </a:lnTo>
                  <a:lnTo>
                    <a:pt x="416052" y="85344"/>
                  </a:lnTo>
                  <a:lnTo>
                    <a:pt x="425196" y="85344"/>
                  </a:lnTo>
                  <a:lnTo>
                    <a:pt x="429768" y="83820"/>
                  </a:lnTo>
                  <a:lnTo>
                    <a:pt x="438912" y="79248"/>
                  </a:lnTo>
                  <a:lnTo>
                    <a:pt x="443484" y="76200"/>
                  </a:lnTo>
                  <a:lnTo>
                    <a:pt x="443484" y="77724"/>
                  </a:lnTo>
                  <a:lnTo>
                    <a:pt x="446532" y="83820"/>
                  </a:lnTo>
                  <a:lnTo>
                    <a:pt x="457200" y="83820"/>
                  </a:lnTo>
                  <a:close/>
                </a:path>
                <a:path w="777239" h="85725">
                  <a:moveTo>
                    <a:pt x="548627" y="33528"/>
                  </a:moveTo>
                  <a:lnTo>
                    <a:pt x="547103" y="28956"/>
                  </a:lnTo>
                  <a:lnTo>
                    <a:pt x="541007" y="22860"/>
                  </a:lnTo>
                  <a:lnTo>
                    <a:pt x="536435" y="21336"/>
                  </a:lnTo>
                  <a:lnTo>
                    <a:pt x="522719" y="21336"/>
                  </a:lnTo>
                  <a:lnTo>
                    <a:pt x="516623" y="24384"/>
                  </a:lnTo>
                  <a:lnTo>
                    <a:pt x="512051" y="32004"/>
                  </a:lnTo>
                  <a:lnTo>
                    <a:pt x="510527" y="27432"/>
                  </a:lnTo>
                  <a:lnTo>
                    <a:pt x="504431" y="21336"/>
                  </a:lnTo>
                  <a:lnTo>
                    <a:pt x="489191" y="21336"/>
                  </a:lnTo>
                  <a:lnTo>
                    <a:pt x="486143" y="22860"/>
                  </a:lnTo>
                  <a:lnTo>
                    <a:pt x="483095" y="25908"/>
                  </a:lnTo>
                  <a:lnTo>
                    <a:pt x="480047" y="27432"/>
                  </a:lnTo>
                  <a:lnTo>
                    <a:pt x="478523" y="30480"/>
                  </a:lnTo>
                  <a:lnTo>
                    <a:pt x="478523" y="22860"/>
                  </a:lnTo>
                  <a:lnTo>
                    <a:pt x="467855" y="22860"/>
                  </a:lnTo>
                  <a:lnTo>
                    <a:pt x="467855" y="83820"/>
                  </a:lnTo>
                  <a:lnTo>
                    <a:pt x="478523" y="83820"/>
                  </a:lnTo>
                  <a:lnTo>
                    <a:pt x="478523" y="45720"/>
                  </a:lnTo>
                  <a:lnTo>
                    <a:pt x="480047" y="41148"/>
                  </a:lnTo>
                  <a:lnTo>
                    <a:pt x="480047" y="38100"/>
                  </a:lnTo>
                  <a:lnTo>
                    <a:pt x="481571" y="36576"/>
                  </a:lnTo>
                  <a:lnTo>
                    <a:pt x="483095" y="33528"/>
                  </a:lnTo>
                  <a:lnTo>
                    <a:pt x="486143" y="32004"/>
                  </a:lnTo>
                  <a:lnTo>
                    <a:pt x="487667" y="30480"/>
                  </a:lnTo>
                  <a:lnTo>
                    <a:pt x="499859" y="30480"/>
                  </a:lnTo>
                  <a:lnTo>
                    <a:pt x="501383" y="33528"/>
                  </a:lnTo>
                  <a:lnTo>
                    <a:pt x="502907" y="35052"/>
                  </a:lnTo>
                  <a:lnTo>
                    <a:pt x="502907" y="83820"/>
                  </a:lnTo>
                  <a:lnTo>
                    <a:pt x="513575" y="83820"/>
                  </a:lnTo>
                  <a:lnTo>
                    <a:pt x="513575" y="41148"/>
                  </a:lnTo>
                  <a:lnTo>
                    <a:pt x="515099" y="36576"/>
                  </a:lnTo>
                  <a:lnTo>
                    <a:pt x="521195" y="30480"/>
                  </a:lnTo>
                  <a:lnTo>
                    <a:pt x="531863" y="30480"/>
                  </a:lnTo>
                  <a:lnTo>
                    <a:pt x="533387" y="32004"/>
                  </a:lnTo>
                  <a:lnTo>
                    <a:pt x="534911" y="32004"/>
                  </a:lnTo>
                  <a:lnTo>
                    <a:pt x="536435" y="33528"/>
                  </a:lnTo>
                  <a:lnTo>
                    <a:pt x="537959" y="36576"/>
                  </a:lnTo>
                  <a:lnTo>
                    <a:pt x="537959" y="83820"/>
                  </a:lnTo>
                  <a:lnTo>
                    <a:pt x="548627" y="83820"/>
                  </a:lnTo>
                  <a:lnTo>
                    <a:pt x="548627" y="33528"/>
                  </a:lnTo>
                  <a:close/>
                </a:path>
                <a:path w="777239" h="85725">
                  <a:moveTo>
                    <a:pt x="617207" y="53340"/>
                  </a:moveTo>
                  <a:lnTo>
                    <a:pt x="606539" y="25908"/>
                  </a:lnTo>
                  <a:lnTo>
                    <a:pt x="606539" y="47244"/>
                  </a:lnTo>
                  <a:lnTo>
                    <a:pt x="573011" y="47244"/>
                  </a:lnTo>
                  <a:lnTo>
                    <a:pt x="573011" y="41148"/>
                  </a:lnTo>
                  <a:lnTo>
                    <a:pt x="574535" y="38100"/>
                  </a:lnTo>
                  <a:lnTo>
                    <a:pt x="580631" y="32004"/>
                  </a:lnTo>
                  <a:lnTo>
                    <a:pt x="585203" y="30480"/>
                  </a:lnTo>
                  <a:lnTo>
                    <a:pt x="594347" y="30480"/>
                  </a:lnTo>
                  <a:lnTo>
                    <a:pt x="598919" y="32004"/>
                  </a:lnTo>
                  <a:lnTo>
                    <a:pt x="605015" y="38100"/>
                  </a:lnTo>
                  <a:lnTo>
                    <a:pt x="605015" y="41148"/>
                  </a:lnTo>
                  <a:lnTo>
                    <a:pt x="606539" y="47244"/>
                  </a:lnTo>
                  <a:lnTo>
                    <a:pt x="606539" y="25908"/>
                  </a:lnTo>
                  <a:lnTo>
                    <a:pt x="603491" y="22860"/>
                  </a:lnTo>
                  <a:lnTo>
                    <a:pt x="597395" y="21336"/>
                  </a:lnTo>
                  <a:lnTo>
                    <a:pt x="582155" y="21336"/>
                  </a:lnTo>
                  <a:lnTo>
                    <a:pt x="574535" y="22860"/>
                  </a:lnTo>
                  <a:lnTo>
                    <a:pt x="569963" y="28956"/>
                  </a:lnTo>
                  <a:lnTo>
                    <a:pt x="566204" y="33845"/>
                  </a:lnTo>
                  <a:lnTo>
                    <a:pt x="563867" y="39433"/>
                  </a:lnTo>
                  <a:lnTo>
                    <a:pt x="562686" y="45897"/>
                  </a:lnTo>
                  <a:lnTo>
                    <a:pt x="562622" y="47244"/>
                  </a:lnTo>
                  <a:lnTo>
                    <a:pt x="562343" y="53340"/>
                  </a:lnTo>
                  <a:lnTo>
                    <a:pt x="562343" y="62484"/>
                  </a:lnTo>
                  <a:lnTo>
                    <a:pt x="563867" y="70104"/>
                  </a:lnTo>
                  <a:lnTo>
                    <a:pt x="569963" y="76200"/>
                  </a:lnTo>
                  <a:lnTo>
                    <a:pt x="574535" y="82296"/>
                  </a:lnTo>
                  <a:lnTo>
                    <a:pt x="582155" y="85344"/>
                  </a:lnTo>
                  <a:lnTo>
                    <a:pt x="597395" y="85344"/>
                  </a:lnTo>
                  <a:lnTo>
                    <a:pt x="603491" y="82296"/>
                  </a:lnTo>
                  <a:lnTo>
                    <a:pt x="608063" y="79248"/>
                  </a:lnTo>
                  <a:lnTo>
                    <a:pt x="611111" y="76200"/>
                  </a:lnTo>
                  <a:lnTo>
                    <a:pt x="617207" y="67056"/>
                  </a:lnTo>
                  <a:lnTo>
                    <a:pt x="606539" y="65532"/>
                  </a:lnTo>
                  <a:lnTo>
                    <a:pt x="605015" y="68580"/>
                  </a:lnTo>
                  <a:lnTo>
                    <a:pt x="600443" y="73152"/>
                  </a:lnTo>
                  <a:lnTo>
                    <a:pt x="594347" y="76200"/>
                  </a:lnTo>
                  <a:lnTo>
                    <a:pt x="585203" y="76200"/>
                  </a:lnTo>
                  <a:lnTo>
                    <a:pt x="582155" y="73152"/>
                  </a:lnTo>
                  <a:lnTo>
                    <a:pt x="577583" y="70104"/>
                  </a:lnTo>
                  <a:lnTo>
                    <a:pt x="574535" y="67056"/>
                  </a:lnTo>
                  <a:lnTo>
                    <a:pt x="573011" y="62484"/>
                  </a:lnTo>
                  <a:lnTo>
                    <a:pt x="573011" y="56388"/>
                  </a:lnTo>
                  <a:lnTo>
                    <a:pt x="617207" y="56388"/>
                  </a:lnTo>
                  <a:lnTo>
                    <a:pt x="617207" y="53340"/>
                  </a:lnTo>
                  <a:close/>
                </a:path>
                <a:path w="777239" h="85725">
                  <a:moveTo>
                    <a:pt x="678180" y="35052"/>
                  </a:moveTo>
                  <a:lnTo>
                    <a:pt x="676656" y="32004"/>
                  </a:lnTo>
                  <a:lnTo>
                    <a:pt x="676656" y="30480"/>
                  </a:lnTo>
                  <a:lnTo>
                    <a:pt x="675132" y="27432"/>
                  </a:lnTo>
                  <a:lnTo>
                    <a:pt x="673608" y="25908"/>
                  </a:lnTo>
                  <a:lnTo>
                    <a:pt x="670560" y="24384"/>
                  </a:lnTo>
                  <a:lnTo>
                    <a:pt x="669036" y="22860"/>
                  </a:lnTo>
                  <a:lnTo>
                    <a:pt x="665988" y="21336"/>
                  </a:lnTo>
                  <a:lnTo>
                    <a:pt x="650748" y="21336"/>
                  </a:lnTo>
                  <a:lnTo>
                    <a:pt x="644652" y="24384"/>
                  </a:lnTo>
                  <a:lnTo>
                    <a:pt x="640080" y="30480"/>
                  </a:lnTo>
                  <a:lnTo>
                    <a:pt x="640080" y="22860"/>
                  </a:lnTo>
                  <a:lnTo>
                    <a:pt x="629412" y="22860"/>
                  </a:lnTo>
                  <a:lnTo>
                    <a:pt x="629412" y="83820"/>
                  </a:lnTo>
                  <a:lnTo>
                    <a:pt x="640080" y="83820"/>
                  </a:lnTo>
                  <a:lnTo>
                    <a:pt x="640080" y="42672"/>
                  </a:lnTo>
                  <a:lnTo>
                    <a:pt x="641604" y="36576"/>
                  </a:lnTo>
                  <a:lnTo>
                    <a:pt x="647700" y="30480"/>
                  </a:lnTo>
                  <a:lnTo>
                    <a:pt x="659892" y="30480"/>
                  </a:lnTo>
                  <a:lnTo>
                    <a:pt x="662940" y="32004"/>
                  </a:lnTo>
                  <a:lnTo>
                    <a:pt x="665988" y="35052"/>
                  </a:lnTo>
                  <a:lnTo>
                    <a:pt x="665988" y="36576"/>
                  </a:lnTo>
                  <a:lnTo>
                    <a:pt x="667512" y="38100"/>
                  </a:lnTo>
                  <a:lnTo>
                    <a:pt x="667512" y="83820"/>
                  </a:lnTo>
                  <a:lnTo>
                    <a:pt x="678180" y="83820"/>
                  </a:lnTo>
                  <a:lnTo>
                    <a:pt x="678180" y="35052"/>
                  </a:lnTo>
                  <a:close/>
                </a:path>
                <a:path w="777239" h="85725">
                  <a:moveTo>
                    <a:pt x="717791" y="83820"/>
                  </a:moveTo>
                  <a:lnTo>
                    <a:pt x="716521" y="76200"/>
                  </a:lnTo>
                  <a:lnTo>
                    <a:pt x="716267" y="74676"/>
                  </a:lnTo>
                  <a:lnTo>
                    <a:pt x="713219" y="74676"/>
                  </a:lnTo>
                  <a:lnTo>
                    <a:pt x="713219" y="76200"/>
                  </a:lnTo>
                  <a:lnTo>
                    <a:pt x="710171" y="76200"/>
                  </a:lnTo>
                  <a:lnTo>
                    <a:pt x="708647" y="74676"/>
                  </a:lnTo>
                  <a:lnTo>
                    <a:pt x="707123" y="74676"/>
                  </a:lnTo>
                  <a:lnTo>
                    <a:pt x="707123" y="32004"/>
                  </a:lnTo>
                  <a:lnTo>
                    <a:pt x="716267" y="32004"/>
                  </a:lnTo>
                  <a:lnTo>
                    <a:pt x="716267" y="22860"/>
                  </a:lnTo>
                  <a:lnTo>
                    <a:pt x="707123" y="22860"/>
                  </a:lnTo>
                  <a:lnTo>
                    <a:pt x="707123" y="1524"/>
                  </a:lnTo>
                  <a:lnTo>
                    <a:pt x="696455" y="7620"/>
                  </a:lnTo>
                  <a:lnTo>
                    <a:pt x="696455" y="22860"/>
                  </a:lnTo>
                  <a:lnTo>
                    <a:pt x="688835" y="22860"/>
                  </a:lnTo>
                  <a:lnTo>
                    <a:pt x="688835" y="32004"/>
                  </a:lnTo>
                  <a:lnTo>
                    <a:pt x="696455" y="32004"/>
                  </a:lnTo>
                  <a:lnTo>
                    <a:pt x="696455" y="77724"/>
                  </a:lnTo>
                  <a:lnTo>
                    <a:pt x="697979" y="80772"/>
                  </a:lnTo>
                  <a:lnTo>
                    <a:pt x="699503" y="82296"/>
                  </a:lnTo>
                  <a:lnTo>
                    <a:pt x="701027" y="82296"/>
                  </a:lnTo>
                  <a:lnTo>
                    <a:pt x="702551" y="83820"/>
                  </a:lnTo>
                  <a:lnTo>
                    <a:pt x="705599" y="85344"/>
                  </a:lnTo>
                  <a:lnTo>
                    <a:pt x="711695" y="85344"/>
                  </a:lnTo>
                  <a:lnTo>
                    <a:pt x="714743" y="83820"/>
                  </a:lnTo>
                  <a:lnTo>
                    <a:pt x="717791" y="83820"/>
                  </a:lnTo>
                  <a:close/>
                </a:path>
                <a:path w="777239" h="85725">
                  <a:moveTo>
                    <a:pt x="777227" y="83820"/>
                  </a:moveTo>
                  <a:lnTo>
                    <a:pt x="775703" y="80772"/>
                  </a:lnTo>
                  <a:lnTo>
                    <a:pt x="775703" y="77724"/>
                  </a:lnTo>
                  <a:lnTo>
                    <a:pt x="774179" y="74676"/>
                  </a:lnTo>
                  <a:lnTo>
                    <a:pt x="774179" y="54864"/>
                  </a:lnTo>
                  <a:lnTo>
                    <a:pt x="774179" y="33528"/>
                  </a:lnTo>
                  <a:lnTo>
                    <a:pt x="772655" y="30480"/>
                  </a:lnTo>
                  <a:lnTo>
                    <a:pt x="772655" y="28956"/>
                  </a:lnTo>
                  <a:lnTo>
                    <a:pt x="769607" y="25908"/>
                  </a:lnTo>
                  <a:lnTo>
                    <a:pt x="760463" y="21336"/>
                  </a:lnTo>
                  <a:lnTo>
                    <a:pt x="740651" y="21336"/>
                  </a:lnTo>
                  <a:lnTo>
                    <a:pt x="737603" y="22860"/>
                  </a:lnTo>
                  <a:lnTo>
                    <a:pt x="733031" y="24384"/>
                  </a:lnTo>
                  <a:lnTo>
                    <a:pt x="729983" y="25908"/>
                  </a:lnTo>
                  <a:lnTo>
                    <a:pt x="725411" y="35052"/>
                  </a:lnTo>
                  <a:lnTo>
                    <a:pt x="723887" y="39624"/>
                  </a:lnTo>
                  <a:lnTo>
                    <a:pt x="734555" y="41148"/>
                  </a:lnTo>
                  <a:lnTo>
                    <a:pt x="736079" y="36576"/>
                  </a:lnTo>
                  <a:lnTo>
                    <a:pt x="737603" y="33528"/>
                  </a:lnTo>
                  <a:lnTo>
                    <a:pt x="739127" y="32004"/>
                  </a:lnTo>
                  <a:lnTo>
                    <a:pt x="742175" y="30480"/>
                  </a:lnTo>
                  <a:lnTo>
                    <a:pt x="758939" y="30480"/>
                  </a:lnTo>
                  <a:lnTo>
                    <a:pt x="760463" y="33528"/>
                  </a:lnTo>
                  <a:lnTo>
                    <a:pt x="761987" y="35052"/>
                  </a:lnTo>
                  <a:lnTo>
                    <a:pt x="763511" y="38100"/>
                  </a:lnTo>
                  <a:lnTo>
                    <a:pt x="763511" y="45720"/>
                  </a:lnTo>
                  <a:lnTo>
                    <a:pt x="763511" y="54864"/>
                  </a:lnTo>
                  <a:lnTo>
                    <a:pt x="763511" y="64008"/>
                  </a:lnTo>
                  <a:lnTo>
                    <a:pt x="761987" y="67056"/>
                  </a:lnTo>
                  <a:lnTo>
                    <a:pt x="760463" y="68580"/>
                  </a:lnTo>
                  <a:lnTo>
                    <a:pt x="758939" y="71628"/>
                  </a:lnTo>
                  <a:lnTo>
                    <a:pt x="752843" y="74676"/>
                  </a:lnTo>
                  <a:lnTo>
                    <a:pt x="748271" y="76200"/>
                  </a:lnTo>
                  <a:lnTo>
                    <a:pt x="740651" y="76200"/>
                  </a:lnTo>
                  <a:lnTo>
                    <a:pt x="737603" y="74676"/>
                  </a:lnTo>
                  <a:lnTo>
                    <a:pt x="733031" y="70104"/>
                  </a:lnTo>
                  <a:lnTo>
                    <a:pt x="733031" y="64008"/>
                  </a:lnTo>
                  <a:lnTo>
                    <a:pt x="736079" y="60960"/>
                  </a:lnTo>
                  <a:lnTo>
                    <a:pt x="736079" y="59436"/>
                  </a:lnTo>
                  <a:lnTo>
                    <a:pt x="740651" y="59436"/>
                  </a:lnTo>
                  <a:lnTo>
                    <a:pt x="743699" y="57912"/>
                  </a:lnTo>
                  <a:lnTo>
                    <a:pt x="746747" y="57912"/>
                  </a:lnTo>
                  <a:lnTo>
                    <a:pt x="754367" y="56388"/>
                  </a:lnTo>
                  <a:lnTo>
                    <a:pt x="760463" y="54864"/>
                  </a:lnTo>
                  <a:lnTo>
                    <a:pt x="763511" y="54864"/>
                  </a:lnTo>
                  <a:lnTo>
                    <a:pt x="763511" y="45720"/>
                  </a:lnTo>
                  <a:lnTo>
                    <a:pt x="758939" y="45720"/>
                  </a:lnTo>
                  <a:lnTo>
                    <a:pt x="754367" y="47244"/>
                  </a:lnTo>
                  <a:lnTo>
                    <a:pt x="745223" y="48768"/>
                  </a:lnTo>
                  <a:lnTo>
                    <a:pt x="742175" y="48768"/>
                  </a:lnTo>
                  <a:lnTo>
                    <a:pt x="739127" y="50292"/>
                  </a:lnTo>
                  <a:lnTo>
                    <a:pt x="734555" y="50292"/>
                  </a:lnTo>
                  <a:lnTo>
                    <a:pt x="731507" y="51816"/>
                  </a:lnTo>
                  <a:lnTo>
                    <a:pt x="729983" y="53340"/>
                  </a:lnTo>
                  <a:lnTo>
                    <a:pt x="726935" y="54864"/>
                  </a:lnTo>
                  <a:lnTo>
                    <a:pt x="725411" y="56388"/>
                  </a:lnTo>
                  <a:lnTo>
                    <a:pt x="722363" y="62484"/>
                  </a:lnTo>
                  <a:lnTo>
                    <a:pt x="722363" y="73152"/>
                  </a:lnTo>
                  <a:lnTo>
                    <a:pt x="723887" y="76200"/>
                  </a:lnTo>
                  <a:lnTo>
                    <a:pt x="726935" y="79248"/>
                  </a:lnTo>
                  <a:lnTo>
                    <a:pt x="736079" y="85344"/>
                  </a:lnTo>
                  <a:lnTo>
                    <a:pt x="746747" y="85344"/>
                  </a:lnTo>
                  <a:lnTo>
                    <a:pt x="752843" y="82296"/>
                  </a:lnTo>
                  <a:lnTo>
                    <a:pt x="757415" y="80772"/>
                  </a:lnTo>
                  <a:lnTo>
                    <a:pt x="760463" y="79248"/>
                  </a:lnTo>
                  <a:lnTo>
                    <a:pt x="763511" y="76200"/>
                  </a:lnTo>
                  <a:lnTo>
                    <a:pt x="763511" y="77724"/>
                  </a:lnTo>
                  <a:lnTo>
                    <a:pt x="766559" y="83820"/>
                  </a:lnTo>
                  <a:lnTo>
                    <a:pt x="777227" y="8382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1280" y="950975"/>
              <a:ext cx="2228087" cy="108204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641848" y="1178052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59">
                  <a:moveTo>
                    <a:pt x="35051" y="35052"/>
                  </a:moveTo>
                  <a:lnTo>
                    <a:pt x="0" y="35052"/>
                  </a:lnTo>
                  <a:lnTo>
                    <a:pt x="0" y="0"/>
                  </a:lnTo>
                  <a:lnTo>
                    <a:pt x="35051" y="0"/>
                  </a:lnTo>
                  <a:lnTo>
                    <a:pt x="35051" y="35052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75960" y="1152143"/>
              <a:ext cx="4300728" cy="24688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641848" y="1517903"/>
              <a:ext cx="213360" cy="358140"/>
            </a:xfrm>
            <a:custGeom>
              <a:avLst/>
              <a:gdLst/>
              <a:ahLst/>
              <a:cxnLst/>
              <a:rect l="l" t="t" r="r" b="b"/>
              <a:pathLst>
                <a:path w="213360" h="358139">
                  <a:moveTo>
                    <a:pt x="3505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35052" y="35052"/>
                  </a:lnTo>
                  <a:lnTo>
                    <a:pt x="35052" y="0"/>
                  </a:lnTo>
                  <a:close/>
                </a:path>
                <a:path w="213360" h="358139">
                  <a:moveTo>
                    <a:pt x="213360" y="339852"/>
                  </a:moveTo>
                  <a:lnTo>
                    <a:pt x="211836" y="336804"/>
                  </a:lnTo>
                  <a:lnTo>
                    <a:pt x="207264" y="332232"/>
                  </a:lnTo>
                  <a:lnTo>
                    <a:pt x="204216" y="330708"/>
                  </a:lnTo>
                  <a:lnTo>
                    <a:pt x="196596" y="330708"/>
                  </a:lnTo>
                  <a:lnTo>
                    <a:pt x="193548" y="332232"/>
                  </a:lnTo>
                  <a:lnTo>
                    <a:pt x="190500" y="335280"/>
                  </a:lnTo>
                  <a:lnTo>
                    <a:pt x="187452" y="336804"/>
                  </a:lnTo>
                  <a:lnTo>
                    <a:pt x="185928" y="339852"/>
                  </a:lnTo>
                  <a:lnTo>
                    <a:pt x="185928" y="347472"/>
                  </a:lnTo>
                  <a:lnTo>
                    <a:pt x="187452" y="352044"/>
                  </a:lnTo>
                  <a:lnTo>
                    <a:pt x="190500" y="353568"/>
                  </a:lnTo>
                  <a:lnTo>
                    <a:pt x="193548" y="356616"/>
                  </a:lnTo>
                  <a:lnTo>
                    <a:pt x="196596" y="358140"/>
                  </a:lnTo>
                  <a:lnTo>
                    <a:pt x="204216" y="358140"/>
                  </a:lnTo>
                  <a:lnTo>
                    <a:pt x="207264" y="356616"/>
                  </a:lnTo>
                  <a:lnTo>
                    <a:pt x="211836" y="352044"/>
                  </a:lnTo>
                  <a:lnTo>
                    <a:pt x="213360" y="347472"/>
                  </a:lnTo>
                  <a:lnTo>
                    <a:pt x="213360" y="339852"/>
                  </a:lnTo>
                  <a:close/>
                </a:path>
                <a:path w="213360" h="358139">
                  <a:moveTo>
                    <a:pt x="213360" y="178308"/>
                  </a:moveTo>
                  <a:lnTo>
                    <a:pt x="210312" y="172212"/>
                  </a:lnTo>
                  <a:lnTo>
                    <a:pt x="207264" y="169164"/>
                  </a:lnTo>
                  <a:lnTo>
                    <a:pt x="204216" y="167640"/>
                  </a:lnTo>
                  <a:lnTo>
                    <a:pt x="196596" y="167640"/>
                  </a:lnTo>
                  <a:lnTo>
                    <a:pt x="193548" y="169164"/>
                  </a:lnTo>
                  <a:lnTo>
                    <a:pt x="187452" y="175260"/>
                  </a:lnTo>
                  <a:lnTo>
                    <a:pt x="185928" y="178308"/>
                  </a:lnTo>
                  <a:lnTo>
                    <a:pt x="185928" y="185928"/>
                  </a:lnTo>
                  <a:lnTo>
                    <a:pt x="187452" y="188976"/>
                  </a:lnTo>
                  <a:lnTo>
                    <a:pt x="190500" y="192024"/>
                  </a:lnTo>
                  <a:lnTo>
                    <a:pt x="196596" y="195072"/>
                  </a:lnTo>
                  <a:lnTo>
                    <a:pt x="204216" y="195072"/>
                  </a:lnTo>
                  <a:lnTo>
                    <a:pt x="210312" y="192024"/>
                  </a:lnTo>
                  <a:lnTo>
                    <a:pt x="213360" y="185928"/>
                  </a:lnTo>
                  <a:lnTo>
                    <a:pt x="213360" y="178308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80532" y="1490471"/>
              <a:ext cx="4456175" cy="57150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641848" y="2179320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5051" y="35051"/>
                  </a:moveTo>
                  <a:lnTo>
                    <a:pt x="0" y="35051"/>
                  </a:lnTo>
                  <a:lnTo>
                    <a:pt x="0" y="0"/>
                  </a:lnTo>
                  <a:lnTo>
                    <a:pt x="35051" y="0"/>
                  </a:lnTo>
                  <a:lnTo>
                    <a:pt x="35051" y="35051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74435" y="2151888"/>
              <a:ext cx="4357116" cy="574548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5827776" y="2485643"/>
              <a:ext cx="27940" cy="191135"/>
            </a:xfrm>
            <a:custGeom>
              <a:avLst/>
              <a:gdLst/>
              <a:ahLst/>
              <a:cxnLst/>
              <a:rect l="l" t="t" r="r" b="b"/>
              <a:pathLst>
                <a:path w="27939" h="191135">
                  <a:moveTo>
                    <a:pt x="27432" y="172224"/>
                  </a:moveTo>
                  <a:lnTo>
                    <a:pt x="24384" y="166128"/>
                  </a:lnTo>
                  <a:lnTo>
                    <a:pt x="18288" y="163080"/>
                  </a:lnTo>
                  <a:lnTo>
                    <a:pt x="10668" y="163080"/>
                  </a:lnTo>
                  <a:lnTo>
                    <a:pt x="4572" y="166128"/>
                  </a:lnTo>
                  <a:lnTo>
                    <a:pt x="1524" y="169176"/>
                  </a:lnTo>
                  <a:lnTo>
                    <a:pt x="0" y="172224"/>
                  </a:lnTo>
                  <a:lnTo>
                    <a:pt x="0" y="179844"/>
                  </a:lnTo>
                  <a:lnTo>
                    <a:pt x="1524" y="182892"/>
                  </a:lnTo>
                  <a:lnTo>
                    <a:pt x="4572" y="185940"/>
                  </a:lnTo>
                  <a:lnTo>
                    <a:pt x="7620" y="188988"/>
                  </a:lnTo>
                  <a:lnTo>
                    <a:pt x="10668" y="190512"/>
                  </a:lnTo>
                  <a:lnTo>
                    <a:pt x="18288" y="190512"/>
                  </a:lnTo>
                  <a:lnTo>
                    <a:pt x="21336" y="188988"/>
                  </a:lnTo>
                  <a:lnTo>
                    <a:pt x="24384" y="185940"/>
                  </a:lnTo>
                  <a:lnTo>
                    <a:pt x="27432" y="179844"/>
                  </a:lnTo>
                  <a:lnTo>
                    <a:pt x="27432" y="172224"/>
                  </a:lnTo>
                  <a:close/>
                </a:path>
                <a:path w="27939" h="191135">
                  <a:moveTo>
                    <a:pt x="27432" y="9144"/>
                  </a:moveTo>
                  <a:lnTo>
                    <a:pt x="25908" y="6096"/>
                  </a:lnTo>
                  <a:lnTo>
                    <a:pt x="21336" y="1524"/>
                  </a:lnTo>
                  <a:lnTo>
                    <a:pt x="18288" y="0"/>
                  </a:lnTo>
                  <a:lnTo>
                    <a:pt x="10668" y="0"/>
                  </a:lnTo>
                  <a:lnTo>
                    <a:pt x="7620" y="1524"/>
                  </a:lnTo>
                  <a:lnTo>
                    <a:pt x="4572" y="4572"/>
                  </a:lnTo>
                  <a:lnTo>
                    <a:pt x="1524" y="6096"/>
                  </a:lnTo>
                  <a:lnTo>
                    <a:pt x="0" y="9144"/>
                  </a:lnTo>
                  <a:lnTo>
                    <a:pt x="0" y="16764"/>
                  </a:lnTo>
                  <a:lnTo>
                    <a:pt x="1524" y="19812"/>
                  </a:lnTo>
                  <a:lnTo>
                    <a:pt x="4572" y="22860"/>
                  </a:lnTo>
                  <a:lnTo>
                    <a:pt x="7620" y="25908"/>
                  </a:lnTo>
                  <a:lnTo>
                    <a:pt x="10668" y="27432"/>
                  </a:lnTo>
                  <a:lnTo>
                    <a:pt x="18288" y="27432"/>
                  </a:lnTo>
                  <a:lnTo>
                    <a:pt x="21336" y="25908"/>
                  </a:lnTo>
                  <a:lnTo>
                    <a:pt x="24384" y="22860"/>
                  </a:lnTo>
                  <a:lnTo>
                    <a:pt x="27432" y="16764"/>
                  </a:lnTo>
                  <a:lnTo>
                    <a:pt x="27432" y="914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234695" y="3813048"/>
            <a:ext cx="5034280" cy="3561715"/>
            <a:chOff x="234695" y="3813048"/>
            <a:chExt cx="5034280" cy="3561715"/>
          </a:xfrm>
        </p:grpSpPr>
        <p:sp>
          <p:nvSpPr>
            <p:cNvPr id="30" name="object 30" descr=""/>
            <p:cNvSpPr/>
            <p:nvPr/>
          </p:nvSpPr>
          <p:spPr>
            <a:xfrm>
              <a:off x="237743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7743" y="4462272"/>
              <a:ext cx="4693919" cy="3810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74747" y="6950964"/>
              <a:ext cx="1150619" cy="39623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27348" y="6806184"/>
              <a:ext cx="1318259" cy="192023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5675" y="4303776"/>
              <a:ext cx="1802891" cy="10058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2275332" y="4303776"/>
              <a:ext cx="608330" cy="128270"/>
            </a:xfrm>
            <a:custGeom>
              <a:avLst/>
              <a:gdLst/>
              <a:ahLst/>
              <a:cxnLst/>
              <a:rect l="l" t="t" r="r" b="b"/>
              <a:pathLst>
                <a:path w="608330" h="128270">
                  <a:moveTo>
                    <a:pt x="13716" y="85344"/>
                  </a:moveTo>
                  <a:lnTo>
                    <a:pt x="0" y="85344"/>
                  </a:lnTo>
                  <a:lnTo>
                    <a:pt x="0" y="99060"/>
                  </a:lnTo>
                  <a:lnTo>
                    <a:pt x="13716" y="99060"/>
                  </a:lnTo>
                  <a:lnTo>
                    <a:pt x="13716" y="85344"/>
                  </a:lnTo>
                  <a:close/>
                </a:path>
                <a:path w="608330" h="128270">
                  <a:moveTo>
                    <a:pt x="164592" y="1524"/>
                  </a:moveTo>
                  <a:lnTo>
                    <a:pt x="143256" y="1524"/>
                  </a:lnTo>
                  <a:lnTo>
                    <a:pt x="123444" y="68580"/>
                  </a:lnTo>
                  <a:lnTo>
                    <a:pt x="121920" y="76200"/>
                  </a:lnTo>
                  <a:lnTo>
                    <a:pt x="120396" y="80772"/>
                  </a:lnTo>
                  <a:lnTo>
                    <a:pt x="120396" y="83820"/>
                  </a:lnTo>
                  <a:lnTo>
                    <a:pt x="118872" y="80772"/>
                  </a:lnTo>
                  <a:lnTo>
                    <a:pt x="117348" y="76200"/>
                  </a:lnTo>
                  <a:lnTo>
                    <a:pt x="115824" y="70104"/>
                  </a:lnTo>
                  <a:lnTo>
                    <a:pt x="96012" y="1524"/>
                  </a:lnTo>
                  <a:lnTo>
                    <a:pt x="74676" y="1524"/>
                  </a:lnTo>
                  <a:lnTo>
                    <a:pt x="74676" y="99060"/>
                  </a:lnTo>
                  <a:lnTo>
                    <a:pt x="86868" y="99060"/>
                  </a:lnTo>
                  <a:lnTo>
                    <a:pt x="86868" y="13716"/>
                  </a:lnTo>
                  <a:lnTo>
                    <a:pt x="111252" y="99060"/>
                  </a:lnTo>
                  <a:lnTo>
                    <a:pt x="128016" y="99060"/>
                  </a:lnTo>
                  <a:lnTo>
                    <a:pt x="152400" y="13716"/>
                  </a:lnTo>
                  <a:lnTo>
                    <a:pt x="152400" y="99060"/>
                  </a:lnTo>
                  <a:lnTo>
                    <a:pt x="164592" y="99060"/>
                  </a:lnTo>
                  <a:lnTo>
                    <a:pt x="164592" y="1524"/>
                  </a:lnTo>
                  <a:close/>
                </a:path>
                <a:path w="608330" h="128270">
                  <a:moveTo>
                    <a:pt x="246888" y="62484"/>
                  </a:moveTo>
                  <a:lnTo>
                    <a:pt x="240106" y="38100"/>
                  </a:lnTo>
                  <a:lnTo>
                    <a:pt x="237744" y="35052"/>
                  </a:lnTo>
                  <a:lnTo>
                    <a:pt x="234696" y="32004"/>
                  </a:lnTo>
                  <a:lnTo>
                    <a:pt x="234696" y="54864"/>
                  </a:lnTo>
                  <a:lnTo>
                    <a:pt x="234696" y="71628"/>
                  </a:lnTo>
                  <a:lnTo>
                    <a:pt x="233172" y="77724"/>
                  </a:lnTo>
                  <a:lnTo>
                    <a:pt x="225552" y="85344"/>
                  </a:lnTo>
                  <a:lnTo>
                    <a:pt x="220980" y="88392"/>
                  </a:lnTo>
                  <a:lnTo>
                    <a:pt x="208788" y="88392"/>
                  </a:lnTo>
                  <a:lnTo>
                    <a:pt x="204216" y="86868"/>
                  </a:lnTo>
                  <a:lnTo>
                    <a:pt x="201168" y="82296"/>
                  </a:lnTo>
                  <a:lnTo>
                    <a:pt x="196596" y="77724"/>
                  </a:lnTo>
                  <a:lnTo>
                    <a:pt x="195072" y="71628"/>
                  </a:lnTo>
                  <a:lnTo>
                    <a:pt x="195072" y="54864"/>
                  </a:lnTo>
                  <a:lnTo>
                    <a:pt x="196596" y="48768"/>
                  </a:lnTo>
                  <a:lnTo>
                    <a:pt x="201168" y="44196"/>
                  </a:lnTo>
                  <a:lnTo>
                    <a:pt x="204216" y="39624"/>
                  </a:lnTo>
                  <a:lnTo>
                    <a:pt x="208788" y="38100"/>
                  </a:lnTo>
                  <a:lnTo>
                    <a:pt x="220980" y="38100"/>
                  </a:lnTo>
                  <a:lnTo>
                    <a:pt x="225552" y="39624"/>
                  </a:lnTo>
                  <a:lnTo>
                    <a:pt x="228600" y="44196"/>
                  </a:lnTo>
                  <a:lnTo>
                    <a:pt x="233172" y="48768"/>
                  </a:lnTo>
                  <a:lnTo>
                    <a:pt x="234696" y="54864"/>
                  </a:lnTo>
                  <a:lnTo>
                    <a:pt x="234696" y="32004"/>
                  </a:lnTo>
                  <a:lnTo>
                    <a:pt x="231648" y="28956"/>
                  </a:lnTo>
                  <a:lnTo>
                    <a:pt x="224028" y="25908"/>
                  </a:lnTo>
                  <a:lnTo>
                    <a:pt x="207264" y="25908"/>
                  </a:lnTo>
                  <a:lnTo>
                    <a:pt x="183388" y="54864"/>
                  </a:lnTo>
                  <a:lnTo>
                    <a:pt x="182880" y="62484"/>
                  </a:lnTo>
                  <a:lnTo>
                    <a:pt x="198120" y="97536"/>
                  </a:lnTo>
                  <a:lnTo>
                    <a:pt x="205740" y="100584"/>
                  </a:lnTo>
                  <a:lnTo>
                    <a:pt x="220980" y="100584"/>
                  </a:lnTo>
                  <a:lnTo>
                    <a:pt x="246888" y="71628"/>
                  </a:lnTo>
                  <a:lnTo>
                    <a:pt x="246888" y="62484"/>
                  </a:lnTo>
                  <a:close/>
                </a:path>
                <a:path w="608330" h="128270">
                  <a:moveTo>
                    <a:pt x="318516" y="1524"/>
                  </a:moveTo>
                  <a:lnTo>
                    <a:pt x="306324" y="1524"/>
                  </a:lnTo>
                  <a:lnTo>
                    <a:pt x="306324" y="38100"/>
                  </a:lnTo>
                  <a:lnTo>
                    <a:pt x="306324" y="54864"/>
                  </a:lnTo>
                  <a:lnTo>
                    <a:pt x="306324" y="71628"/>
                  </a:lnTo>
                  <a:lnTo>
                    <a:pt x="304800" y="77724"/>
                  </a:lnTo>
                  <a:lnTo>
                    <a:pt x="301752" y="82296"/>
                  </a:lnTo>
                  <a:lnTo>
                    <a:pt x="297180" y="86868"/>
                  </a:lnTo>
                  <a:lnTo>
                    <a:pt x="294132" y="88392"/>
                  </a:lnTo>
                  <a:lnTo>
                    <a:pt x="283464" y="88392"/>
                  </a:lnTo>
                  <a:lnTo>
                    <a:pt x="278892" y="86868"/>
                  </a:lnTo>
                  <a:lnTo>
                    <a:pt x="275844" y="82296"/>
                  </a:lnTo>
                  <a:lnTo>
                    <a:pt x="271272" y="77724"/>
                  </a:lnTo>
                  <a:lnTo>
                    <a:pt x="269748" y="71628"/>
                  </a:lnTo>
                  <a:lnTo>
                    <a:pt x="269748" y="54864"/>
                  </a:lnTo>
                  <a:lnTo>
                    <a:pt x="271272" y="48768"/>
                  </a:lnTo>
                  <a:lnTo>
                    <a:pt x="275844" y="44196"/>
                  </a:lnTo>
                  <a:lnTo>
                    <a:pt x="278892" y="39624"/>
                  </a:lnTo>
                  <a:lnTo>
                    <a:pt x="283464" y="38100"/>
                  </a:lnTo>
                  <a:lnTo>
                    <a:pt x="292608" y="38100"/>
                  </a:lnTo>
                  <a:lnTo>
                    <a:pt x="297180" y="39624"/>
                  </a:lnTo>
                  <a:lnTo>
                    <a:pt x="301752" y="44196"/>
                  </a:lnTo>
                  <a:lnTo>
                    <a:pt x="304800" y="48768"/>
                  </a:lnTo>
                  <a:lnTo>
                    <a:pt x="306324" y="54864"/>
                  </a:lnTo>
                  <a:lnTo>
                    <a:pt x="306324" y="38100"/>
                  </a:lnTo>
                  <a:lnTo>
                    <a:pt x="304800" y="33528"/>
                  </a:lnTo>
                  <a:lnTo>
                    <a:pt x="301752" y="32004"/>
                  </a:lnTo>
                  <a:lnTo>
                    <a:pt x="298704" y="28956"/>
                  </a:lnTo>
                  <a:lnTo>
                    <a:pt x="295656" y="27432"/>
                  </a:lnTo>
                  <a:lnTo>
                    <a:pt x="291084" y="25908"/>
                  </a:lnTo>
                  <a:lnTo>
                    <a:pt x="281940" y="25908"/>
                  </a:lnTo>
                  <a:lnTo>
                    <a:pt x="257556" y="56388"/>
                  </a:lnTo>
                  <a:lnTo>
                    <a:pt x="257556" y="70104"/>
                  </a:lnTo>
                  <a:lnTo>
                    <a:pt x="259080" y="76200"/>
                  </a:lnTo>
                  <a:lnTo>
                    <a:pt x="262128" y="82296"/>
                  </a:lnTo>
                  <a:lnTo>
                    <a:pt x="263652" y="88392"/>
                  </a:lnTo>
                  <a:lnTo>
                    <a:pt x="268224" y="92964"/>
                  </a:lnTo>
                  <a:lnTo>
                    <a:pt x="277368" y="99060"/>
                  </a:lnTo>
                  <a:lnTo>
                    <a:pt x="281940" y="100584"/>
                  </a:lnTo>
                  <a:lnTo>
                    <a:pt x="295656" y="100584"/>
                  </a:lnTo>
                  <a:lnTo>
                    <a:pt x="301752" y="96012"/>
                  </a:lnTo>
                  <a:lnTo>
                    <a:pt x="305562" y="88392"/>
                  </a:lnTo>
                  <a:lnTo>
                    <a:pt x="306324" y="86868"/>
                  </a:lnTo>
                  <a:lnTo>
                    <a:pt x="306324" y="99060"/>
                  </a:lnTo>
                  <a:lnTo>
                    <a:pt x="318516" y="99060"/>
                  </a:lnTo>
                  <a:lnTo>
                    <a:pt x="318516" y="86868"/>
                  </a:lnTo>
                  <a:lnTo>
                    <a:pt x="318516" y="1524"/>
                  </a:lnTo>
                  <a:close/>
                </a:path>
                <a:path w="608330" h="128270">
                  <a:moveTo>
                    <a:pt x="400812" y="64008"/>
                  </a:moveTo>
                  <a:lnTo>
                    <a:pt x="400240" y="55422"/>
                  </a:lnTo>
                  <a:lnTo>
                    <a:pt x="400113" y="54864"/>
                  </a:lnTo>
                  <a:lnTo>
                    <a:pt x="398526" y="47815"/>
                  </a:lnTo>
                  <a:lnTo>
                    <a:pt x="395668" y="41084"/>
                  </a:lnTo>
                  <a:lnTo>
                    <a:pt x="393687" y="38100"/>
                  </a:lnTo>
                  <a:lnTo>
                    <a:pt x="391668" y="35052"/>
                  </a:lnTo>
                  <a:lnTo>
                    <a:pt x="388620" y="32004"/>
                  </a:lnTo>
                  <a:lnTo>
                    <a:pt x="388620" y="50292"/>
                  </a:lnTo>
                  <a:lnTo>
                    <a:pt x="388620" y="54864"/>
                  </a:lnTo>
                  <a:lnTo>
                    <a:pt x="345948" y="54864"/>
                  </a:lnTo>
                  <a:lnTo>
                    <a:pt x="348996" y="45720"/>
                  </a:lnTo>
                  <a:lnTo>
                    <a:pt x="353568" y="42672"/>
                  </a:lnTo>
                  <a:lnTo>
                    <a:pt x="356616" y="39624"/>
                  </a:lnTo>
                  <a:lnTo>
                    <a:pt x="362712" y="38100"/>
                  </a:lnTo>
                  <a:lnTo>
                    <a:pt x="374904" y="38100"/>
                  </a:lnTo>
                  <a:lnTo>
                    <a:pt x="379476" y="39624"/>
                  </a:lnTo>
                  <a:lnTo>
                    <a:pt x="384048" y="44196"/>
                  </a:lnTo>
                  <a:lnTo>
                    <a:pt x="387096" y="45720"/>
                  </a:lnTo>
                  <a:lnTo>
                    <a:pt x="388620" y="50292"/>
                  </a:lnTo>
                  <a:lnTo>
                    <a:pt x="388620" y="32004"/>
                  </a:lnTo>
                  <a:lnTo>
                    <a:pt x="385572" y="28956"/>
                  </a:lnTo>
                  <a:lnTo>
                    <a:pt x="377952" y="25908"/>
                  </a:lnTo>
                  <a:lnTo>
                    <a:pt x="368808" y="25908"/>
                  </a:lnTo>
                  <a:lnTo>
                    <a:pt x="336042" y="47815"/>
                  </a:lnTo>
                  <a:lnTo>
                    <a:pt x="333756" y="64008"/>
                  </a:lnTo>
                  <a:lnTo>
                    <a:pt x="334327" y="71729"/>
                  </a:lnTo>
                  <a:lnTo>
                    <a:pt x="361111" y="100012"/>
                  </a:lnTo>
                  <a:lnTo>
                    <a:pt x="368808" y="100584"/>
                  </a:lnTo>
                  <a:lnTo>
                    <a:pt x="377952" y="100584"/>
                  </a:lnTo>
                  <a:lnTo>
                    <a:pt x="384048" y="99060"/>
                  </a:lnTo>
                  <a:lnTo>
                    <a:pt x="390144" y="94488"/>
                  </a:lnTo>
                  <a:lnTo>
                    <a:pt x="394716" y="91440"/>
                  </a:lnTo>
                  <a:lnTo>
                    <a:pt x="397002" y="88392"/>
                  </a:lnTo>
                  <a:lnTo>
                    <a:pt x="399288" y="85344"/>
                  </a:lnTo>
                  <a:lnTo>
                    <a:pt x="400812" y="79248"/>
                  </a:lnTo>
                  <a:lnTo>
                    <a:pt x="388620" y="77724"/>
                  </a:lnTo>
                  <a:lnTo>
                    <a:pt x="387096" y="80772"/>
                  </a:lnTo>
                  <a:lnTo>
                    <a:pt x="384048" y="83820"/>
                  </a:lnTo>
                  <a:lnTo>
                    <a:pt x="377952" y="86868"/>
                  </a:lnTo>
                  <a:lnTo>
                    <a:pt x="373380" y="88392"/>
                  </a:lnTo>
                  <a:lnTo>
                    <a:pt x="362712" y="88392"/>
                  </a:lnTo>
                  <a:lnTo>
                    <a:pt x="358140" y="86868"/>
                  </a:lnTo>
                  <a:lnTo>
                    <a:pt x="353568" y="82296"/>
                  </a:lnTo>
                  <a:lnTo>
                    <a:pt x="348996" y="79248"/>
                  </a:lnTo>
                  <a:lnTo>
                    <a:pt x="348894" y="78867"/>
                  </a:lnTo>
                  <a:lnTo>
                    <a:pt x="345948" y="67056"/>
                  </a:lnTo>
                  <a:lnTo>
                    <a:pt x="400812" y="67056"/>
                  </a:lnTo>
                  <a:lnTo>
                    <a:pt x="400812" y="64008"/>
                  </a:lnTo>
                  <a:close/>
                </a:path>
                <a:path w="608330" h="128270">
                  <a:moveTo>
                    <a:pt x="428231" y="0"/>
                  </a:moveTo>
                  <a:lnTo>
                    <a:pt x="414515" y="0"/>
                  </a:lnTo>
                  <a:lnTo>
                    <a:pt x="414515" y="99060"/>
                  </a:lnTo>
                  <a:lnTo>
                    <a:pt x="428231" y="99060"/>
                  </a:lnTo>
                  <a:lnTo>
                    <a:pt x="428231" y="0"/>
                  </a:lnTo>
                  <a:close/>
                </a:path>
                <a:path w="608330" h="128270">
                  <a:moveTo>
                    <a:pt x="457200" y="27432"/>
                  </a:moveTo>
                  <a:lnTo>
                    <a:pt x="445008" y="27432"/>
                  </a:lnTo>
                  <a:lnTo>
                    <a:pt x="445008" y="99060"/>
                  </a:lnTo>
                  <a:lnTo>
                    <a:pt x="457200" y="99060"/>
                  </a:lnTo>
                  <a:lnTo>
                    <a:pt x="457200" y="27432"/>
                  </a:lnTo>
                  <a:close/>
                </a:path>
                <a:path w="608330" h="128270">
                  <a:moveTo>
                    <a:pt x="457200" y="1524"/>
                  </a:moveTo>
                  <a:lnTo>
                    <a:pt x="445008" y="1524"/>
                  </a:lnTo>
                  <a:lnTo>
                    <a:pt x="445008" y="13716"/>
                  </a:lnTo>
                  <a:lnTo>
                    <a:pt x="457200" y="13716"/>
                  </a:lnTo>
                  <a:lnTo>
                    <a:pt x="457200" y="1524"/>
                  </a:lnTo>
                  <a:close/>
                </a:path>
                <a:path w="608330" h="128270">
                  <a:moveTo>
                    <a:pt x="533387" y="48768"/>
                  </a:moveTo>
                  <a:lnTo>
                    <a:pt x="531863" y="45720"/>
                  </a:lnTo>
                  <a:lnTo>
                    <a:pt x="531863" y="39624"/>
                  </a:lnTo>
                  <a:lnTo>
                    <a:pt x="528815" y="33528"/>
                  </a:lnTo>
                  <a:lnTo>
                    <a:pt x="524243" y="28956"/>
                  </a:lnTo>
                  <a:lnTo>
                    <a:pt x="521195" y="27432"/>
                  </a:lnTo>
                  <a:lnTo>
                    <a:pt x="516623" y="25908"/>
                  </a:lnTo>
                  <a:lnTo>
                    <a:pt x="499859" y="25908"/>
                  </a:lnTo>
                  <a:lnTo>
                    <a:pt x="492239" y="28956"/>
                  </a:lnTo>
                  <a:lnTo>
                    <a:pt x="487667" y="36576"/>
                  </a:lnTo>
                  <a:lnTo>
                    <a:pt x="487667" y="27432"/>
                  </a:lnTo>
                  <a:lnTo>
                    <a:pt x="475475" y="27432"/>
                  </a:lnTo>
                  <a:lnTo>
                    <a:pt x="475475" y="99060"/>
                  </a:lnTo>
                  <a:lnTo>
                    <a:pt x="487667" y="99060"/>
                  </a:lnTo>
                  <a:lnTo>
                    <a:pt x="487667" y="51816"/>
                  </a:lnTo>
                  <a:lnTo>
                    <a:pt x="489191" y="45720"/>
                  </a:lnTo>
                  <a:lnTo>
                    <a:pt x="492239" y="42672"/>
                  </a:lnTo>
                  <a:lnTo>
                    <a:pt x="496811" y="39624"/>
                  </a:lnTo>
                  <a:lnTo>
                    <a:pt x="501383" y="38100"/>
                  </a:lnTo>
                  <a:lnTo>
                    <a:pt x="512051" y="38100"/>
                  </a:lnTo>
                  <a:lnTo>
                    <a:pt x="513575" y="39624"/>
                  </a:lnTo>
                  <a:lnTo>
                    <a:pt x="516623" y="41148"/>
                  </a:lnTo>
                  <a:lnTo>
                    <a:pt x="518147" y="42672"/>
                  </a:lnTo>
                  <a:lnTo>
                    <a:pt x="519671" y="45720"/>
                  </a:lnTo>
                  <a:lnTo>
                    <a:pt x="519671" y="48768"/>
                  </a:lnTo>
                  <a:lnTo>
                    <a:pt x="521195" y="51816"/>
                  </a:lnTo>
                  <a:lnTo>
                    <a:pt x="521195" y="99060"/>
                  </a:lnTo>
                  <a:lnTo>
                    <a:pt x="533387" y="99060"/>
                  </a:lnTo>
                  <a:lnTo>
                    <a:pt x="533387" y="48768"/>
                  </a:lnTo>
                  <a:close/>
                </a:path>
                <a:path w="608330" h="128270">
                  <a:moveTo>
                    <a:pt x="608063" y="27444"/>
                  </a:moveTo>
                  <a:lnTo>
                    <a:pt x="595871" y="27444"/>
                  </a:lnTo>
                  <a:lnTo>
                    <a:pt x="595871" y="36588"/>
                  </a:lnTo>
                  <a:lnTo>
                    <a:pt x="595871" y="54876"/>
                  </a:lnTo>
                  <a:lnTo>
                    <a:pt x="595871" y="70116"/>
                  </a:lnTo>
                  <a:lnTo>
                    <a:pt x="592823" y="76212"/>
                  </a:lnTo>
                  <a:lnTo>
                    <a:pt x="586727" y="85356"/>
                  </a:lnTo>
                  <a:lnTo>
                    <a:pt x="582155" y="86880"/>
                  </a:lnTo>
                  <a:lnTo>
                    <a:pt x="571487" y="86880"/>
                  </a:lnTo>
                  <a:lnTo>
                    <a:pt x="566915" y="85356"/>
                  </a:lnTo>
                  <a:lnTo>
                    <a:pt x="560819" y="76212"/>
                  </a:lnTo>
                  <a:lnTo>
                    <a:pt x="559295" y="70116"/>
                  </a:lnTo>
                  <a:lnTo>
                    <a:pt x="559295" y="53352"/>
                  </a:lnTo>
                  <a:lnTo>
                    <a:pt x="560819" y="47256"/>
                  </a:lnTo>
                  <a:lnTo>
                    <a:pt x="563867" y="44208"/>
                  </a:lnTo>
                  <a:lnTo>
                    <a:pt x="566915" y="39636"/>
                  </a:lnTo>
                  <a:lnTo>
                    <a:pt x="571487" y="38112"/>
                  </a:lnTo>
                  <a:lnTo>
                    <a:pt x="582155" y="38112"/>
                  </a:lnTo>
                  <a:lnTo>
                    <a:pt x="586727" y="39636"/>
                  </a:lnTo>
                  <a:lnTo>
                    <a:pt x="592823" y="48780"/>
                  </a:lnTo>
                  <a:lnTo>
                    <a:pt x="595871" y="54876"/>
                  </a:lnTo>
                  <a:lnTo>
                    <a:pt x="595871" y="36588"/>
                  </a:lnTo>
                  <a:lnTo>
                    <a:pt x="589775" y="28968"/>
                  </a:lnTo>
                  <a:lnTo>
                    <a:pt x="583679" y="25920"/>
                  </a:lnTo>
                  <a:lnTo>
                    <a:pt x="569963" y="25920"/>
                  </a:lnTo>
                  <a:lnTo>
                    <a:pt x="563867" y="27444"/>
                  </a:lnTo>
                  <a:lnTo>
                    <a:pt x="559295" y="30492"/>
                  </a:lnTo>
                  <a:lnTo>
                    <a:pt x="551675" y="38112"/>
                  </a:lnTo>
                  <a:lnTo>
                    <a:pt x="550151" y="44208"/>
                  </a:lnTo>
                  <a:lnTo>
                    <a:pt x="547103" y="50304"/>
                  </a:lnTo>
                  <a:lnTo>
                    <a:pt x="547103" y="62496"/>
                  </a:lnTo>
                  <a:lnTo>
                    <a:pt x="547446" y="69964"/>
                  </a:lnTo>
                  <a:lnTo>
                    <a:pt x="547471" y="70116"/>
                  </a:lnTo>
                  <a:lnTo>
                    <a:pt x="548627" y="76593"/>
                  </a:lnTo>
                  <a:lnTo>
                    <a:pt x="550964" y="82638"/>
                  </a:lnTo>
                  <a:lnTo>
                    <a:pt x="554723" y="88404"/>
                  </a:lnTo>
                  <a:lnTo>
                    <a:pt x="559295" y="96024"/>
                  </a:lnTo>
                  <a:lnTo>
                    <a:pt x="566915" y="99072"/>
                  </a:lnTo>
                  <a:lnTo>
                    <a:pt x="583679" y="99072"/>
                  </a:lnTo>
                  <a:lnTo>
                    <a:pt x="589775" y="96024"/>
                  </a:lnTo>
                  <a:lnTo>
                    <a:pt x="595871" y="89928"/>
                  </a:lnTo>
                  <a:lnTo>
                    <a:pt x="595871" y="97548"/>
                  </a:lnTo>
                  <a:lnTo>
                    <a:pt x="594347" y="102120"/>
                  </a:lnTo>
                  <a:lnTo>
                    <a:pt x="594347" y="103644"/>
                  </a:lnTo>
                  <a:lnTo>
                    <a:pt x="592823" y="108216"/>
                  </a:lnTo>
                  <a:lnTo>
                    <a:pt x="591299" y="111264"/>
                  </a:lnTo>
                  <a:lnTo>
                    <a:pt x="585203" y="114312"/>
                  </a:lnTo>
                  <a:lnTo>
                    <a:pt x="580631" y="115836"/>
                  </a:lnTo>
                  <a:lnTo>
                    <a:pt x="571487" y="115836"/>
                  </a:lnTo>
                  <a:lnTo>
                    <a:pt x="566915" y="114312"/>
                  </a:lnTo>
                  <a:lnTo>
                    <a:pt x="563867" y="112788"/>
                  </a:lnTo>
                  <a:lnTo>
                    <a:pt x="560819" y="109740"/>
                  </a:lnTo>
                  <a:lnTo>
                    <a:pt x="560819" y="106692"/>
                  </a:lnTo>
                  <a:lnTo>
                    <a:pt x="548627" y="105168"/>
                  </a:lnTo>
                  <a:lnTo>
                    <a:pt x="547103" y="112788"/>
                  </a:lnTo>
                  <a:lnTo>
                    <a:pt x="550151" y="118884"/>
                  </a:lnTo>
                  <a:lnTo>
                    <a:pt x="554723" y="121932"/>
                  </a:lnTo>
                  <a:lnTo>
                    <a:pt x="560819" y="126504"/>
                  </a:lnTo>
                  <a:lnTo>
                    <a:pt x="566915" y="128028"/>
                  </a:lnTo>
                  <a:lnTo>
                    <a:pt x="582155" y="128028"/>
                  </a:lnTo>
                  <a:lnTo>
                    <a:pt x="588251" y="126504"/>
                  </a:lnTo>
                  <a:lnTo>
                    <a:pt x="592823" y="123456"/>
                  </a:lnTo>
                  <a:lnTo>
                    <a:pt x="598919" y="120408"/>
                  </a:lnTo>
                  <a:lnTo>
                    <a:pt x="601967" y="117360"/>
                  </a:lnTo>
                  <a:lnTo>
                    <a:pt x="602475" y="115836"/>
                  </a:lnTo>
                  <a:lnTo>
                    <a:pt x="603491" y="112788"/>
                  </a:lnTo>
                  <a:lnTo>
                    <a:pt x="606539" y="108216"/>
                  </a:lnTo>
                  <a:lnTo>
                    <a:pt x="608063" y="100596"/>
                  </a:lnTo>
                  <a:lnTo>
                    <a:pt x="608063" y="89928"/>
                  </a:lnTo>
                  <a:lnTo>
                    <a:pt x="608063" y="86880"/>
                  </a:lnTo>
                  <a:lnTo>
                    <a:pt x="608063" y="38112"/>
                  </a:lnTo>
                  <a:lnTo>
                    <a:pt x="608063" y="36588"/>
                  </a:lnTo>
                  <a:lnTo>
                    <a:pt x="608063" y="2744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6" name="object 36" descr=""/>
          <p:cNvGraphicFramePr>
            <a:graphicFrameLocks noGrp="1"/>
          </p:cNvGraphicFramePr>
          <p:nvPr/>
        </p:nvGraphicFramePr>
        <p:xfrm>
          <a:off x="1207769" y="5019294"/>
          <a:ext cx="3209925" cy="1351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040"/>
                <a:gridCol w="443229"/>
                <a:gridCol w="436244"/>
                <a:gridCol w="443230"/>
                <a:gridCol w="443230"/>
                <a:gridCol w="443230"/>
                <a:gridCol w="467359"/>
              </a:tblGrid>
              <a:tr h="4159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BFBFBF"/>
                      </a:solidFill>
                      <a:prstDash val="sysDash"/>
                    </a:lnL>
                    <a:lnR w="9525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BFBFBF"/>
                      </a:solidFill>
                      <a:prstDash val="sysDash"/>
                    </a:lnL>
                    <a:lnR w="6350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FBFBF"/>
                      </a:solidFill>
                      <a:prstDash val="sysDash"/>
                    </a:lnL>
                    <a:lnR w="6350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FBFBF"/>
                      </a:solidFill>
                      <a:prstDash val="sysDash"/>
                    </a:lnL>
                    <a:lnR w="6350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FBFBF"/>
                      </a:solidFill>
                      <a:prstDash val="sysDash"/>
                    </a:lnL>
                    <a:lnR w="6350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FBFBF"/>
                      </a:solidFill>
                      <a:prstDash val="sysDash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53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BFBFBF"/>
                      </a:solidFill>
                      <a:prstDash val="sysDash"/>
                    </a:lnL>
                    <a:lnR w="9525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BFBFBF"/>
                      </a:solidFill>
                      <a:prstDash val="sysDash"/>
                    </a:lnL>
                    <a:lnR w="6350">
                      <a:solidFill>
                        <a:srgbClr val="BFBFBF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FBFBF"/>
                      </a:solidFill>
                      <a:prstDash val="sysDash"/>
                    </a:lnL>
                    <a:lnR w="6350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FBFBF"/>
                      </a:solidFill>
                      <a:prstDash val="sysDash"/>
                    </a:lnL>
                    <a:lnR w="6350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FBFBF"/>
                      </a:solidFill>
                      <a:prstDash val="sysDash"/>
                    </a:lnL>
                    <a:lnR w="6350">
                      <a:solidFill>
                        <a:srgbClr val="BFBFBF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FBFBF"/>
                      </a:solidFill>
                      <a:prstDash val="sysDash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7" name="object 37" descr=""/>
          <p:cNvSpPr/>
          <p:nvPr/>
        </p:nvSpPr>
        <p:spPr>
          <a:xfrm>
            <a:off x="1190244" y="4995671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5">
                <a:moveTo>
                  <a:pt x="48768" y="48767"/>
                </a:moveTo>
                <a:lnTo>
                  <a:pt x="0" y="48767"/>
                </a:lnTo>
                <a:lnTo>
                  <a:pt x="21335" y="0"/>
                </a:lnTo>
                <a:lnTo>
                  <a:pt x="48768" y="48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4323588" y="6355080"/>
            <a:ext cx="48895" cy="47625"/>
          </a:xfrm>
          <a:custGeom>
            <a:avLst/>
            <a:gdLst/>
            <a:ahLst/>
            <a:cxnLst/>
            <a:rect l="l" t="t" r="r" b="b"/>
            <a:pathLst>
              <a:path w="48895" h="47625">
                <a:moveTo>
                  <a:pt x="0" y="47243"/>
                </a:moveTo>
                <a:lnTo>
                  <a:pt x="0" y="0"/>
                </a:lnTo>
                <a:lnTo>
                  <a:pt x="48767" y="27432"/>
                </a:lnTo>
                <a:lnTo>
                  <a:pt x="0" y="4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1121663" y="4890515"/>
            <a:ext cx="601980" cy="66040"/>
            <a:chOff x="1121663" y="4890515"/>
            <a:chExt cx="601980" cy="66040"/>
          </a:xfrm>
        </p:grpSpPr>
        <p:pic>
          <p:nvPicPr>
            <p:cNvPr id="40" name="object 4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21663" y="4890515"/>
              <a:ext cx="391667" cy="65532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45336" y="4890515"/>
              <a:ext cx="178308" cy="65532"/>
            </a:xfrm>
            <a:prstGeom prst="rect">
              <a:avLst/>
            </a:prstGeom>
          </p:spPr>
        </p:pic>
      </p:grpSp>
      <p:pic>
        <p:nvPicPr>
          <p:cNvPr id="42" name="object 4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997452" y="6269736"/>
            <a:ext cx="338327" cy="82296"/>
          </a:xfrm>
          <a:prstGeom prst="rect">
            <a:avLst/>
          </a:prstGeom>
        </p:spPr>
      </p:pic>
      <p:sp>
        <p:nvSpPr>
          <p:cNvPr id="43" name="object 43" descr=""/>
          <p:cNvSpPr/>
          <p:nvPr/>
        </p:nvSpPr>
        <p:spPr>
          <a:xfrm>
            <a:off x="1632204" y="6435852"/>
            <a:ext cx="60960" cy="64135"/>
          </a:xfrm>
          <a:custGeom>
            <a:avLst/>
            <a:gdLst/>
            <a:ahLst/>
            <a:cxnLst/>
            <a:rect l="l" t="t" r="r" b="b"/>
            <a:pathLst>
              <a:path w="60960" h="64135">
                <a:moveTo>
                  <a:pt x="10668" y="64008"/>
                </a:moveTo>
                <a:lnTo>
                  <a:pt x="0" y="64008"/>
                </a:lnTo>
                <a:lnTo>
                  <a:pt x="25908" y="0"/>
                </a:lnTo>
                <a:lnTo>
                  <a:pt x="35052" y="0"/>
                </a:lnTo>
                <a:lnTo>
                  <a:pt x="38136" y="7620"/>
                </a:lnTo>
                <a:lnTo>
                  <a:pt x="30480" y="7620"/>
                </a:lnTo>
                <a:lnTo>
                  <a:pt x="27432" y="13716"/>
                </a:lnTo>
                <a:lnTo>
                  <a:pt x="19812" y="36576"/>
                </a:lnTo>
                <a:lnTo>
                  <a:pt x="49856" y="36576"/>
                </a:lnTo>
                <a:lnTo>
                  <a:pt x="52940" y="44196"/>
                </a:lnTo>
                <a:lnTo>
                  <a:pt x="16764" y="44196"/>
                </a:lnTo>
                <a:lnTo>
                  <a:pt x="10668" y="64008"/>
                </a:lnTo>
                <a:close/>
              </a:path>
              <a:path w="60960" h="64135">
                <a:moveTo>
                  <a:pt x="49856" y="36576"/>
                </a:moveTo>
                <a:lnTo>
                  <a:pt x="41148" y="36576"/>
                </a:lnTo>
                <a:lnTo>
                  <a:pt x="35052" y="19812"/>
                </a:lnTo>
                <a:lnTo>
                  <a:pt x="32004" y="10668"/>
                </a:lnTo>
                <a:lnTo>
                  <a:pt x="30480" y="7620"/>
                </a:lnTo>
                <a:lnTo>
                  <a:pt x="38136" y="7620"/>
                </a:lnTo>
                <a:lnTo>
                  <a:pt x="49856" y="36576"/>
                </a:lnTo>
                <a:close/>
              </a:path>
              <a:path w="60960" h="64135">
                <a:moveTo>
                  <a:pt x="60960" y="64008"/>
                </a:moveTo>
                <a:lnTo>
                  <a:pt x="51816" y="64008"/>
                </a:lnTo>
                <a:lnTo>
                  <a:pt x="44196" y="44196"/>
                </a:lnTo>
                <a:lnTo>
                  <a:pt x="52940" y="44196"/>
                </a:lnTo>
                <a:lnTo>
                  <a:pt x="60960" y="64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3409188" y="6435852"/>
            <a:ext cx="47625" cy="64135"/>
          </a:xfrm>
          <a:custGeom>
            <a:avLst/>
            <a:gdLst/>
            <a:ahLst/>
            <a:cxnLst/>
            <a:rect l="l" t="t" r="r" b="b"/>
            <a:pathLst>
              <a:path w="47625" h="64135">
                <a:moveTo>
                  <a:pt x="47244" y="64008"/>
                </a:moveTo>
                <a:lnTo>
                  <a:pt x="0" y="64008"/>
                </a:lnTo>
                <a:lnTo>
                  <a:pt x="0" y="0"/>
                </a:lnTo>
                <a:lnTo>
                  <a:pt x="45720" y="0"/>
                </a:lnTo>
                <a:lnTo>
                  <a:pt x="45720" y="7620"/>
                </a:lnTo>
                <a:lnTo>
                  <a:pt x="9144" y="7620"/>
                </a:lnTo>
                <a:lnTo>
                  <a:pt x="9144" y="27432"/>
                </a:lnTo>
                <a:lnTo>
                  <a:pt x="42672" y="27432"/>
                </a:lnTo>
                <a:lnTo>
                  <a:pt x="42672" y="35052"/>
                </a:lnTo>
                <a:lnTo>
                  <a:pt x="9144" y="35052"/>
                </a:lnTo>
                <a:lnTo>
                  <a:pt x="9144" y="56388"/>
                </a:lnTo>
                <a:lnTo>
                  <a:pt x="47244" y="56388"/>
                </a:lnTo>
                <a:lnTo>
                  <a:pt x="47244" y="64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3852672" y="6435852"/>
            <a:ext cx="43180" cy="64135"/>
          </a:xfrm>
          <a:custGeom>
            <a:avLst/>
            <a:gdLst/>
            <a:ahLst/>
            <a:cxnLst/>
            <a:rect l="l" t="t" r="r" b="b"/>
            <a:pathLst>
              <a:path w="43179" h="64135">
                <a:moveTo>
                  <a:pt x="9144" y="64008"/>
                </a:moveTo>
                <a:lnTo>
                  <a:pt x="0" y="64008"/>
                </a:lnTo>
                <a:lnTo>
                  <a:pt x="0" y="0"/>
                </a:lnTo>
                <a:lnTo>
                  <a:pt x="42672" y="0"/>
                </a:lnTo>
                <a:lnTo>
                  <a:pt x="42672" y="7620"/>
                </a:lnTo>
                <a:lnTo>
                  <a:pt x="9144" y="7620"/>
                </a:lnTo>
                <a:lnTo>
                  <a:pt x="9144" y="27432"/>
                </a:lnTo>
                <a:lnTo>
                  <a:pt x="38100" y="27432"/>
                </a:lnTo>
                <a:lnTo>
                  <a:pt x="38100" y="35052"/>
                </a:lnTo>
                <a:lnTo>
                  <a:pt x="9144" y="35052"/>
                </a:lnTo>
                <a:lnTo>
                  <a:pt x="9144" y="64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2086355" y="6435852"/>
            <a:ext cx="47625" cy="64135"/>
          </a:xfrm>
          <a:custGeom>
            <a:avLst/>
            <a:gdLst/>
            <a:ahLst/>
            <a:cxnLst/>
            <a:rect l="l" t="t" r="r" b="b"/>
            <a:pathLst>
              <a:path w="47625" h="64135">
                <a:moveTo>
                  <a:pt x="30480" y="64008"/>
                </a:moveTo>
                <a:lnTo>
                  <a:pt x="0" y="64008"/>
                </a:lnTo>
                <a:lnTo>
                  <a:pt x="0" y="0"/>
                </a:lnTo>
                <a:lnTo>
                  <a:pt x="32004" y="0"/>
                </a:lnTo>
                <a:lnTo>
                  <a:pt x="33528" y="1524"/>
                </a:lnTo>
                <a:lnTo>
                  <a:pt x="36576" y="3048"/>
                </a:lnTo>
                <a:lnTo>
                  <a:pt x="41148" y="7620"/>
                </a:lnTo>
                <a:lnTo>
                  <a:pt x="9144" y="7620"/>
                </a:lnTo>
                <a:lnTo>
                  <a:pt x="9144" y="27432"/>
                </a:lnTo>
                <a:lnTo>
                  <a:pt x="39624" y="27432"/>
                </a:lnTo>
                <a:lnTo>
                  <a:pt x="33528" y="30480"/>
                </a:lnTo>
                <a:lnTo>
                  <a:pt x="38100" y="32004"/>
                </a:lnTo>
                <a:lnTo>
                  <a:pt x="41148" y="33528"/>
                </a:lnTo>
                <a:lnTo>
                  <a:pt x="41910" y="35052"/>
                </a:lnTo>
                <a:lnTo>
                  <a:pt x="9144" y="35052"/>
                </a:lnTo>
                <a:lnTo>
                  <a:pt x="9144" y="56388"/>
                </a:lnTo>
                <a:lnTo>
                  <a:pt x="44196" y="56388"/>
                </a:lnTo>
                <a:lnTo>
                  <a:pt x="42672" y="57912"/>
                </a:lnTo>
                <a:lnTo>
                  <a:pt x="39624" y="59436"/>
                </a:lnTo>
                <a:lnTo>
                  <a:pt x="36576" y="62484"/>
                </a:lnTo>
                <a:lnTo>
                  <a:pt x="33528" y="62484"/>
                </a:lnTo>
                <a:lnTo>
                  <a:pt x="30480" y="64008"/>
                </a:lnTo>
                <a:close/>
              </a:path>
              <a:path w="47625" h="64135">
                <a:moveTo>
                  <a:pt x="39624" y="27432"/>
                </a:moveTo>
                <a:lnTo>
                  <a:pt x="28956" y="27432"/>
                </a:lnTo>
                <a:lnTo>
                  <a:pt x="33528" y="22860"/>
                </a:lnTo>
                <a:lnTo>
                  <a:pt x="33528" y="21336"/>
                </a:lnTo>
                <a:lnTo>
                  <a:pt x="35052" y="19812"/>
                </a:lnTo>
                <a:lnTo>
                  <a:pt x="35052" y="15240"/>
                </a:lnTo>
                <a:lnTo>
                  <a:pt x="33528" y="13716"/>
                </a:lnTo>
                <a:lnTo>
                  <a:pt x="33528" y="12192"/>
                </a:lnTo>
                <a:lnTo>
                  <a:pt x="30480" y="9144"/>
                </a:lnTo>
                <a:lnTo>
                  <a:pt x="28956" y="9144"/>
                </a:lnTo>
                <a:lnTo>
                  <a:pt x="27432" y="7620"/>
                </a:lnTo>
                <a:lnTo>
                  <a:pt x="41148" y="7620"/>
                </a:lnTo>
                <a:lnTo>
                  <a:pt x="44196" y="13716"/>
                </a:lnTo>
                <a:lnTo>
                  <a:pt x="44196" y="19812"/>
                </a:lnTo>
                <a:lnTo>
                  <a:pt x="42672" y="21336"/>
                </a:lnTo>
                <a:lnTo>
                  <a:pt x="39624" y="27432"/>
                </a:lnTo>
                <a:close/>
              </a:path>
              <a:path w="47625" h="64135">
                <a:moveTo>
                  <a:pt x="44196" y="56388"/>
                </a:moveTo>
                <a:lnTo>
                  <a:pt x="30480" y="56388"/>
                </a:lnTo>
                <a:lnTo>
                  <a:pt x="32004" y="54864"/>
                </a:lnTo>
                <a:lnTo>
                  <a:pt x="33528" y="54864"/>
                </a:lnTo>
                <a:lnTo>
                  <a:pt x="35052" y="53340"/>
                </a:lnTo>
                <a:lnTo>
                  <a:pt x="35052" y="51816"/>
                </a:lnTo>
                <a:lnTo>
                  <a:pt x="36576" y="50292"/>
                </a:lnTo>
                <a:lnTo>
                  <a:pt x="36576" y="48768"/>
                </a:lnTo>
                <a:lnTo>
                  <a:pt x="38100" y="47244"/>
                </a:lnTo>
                <a:lnTo>
                  <a:pt x="38100" y="42672"/>
                </a:lnTo>
                <a:lnTo>
                  <a:pt x="32004" y="36576"/>
                </a:lnTo>
                <a:lnTo>
                  <a:pt x="30480" y="36576"/>
                </a:lnTo>
                <a:lnTo>
                  <a:pt x="28956" y="35052"/>
                </a:lnTo>
                <a:lnTo>
                  <a:pt x="41910" y="35052"/>
                </a:lnTo>
                <a:lnTo>
                  <a:pt x="42672" y="36576"/>
                </a:lnTo>
                <a:lnTo>
                  <a:pt x="45720" y="39624"/>
                </a:lnTo>
                <a:lnTo>
                  <a:pt x="47244" y="42672"/>
                </a:lnTo>
                <a:lnTo>
                  <a:pt x="47244" y="48768"/>
                </a:lnTo>
                <a:lnTo>
                  <a:pt x="45720" y="51816"/>
                </a:lnTo>
                <a:lnTo>
                  <a:pt x="44196" y="53340"/>
                </a:lnTo>
                <a:lnTo>
                  <a:pt x="44196" y="56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2513076" y="6434328"/>
            <a:ext cx="56515" cy="67310"/>
          </a:xfrm>
          <a:custGeom>
            <a:avLst/>
            <a:gdLst/>
            <a:ahLst/>
            <a:cxnLst/>
            <a:rect l="l" t="t" r="r" b="b"/>
            <a:pathLst>
              <a:path w="56514" h="67310">
                <a:moveTo>
                  <a:pt x="36576" y="67055"/>
                </a:moveTo>
                <a:lnTo>
                  <a:pt x="22860" y="67055"/>
                </a:lnTo>
                <a:lnTo>
                  <a:pt x="16764" y="65531"/>
                </a:lnTo>
                <a:lnTo>
                  <a:pt x="7620" y="59435"/>
                </a:lnTo>
                <a:lnTo>
                  <a:pt x="4572" y="56387"/>
                </a:lnTo>
                <a:lnTo>
                  <a:pt x="3048" y="50291"/>
                </a:lnTo>
                <a:lnTo>
                  <a:pt x="0" y="45719"/>
                </a:lnTo>
                <a:lnTo>
                  <a:pt x="0" y="19811"/>
                </a:lnTo>
                <a:lnTo>
                  <a:pt x="9144" y="6095"/>
                </a:lnTo>
                <a:lnTo>
                  <a:pt x="13716" y="4571"/>
                </a:lnTo>
                <a:lnTo>
                  <a:pt x="18288" y="1523"/>
                </a:lnTo>
                <a:lnTo>
                  <a:pt x="24384" y="0"/>
                </a:lnTo>
                <a:lnTo>
                  <a:pt x="35052" y="0"/>
                </a:lnTo>
                <a:lnTo>
                  <a:pt x="41148" y="1523"/>
                </a:lnTo>
                <a:lnTo>
                  <a:pt x="45720" y="4571"/>
                </a:lnTo>
                <a:lnTo>
                  <a:pt x="48768" y="7619"/>
                </a:lnTo>
                <a:lnTo>
                  <a:pt x="54864" y="19811"/>
                </a:lnTo>
                <a:lnTo>
                  <a:pt x="45720" y="21335"/>
                </a:lnTo>
                <a:lnTo>
                  <a:pt x="44196" y="16763"/>
                </a:lnTo>
                <a:lnTo>
                  <a:pt x="41148" y="13715"/>
                </a:lnTo>
                <a:lnTo>
                  <a:pt x="39624" y="10667"/>
                </a:lnTo>
                <a:lnTo>
                  <a:pt x="33528" y="7619"/>
                </a:lnTo>
                <a:lnTo>
                  <a:pt x="24384" y="7619"/>
                </a:lnTo>
                <a:lnTo>
                  <a:pt x="10668" y="21335"/>
                </a:lnTo>
                <a:lnTo>
                  <a:pt x="9144" y="24383"/>
                </a:lnTo>
                <a:lnTo>
                  <a:pt x="9144" y="42671"/>
                </a:lnTo>
                <a:lnTo>
                  <a:pt x="12192" y="51815"/>
                </a:lnTo>
                <a:lnTo>
                  <a:pt x="15240" y="54863"/>
                </a:lnTo>
                <a:lnTo>
                  <a:pt x="24384" y="59435"/>
                </a:lnTo>
                <a:lnTo>
                  <a:pt x="33528" y="59435"/>
                </a:lnTo>
                <a:lnTo>
                  <a:pt x="36576" y="57911"/>
                </a:lnTo>
                <a:lnTo>
                  <a:pt x="39624" y="54863"/>
                </a:lnTo>
                <a:lnTo>
                  <a:pt x="42672" y="53339"/>
                </a:lnTo>
                <a:lnTo>
                  <a:pt x="45720" y="48767"/>
                </a:lnTo>
                <a:lnTo>
                  <a:pt x="47244" y="42671"/>
                </a:lnTo>
                <a:lnTo>
                  <a:pt x="56388" y="45719"/>
                </a:lnTo>
                <a:lnTo>
                  <a:pt x="50292" y="57911"/>
                </a:lnTo>
                <a:lnTo>
                  <a:pt x="45720" y="60959"/>
                </a:lnTo>
                <a:lnTo>
                  <a:pt x="41148" y="65531"/>
                </a:lnTo>
                <a:lnTo>
                  <a:pt x="36576" y="67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2958083" y="6435852"/>
            <a:ext cx="53340" cy="64135"/>
          </a:xfrm>
          <a:custGeom>
            <a:avLst/>
            <a:gdLst/>
            <a:ahLst/>
            <a:cxnLst/>
            <a:rect l="l" t="t" r="r" b="b"/>
            <a:pathLst>
              <a:path w="53339" h="64135">
                <a:moveTo>
                  <a:pt x="32004" y="64008"/>
                </a:moveTo>
                <a:lnTo>
                  <a:pt x="0" y="64008"/>
                </a:lnTo>
                <a:lnTo>
                  <a:pt x="0" y="0"/>
                </a:lnTo>
                <a:lnTo>
                  <a:pt x="32004" y="0"/>
                </a:lnTo>
                <a:lnTo>
                  <a:pt x="35052" y="1524"/>
                </a:lnTo>
                <a:lnTo>
                  <a:pt x="38100" y="1524"/>
                </a:lnTo>
                <a:lnTo>
                  <a:pt x="41148" y="3048"/>
                </a:lnTo>
                <a:lnTo>
                  <a:pt x="44196" y="6096"/>
                </a:lnTo>
                <a:lnTo>
                  <a:pt x="47244" y="7620"/>
                </a:lnTo>
                <a:lnTo>
                  <a:pt x="9144" y="7620"/>
                </a:lnTo>
                <a:lnTo>
                  <a:pt x="9144" y="56388"/>
                </a:lnTo>
                <a:lnTo>
                  <a:pt x="45720" y="56388"/>
                </a:lnTo>
                <a:lnTo>
                  <a:pt x="42672" y="59436"/>
                </a:lnTo>
                <a:lnTo>
                  <a:pt x="36576" y="62484"/>
                </a:lnTo>
                <a:lnTo>
                  <a:pt x="35052" y="62484"/>
                </a:lnTo>
                <a:lnTo>
                  <a:pt x="32004" y="64008"/>
                </a:lnTo>
                <a:close/>
              </a:path>
              <a:path w="53339" h="64135">
                <a:moveTo>
                  <a:pt x="45720" y="56388"/>
                </a:moveTo>
                <a:lnTo>
                  <a:pt x="30480" y="56388"/>
                </a:lnTo>
                <a:lnTo>
                  <a:pt x="33528" y="54864"/>
                </a:lnTo>
                <a:lnTo>
                  <a:pt x="35052" y="54864"/>
                </a:lnTo>
                <a:lnTo>
                  <a:pt x="38100" y="51816"/>
                </a:lnTo>
                <a:lnTo>
                  <a:pt x="41148" y="50292"/>
                </a:lnTo>
                <a:lnTo>
                  <a:pt x="42672" y="47244"/>
                </a:lnTo>
                <a:lnTo>
                  <a:pt x="42672" y="44196"/>
                </a:lnTo>
                <a:lnTo>
                  <a:pt x="44196" y="41148"/>
                </a:lnTo>
                <a:lnTo>
                  <a:pt x="44196" y="19812"/>
                </a:lnTo>
                <a:lnTo>
                  <a:pt x="41148" y="16764"/>
                </a:lnTo>
                <a:lnTo>
                  <a:pt x="39624" y="12192"/>
                </a:lnTo>
                <a:lnTo>
                  <a:pt x="33528" y="9144"/>
                </a:lnTo>
                <a:lnTo>
                  <a:pt x="32004" y="7620"/>
                </a:lnTo>
                <a:lnTo>
                  <a:pt x="47244" y="7620"/>
                </a:lnTo>
                <a:lnTo>
                  <a:pt x="50292" y="12192"/>
                </a:lnTo>
                <a:lnTo>
                  <a:pt x="53340" y="21336"/>
                </a:lnTo>
                <a:lnTo>
                  <a:pt x="53340" y="41148"/>
                </a:lnTo>
                <a:lnTo>
                  <a:pt x="51816" y="44196"/>
                </a:lnTo>
                <a:lnTo>
                  <a:pt x="51816" y="48768"/>
                </a:lnTo>
                <a:lnTo>
                  <a:pt x="50292" y="51816"/>
                </a:lnTo>
                <a:lnTo>
                  <a:pt x="47244" y="53340"/>
                </a:lnTo>
                <a:lnTo>
                  <a:pt x="45720" y="56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655063" y="5925312"/>
            <a:ext cx="451484" cy="180340"/>
          </a:xfrm>
          <a:custGeom>
            <a:avLst/>
            <a:gdLst/>
            <a:ahLst/>
            <a:cxnLst/>
            <a:rect l="l" t="t" r="r" b="b"/>
            <a:pathLst>
              <a:path w="451485" h="180339">
                <a:moveTo>
                  <a:pt x="443484" y="179832"/>
                </a:moveTo>
                <a:lnTo>
                  <a:pt x="0" y="13716"/>
                </a:lnTo>
                <a:lnTo>
                  <a:pt x="7620" y="0"/>
                </a:lnTo>
                <a:lnTo>
                  <a:pt x="451103" y="166116"/>
                </a:lnTo>
                <a:lnTo>
                  <a:pt x="443484" y="1798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655063" y="5439155"/>
            <a:ext cx="443865" cy="277495"/>
          </a:xfrm>
          <a:custGeom>
            <a:avLst/>
            <a:gdLst/>
            <a:ahLst/>
            <a:cxnLst/>
            <a:rect l="l" t="t" r="r" b="b"/>
            <a:pathLst>
              <a:path w="443864" h="277495">
                <a:moveTo>
                  <a:pt x="0" y="277367"/>
                </a:moveTo>
                <a:lnTo>
                  <a:pt x="443484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655051" y="5161788"/>
            <a:ext cx="451484" cy="769620"/>
          </a:xfrm>
          <a:custGeom>
            <a:avLst/>
            <a:gdLst/>
            <a:ahLst/>
            <a:cxnLst/>
            <a:rect l="l" t="t" r="r" b="b"/>
            <a:pathLst>
              <a:path w="451485" h="769620">
                <a:moveTo>
                  <a:pt x="13716" y="21336"/>
                </a:moveTo>
                <a:lnTo>
                  <a:pt x="7620" y="0"/>
                </a:lnTo>
                <a:lnTo>
                  <a:pt x="0" y="0"/>
                </a:lnTo>
                <a:lnTo>
                  <a:pt x="7620" y="21336"/>
                </a:lnTo>
                <a:lnTo>
                  <a:pt x="13716" y="28968"/>
                </a:lnTo>
                <a:lnTo>
                  <a:pt x="13716" y="21336"/>
                </a:lnTo>
                <a:close/>
              </a:path>
              <a:path w="451485" h="769620">
                <a:moveTo>
                  <a:pt x="41160" y="70116"/>
                </a:moveTo>
                <a:lnTo>
                  <a:pt x="27432" y="42684"/>
                </a:lnTo>
                <a:lnTo>
                  <a:pt x="21348" y="42684"/>
                </a:lnTo>
                <a:lnTo>
                  <a:pt x="35064" y="70116"/>
                </a:lnTo>
                <a:lnTo>
                  <a:pt x="41160" y="70116"/>
                </a:lnTo>
                <a:close/>
              </a:path>
              <a:path w="451485" h="769620">
                <a:moveTo>
                  <a:pt x="62496" y="111252"/>
                </a:moveTo>
                <a:lnTo>
                  <a:pt x="48780" y="83820"/>
                </a:lnTo>
                <a:lnTo>
                  <a:pt x="41160" y="83820"/>
                </a:lnTo>
                <a:lnTo>
                  <a:pt x="54876" y="111252"/>
                </a:lnTo>
                <a:lnTo>
                  <a:pt x="62496" y="111252"/>
                </a:lnTo>
                <a:close/>
              </a:path>
              <a:path w="451485" h="769620">
                <a:moveTo>
                  <a:pt x="89916" y="152400"/>
                </a:moveTo>
                <a:lnTo>
                  <a:pt x="76200" y="124968"/>
                </a:lnTo>
                <a:lnTo>
                  <a:pt x="70104" y="124968"/>
                </a:lnTo>
                <a:lnTo>
                  <a:pt x="83820" y="152400"/>
                </a:lnTo>
                <a:lnTo>
                  <a:pt x="89916" y="152400"/>
                </a:lnTo>
                <a:close/>
              </a:path>
              <a:path w="451485" h="769620">
                <a:moveTo>
                  <a:pt x="111264" y="195084"/>
                </a:moveTo>
                <a:lnTo>
                  <a:pt x="97548" y="167652"/>
                </a:lnTo>
                <a:lnTo>
                  <a:pt x="89916" y="167652"/>
                </a:lnTo>
                <a:lnTo>
                  <a:pt x="103632" y="195084"/>
                </a:lnTo>
                <a:lnTo>
                  <a:pt x="111264" y="195084"/>
                </a:lnTo>
                <a:close/>
              </a:path>
              <a:path w="451485" h="769620">
                <a:moveTo>
                  <a:pt x="138696" y="236220"/>
                </a:moveTo>
                <a:lnTo>
                  <a:pt x="124980" y="208800"/>
                </a:lnTo>
                <a:lnTo>
                  <a:pt x="117360" y="208800"/>
                </a:lnTo>
                <a:lnTo>
                  <a:pt x="131076" y="236220"/>
                </a:lnTo>
                <a:lnTo>
                  <a:pt x="138696" y="236220"/>
                </a:lnTo>
                <a:close/>
              </a:path>
              <a:path w="451485" h="769620">
                <a:moveTo>
                  <a:pt x="160020" y="277368"/>
                </a:moveTo>
                <a:lnTo>
                  <a:pt x="146304" y="249936"/>
                </a:lnTo>
                <a:lnTo>
                  <a:pt x="138696" y="249936"/>
                </a:lnTo>
                <a:lnTo>
                  <a:pt x="152400" y="277368"/>
                </a:lnTo>
                <a:lnTo>
                  <a:pt x="160020" y="277368"/>
                </a:lnTo>
                <a:close/>
              </a:path>
              <a:path w="451485" h="769620">
                <a:moveTo>
                  <a:pt x="187464" y="320052"/>
                </a:moveTo>
                <a:lnTo>
                  <a:pt x="173748" y="291084"/>
                </a:lnTo>
                <a:lnTo>
                  <a:pt x="166116" y="291084"/>
                </a:lnTo>
                <a:lnTo>
                  <a:pt x="179832" y="320052"/>
                </a:lnTo>
                <a:lnTo>
                  <a:pt x="187464" y="320052"/>
                </a:lnTo>
                <a:close/>
              </a:path>
              <a:path w="451485" h="769620">
                <a:moveTo>
                  <a:pt x="207276" y="361200"/>
                </a:moveTo>
                <a:lnTo>
                  <a:pt x="193560" y="339852"/>
                </a:lnTo>
                <a:lnTo>
                  <a:pt x="193560" y="333768"/>
                </a:lnTo>
                <a:lnTo>
                  <a:pt x="187464" y="339852"/>
                </a:lnTo>
                <a:lnTo>
                  <a:pt x="201180" y="361200"/>
                </a:lnTo>
                <a:lnTo>
                  <a:pt x="207276" y="361200"/>
                </a:lnTo>
                <a:close/>
              </a:path>
              <a:path w="451485" h="769620">
                <a:moveTo>
                  <a:pt x="236220" y="402336"/>
                </a:moveTo>
                <a:lnTo>
                  <a:pt x="222504" y="382536"/>
                </a:lnTo>
                <a:lnTo>
                  <a:pt x="214896" y="374916"/>
                </a:lnTo>
                <a:lnTo>
                  <a:pt x="214896" y="382536"/>
                </a:lnTo>
                <a:lnTo>
                  <a:pt x="228600" y="402336"/>
                </a:lnTo>
                <a:lnTo>
                  <a:pt x="228600" y="409968"/>
                </a:lnTo>
                <a:lnTo>
                  <a:pt x="236220" y="402336"/>
                </a:lnTo>
                <a:close/>
              </a:path>
              <a:path w="451485" h="769620">
                <a:moveTo>
                  <a:pt x="256032" y="443484"/>
                </a:moveTo>
                <a:lnTo>
                  <a:pt x="242316" y="423684"/>
                </a:lnTo>
                <a:lnTo>
                  <a:pt x="242316" y="416052"/>
                </a:lnTo>
                <a:lnTo>
                  <a:pt x="236220" y="423684"/>
                </a:lnTo>
                <a:lnTo>
                  <a:pt x="249948" y="443484"/>
                </a:lnTo>
                <a:lnTo>
                  <a:pt x="256032" y="451116"/>
                </a:lnTo>
                <a:lnTo>
                  <a:pt x="256032" y="443484"/>
                </a:lnTo>
                <a:close/>
              </a:path>
              <a:path w="451485" h="769620">
                <a:moveTo>
                  <a:pt x="284988" y="486168"/>
                </a:moveTo>
                <a:lnTo>
                  <a:pt x="269760" y="464820"/>
                </a:lnTo>
                <a:lnTo>
                  <a:pt x="263664" y="458736"/>
                </a:lnTo>
                <a:lnTo>
                  <a:pt x="263664" y="464820"/>
                </a:lnTo>
                <a:lnTo>
                  <a:pt x="277380" y="486168"/>
                </a:lnTo>
                <a:lnTo>
                  <a:pt x="277380" y="492252"/>
                </a:lnTo>
                <a:lnTo>
                  <a:pt x="284988" y="486168"/>
                </a:lnTo>
                <a:close/>
              </a:path>
              <a:path w="451485" h="769620">
                <a:moveTo>
                  <a:pt x="304800" y="527316"/>
                </a:moveTo>
                <a:lnTo>
                  <a:pt x="291096" y="505968"/>
                </a:lnTo>
                <a:lnTo>
                  <a:pt x="291096" y="499884"/>
                </a:lnTo>
                <a:lnTo>
                  <a:pt x="284988" y="505968"/>
                </a:lnTo>
                <a:lnTo>
                  <a:pt x="298704" y="527316"/>
                </a:lnTo>
                <a:lnTo>
                  <a:pt x="304800" y="534936"/>
                </a:lnTo>
                <a:lnTo>
                  <a:pt x="304800" y="527316"/>
                </a:lnTo>
                <a:close/>
              </a:path>
              <a:path w="451485" h="769620">
                <a:moveTo>
                  <a:pt x="332232" y="568452"/>
                </a:moveTo>
                <a:lnTo>
                  <a:pt x="318516" y="548652"/>
                </a:lnTo>
                <a:lnTo>
                  <a:pt x="312420" y="541020"/>
                </a:lnTo>
                <a:lnTo>
                  <a:pt x="312420" y="548652"/>
                </a:lnTo>
                <a:lnTo>
                  <a:pt x="326148" y="568452"/>
                </a:lnTo>
                <a:lnTo>
                  <a:pt x="326148" y="576084"/>
                </a:lnTo>
                <a:lnTo>
                  <a:pt x="332232" y="568452"/>
                </a:lnTo>
                <a:close/>
              </a:path>
              <a:path w="451485" h="769620">
                <a:moveTo>
                  <a:pt x="353580" y="611136"/>
                </a:moveTo>
                <a:lnTo>
                  <a:pt x="339864" y="589800"/>
                </a:lnTo>
                <a:lnTo>
                  <a:pt x="339864" y="582168"/>
                </a:lnTo>
                <a:lnTo>
                  <a:pt x="332232" y="589800"/>
                </a:lnTo>
                <a:lnTo>
                  <a:pt x="345960" y="611136"/>
                </a:lnTo>
                <a:lnTo>
                  <a:pt x="353580" y="617220"/>
                </a:lnTo>
                <a:lnTo>
                  <a:pt x="353580" y="611136"/>
                </a:lnTo>
                <a:close/>
              </a:path>
              <a:path w="451485" h="769620">
                <a:moveTo>
                  <a:pt x="381000" y="652284"/>
                </a:moveTo>
                <a:lnTo>
                  <a:pt x="367296" y="630936"/>
                </a:lnTo>
                <a:lnTo>
                  <a:pt x="361188" y="624852"/>
                </a:lnTo>
                <a:lnTo>
                  <a:pt x="361188" y="630936"/>
                </a:lnTo>
                <a:lnTo>
                  <a:pt x="374904" y="652284"/>
                </a:lnTo>
                <a:lnTo>
                  <a:pt x="374904" y="658368"/>
                </a:lnTo>
                <a:lnTo>
                  <a:pt x="381000" y="652284"/>
                </a:lnTo>
                <a:close/>
              </a:path>
              <a:path w="451485" h="769620">
                <a:moveTo>
                  <a:pt x="402348" y="693420"/>
                </a:moveTo>
                <a:lnTo>
                  <a:pt x="388620" y="673620"/>
                </a:lnTo>
                <a:lnTo>
                  <a:pt x="381000" y="673620"/>
                </a:lnTo>
                <a:lnTo>
                  <a:pt x="394716" y="693420"/>
                </a:lnTo>
                <a:lnTo>
                  <a:pt x="402348" y="701052"/>
                </a:lnTo>
                <a:lnTo>
                  <a:pt x="402348" y="693420"/>
                </a:lnTo>
                <a:close/>
              </a:path>
              <a:path w="451485" h="769620">
                <a:moveTo>
                  <a:pt x="429780" y="742200"/>
                </a:moveTo>
                <a:lnTo>
                  <a:pt x="416064" y="714768"/>
                </a:lnTo>
                <a:lnTo>
                  <a:pt x="408432" y="714768"/>
                </a:lnTo>
                <a:lnTo>
                  <a:pt x="422160" y="742200"/>
                </a:lnTo>
                <a:lnTo>
                  <a:pt x="429780" y="742200"/>
                </a:lnTo>
                <a:close/>
              </a:path>
              <a:path w="451485" h="769620">
                <a:moveTo>
                  <a:pt x="451104" y="769620"/>
                </a:moveTo>
                <a:lnTo>
                  <a:pt x="437388" y="755916"/>
                </a:lnTo>
                <a:lnTo>
                  <a:pt x="429780" y="755916"/>
                </a:lnTo>
                <a:lnTo>
                  <a:pt x="443496" y="769620"/>
                </a:lnTo>
                <a:lnTo>
                  <a:pt x="451104" y="76962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2098548" y="6035039"/>
            <a:ext cx="437515" cy="70485"/>
          </a:xfrm>
          <a:custGeom>
            <a:avLst/>
            <a:gdLst/>
            <a:ahLst/>
            <a:cxnLst/>
            <a:rect l="l" t="t" r="r" b="b"/>
            <a:pathLst>
              <a:path w="437514" h="70485">
                <a:moveTo>
                  <a:pt x="0" y="70104"/>
                </a:moveTo>
                <a:lnTo>
                  <a:pt x="0" y="56388"/>
                </a:lnTo>
                <a:lnTo>
                  <a:pt x="437387" y="0"/>
                </a:lnTo>
                <a:lnTo>
                  <a:pt x="437387" y="15240"/>
                </a:lnTo>
                <a:lnTo>
                  <a:pt x="0" y="701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2098548" y="5329440"/>
            <a:ext cx="443865" cy="601980"/>
          </a:xfrm>
          <a:custGeom>
            <a:avLst/>
            <a:gdLst/>
            <a:ahLst/>
            <a:cxnLst/>
            <a:rect l="l" t="t" r="r" b="b"/>
            <a:pathLst>
              <a:path w="443864" h="601979">
                <a:moveTo>
                  <a:pt x="21323" y="582168"/>
                </a:moveTo>
                <a:lnTo>
                  <a:pt x="13703" y="574548"/>
                </a:lnTo>
                <a:lnTo>
                  <a:pt x="13703" y="582168"/>
                </a:lnTo>
                <a:lnTo>
                  <a:pt x="0" y="601967"/>
                </a:lnTo>
                <a:lnTo>
                  <a:pt x="7607" y="601967"/>
                </a:lnTo>
                <a:lnTo>
                  <a:pt x="21323" y="582168"/>
                </a:lnTo>
                <a:close/>
              </a:path>
              <a:path w="443864" h="601979">
                <a:moveTo>
                  <a:pt x="48768" y="539483"/>
                </a:moveTo>
                <a:lnTo>
                  <a:pt x="41135" y="539483"/>
                </a:lnTo>
                <a:lnTo>
                  <a:pt x="27419" y="560832"/>
                </a:lnTo>
                <a:lnTo>
                  <a:pt x="27419" y="566915"/>
                </a:lnTo>
                <a:lnTo>
                  <a:pt x="35052" y="560832"/>
                </a:lnTo>
                <a:lnTo>
                  <a:pt x="48768" y="539483"/>
                </a:lnTo>
                <a:close/>
              </a:path>
              <a:path w="443864" h="601979">
                <a:moveTo>
                  <a:pt x="76200" y="498348"/>
                </a:moveTo>
                <a:lnTo>
                  <a:pt x="70091" y="498348"/>
                </a:lnTo>
                <a:lnTo>
                  <a:pt x="54864" y="525767"/>
                </a:lnTo>
                <a:lnTo>
                  <a:pt x="62484" y="525767"/>
                </a:lnTo>
                <a:lnTo>
                  <a:pt x="76200" y="498348"/>
                </a:lnTo>
                <a:close/>
              </a:path>
              <a:path w="443864" h="601979">
                <a:moveTo>
                  <a:pt x="103619" y="457200"/>
                </a:moveTo>
                <a:lnTo>
                  <a:pt x="97523" y="463283"/>
                </a:lnTo>
                <a:lnTo>
                  <a:pt x="83807" y="484632"/>
                </a:lnTo>
                <a:lnTo>
                  <a:pt x="89903" y="484632"/>
                </a:lnTo>
                <a:lnTo>
                  <a:pt x="103619" y="463283"/>
                </a:lnTo>
                <a:lnTo>
                  <a:pt x="103619" y="457200"/>
                </a:lnTo>
                <a:close/>
              </a:path>
              <a:path w="443864" h="601979">
                <a:moveTo>
                  <a:pt x="131064" y="422148"/>
                </a:moveTo>
                <a:lnTo>
                  <a:pt x="124968" y="422148"/>
                </a:lnTo>
                <a:lnTo>
                  <a:pt x="111252" y="443484"/>
                </a:lnTo>
                <a:lnTo>
                  <a:pt x="111252" y="449567"/>
                </a:lnTo>
                <a:lnTo>
                  <a:pt x="117335" y="443484"/>
                </a:lnTo>
                <a:lnTo>
                  <a:pt x="131064" y="422148"/>
                </a:lnTo>
                <a:close/>
              </a:path>
              <a:path w="443864" h="601979">
                <a:moveTo>
                  <a:pt x="160007" y="381000"/>
                </a:moveTo>
                <a:lnTo>
                  <a:pt x="152400" y="381000"/>
                </a:lnTo>
                <a:lnTo>
                  <a:pt x="138684" y="408432"/>
                </a:lnTo>
                <a:lnTo>
                  <a:pt x="146291" y="408432"/>
                </a:lnTo>
                <a:lnTo>
                  <a:pt x="160007" y="381000"/>
                </a:lnTo>
                <a:close/>
              </a:path>
              <a:path w="443864" h="601979">
                <a:moveTo>
                  <a:pt x="187452" y="338315"/>
                </a:moveTo>
                <a:lnTo>
                  <a:pt x="179819" y="345948"/>
                </a:lnTo>
                <a:lnTo>
                  <a:pt x="166103" y="367284"/>
                </a:lnTo>
                <a:lnTo>
                  <a:pt x="173723" y="367284"/>
                </a:lnTo>
                <a:lnTo>
                  <a:pt x="187452" y="345948"/>
                </a:lnTo>
                <a:lnTo>
                  <a:pt x="187452" y="338315"/>
                </a:lnTo>
                <a:close/>
              </a:path>
              <a:path w="443864" h="601979">
                <a:moveTo>
                  <a:pt x="222491" y="304800"/>
                </a:moveTo>
                <a:lnTo>
                  <a:pt x="214884" y="304800"/>
                </a:lnTo>
                <a:lnTo>
                  <a:pt x="193535" y="324599"/>
                </a:lnTo>
                <a:lnTo>
                  <a:pt x="201168" y="332232"/>
                </a:lnTo>
                <a:lnTo>
                  <a:pt x="201168" y="324599"/>
                </a:lnTo>
                <a:lnTo>
                  <a:pt x="222491" y="304800"/>
                </a:lnTo>
                <a:close/>
              </a:path>
              <a:path w="443864" h="601979">
                <a:moveTo>
                  <a:pt x="249923" y="262115"/>
                </a:moveTo>
                <a:lnTo>
                  <a:pt x="242303" y="262115"/>
                </a:lnTo>
                <a:lnTo>
                  <a:pt x="222491" y="291084"/>
                </a:lnTo>
                <a:lnTo>
                  <a:pt x="228600" y="291084"/>
                </a:lnTo>
                <a:lnTo>
                  <a:pt x="249923" y="262115"/>
                </a:lnTo>
                <a:close/>
              </a:path>
              <a:path w="443864" h="601979">
                <a:moveTo>
                  <a:pt x="277368" y="228600"/>
                </a:moveTo>
                <a:lnTo>
                  <a:pt x="269735" y="220967"/>
                </a:lnTo>
                <a:lnTo>
                  <a:pt x="269735" y="228600"/>
                </a:lnTo>
                <a:lnTo>
                  <a:pt x="249923" y="248399"/>
                </a:lnTo>
                <a:lnTo>
                  <a:pt x="256019" y="248399"/>
                </a:lnTo>
                <a:lnTo>
                  <a:pt x="277368" y="228600"/>
                </a:lnTo>
                <a:close/>
              </a:path>
              <a:path w="443864" h="601979">
                <a:moveTo>
                  <a:pt x="304800" y="185915"/>
                </a:moveTo>
                <a:lnTo>
                  <a:pt x="298691" y="185915"/>
                </a:lnTo>
                <a:lnTo>
                  <a:pt x="284988" y="207264"/>
                </a:lnTo>
                <a:lnTo>
                  <a:pt x="284988" y="214884"/>
                </a:lnTo>
                <a:lnTo>
                  <a:pt x="291084" y="207264"/>
                </a:lnTo>
                <a:lnTo>
                  <a:pt x="304800" y="185915"/>
                </a:lnTo>
                <a:close/>
              </a:path>
              <a:path w="443864" h="601979">
                <a:moveTo>
                  <a:pt x="332219" y="144767"/>
                </a:moveTo>
                <a:lnTo>
                  <a:pt x="326123" y="144767"/>
                </a:lnTo>
                <a:lnTo>
                  <a:pt x="312407" y="172199"/>
                </a:lnTo>
                <a:lnTo>
                  <a:pt x="318503" y="172199"/>
                </a:lnTo>
                <a:lnTo>
                  <a:pt x="332219" y="144767"/>
                </a:lnTo>
                <a:close/>
              </a:path>
              <a:path w="443864" h="601979">
                <a:moveTo>
                  <a:pt x="361175" y="103632"/>
                </a:moveTo>
                <a:lnTo>
                  <a:pt x="353568" y="109715"/>
                </a:lnTo>
                <a:lnTo>
                  <a:pt x="339852" y="131064"/>
                </a:lnTo>
                <a:lnTo>
                  <a:pt x="345948" y="131064"/>
                </a:lnTo>
                <a:lnTo>
                  <a:pt x="361175" y="109715"/>
                </a:lnTo>
                <a:lnTo>
                  <a:pt x="361175" y="103632"/>
                </a:lnTo>
                <a:close/>
              </a:path>
              <a:path w="443864" h="601979">
                <a:moveTo>
                  <a:pt x="388607" y="68567"/>
                </a:moveTo>
                <a:lnTo>
                  <a:pt x="381000" y="68567"/>
                </a:lnTo>
                <a:lnTo>
                  <a:pt x="367284" y="89916"/>
                </a:lnTo>
                <a:lnTo>
                  <a:pt x="367284" y="95999"/>
                </a:lnTo>
                <a:lnTo>
                  <a:pt x="374891" y="89916"/>
                </a:lnTo>
                <a:lnTo>
                  <a:pt x="388607" y="68567"/>
                </a:lnTo>
                <a:close/>
              </a:path>
              <a:path w="443864" h="601979">
                <a:moveTo>
                  <a:pt x="416052" y="27432"/>
                </a:moveTo>
                <a:lnTo>
                  <a:pt x="408432" y="27432"/>
                </a:lnTo>
                <a:lnTo>
                  <a:pt x="394716" y="54864"/>
                </a:lnTo>
                <a:lnTo>
                  <a:pt x="402323" y="54864"/>
                </a:lnTo>
                <a:lnTo>
                  <a:pt x="416052" y="27432"/>
                </a:lnTo>
                <a:close/>
              </a:path>
              <a:path w="443864" h="601979">
                <a:moveTo>
                  <a:pt x="443484" y="0"/>
                </a:moveTo>
                <a:lnTo>
                  <a:pt x="437375" y="0"/>
                </a:lnTo>
                <a:lnTo>
                  <a:pt x="422148" y="13716"/>
                </a:lnTo>
                <a:lnTo>
                  <a:pt x="429768" y="13716"/>
                </a:lnTo>
                <a:lnTo>
                  <a:pt x="44348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2535935" y="5820155"/>
            <a:ext cx="449580" cy="230504"/>
          </a:xfrm>
          <a:custGeom>
            <a:avLst/>
            <a:gdLst/>
            <a:ahLst/>
            <a:cxnLst/>
            <a:rect l="l" t="t" r="r" b="b"/>
            <a:pathLst>
              <a:path w="449580" h="230504">
                <a:moveTo>
                  <a:pt x="6096" y="230124"/>
                </a:moveTo>
                <a:lnTo>
                  <a:pt x="0" y="214883"/>
                </a:lnTo>
                <a:lnTo>
                  <a:pt x="443483" y="0"/>
                </a:lnTo>
                <a:lnTo>
                  <a:pt x="449580" y="15240"/>
                </a:lnTo>
                <a:lnTo>
                  <a:pt x="6096" y="2301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2535935" y="5439155"/>
            <a:ext cx="443865" cy="222885"/>
          </a:xfrm>
          <a:custGeom>
            <a:avLst/>
            <a:gdLst/>
            <a:ahLst/>
            <a:cxnLst/>
            <a:rect l="l" t="t" r="r" b="b"/>
            <a:pathLst>
              <a:path w="443864" h="222885">
                <a:moveTo>
                  <a:pt x="0" y="0"/>
                </a:moveTo>
                <a:lnTo>
                  <a:pt x="443483" y="222504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6" name="object 56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35935" y="5216652"/>
            <a:ext cx="443483" cy="118871"/>
          </a:xfrm>
          <a:prstGeom prst="rect">
            <a:avLst/>
          </a:prstGeom>
        </p:spPr>
      </p:pic>
      <p:sp>
        <p:nvSpPr>
          <p:cNvPr id="57" name="object 57" descr=""/>
          <p:cNvSpPr/>
          <p:nvPr/>
        </p:nvSpPr>
        <p:spPr>
          <a:xfrm>
            <a:off x="2979419" y="5820155"/>
            <a:ext cx="449580" cy="396240"/>
          </a:xfrm>
          <a:custGeom>
            <a:avLst/>
            <a:gdLst/>
            <a:ahLst/>
            <a:cxnLst/>
            <a:rect l="l" t="t" r="r" b="b"/>
            <a:pathLst>
              <a:path w="449579" h="396239">
                <a:moveTo>
                  <a:pt x="443483" y="396240"/>
                </a:moveTo>
                <a:lnTo>
                  <a:pt x="0" y="15240"/>
                </a:lnTo>
                <a:lnTo>
                  <a:pt x="6096" y="0"/>
                </a:lnTo>
                <a:lnTo>
                  <a:pt x="449580" y="382524"/>
                </a:lnTo>
                <a:lnTo>
                  <a:pt x="443483" y="39624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2979419" y="5273039"/>
            <a:ext cx="443865" cy="388620"/>
          </a:xfrm>
          <a:custGeom>
            <a:avLst/>
            <a:gdLst/>
            <a:ahLst/>
            <a:cxnLst/>
            <a:rect l="l" t="t" r="r" b="b"/>
            <a:pathLst>
              <a:path w="443864" h="388620">
                <a:moveTo>
                  <a:pt x="0" y="388620"/>
                </a:moveTo>
                <a:lnTo>
                  <a:pt x="443483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2979407" y="5218188"/>
            <a:ext cx="443865" cy="554990"/>
          </a:xfrm>
          <a:custGeom>
            <a:avLst/>
            <a:gdLst/>
            <a:ahLst/>
            <a:cxnLst/>
            <a:rect l="l" t="t" r="r" b="b"/>
            <a:pathLst>
              <a:path w="443864" h="554989">
                <a:moveTo>
                  <a:pt x="19824" y="19799"/>
                </a:moveTo>
                <a:lnTo>
                  <a:pt x="6108" y="0"/>
                </a:lnTo>
                <a:lnTo>
                  <a:pt x="0" y="0"/>
                </a:lnTo>
                <a:lnTo>
                  <a:pt x="13716" y="19799"/>
                </a:lnTo>
                <a:lnTo>
                  <a:pt x="13716" y="27419"/>
                </a:lnTo>
                <a:lnTo>
                  <a:pt x="19824" y="19799"/>
                </a:lnTo>
                <a:close/>
              </a:path>
              <a:path w="443864" h="554989">
                <a:moveTo>
                  <a:pt x="47256" y="62484"/>
                </a:moveTo>
                <a:lnTo>
                  <a:pt x="33540" y="35052"/>
                </a:lnTo>
                <a:lnTo>
                  <a:pt x="27432" y="35052"/>
                </a:lnTo>
                <a:lnTo>
                  <a:pt x="41148" y="62484"/>
                </a:lnTo>
                <a:lnTo>
                  <a:pt x="47256" y="62484"/>
                </a:lnTo>
                <a:close/>
              </a:path>
              <a:path w="443864" h="554989">
                <a:moveTo>
                  <a:pt x="82308" y="95999"/>
                </a:moveTo>
                <a:lnTo>
                  <a:pt x="62484" y="76200"/>
                </a:lnTo>
                <a:lnTo>
                  <a:pt x="62484" y="68567"/>
                </a:lnTo>
                <a:lnTo>
                  <a:pt x="54864" y="76200"/>
                </a:lnTo>
                <a:lnTo>
                  <a:pt x="76200" y="95999"/>
                </a:lnTo>
                <a:lnTo>
                  <a:pt x="76200" y="103619"/>
                </a:lnTo>
                <a:lnTo>
                  <a:pt x="82308" y="95999"/>
                </a:lnTo>
                <a:close/>
              </a:path>
              <a:path w="443864" h="554989">
                <a:moveTo>
                  <a:pt x="109740" y="138684"/>
                </a:moveTo>
                <a:lnTo>
                  <a:pt x="96024" y="111252"/>
                </a:lnTo>
                <a:lnTo>
                  <a:pt x="89916" y="111252"/>
                </a:lnTo>
                <a:lnTo>
                  <a:pt x="103632" y="138684"/>
                </a:lnTo>
                <a:lnTo>
                  <a:pt x="109740" y="138684"/>
                </a:lnTo>
                <a:close/>
              </a:path>
              <a:path w="443864" h="554989">
                <a:moveTo>
                  <a:pt x="138684" y="172199"/>
                </a:moveTo>
                <a:lnTo>
                  <a:pt x="123456" y="152400"/>
                </a:lnTo>
                <a:lnTo>
                  <a:pt x="117348" y="144767"/>
                </a:lnTo>
                <a:lnTo>
                  <a:pt x="117348" y="152400"/>
                </a:lnTo>
                <a:lnTo>
                  <a:pt x="131064" y="172199"/>
                </a:lnTo>
                <a:lnTo>
                  <a:pt x="138684" y="172199"/>
                </a:lnTo>
                <a:close/>
              </a:path>
              <a:path w="443864" h="554989">
                <a:moveTo>
                  <a:pt x="172224" y="207251"/>
                </a:moveTo>
                <a:lnTo>
                  <a:pt x="152400" y="187452"/>
                </a:lnTo>
                <a:lnTo>
                  <a:pt x="144792" y="187452"/>
                </a:lnTo>
                <a:lnTo>
                  <a:pt x="166116" y="207251"/>
                </a:lnTo>
                <a:lnTo>
                  <a:pt x="166116" y="214884"/>
                </a:lnTo>
                <a:lnTo>
                  <a:pt x="172224" y="207251"/>
                </a:lnTo>
                <a:close/>
              </a:path>
              <a:path w="443864" h="554989">
                <a:moveTo>
                  <a:pt x="201180" y="248399"/>
                </a:moveTo>
                <a:lnTo>
                  <a:pt x="185940" y="228600"/>
                </a:lnTo>
                <a:lnTo>
                  <a:pt x="179832" y="220967"/>
                </a:lnTo>
                <a:lnTo>
                  <a:pt x="179832" y="228600"/>
                </a:lnTo>
                <a:lnTo>
                  <a:pt x="193548" y="248399"/>
                </a:lnTo>
                <a:lnTo>
                  <a:pt x="201180" y="248399"/>
                </a:lnTo>
                <a:close/>
              </a:path>
              <a:path w="443864" h="554989">
                <a:moveTo>
                  <a:pt x="234708" y="283451"/>
                </a:moveTo>
                <a:lnTo>
                  <a:pt x="214884" y="263652"/>
                </a:lnTo>
                <a:lnTo>
                  <a:pt x="207264" y="263652"/>
                </a:lnTo>
                <a:lnTo>
                  <a:pt x="228600" y="283451"/>
                </a:lnTo>
                <a:lnTo>
                  <a:pt x="228600" y="291084"/>
                </a:lnTo>
                <a:lnTo>
                  <a:pt x="234708" y="283451"/>
                </a:lnTo>
                <a:close/>
              </a:path>
              <a:path w="443864" h="554989">
                <a:moveTo>
                  <a:pt x="262140" y="326136"/>
                </a:moveTo>
                <a:lnTo>
                  <a:pt x="242316" y="304800"/>
                </a:lnTo>
                <a:lnTo>
                  <a:pt x="242316" y="297167"/>
                </a:lnTo>
                <a:lnTo>
                  <a:pt x="234708" y="304800"/>
                </a:lnTo>
                <a:lnTo>
                  <a:pt x="256032" y="326136"/>
                </a:lnTo>
                <a:lnTo>
                  <a:pt x="262140" y="326136"/>
                </a:lnTo>
                <a:close/>
              </a:path>
              <a:path w="443864" h="554989">
                <a:moveTo>
                  <a:pt x="291084" y="359651"/>
                </a:moveTo>
                <a:lnTo>
                  <a:pt x="277380" y="339852"/>
                </a:lnTo>
                <a:lnTo>
                  <a:pt x="269748" y="339852"/>
                </a:lnTo>
                <a:lnTo>
                  <a:pt x="283464" y="359651"/>
                </a:lnTo>
                <a:lnTo>
                  <a:pt x="291084" y="367284"/>
                </a:lnTo>
                <a:lnTo>
                  <a:pt x="291084" y="359651"/>
                </a:lnTo>
                <a:close/>
              </a:path>
              <a:path w="443864" h="554989">
                <a:moveTo>
                  <a:pt x="324624" y="402336"/>
                </a:moveTo>
                <a:lnTo>
                  <a:pt x="304800" y="381000"/>
                </a:lnTo>
                <a:lnTo>
                  <a:pt x="304800" y="373367"/>
                </a:lnTo>
                <a:lnTo>
                  <a:pt x="297192" y="381000"/>
                </a:lnTo>
                <a:lnTo>
                  <a:pt x="318516" y="402336"/>
                </a:lnTo>
                <a:lnTo>
                  <a:pt x="324624" y="402336"/>
                </a:lnTo>
                <a:close/>
              </a:path>
              <a:path w="443864" h="554989">
                <a:moveTo>
                  <a:pt x="353580" y="435851"/>
                </a:moveTo>
                <a:lnTo>
                  <a:pt x="338340" y="416052"/>
                </a:lnTo>
                <a:lnTo>
                  <a:pt x="332232" y="416052"/>
                </a:lnTo>
                <a:lnTo>
                  <a:pt x="345948" y="435851"/>
                </a:lnTo>
                <a:lnTo>
                  <a:pt x="353580" y="443484"/>
                </a:lnTo>
                <a:lnTo>
                  <a:pt x="353580" y="435851"/>
                </a:lnTo>
                <a:close/>
              </a:path>
              <a:path w="443864" h="554989">
                <a:moveTo>
                  <a:pt x="381000" y="478536"/>
                </a:moveTo>
                <a:lnTo>
                  <a:pt x="367284" y="457200"/>
                </a:lnTo>
                <a:lnTo>
                  <a:pt x="359664" y="449567"/>
                </a:lnTo>
                <a:lnTo>
                  <a:pt x="359664" y="457200"/>
                </a:lnTo>
                <a:lnTo>
                  <a:pt x="373392" y="478536"/>
                </a:lnTo>
                <a:lnTo>
                  <a:pt x="381000" y="478536"/>
                </a:lnTo>
                <a:close/>
              </a:path>
              <a:path w="443864" h="554989">
                <a:moveTo>
                  <a:pt x="414540" y="512051"/>
                </a:moveTo>
                <a:lnTo>
                  <a:pt x="394716" y="492252"/>
                </a:lnTo>
                <a:lnTo>
                  <a:pt x="387108" y="492252"/>
                </a:lnTo>
                <a:lnTo>
                  <a:pt x="408432" y="512051"/>
                </a:lnTo>
                <a:lnTo>
                  <a:pt x="408432" y="519684"/>
                </a:lnTo>
                <a:lnTo>
                  <a:pt x="414540" y="512051"/>
                </a:lnTo>
                <a:close/>
              </a:path>
              <a:path w="443864" h="554989">
                <a:moveTo>
                  <a:pt x="443484" y="554736"/>
                </a:moveTo>
                <a:lnTo>
                  <a:pt x="429780" y="533400"/>
                </a:lnTo>
                <a:lnTo>
                  <a:pt x="422148" y="525767"/>
                </a:lnTo>
                <a:lnTo>
                  <a:pt x="422148" y="533400"/>
                </a:lnTo>
                <a:lnTo>
                  <a:pt x="435864" y="554736"/>
                </a:lnTo>
                <a:lnTo>
                  <a:pt x="443484" y="55473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3422903" y="5765292"/>
            <a:ext cx="449580" cy="451484"/>
          </a:xfrm>
          <a:custGeom>
            <a:avLst/>
            <a:gdLst/>
            <a:ahLst/>
            <a:cxnLst/>
            <a:rect l="l" t="t" r="r" b="b"/>
            <a:pathLst>
              <a:path w="449579" h="451485">
                <a:moveTo>
                  <a:pt x="6096" y="451103"/>
                </a:moveTo>
                <a:lnTo>
                  <a:pt x="0" y="437387"/>
                </a:lnTo>
                <a:lnTo>
                  <a:pt x="443484" y="0"/>
                </a:lnTo>
                <a:lnTo>
                  <a:pt x="449580" y="13715"/>
                </a:lnTo>
                <a:lnTo>
                  <a:pt x="6096" y="4511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3419094" y="5269229"/>
            <a:ext cx="451484" cy="504190"/>
            <a:chOff x="3419094" y="5269229"/>
            <a:chExt cx="451484" cy="504190"/>
          </a:xfrm>
        </p:grpSpPr>
        <p:sp>
          <p:nvSpPr>
            <p:cNvPr id="62" name="object 62" descr=""/>
            <p:cNvSpPr/>
            <p:nvPr/>
          </p:nvSpPr>
          <p:spPr>
            <a:xfrm>
              <a:off x="3422904" y="5273039"/>
              <a:ext cx="443865" cy="166370"/>
            </a:xfrm>
            <a:custGeom>
              <a:avLst/>
              <a:gdLst/>
              <a:ahLst/>
              <a:cxnLst/>
              <a:rect l="l" t="t" r="r" b="b"/>
              <a:pathLst>
                <a:path w="443864" h="166370">
                  <a:moveTo>
                    <a:pt x="0" y="0"/>
                  </a:moveTo>
                  <a:lnTo>
                    <a:pt x="443484" y="166116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22904" y="5273039"/>
              <a:ext cx="443484" cy="499872"/>
            </a:xfrm>
            <a:prstGeom prst="rect">
              <a:avLst/>
            </a:prstGeom>
          </p:spPr>
        </p:pic>
      </p:grpSp>
      <p:sp>
        <p:nvSpPr>
          <p:cNvPr id="64" name="object 64" descr=""/>
          <p:cNvSpPr/>
          <p:nvPr/>
        </p:nvSpPr>
        <p:spPr>
          <a:xfrm>
            <a:off x="1313688" y="5163311"/>
            <a:ext cx="314325" cy="55244"/>
          </a:xfrm>
          <a:custGeom>
            <a:avLst/>
            <a:gdLst/>
            <a:ahLst/>
            <a:cxnLst/>
            <a:rect l="l" t="t" r="r" b="b"/>
            <a:pathLst>
              <a:path w="314325" h="55245">
                <a:moveTo>
                  <a:pt x="89916" y="53352"/>
                </a:moveTo>
                <a:lnTo>
                  <a:pt x="88392" y="50304"/>
                </a:lnTo>
                <a:lnTo>
                  <a:pt x="88392" y="48780"/>
                </a:lnTo>
                <a:lnTo>
                  <a:pt x="88392" y="21348"/>
                </a:lnTo>
                <a:lnTo>
                  <a:pt x="86868" y="19824"/>
                </a:lnTo>
                <a:lnTo>
                  <a:pt x="86868" y="18300"/>
                </a:lnTo>
                <a:lnTo>
                  <a:pt x="83820" y="15252"/>
                </a:lnTo>
                <a:lnTo>
                  <a:pt x="80772" y="15252"/>
                </a:lnTo>
                <a:lnTo>
                  <a:pt x="79248" y="13728"/>
                </a:lnTo>
                <a:lnTo>
                  <a:pt x="67056" y="13728"/>
                </a:lnTo>
                <a:lnTo>
                  <a:pt x="64008" y="15252"/>
                </a:lnTo>
                <a:lnTo>
                  <a:pt x="60960" y="15252"/>
                </a:lnTo>
                <a:lnTo>
                  <a:pt x="57912" y="18300"/>
                </a:lnTo>
                <a:lnTo>
                  <a:pt x="56388" y="21348"/>
                </a:lnTo>
                <a:lnTo>
                  <a:pt x="56388" y="22872"/>
                </a:lnTo>
                <a:lnTo>
                  <a:pt x="54864" y="25920"/>
                </a:lnTo>
                <a:lnTo>
                  <a:pt x="60960" y="27444"/>
                </a:lnTo>
                <a:lnTo>
                  <a:pt x="62484" y="24396"/>
                </a:lnTo>
                <a:lnTo>
                  <a:pt x="62484" y="22872"/>
                </a:lnTo>
                <a:lnTo>
                  <a:pt x="64008" y="21348"/>
                </a:lnTo>
                <a:lnTo>
                  <a:pt x="67056" y="19824"/>
                </a:lnTo>
                <a:lnTo>
                  <a:pt x="79248" y="19824"/>
                </a:lnTo>
                <a:lnTo>
                  <a:pt x="82296" y="22872"/>
                </a:lnTo>
                <a:lnTo>
                  <a:pt x="82296" y="28968"/>
                </a:lnTo>
                <a:lnTo>
                  <a:pt x="82296" y="35064"/>
                </a:lnTo>
                <a:lnTo>
                  <a:pt x="82296" y="41160"/>
                </a:lnTo>
                <a:lnTo>
                  <a:pt x="80772" y="42684"/>
                </a:lnTo>
                <a:lnTo>
                  <a:pt x="80772" y="44208"/>
                </a:lnTo>
                <a:lnTo>
                  <a:pt x="79248" y="45732"/>
                </a:lnTo>
                <a:lnTo>
                  <a:pt x="76200" y="47256"/>
                </a:lnTo>
                <a:lnTo>
                  <a:pt x="74676" y="48780"/>
                </a:lnTo>
                <a:lnTo>
                  <a:pt x="64008" y="48780"/>
                </a:lnTo>
                <a:lnTo>
                  <a:pt x="59436" y="44208"/>
                </a:lnTo>
                <a:lnTo>
                  <a:pt x="59436" y="41160"/>
                </a:lnTo>
                <a:lnTo>
                  <a:pt x="62484" y="38112"/>
                </a:lnTo>
                <a:lnTo>
                  <a:pt x="67056" y="38112"/>
                </a:lnTo>
                <a:lnTo>
                  <a:pt x="70104" y="36588"/>
                </a:lnTo>
                <a:lnTo>
                  <a:pt x="76200" y="36588"/>
                </a:lnTo>
                <a:lnTo>
                  <a:pt x="79248" y="35064"/>
                </a:lnTo>
                <a:lnTo>
                  <a:pt x="82296" y="35064"/>
                </a:lnTo>
                <a:lnTo>
                  <a:pt x="82296" y="28968"/>
                </a:lnTo>
                <a:lnTo>
                  <a:pt x="79248" y="30492"/>
                </a:lnTo>
                <a:lnTo>
                  <a:pt x="70104" y="30492"/>
                </a:lnTo>
                <a:lnTo>
                  <a:pt x="67056" y="32016"/>
                </a:lnTo>
                <a:lnTo>
                  <a:pt x="62484" y="32016"/>
                </a:lnTo>
                <a:lnTo>
                  <a:pt x="59436" y="33540"/>
                </a:lnTo>
                <a:lnTo>
                  <a:pt x="57912" y="35064"/>
                </a:lnTo>
                <a:lnTo>
                  <a:pt x="56388" y="35064"/>
                </a:lnTo>
                <a:lnTo>
                  <a:pt x="56388" y="36588"/>
                </a:lnTo>
                <a:lnTo>
                  <a:pt x="53340" y="39636"/>
                </a:lnTo>
                <a:lnTo>
                  <a:pt x="53340" y="6108"/>
                </a:lnTo>
                <a:lnTo>
                  <a:pt x="53340" y="12"/>
                </a:lnTo>
                <a:lnTo>
                  <a:pt x="41148" y="12"/>
                </a:lnTo>
                <a:lnTo>
                  <a:pt x="28956" y="38112"/>
                </a:lnTo>
                <a:lnTo>
                  <a:pt x="25908" y="44208"/>
                </a:lnTo>
                <a:lnTo>
                  <a:pt x="24384" y="42684"/>
                </a:lnTo>
                <a:lnTo>
                  <a:pt x="24384" y="38112"/>
                </a:lnTo>
                <a:lnTo>
                  <a:pt x="14135" y="6108"/>
                </a:lnTo>
                <a:lnTo>
                  <a:pt x="12192" y="12"/>
                </a:lnTo>
                <a:lnTo>
                  <a:pt x="0" y="12"/>
                </a:lnTo>
                <a:lnTo>
                  <a:pt x="0" y="54876"/>
                </a:lnTo>
                <a:lnTo>
                  <a:pt x="7620" y="54876"/>
                </a:lnTo>
                <a:lnTo>
                  <a:pt x="7620" y="6108"/>
                </a:lnTo>
                <a:lnTo>
                  <a:pt x="22860" y="54876"/>
                </a:lnTo>
                <a:lnTo>
                  <a:pt x="30480" y="54876"/>
                </a:lnTo>
                <a:lnTo>
                  <a:pt x="32854" y="47256"/>
                </a:lnTo>
                <a:lnTo>
                  <a:pt x="45720" y="6108"/>
                </a:lnTo>
                <a:lnTo>
                  <a:pt x="45720" y="54876"/>
                </a:lnTo>
                <a:lnTo>
                  <a:pt x="53340" y="54876"/>
                </a:lnTo>
                <a:lnTo>
                  <a:pt x="53340" y="47256"/>
                </a:lnTo>
                <a:lnTo>
                  <a:pt x="59436" y="53352"/>
                </a:lnTo>
                <a:lnTo>
                  <a:pt x="62484" y="54876"/>
                </a:lnTo>
                <a:lnTo>
                  <a:pt x="73152" y="54876"/>
                </a:lnTo>
                <a:lnTo>
                  <a:pt x="74676" y="53352"/>
                </a:lnTo>
                <a:lnTo>
                  <a:pt x="77724" y="53352"/>
                </a:lnTo>
                <a:lnTo>
                  <a:pt x="80772" y="51828"/>
                </a:lnTo>
                <a:lnTo>
                  <a:pt x="82296" y="50304"/>
                </a:lnTo>
                <a:lnTo>
                  <a:pt x="82296" y="51828"/>
                </a:lnTo>
                <a:lnTo>
                  <a:pt x="83820" y="53352"/>
                </a:lnTo>
                <a:lnTo>
                  <a:pt x="83820" y="54876"/>
                </a:lnTo>
                <a:lnTo>
                  <a:pt x="89916" y="54876"/>
                </a:lnTo>
                <a:lnTo>
                  <a:pt x="89916" y="53352"/>
                </a:lnTo>
                <a:close/>
              </a:path>
              <a:path w="314325" h="55245">
                <a:moveTo>
                  <a:pt x="131051" y="41148"/>
                </a:moveTo>
                <a:lnTo>
                  <a:pt x="124955" y="39624"/>
                </a:lnTo>
                <a:lnTo>
                  <a:pt x="123431" y="42672"/>
                </a:lnTo>
                <a:lnTo>
                  <a:pt x="123431" y="44196"/>
                </a:lnTo>
                <a:lnTo>
                  <a:pt x="120383" y="45720"/>
                </a:lnTo>
                <a:lnTo>
                  <a:pt x="118859" y="47244"/>
                </a:lnTo>
                <a:lnTo>
                  <a:pt x="115811" y="48768"/>
                </a:lnTo>
                <a:lnTo>
                  <a:pt x="109715" y="48768"/>
                </a:lnTo>
                <a:lnTo>
                  <a:pt x="106667" y="47244"/>
                </a:lnTo>
                <a:lnTo>
                  <a:pt x="102095" y="42672"/>
                </a:lnTo>
                <a:lnTo>
                  <a:pt x="102095" y="25908"/>
                </a:lnTo>
                <a:lnTo>
                  <a:pt x="106667" y="21336"/>
                </a:lnTo>
                <a:lnTo>
                  <a:pt x="109715" y="19812"/>
                </a:lnTo>
                <a:lnTo>
                  <a:pt x="117335" y="19812"/>
                </a:lnTo>
                <a:lnTo>
                  <a:pt x="121907" y="24384"/>
                </a:lnTo>
                <a:lnTo>
                  <a:pt x="123431" y="27432"/>
                </a:lnTo>
                <a:lnTo>
                  <a:pt x="129527" y="25908"/>
                </a:lnTo>
                <a:lnTo>
                  <a:pt x="128003" y="21336"/>
                </a:lnTo>
                <a:lnTo>
                  <a:pt x="126479" y="18288"/>
                </a:lnTo>
                <a:lnTo>
                  <a:pt x="117335" y="13716"/>
                </a:lnTo>
                <a:lnTo>
                  <a:pt x="106667" y="13716"/>
                </a:lnTo>
                <a:lnTo>
                  <a:pt x="103619" y="15240"/>
                </a:lnTo>
                <a:lnTo>
                  <a:pt x="99047" y="19812"/>
                </a:lnTo>
                <a:lnTo>
                  <a:pt x="95999" y="25908"/>
                </a:lnTo>
                <a:lnTo>
                  <a:pt x="95999" y="41148"/>
                </a:lnTo>
                <a:lnTo>
                  <a:pt x="97523" y="45720"/>
                </a:lnTo>
                <a:lnTo>
                  <a:pt x="100571" y="48768"/>
                </a:lnTo>
                <a:lnTo>
                  <a:pt x="103619" y="53340"/>
                </a:lnTo>
                <a:lnTo>
                  <a:pt x="108191" y="54864"/>
                </a:lnTo>
                <a:lnTo>
                  <a:pt x="118859" y="54864"/>
                </a:lnTo>
                <a:lnTo>
                  <a:pt x="124955" y="51816"/>
                </a:lnTo>
                <a:lnTo>
                  <a:pt x="128003" y="48768"/>
                </a:lnTo>
                <a:lnTo>
                  <a:pt x="129527" y="45720"/>
                </a:lnTo>
                <a:lnTo>
                  <a:pt x="131051" y="41148"/>
                </a:lnTo>
                <a:close/>
              </a:path>
              <a:path w="314325" h="55245">
                <a:moveTo>
                  <a:pt x="172199" y="25920"/>
                </a:moveTo>
                <a:lnTo>
                  <a:pt x="170675" y="22872"/>
                </a:lnTo>
                <a:lnTo>
                  <a:pt x="170675" y="19824"/>
                </a:lnTo>
                <a:lnTo>
                  <a:pt x="167627" y="16776"/>
                </a:lnTo>
                <a:lnTo>
                  <a:pt x="164579" y="15252"/>
                </a:lnTo>
                <a:lnTo>
                  <a:pt x="163055" y="13728"/>
                </a:lnTo>
                <a:lnTo>
                  <a:pt x="152387" y="13728"/>
                </a:lnTo>
                <a:lnTo>
                  <a:pt x="147815" y="15252"/>
                </a:lnTo>
                <a:lnTo>
                  <a:pt x="144767" y="19824"/>
                </a:lnTo>
                <a:lnTo>
                  <a:pt x="144767" y="12"/>
                </a:lnTo>
                <a:lnTo>
                  <a:pt x="138671" y="12"/>
                </a:lnTo>
                <a:lnTo>
                  <a:pt x="138671" y="54876"/>
                </a:lnTo>
                <a:lnTo>
                  <a:pt x="144767" y="54876"/>
                </a:lnTo>
                <a:lnTo>
                  <a:pt x="144767" y="25920"/>
                </a:lnTo>
                <a:lnTo>
                  <a:pt x="149339" y="21348"/>
                </a:lnTo>
                <a:lnTo>
                  <a:pt x="152387" y="19824"/>
                </a:lnTo>
                <a:lnTo>
                  <a:pt x="161531" y="19824"/>
                </a:lnTo>
                <a:lnTo>
                  <a:pt x="164579" y="22872"/>
                </a:lnTo>
                <a:lnTo>
                  <a:pt x="166103" y="25920"/>
                </a:lnTo>
                <a:lnTo>
                  <a:pt x="166103" y="54876"/>
                </a:lnTo>
                <a:lnTo>
                  <a:pt x="172199" y="54876"/>
                </a:lnTo>
                <a:lnTo>
                  <a:pt x="172199" y="25920"/>
                </a:lnTo>
                <a:close/>
              </a:path>
              <a:path w="314325" h="55245">
                <a:moveTo>
                  <a:pt x="187452" y="15240"/>
                </a:moveTo>
                <a:lnTo>
                  <a:pt x="181356" y="15240"/>
                </a:lnTo>
                <a:lnTo>
                  <a:pt x="181356" y="54864"/>
                </a:lnTo>
                <a:lnTo>
                  <a:pt x="187452" y="54864"/>
                </a:lnTo>
                <a:lnTo>
                  <a:pt x="187452" y="15240"/>
                </a:lnTo>
                <a:close/>
              </a:path>
              <a:path w="314325" h="55245">
                <a:moveTo>
                  <a:pt x="187452" y="0"/>
                </a:moveTo>
                <a:lnTo>
                  <a:pt x="181356" y="0"/>
                </a:lnTo>
                <a:lnTo>
                  <a:pt x="181356" y="6096"/>
                </a:lnTo>
                <a:lnTo>
                  <a:pt x="187452" y="6096"/>
                </a:lnTo>
                <a:lnTo>
                  <a:pt x="187452" y="0"/>
                </a:lnTo>
                <a:close/>
              </a:path>
              <a:path w="314325" h="55245">
                <a:moveTo>
                  <a:pt x="227076" y="21348"/>
                </a:moveTo>
                <a:lnTo>
                  <a:pt x="224028" y="18300"/>
                </a:lnTo>
                <a:lnTo>
                  <a:pt x="224028" y="16776"/>
                </a:lnTo>
                <a:lnTo>
                  <a:pt x="222504" y="15252"/>
                </a:lnTo>
                <a:lnTo>
                  <a:pt x="219456" y="15252"/>
                </a:lnTo>
                <a:lnTo>
                  <a:pt x="217932" y="13728"/>
                </a:lnTo>
                <a:lnTo>
                  <a:pt x="207264" y="13728"/>
                </a:lnTo>
                <a:lnTo>
                  <a:pt x="202692" y="15252"/>
                </a:lnTo>
                <a:lnTo>
                  <a:pt x="199644" y="21348"/>
                </a:lnTo>
                <a:lnTo>
                  <a:pt x="199644" y="15252"/>
                </a:lnTo>
                <a:lnTo>
                  <a:pt x="193548" y="15252"/>
                </a:lnTo>
                <a:lnTo>
                  <a:pt x="193548" y="54876"/>
                </a:lnTo>
                <a:lnTo>
                  <a:pt x="199644" y="54876"/>
                </a:lnTo>
                <a:lnTo>
                  <a:pt x="199644" y="27444"/>
                </a:lnTo>
                <a:lnTo>
                  <a:pt x="201168" y="24396"/>
                </a:lnTo>
                <a:lnTo>
                  <a:pt x="204216" y="22872"/>
                </a:lnTo>
                <a:lnTo>
                  <a:pt x="205740" y="21348"/>
                </a:lnTo>
                <a:lnTo>
                  <a:pt x="208788" y="19824"/>
                </a:lnTo>
                <a:lnTo>
                  <a:pt x="216408" y="19824"/>
                </a:lnTo>
                <a:lnTo>
                  <a:pt x="217932" y="21348"/>
                </a:lnTo>
                <a:lnTo>
                  <a:pt x="219456" y="21348"/>
                </a:lnTo>
                <a:lnTo>
                  <a:pt x="219456" y="22872"/>
                </a:lnTo>
                <a:lnTo>
                  <a:pt x="220980" y="24396"/>
                </a:lnTo>
                <a:lnTo>
                  <a:pt x="220980" y="54876"/>
                </a:lnTo>
                <a:lnTo>
                  <a:pt x="227076" y="54876"/>
                </a:lnTo>
                <a:lnTo>
                  <a:pt x="227076" y="21348"/>
                </a:lnTo>
                <a:close/>
              </a:path>
              <a:path w="314325" h="55245">
                <a:moveTo>
                  <a:pt x="269735" y="27432"/>
                </a:moveTo>
                <a:lnTo>
                  <a:pt x="268211" y="22860"/>
                </a:lnTo>
                <a:lnTo>
                  <a:pt x="265163" y="19812"/>
                </a:lnTo>
                <a:lnTo>
                  <a:pt x="263639" y="17526"/>
                </a:lnTo>
                <a:lnTo>
                  <a:pt x="263639" y="27432"/>
                </a:lnTo>
                <a:lnTo>
                  <a:pt x="263639" y="30480"/>
                </a:lnTo>
                <a:lnTo>
                  <a:pt x="239255" y="30480"/>
                </a:lnTo>
                <a:lnTo>
                  <a:pt x="239255" y="27432"/>
                </a:lnTo>
                <a:lnTo>
                  <a:pt x="240779" y="24384"/>
                </a:lnTo>
                <a:lnTo>
                  <a:pt x="243827" y="22860"/>
                </a:lnTo>
                <a:lnTo>
                  <a:pt x="245351" y="21336"/>
                </a:lnTo>
                <a:lnTo>
                  <a:pt x="248399" y="19812"/>
                </a:lnTo>
                <a:lnTo>
                  <a:pt x="256019" y="19812"/>
                </a:lnTo>
                <a:lnTo>
                  <a:pt x="259067" y="21336"/>
                </a:lnTo>
                <a:lnTo>
                  <a:pt x="262115" y="24384"/>
                </a:lnTo>
                <a:lnTo>
                  <a:pt x="263639" y="27432"/>
                </a:lnTo>
                <a:lnTo>
                  <a:pt x="263639" y="17526"/>
                </a:lnTo>
                <a:lnTo>
                  <a:pt x="262115" y="15240"/>
                </a:lnTo>
                <a:lnTo>
                  <a:pt x="257543" y="13716"/>
                </a:lnTo>
                <a:lnTo>
                  <a:pt x="246875" y="13716"/>
                </a:lnTo>
                <a:lnTo>
                  <a:pt x="242303" y="15240"/>
                </a:lnTo>
                <a:lnTo>
                  <a:pt x="239255" y="19812"/>
                </a:lnTo>
                <a:lnTo>
                  <a:pt x="234683" y="22860"/>
                </a:lnTo>
                <a:lnTo>
                  <a:pt x="233159" y="27432"/>
                </a:lnTo>
                <a:lnTo>
                  <a:pt x="233159" y="41148"/>
                </a:lnTo>
                <a:lnTo>
                  <a:pt x="234683" y="45720"/>
                </a:lnTo>
                <a:lnTo>
                  <a:pt x="239255" y="48768"/>
                </a:lnTo>
                <a:lnTo>
                  <a:pt x="242303" y="53340"/>
                </a:lnTo>
                <a:lnTo>
                  <a:pt x="246875" y="54864"/>
                </a:lnTo>
                <a:lnTo>
                  <a:pt x="257543" y="54864"/>
                </a:lnTo>
                <a:lnTo>
                  <a:pt x="263639" y="51816"/>
                </a:lnTo>
                <a:lnTo>
                  <a:pt x="266687" y="48768"/>
                </a:lnTo>
                <a:lnTo>
                  <a:pt x="269735" y="42672"/>
                </a:lnTo>
                <a:lnTo>
                  <a:pt x="263639" y="41148"/>
                </a:lnTo>
                <a:lnTo>
                  <a:pt x="262115" y="44196"/>
                </a:lnTo>
                <a:lnTo>
                  <a:pt x="257543" y="48768"/>
                </a:lnTo>
                <a:lnTo>
                  <a:pt x="248399" y="48768"/>
                </a:lnTo>
                <a:lnTo>
                  <a:pt x="245351" y="47244"/>
                </a:lnTo>
                <a:lnTo>
                  <a:pt x="239255" y="41148"/>
                </a:lnTo>
                <a:lnTo>
                  <a:pt x="239255" y="36576"/>
                </a:lnTo>
                <a:lnTo>
                  <a:pt x="269735" y="36576"/>
                </a:lnTo>
                <a:lnTo>
                  <a:pt x="269735" y="30480"/>
                </a:lnTo>
                <a:lnTo>
                  <a:pt x="269735" y="27432"/>
                </a:lnTo>
                <a:close/>
              </a:path>
              <a:path w="314325" h="55245">
                <a:moveTo>
                  <a:pt x="313944" y="12"/>
                </a:moveTo>
                <a:lnTo>
                  <a:pt x="309372" y="12"/>
                </a:lnTo>
                <a:lnTo>
                  <a:pt x="307848" y="1536"/>
                </a:lnTo>
                <a:lnTo>
                  <a:pt x="306324" y="4584"/>
                </a:lnTo>
                <a:lnTo>
                  <a:pt x="303276" y="7632"/>
                </a:lnTo>
                <a:lnTo>
                  <a:pt x="300228" y="9156"/>
                </a:lnTo>
                <a:lnTo>
                  <a:pt x="297180" y="12204"/>
                </a:lnTo>
                <a:lnTo>
                  <a:pt x="294132" y="13728"/>
                </a:lnTo>
                <a:lnTo>
                  <a:pt x="294132" y="19824"/>
                </a:lnTo>
                <a:lnTo>
                  <a:pt x="295656" y="19824"/>
                </a:lnTo>
                <a:lnTo>
                  <a:pt x="298704" y="18300"/>
                </a:lnTo>
                <a:lnTo>
                  <a:pt x="300228" y="16776"/>
                </a:lnTo>
                <a:lnTo>
                  <a:pt x="306324" y="13728"/>
                </a:lnTo>
                <a:lnTo>
                  <a:pt x="307848" y="12204"/>
                </a:lnTo>
                <a:lnTo>
                  <a:pt x="307848" y="54876"/>
                </a:lnTo>
                <a:lnTo>
                  <a:pt x="313944" y="54876"/>
                </a:lnTo>
                <a:lnTo>
                  <a:pt x="313944" y="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1313688" y="5718047"/>
            <a:ext cx="325120" cy="55244"/>
          </a:xfrm>
          <a:custGeom>
            <a:avLst/>
            <a:gdLst/>
            <a:ahLst/>
            <a:cxnLst/>
            <a:rect l="l" t="t" r="r" b="b"/>
            <a:pathLst>
              <a:path w="325119" h="55245">
                <a:moveTo>
                  <a:pt x="89916" y="53352"/>
                </a:moveTo>
                <a:lnTo>
                  <a:pt x="88392" y="50304"/>
                </a:lnTo>
                <a:lnTo>
                  <a:pt x="88392" y="48780"/>
                </a:lnTo>
                <a:lnTo>
                  <a:pt x="88392" y="35064"/>
                </a:lnTo>
                <a:lnTo>
                  <a:pt x="88392" y="19824"/>
                </a:lnTo>
                <a:lnTo>
                  <a:pt x="83820" y="15252"/>
                </a:lnTo>
                <a:lnTo>
                  <a:pt x="80772" y="15252"/>
                </a:lnTo>
                <a:lnTo>
                  <a:pt x="79248" y="13728"/>
                </a:lnTo>
                <a:lnTo>
                  <a:pt x="67056" y="13728"/>
                </a:lnTo>
                <a:lnTo>
                  <a:pt x="64008" y="15252"/>
                </a:lnTo>
                <a:lnTo>
                  <a:pt x="60960" y="15252"/>
                </a:lnTo>
                <a:lnTo>
                  <a:pt x="56388" y="19824"/>
                </a:lnTo>
                <a:lnTo>
                  <a:pt x="56388" y="22872"/>
                </a:lnTo>
                <a:lnTo>
                  <a:pt x="54864" y="25920"/>
                </a:lnTo>
                <a:lnTo>
                  <a:pt x="60960" y="27444"/>
                </a:lnTo>
                <a:lnTo>
                  <a:pt x="62484" y="24396"/>
                </a:lnTo>
                <a:lnTo>
                  <a:pt x="62484" y="22872"/>
                </a:lnTo>
                <a:lnTo>
                  <a:pt x="64008" y="21348"/>
                </a:lnTo>
                <a:lnTo>
                  <a:pt x="67056" y="19824"/>
                </a:lnTo>
                <a:lnTo>
                  <a:pt x="79248" y="19824"/>
                </a:lnTo>
                <a:lnTo>
                  <a:pt x="82296" y="22872"/>
                </a:lnTo>
                <a:lnTo>
                  <a:pt x="82296" y="28968"/>
                </a:lnTo>
                <a:lnTo>
                  <a:pt x="82296" y="35064"/>
                </a:lnTo>
                <a:lnTo>
                  <a:pt x="82296" y="41160"/>
                </a:lnTo>
                <a:lnTo>
                  <a:pt x="80772" y="42684"/>
                </a:lnTo>
                <a:lnTo>
                  <a:pt x="80772" y="44208"/>
                </a:lnTo>
                <a:lnTo>
                  <a:pt x="79248" y="45732"/>
                </a:lnTo>
                <a:lnTo>
                  <a:pt x="76200" y="47256"/>
                </a:lnTo>
                <a:lnTo>
                  <a:pt x="74676" y="47256"/>
                </a:lnTo>
                <a:lnTo>
                  <a:pt x="71628" y="48780"/>
                </a:lnTo>
                <a:lnTo>
                  <a:pt x="65532" y="48780"/>
                </a:lnTo>
                <a:lnTo>
                  <a:pt x="64008" y="47256"/>
                </a:lnTo>
                <a:lnTo>
                  <a:pt x="62484" y="47256"/>
                </a:lnTo>
                <a:lnTo>
                  <a:pt x="59436" y="44208"/>
                </a:lnTo>
                <a:lnTo>
                  <a:pt x="59436" y="41160"/>
                </a:lnTo>
                <a:lnTo>
                  <a:pt x="62484" y="38112"/>
                </a:lnTo>
                <a:lnTo>
                  <a:pt x="67056" y="38112"/>
                </a:lnTo>
                <a:lnTo>
                  <a:pt x="70104" y="36588"/>
                </a:lnTo>
                <a:lnTo>
                  <a:pt x="76200" y="36588"/>
                </a:lnTo>
                <a:lnTo>
                  <a:pt x="79248" y="35064"/>
                </a:lnTo>
                <a:lnTo>
                  <a:pt x="82296" y="35064"/>
                </a:lnTo>
                <a:lnTo>
                  <a:pt x="82296" y="28968"/>
                </a:lnTo>
                <a:lnTo>
                  <a:pt x="79248" y="28968"/>
                </a:lnTo>
                <a:lnTo>
                  <a:pt x="76200" y="30492"/>
                </a:lnTo>
                <a:lnTo>
                  <a:pt x="70104" y="30492"/>
                </a:lnTo>
                <a:lnTo>
                  <a:pt x="67056" y="32016"/>
                </a:lnTo>
                <a:lnTo>
                  <a:pt x="62484" y="32016"/>
                </a:lnTo>
                <a:lnTo>
                  <a:pt x="59436" y="33540"/>
                </a:lnTo>
                <a:lnTo>
                  <a:pt x="57912" y="33540"/>
                </a:lnTo>
                <a:lnTo>
                  <a:pt x="56388" y="35064"/>
                </a:lnTo>
                <a:lnTo>
                  <a:pt x="56388" y="36588"/>
                </a:lnTo>
                <a:lnTo>
                  <a:pt x="53340" y="39636"/>
                </a:lnTo>
                <a:lnTo>
                  <a:pt x="53340" y="6108"/>
                </a:lnTo>
                <a:lnTo>
                  <a:pt x="53340" y="12"/>
                </a:lnTo>
                <a:lnTo>
                  <a:pt x="41148" y="12"/>
                </a:lnTo>
                <a:lnTo>
                  <a:pt x="28956" y="38112"/>
                </a:lnTo>
                <a:lnTo>
                  <a:pt x="25908" y="44208"/>
                </a:lnTo>
                <a:lnTo>
                  <a:pt x="24384" y="42684"/>
                </a:lnTo>
                <a:lnTo>
                  <a:pt x="24384" y="38112"/>
                </a:lnTo>
                <a:lnTo>
                  <a:pt x="14135" y="6108"/>
                </a:lnTo>
                <a:lnTo>
                  <a:pt x="12192" y="12"/>
                </a:lnTo>
                <a:lnTo>
                  <a:pt x="0" y="12"/>
                </a:lnTo>
                <a:lnTo>
                  <a:pt x="0" y="54876"/>
                </a:lnTo>
                <a:lnTo>
                  <a:pt x="7620" y="54876"/>
                </a:lnTo>
                <a:lnTo>
                  <a:pt x="7620" y="6108"/>
                </a:lnTo>
                <a:lnTo>
                  <a:pt x="22860" y="54876"/>
                </a:lnTo>
                <a:lnTo>
                  <a:pt x="30480" y="54876"/>
                </a:lnTo>
                <a:lnTo>
                  <a:pt x="33337" y="45732"/>
                </a:lnTo>
                <a:lnTo>
                  <a:pt x="45720" y="6108"/>
                </a:lnTo>
                <a:lnTo>
                  <a:pt x="45720" y="54876"/>
                </a:lnTo>
                <a:lnTo>
                  <a:pt x="53340" y="54876"/>
                </a:lnTo>
                <a:lnTo>
                  <a:pt x="53340" y="47256"/>
                </a:lnTo>
                <a:lnTo>
                  <a:pt x="59436" y="53352"/>
                </a:lnTo>
                <a:lnTo>
                  <a:pt x="62484" y="54876"/>
                </a:lnTo>
                <a:lnTo>
                  <a:pt x="73152" y="54876"/>
                </a:lnTo>
                <a:lnTo>
                  <a:pt x="74676" y="53352"/>
                </a:lnTo>
                <a:lnTo>
                  <a:pt x="77724" y="53352"/>
                </a:lnTo>
                <a:lnTo>
                  <a:pt x="80772" y="51828"/>
                </a:lnTo>
                <a:lnTo>
                  <a:pt x="82296" y="50304"/>
                </a:lnTo>
                <a:lnTo>
                  <a:pt x="82296" y="51828"/>
                </a:lnTo>
                <a:lnTo>
                  <a:pt x="83820" y="53352"/>
                </a:lnTo>
                <a:lnTo>
                  <a:pt x="83820" y="54876"/>
                </a:lnTo>
                <a:lnTo>
                  <a:pt x="89916" y="54876"/>
                </a:lnTo>
                <a:lnTo>
                  <a:pt x="89916" y="53352"/>
                </a:lnTo>
                <a:close/>
              </a:path>
              <a:path w="325119" h="55245">
                <a:moveTo>
                  <a:pt x="131051" y="41148"/>
                </a:moveTo>
                <a:lnTo>
                  <a:pt x="124955" y="39624"/>
                </a:lnTo>
                <a:lnTo>
                  <a:pt x="123431" y="42672"/>
                </a:lnTo>
                <a:lnTo>
                  <a:pt x="123431" y="44196"/>
                </a:lnTo>
                <a:lnTo>
                  <a:pt x="120383" y="45720"/>
                </a:lnTo>
                <a:lnTo>
                  <a:pt x="118859" y="47244"/>
                </a:lnTo>
                <a:lnTo>
                  <a:pt x="115811" y="48768"/>
                </a:lnTo>
                <a:lnTo>
                  <a:pt x="109715" y="48768"/>
                </a:lnTo>
                <a:lnTo>
                  <a:pt x="106667" y="47244"/>
                </a:lnTo>
                <a:lnTo>
                  <a:pt x="102095" y="42672"/>
                </a:lnTo>
                <a:lnTo>
                  <a:pt x="102095" y="25908"/>
                </a:lnTo>
                <a:lnTo>
                  <a:pt x="106667" y="21336"/>
                </a:lnTo>
                <a:lnTo>
                  <a:pt x="109715" y="19812"/>
                </a:lnTo>
                <a:lnTo>
                  <a:pt x="117335" y="19812"/>
                </a:lnTo>
                <a:lnTo>
                  <a:pt x="121907" y="24384"/>
                </a:lnTo>
                <a:lnTo>
                  <a:pt x="123431" y="27432"/>
                </a:lnTo>
                <a:lnTo>
                  <a:pt x="129527" y="25908"/>
                </a:lnTo>
                <a:lnTo>
                  <a:pt x="128003" y="21336"/>
                </a:lnTo>
                <a:lnTo>
                  <a:pt x="126479" y="18288"/>
                </a:lnTo>
                <a:lnTo>
                  <a:pt x="117335" y="13716"/>
                </a:lnTo>
                <a:lnTo>
                  <a:pt x="106667" y="13716"/>
                </a:lnTo>
                <a:lnTo>
                  <a:pt x="100571" y="16764"/>
                </a:lnTo>
                <a:lnTo>
                  <a:pt x="95999" y="25908"/>
                </a:lnTo>
                <a:lnTo>
                  <a:pt x="95999" y="41148"/>
                </a:lnTo>
                <a:lnTo>
                  <a:pt x="97523" y="45720"/>
                </a:lnTo>
                <a:lnTo>
                  <a:pt x="100571" y="48768"/>
                </a:lnTo>
                <a:lnTo>
                  <a:pt x="103619" y="53340"/>
                </a:lnTo>
                <a:lnTo>
                  <a:pt x="108191" y="54864"/>
                </a:lnTo>
                <a:lnTo>
                  <a:pt x="118859" y="54864"/>
                </a:lnTo>
                <a:lnTo>
                  <a:pt x="121907" y="53340"/>
                </a:lnTo>
                <a:lnTo>
                  <a:pt x="124955" y="50292"/>
                </a:lnTo>
                <a:lnTo>
                  <a:pt x="128003" y="48768"/>
                </a:lnTo>
                <a:lnTo>
                  <a:pt x="129527" y="45720"/>
                </a:lnTo>
                <a:lnTo>
                  <a:pt x="131051" y="41148"/>
                </a:lnTo>
                <a:close/>
              </a:path>
              <a:path w="325119" h="55245">
                <a:moveTo>
                  <a:pt x="172199" y="24396"/>
                </a:moveTo>
                <a:lnTo>
                  <a:pt x="170675" y="22872"/>
                </a:lnTo>
                <a:lnTo>
                  <a:pt x="170675" y="19824"/>
                </a:lnTo>
                <a:lnTo>
                  <a:pt x="167627" y="16776"/>
                </a:lnTo>
                <a:lnTo>
                  <a:pt x="164579" y="15252"/>
                </a:lnTo>
                <a:lnTo>
                  <a:pt x="163055" y="13728"/>
                </a:lnTo>
                <a:lnTo>
                  <a:pt x="152387" y="13728"/>
                </a:lnTo>
                <a:lnTo>
                  <a:pt x="147815" y="15252"/>
                </a:lnTo>
                <a:lnTo>
                  <a:pt x="144767" y="19824"/>
                </a:lnTo>
                <a:lnTo>
                  <a:pt x="144767" y="12"/>
                </a:lnTo>
                <a:lnTo>
                  <a:pt x="138671" y="12"/>
                </a:lnTo>
                <a:lnTo>
                  <a:pt x="138671" y="54876"/>
                </a:lnTo>
                <a:lnTo>
                  <a:pt x="144767" y="54876"/>
                </a:lnTo>
                <a:lnTo>
                  <a:pt x="144767" y="25920"/>
                </a:lnTo>
                <a:lnTo>
                  <a:pt x="146291" y="22872"/>
                </a:lnTo>
                <a:lnTo>
                  <a:pt x="147815" y="22872"/>
                </a:lnTo>
                <a:lnTo>
                  <a:pt x="149339" y="21348"/>
                </a:lnTo>
                <a:lnTo>
                  <a:pt x="152387" y="19824"/>
                </a:lnTo>
                <a:lnTo>
                  <a:pt x="161531" y="19824"/>
                </a:lnTo>
                <a:lnTo>
                  <a:pt x="164579" y="22872"/>
                </a:lnTo>
                <a:lnTo>
                  <a:pt x="166103" y="25920"/>
                </a:lnTo>
                <a:lnTo>
                  <a:pt x="166103" y="54876"/>
                </a:lnTo>
                <a:lnTo>
                  <a:pt x="172199" y="54876"/>
                </a:lnTo>
                <a:lnTo>
                  <a:pt x="172199" y="24396"/>
                </a:lnTo>
                <a:close/>
              </a:path>
              <a:path w="325119" h="55245">
                <a:moveTo>
                  <a:pt x="187452" y="15252"/>
                </a:moveTo>
                <a:lnTo>
                  <a:pt x="181356" y="15252"/>
                </a:lnTo>
                <a:lnTo>
                  <a:pt x="181356" y="54876"/>
                </a:lnTo>
                <a:lnTo>
                  <a:pt x="187452" y="54876"/>
                </a:lnTo>
                <a:lnTo>
                  <a:pt x="187452" y="15252"/>
                </a:lnTo>
                <a:close/>
              </a:path>
              <a:path w="325119" h="55245">
                <a:moveTo>
                  <a:pt x="187452" y="12"/>
                </a:moveTo>
                <a:lnTo>
                  <a:pt x="181356" y="12"/>
                </a:lnTo>
                <a:lnTo>
                  <a:pt x="181356" y="6108"/>
                </a:lnTo>
                <a:lnTo>
                  <a:pt x="187452" y="6108"/>
                </a:lnTo>
                <a:lnTo>
                  <a:pt x="187452" y="12"/>
                </a:lnTo>
                <a:close/>
              </a:path>
              <a:path w="325119" h="55245">
                <a:moveTo>
                  <a:pt x="227076" y="21348"/>
                </a:moveTo>
                <a:lnTo>
                  <a:pt x="224028" y="18300"/>
                </a:lnTo>
                <a:lnTo>
                  <a:pt x="224028" y="16776"/>
                </a:lnTo>
                <a:lnTo>
                  <a:pt x="222504" y="15252"/>
                </a:lnTo>
                <a:lnTo>
                  <a:pt x="219456" y="15252"/>
                </a:lnTo>
                <a:lnTo>
                  <a:pt x="217932" y="13728"/>
                </a:lnTo>
                <a:lnTo>
                  <a:pt x="207264" y="13728"/>
                </a:lnTo>
                <a:lnTo>
                  <a:pt x="202692" y="15252"/>
                </a:lnTo>
                <a:lnTo>
                  <a:pt x="199644" y="19824"/>
                </a:lnTo>
                <a:lnTo>
                  <a:pt x="199644" y="15252"/>
                </a:lnTo>
                <a:lnTo>
                  <a:pt x="193548" y="15252"/>
                </a:lnTo>
                <a:lnTo>
                  <a:pt x="193548" y="54876"/>
                </a:lnTo>
                <a:lnTo>
                  <a:pt x="199644" y="54876"/>
                </a:lnTo>
                <a:lnTo>
                  <a:pt x="199644" y="27444"/>
                </a:lnTo>
                <a:lnTo>
                  <a:pt x="201168" y="24396"/>
                </a:lnTo>
                <a:lnTo>
                  <a:pt x="204216" y="22872"/>
                </a:lnTo>
                <a:lnTo>
                  <a:pt x="205740" y="19824"/>
                </a:lnTo>
                <a:lnTo>
                  <a:pt x="216408" y="19824"/>
                </a:lnTo>
                <a:lnTo>
                  <a:pt x="217932" y="21348"/>
                </a:lnTo>
                <a:lnTo>
                  <a:pt x="219456" y="21348"/>
                </a:lnTo>
                <a:lnTo>
                  <a:pt x="219456" y="22872"/>
                </a:lnTo>
                <a:lnTo>
                  <a:pt x="220980" y="24396"/>
                </a:lnTo>
                <a:lnTo>
                  <a:pt x="220980" y="54876"/>
                </a:lnTo>
                <a:lnTo>
                  <a:pt x="227076" y="54876"/>
                </a:lnTo>
                <a:lnTo>
                  <a:pt x="227076" y="21348"/>
                </a:lnTo>
                <a:close/>
              </a:path>
              <a:path w="325119" h="55245">
                <a:moveTo>
                  <a:pt x="269735" y="27444"/>
                </a:moveTo>
                <a:lnTo>
                  <a:pt x="268211" y="22872"/>
                </a:lnTo>
                <a:lnTo>
                  <a:pt x="266179" y="19824"/>
                </a:lnTo>
                <a:lnTo>
                  <a:pt x="265163" y="18300"/>
                </a:lnTo>
                <a:lnTo>
                  <a:pt x="263639" y="16776"/>
                </a:lnTo>
                <a:lnTo>
                  <a:pt x="263639" y="27444"/>
                </a:lnTo>
                <a:lnTo>
                  <a:pt x="263639" y="30492"/>
                </a:lnTo>
                <a:lnTo>
                  <a:pt x="239255" y="30492"/>
                </a:lnTo>
                <a:lnTo>
                  <a:pt x="239255" y="27444"/>
                </a:lnTo>
                <a:lnTo>
                  <a:pt x="240779" y="24396"/>
                </a:lnTo>
                <a:lnTo>
                  <a:pt x="243827" y="22872"/>
                </a:lnTo>
                <a:lnTo>
                  <a:pt x="245351" y="19824"/>
                </a:lnTo>
                <a:lnTo>
                  <a:pt x="256019" y="19824"/>
                </a:lnTo>
                <a:lnTo>
                  <a:pt x="259067" y="21348"/>
                </a:lnTo>
                <a:lnTo>
                  <a:pt x="262115" y="24396"/>
                </a:lnTo>
                <a:lnTo>
                  <a:pt x="263639" y="27444"/>
                </a:lnTo>
                <a:lnTo>
                  <a:pt x="263639" y="16776"/>
                </a:lnTo>
                <a:lnTo>
                  <a:pt x="262115" y="15252"/>
                </a:lnTo>
                <a:lnTo>
                  <a:pt x="257543" y="13728"/>
                </a:lnTo>
                <a:lnTo>
                  <a:pt x="246875" y="13728"/>
                </a:lnTo>
                <a:lnTo>
                  <a:pt x="242303" y="15252"/>
                </a:lnTo>
                <a:lnTo>
                  <a:pt x="234683" y="22872"/>
                </a:lnTo>
                <a:lnTo>
                  <a:pt x="233159" y="27444"/>
                </a:lnTo>
                <a:lnTo>
                  <a:pt x="233159" y="41160"/>
                </a:lnTo>
                <a:lnTo>
                  <a:pt x="234683" y="45732"/>
                </a:lnTo>
                <a:lnTo>
                  <a:pt x="239255" y="48780"/>
                </a:lnTo>
                <a:lnTo>
                  <a:pt x="242303" y="53352"/>
                </a:lnTo>
                <a:lnTo>
                  <a:pt x="246875" y="54876"/>
                </a:lnTo>
                <a:lnTo>
                  <a:pt x="257543" y="54876"/>
                </a:lnTo>
                <a:lnTo>
                  <a:pt x="263639" y="51828"/>
                </a:lnTo>
                <a:lnTo>
                  <a:pt x="266687" y="48780"/>
                </a:lnTo>
                <a:lnTo>
                  <a:pt x="269735" y="42684"/>
                </a:lnTo>
                <a:lnTo>
                  <a:pt x="263639" y="41160"/>
                </a:lnTo>
                <a:lnTo>
                  <a:pt x="262115" y="44208"/>
                </a:lnTo>
                <a:lnTo>
                  <a:pt x="259067" y="47256"/>
                </a:lnTo>
                <a:lnTo>
                  <a:pt x="257543" y="47256"/>
                </a:lnTo>
                <a:lnTo>
                  <a:pt x="254495" y="48780"/>
                </a:lnTo>
                <a:lnTo>
                  <a:pt x="248399" y="48780"/>
                </a:lnTo>
                <a:lnTo>
                  <a:pt x="245351" y="47256"/>
                </a:lnTo>
                <a:lnTo>
                  <a:pt x="240779" y="42684"/>
                </a:lnTo>
                <a:lnTo>
                  <a:pt x="239255" y="39636"/>
                </a:lnTo>
                <a:lnTo>
                  <a:pt x="239255" y="36588"/>
                </a:lnTo>
                <a:lnTo>
                  <a:pt x="269735" y="36588"/>
                </a:lnTo>
                <a:lnTo>
                  <a:pt x="269735" y="30492"/>
                </a:lnTo>
                <a:lnTo>
                  <a:pt x="269735" y="27444"/>
                </a:lnTo>
                <a:close/>
              </a:path>
              <a:path w="325119" h="55245">
                <a:moveTo>
                  <a:pt x="324599" y="10668"/>
                </a:moveTo>
                <a:lnTo>
                  <a:pt x="323075" y="7620"/>
                </a:lnTo>
                <a:lnTo>
                  <a:pt x="316979" y="1524"/>
                </a:lnTo>
                <a:lnTo>
                  <a:pt x="312407" y="0"/>
                </a:lnTo>
                <a:lnTo>
                  <a:pt x="301739" y="0"/>
                </a:lnTo>
                <a:lnTo>
                  <a:pt x="297167" y="1524"/>
                </a:lnTo>
                <a:lnTo>
                  <a:pt x="294119" y="3048"/>
                </a:lnTo>
                <a:lnTo>
                  <a:pt x="291071" y="6096"/>
                </a:lnTo>
                <a:lnTo>
                  <a:pt x="289547" y="10668"/>
                </a:lnTo>
                <a:lnTo>
                  <a:pt x="289547" y="15240"/>
                </a:lnTo>
                <a:lnTo>
                  <a:pt x="295643" y="16764"/>
                </a:lnTo>
                <a:lnTo>
                  <a:pt x="295643" y="10668"/>
                </a:lnTo>
                <a:lnTo>
                  <a:pt x="298691" y="9144"/>
                </a:lnTo>
                <a:lnTo>
                  <a:pt x="300215" y="6096"/>
                </a:lnTo>
                <a:lnTo>
                  <a:pt x="312407" y="6096"/>
                </a:lnTo>
                <a:lnTo>
                  <a:pt x="318503" y="12192"/>
                </a:lnTo>
                <a:lnTo>
                  <a:pt x="318503" y="18288"/>
                </a:lnTo>
                <a:lnTo>
                  <a:pt x="316979" y="21336"/>
                </a:lnTo>
                <a:lnTo>
                  <a:pt x="313931" y="24384"/>
                </a:lnTo>
                <a:lnTo>
                  <a:pt x="312407" y="27432"/>
                </a:lnTo>
                <a:lnTo>
                  <a:pt x="307835" y="30480"/>
                </a:lnTo>
                <a:lnTo>
                  <a:pt x="301739" y="35052"/>
                </a:lnTo>
                <a:lnTo>
                  <a:pt x="289547" y="47244"/>
                </a:lnTo>
                <a:lnTo>
                  <a:pt x="288023" y="50292"/>
                </a:lnTo>
                <a:lnTo>
                  <a:pt x="288023" y="54864"/>
                </a:lnTo>
                <a:lnTo>
                  <a:pt x="324599" y="54864"/>
                </a:lnTo>
                <a:lnTo>
                  <a:pt x="324599" y="48768"/>
                </a:lnTo>
                <a:lnTo>
                  <a:pt x="297167" y="48768"/>
                </a:lnTo>
                <a:lnTo>
                  <a:pt x="297167" y="47244"/>
                </a:lnTo>
                <a:lnTo>
                  <a:pt x="300215" y="44196"/>
                </a:lnTo>
                <a:lnTo>
                  <a:pt x="301739" y="44196"/>
                </a:lnTo>
                <a:lnTo>
                  <a:pt x="315455" y="30480"/>
                </a:lnTo>
                <a:lnTo>
                  <a:pt x="318503" y="28956"/>
                </a:lnTo>
                <a:lnTo>
                  <a:pt x="320027" y="25908"/>
                </a:lnTo>
                <a:lnTo>
                  <a:pt x="321551" y="24384"/>
                </a:lnTo>
                <a:lnTo>
                  <a:pt x="323075" y="21336"/>
                </a:lnTo>
                <a:lnTo>
                  <a:pt x="323075" y="19812"/>
                </a:lnTo>
                <a:lnTo>
                  <a:pt x="324599" y="16764"/>
                </a:lnTo>
                <a:lnTo>
                  <a:pt x="324599" y="10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1313688" y="5939028"/>
            <a:ext cx="326390" cy="55244"/>
          </a:xfrm>
          <a:custGeom>
            <a:avLst/>
            <a:gdLst/>
            <a:ahLst/>
            <a:cxnLst/>
            <a:rect l="l" t="t" r="r" b="b"/>
            <a:pathLst>
              <a:path w="326389" h="55245">
                <a:moveTo>
                  <a:pt x="89916" y="53352"/>
                </a:moveTo>
                <a:lnTo>
                  <a:pt x="88392" y="51828"/>
                </a:lnTo>
                <a:lnTo>
                  <a:pt x="88392" y="50304"/>
                </a:lnTo>
                <a:lnTo>
                  <a:pt x="88392" y="48780"/>
                </a:lnTo>
                <a:lnTo>
                  <a:pt x="88392" y="21348"/>
                </a:lnTo>
                <a:lnTo>
                  <a:pt x="86868" y="19824"/>
                </a:lnTo>
                <a:lnTo>
                  <a:pt x="86868" y="18300"/>
                </a:lnTo>
                <a:lnTo>
                  <a:pt x="83820" y="15252"/>
                </a:lnTo>
                <a:lnTo>
                  <a:pt x="80772" y="15252"/>
                </a:lnTo>
                <a:lnTo>
                  <a:pt x="79248" y="13728"/>
                </a:lnTo>
                <a:lnTo>
                  <a:pt x="67056" y="13728"/>
                </a:lnTo>
                <a:lnTo>
                  <a:pt x="60960" y="16776"/>
                </a:lnTo>
                <a:lnTo>
                  <a:pt x="59436" y="16776"/>
                </a:lnTo>
                <a:lnTo>
                  <a:pt x="57912" y="19824"/>
                </a:lnTo>
                <a:lnTo>
                  <a:pt x="56388" y="21348"/>
                </a:lnTo>
                <a:lnTo>
                  <a:pt x="56388" y="22872"/>
                </a:lnTo>
                <a:lnTo>
                  <a:pt x="54864" y="25920"/>
                </a:lnTo>
                <a:lnTo>
                  <a:pt x="60960" y="27444"/>
                </a:lnTo>
                <a:lnTo>
                  <a:pt x="62484" y="24396"/>
                </a:lnTo>
                <a:lnTo>
                  <a:pt x="62484" y="22872"/>
                </a:lnTo>
                <a:lnTo>
                  <a:pt x="64008" y="21348"/>
                </a:lnTo>
                <a:lnTo>
                  <a:pt x="67056" y="19824"/>
                </a:lnTo>
                <a:lnTo>
                  <a:pt x="76200" y="19824"/>
                </a:lnTo>
                <a:lnTo>
                  <a:pt x="79248" y="21348"/>
                </a:lnTo>
                <a:lnTo>
                  <a:pt x="80772" y="21348"/>
                </a:lnTo>
                <a:lnTo>
                  <a:pt x="82296" y="22872"/>
                </a:lnTo>
                <a:lnTo>
                  <a:pt x="82296" y="28968"/>
                </a:lnTo>
                <a:lnTo>
                  <a:pt x="82296" y="35064"/>
                </a:lnTo>
                <a:lnTo>
                  <a:pt x="82296" y="41160"/>
                </a:lnTo>
                <a:lnTo>
                  <a:pt x="80772" y="42684"/>
                </a:lnTo>
                <a:lnTo>
                  <a:pt x="80772" y="44208"/>
                </a:lnTo>
                <a:lnTo>
                  <a:pt x="79248" y="45732"/>
                </a:lnTo>
                <a:lnTo>
                  <a:pt x="76200" y="47256"/>
                </a:lnTo>
                <a:lnTo>
                  <a:pt x="74676" y="48780"/>
                </a:lnTo>
                <a:lnTo>
                  <a:pt x="64008" y="48780"/>
                </a:lnTo>
                <a:lnTo>
                  <a:pt x="59436" y="44208"/>
                </a:lnTo>
                <a:lnTo>
                  <a:pt x="59436" y="41160"/>
                </a:lnTo>
                <a:lnTo>
                  <a:pt x="60960" y="41160"/>
                </a:lnTo>
                <a:lnTo>
                  <a:pt x="60960" y="39636"/>
                </a:lnTo>
                <a:lnTo>
                  <a:pt x="62484" y="39636"/>
                </a:lnTo>
                <a:lnTo>
                  <a:pt x="64008" y="38112"/>
                </a:lnTo>
                <a:lnTo>
                  <a:pt x="70104" y="38112"/>
                </a:lnTo>
                <a:lnTo>
                  <a:pt x="76200" y="36588"/>
                </a:lnTo>
                <a:lnTo>
                  <a:pt x="79248" y="36588"/>
                </a:lnTo>
                <a:lnTo>
                  <a:pt x="82296" y="35064"/>
                </a:lnTo>
                <a:lnTo>
                  <a:pt x="82296" y="28968"/>
                </a:lnTo>
                <a:lnTo>
                  <a:pt x="79248" y="30492"/>
                </a:lnTo>
                <a:lnTo>
                  <a:pt x="76200" y="30492"/>
                </a:lnTo>
                <a:lnTo>
                  <a:pt x="70104" y="32016"/>
                </a:lnTo>
                <a:lnTo>
                  <a:pt x="64008" y="32016"/>
                </a:lnTo>
                <a:lnTo>
                  <a:pt x="62484" y="33540"/>
                </a:lnTo>
                <a:lnTo>
                  <a:pt x="59436" y="33540"/>
                </a:lnTo>
                <a:lnTo>
                  <a:pt x="57912" y="35064"/>
                </a:lnTo>
                <a:lnTo>
                  <a:pt x="56388" y="35064"/>
                </a:lnTo>
                <a:lnTo>
                  <a:pt x="56388" y="36588"/>
                </a:lnTo>
                <a:lnTo>
                  <a:pt x="53340" y="39636"/>
                </a:lnTo>
                <a:lnTo>
                  <a:pt x="53340" y="6108"/>
                </a:lnTo>
                <a:lnTo>
                  <a:pt x="53340" y="12"/>
                </a:lnTo>
                <a:lnTo>
                  <a:pt x="41148" y="12"/>
                </a:lnTo>
                <a:lnTo>
                  <a:pt x="28956" y="38112"/>
                </a:lnTo>
                <a:lnTo>
                  <a:pt x="27432" y="42684"/>
                </a:lnTo>
                <a:lnTo>
                  <a:pt x="25908" y="44208"/>
                </a:lnTo>
                <a:lnTo>
                  <a:pt x="25908" y="45732"/>
                </a:lnTo>
                <a:lnTo>
                  <a:pt x="24384" y="42684"/>
                </a:lnTo>
                <a:lnTo>
                  <a:pt x="24384" y="38112"/>
                </a:lnTo>
                <a:lnTo>
                  <a:pt x="14135" y="6108"/>
                </a:lnTo>
                <a:lnTo>
                  <a:pt x="12192" y="12"/>
                </a:lnTo>
                <a:lnTo>
                  <a:pt x="0" y="12"/>
                </a:lnTo>
                <a:lnTo>
                  <a:pt x="0" y="54876"/>
                </a:lnTo>
                <a:lnTo>
                  <a:pt x="7620" y="54876"/>
                </a:lnTo>
                <a:lnTo>
                  <a:pt x="7620" y="6108"/>
                </a:lnTo>
                <a:lnTo>
                  <a:pt x="22860" y="54876"/>
                </a:lnTo>
                <a:lnTo>
                  <a:pt x="30480" y="54876"/>
                </a:lnTo>
                <a:lnTo>
                  <a:pt x="32854" y="47256"/>
                </a:lnTo>
                <a:lnTo>
                  <a:pt x="45720" y="6108"/>
                </a:lnTo>
                <a:lnTo>
                  <a:pt x="45720" y="54876"/>
                </a:lnTo>
                <a:lnTo>
                  <a:pt x="53340" y="54876"/>
                </a:lnTo>
                <a:lnTo>
                  <a:pt x="53340" y="47256"/>
                </a:lnTo>
                <a:lnTo>
                  <a:pt x="54864" y="50304"/>
                </a:lnTo>
                <a:lnTo>
                  <a:pt x="57912" y="51828"/>
                </a:lnTo>
                <a:lnTo>
                  <a:pt x="59436" y="53352"/>
                </a:lnTo>
                <a:lnTo>
                  <a:pt x="62484" y="54876"/>
                </a:lnTo>
                <a:lnTo>
                  <a:pt x="73152" y="54876"/>
                </a:lnTo>
                <a:lnTo>
                  <a:pt x="74676" y="53352"/>
                </a:lnTo>
                <a:lnTo>
                  <a:pt x="77724" y="53352"/>
                </a:lnTo>
                <a:lnTo>
                  <a:pt x="80772" y="51828"/>
                </a:lnTo>
                <a:lnTo>
                  <a:pt x="82296" y="50304"/>
                </a:lnTo>
                <a:lnTo>
                  <a:pt x="82296" y="51828"/>
                </a:lnTo>
                <a:lnTo>
                  <a:pt x="83820" y="53352"/>
                </a:lnTo>
                <a:lnTo>
                  <a:pt x="83820" y="54876"/>
                </a:lnTo>
                <a:lnTo>
                  <a:pt x="89916" y="54876"/>
                </a:lnTo>
                <a:lnTo>
                  <a:pt x="89916" y="53352"/>
                </a:lnTo>
                <a:close/>
              </a:path>
              <a:path w="326389" h="55245">
                <a:moveTo>
                  <a:pt x="131051" y="41148"/>
                </a:moveTo>
                <a:lnTo>
                  <a:pt x="124955" y="39624"/>
                </a:lnTo>
                <a:lnTo>
                  <a:pt x="123431" y="42672"/>
                </a:lnTo>
                <a:lnTo>
                  <a:pt x="123431" y="45720"/>
                </a:lnTo>
                <a:lnTo>
                  <a:pt x="120383" y="47244"/>
                </a:lnTo>
                <a:lnTo>
                  <a:pt x="118859" y="48768"/>
                </a:lnTo>
                <a:lnTo>
                  <a:pt x="109715" y="48768"/>
                </a:lnTo>
                <a:lnTo>
                  <a:pt x="106667" y="47244"/>
                </a:lnTo>
                <a:lnTo>
                  <a:pt x="102095" y="42672"/>
                </a:lnTo>
                <a:lnTo>
                  <a:pt x="102095" y="25908"/>
                </a:lnTo>
                <a:lnTo>
                  <a:pt x="106667" y="21336"/>
                </a:lnTo>
                <a:lnTo>
                  <a:pt x="109715" y="19812"/>
                </a:lnTo>
                <a:lnTo>
                  <a:pt x="117335" y="19812"/>
                </a:lnTo>
                <a:lnTo>
                  <a:pt x="121907" y="24384"/>
                </a:lnTo>
                <a:lnTo>
                  <a:pt x="123431" y="27432"/>
                </a:lnTo>
                <a:lnTo>
                  <a:pt x="129527" y="25908"/>
                </a:lnTo>
                <a:lnTo>
                  <a:pt x="126479" y="19812"/>
                </a:lnTo>
                <a:lnTo>
                  <a:pt x="123431" y="16764"/>
                </a:lnTo>
                <a:lnTo>
                  <a:pt x="117335" y="13716"/>
                </a:lnTo>
                <a:lnTo>
                  <a:pt x="109715" y="13716"/>
                </a:lnTo>
                <a:lnTo>
                  <a:pt x="100571" y="18288"/>
                </a:lnTo>
                <a:lnTo>
                  <a:pt x="99047" y="19812"/>
                </a:lnTo>
                <a:lnTo>
                  <a:pt x="95999" y="25908"/>
                </a:lnTo>
                <a:lnTo>
                  <a:pt x="95999" y="41148"/>
                </a:lnTo>
                <a:lnTo>
                  <a:pt x="97523" y="45720"/>
                </a:lnTo>
                <a:lnTo>
                  <a:pt x="100571" y="50292"/>
                </a:lnTo>
                <a:lnTo>
                  <a:pt x="103619" y="53340"/>
                </a:lnTo>
                <a:lnTo>
                  <a:pt x="108191" y="54864"/>
                </a:lnTo>
                <a:lnTo>
                  <a:pt x="118859" y="54864"/>
                </a:lnTo>
                <a:lnTo>
                  <a:pt x="124955" y="51816"/>
                </a:lnTo>
                <a:lnTo>
                  <a:pt x="128003" y="48768"/>
                </a:lnTo>
                <a:lnTo>
                  <a:pt x="129527" y="45720"/>
                </a:lnTo>
                <a:lnTo>
                  <a:pt x="131051" y="41148"/>
                </a:lnTo>
                <a:close/>
              </a:path>
              <a:path w="326389" h="55245">
                <a:moveTo>
                  <a:pt x="172199" y="25920"/>
                </a:moveTo>
                <a:lnTo>
                  <a:pt x="170675" y="22872"/>
                </a:lnTo>
                <a:lnTo>
                  <a:pt x="170675" y="19824"/>
                </a:lnTo>
                <a:lnTo>
                  <a:pt x="167627" y="16776"/>
                </a:lnTo>
                <a:lnTo>
                  <a:pt x="164579" y="15252"/>
                </a:lnTo>
                <a:lnTo>
                  <a:pt x="163055" y="13728"/>
                </a:lnTo>
                <a:lnTo>
                  <a:pt x="152387" y="13728"/>
                </a:lnTo>
                <a:lnTo>
                  <a:pt x="147815" y="15252"/>
                </a:lnTo>
                <a:lnTo>
                  <a:pt x="144767" y="19824"/>
                </a:lnTo>
                <a:lnTo>
                  <a:pt x="144767" y="12"/>
                </a:lnTo>
                <a:lnTo>
                  <a:pt x="138671" y="12"/>
                </a:lnTo>
                <a:lnTo>
                  <a:pt x="138671" y="54876"/>
                </a:lnTo>
                <a:lnTo>
                  <a:pt x="144767" y="54876"/>
                </a:lnTo>
                <a:lnTo>
                  <a:pt x="144767" y="25920"/>
                </a:lnTo>
                <a:lnTo>
                  <a:pt x="149339" y="21348"/>
                </a:lnTo>
                <a:lnTo>
                  <a:pt x="152387" y="19824"/>
                </a:lnTo>
                <a:lnTo>
                  <a:pt x="158483" y="19824"/>
                </a:lnTo>
                <a:lnTo>
                  <a:pt x="161531" y="21348"/>
                </a:lnTo>
                <a:lnTo>
                  <a:pt x="166103" y="25920"/>
                </a:lnTo>
                <a:lnTo>
                  <a:pt x="166103" y="54876"/>
                </a:lnTo>
                <a:lnTo>
                  <a:pt x="172199" y="54876"/>
                </a:lnTo>
                <a:lnTo>
                  <a:pt x="172199" y="25920"/>
                </a:lnTo>
                <a:close/>
              </a:path>
              <a:path w="326389" h="55245">
                <a:moveTo>
                  <a:pt x="187452" y="15240"/>
                </a:moveTo>
                <a:lnTo>
                  <a:pt x="181356" y="15240"/>
                </a:lnTo>
                <a:lnTo>
                  <a:pt x="181356" y="54864"/>
                </a:lnTo>
                <a:lnTo>
                  <a:pt x="187452" y="54864"/>
                </a:lnTo>
                <a:lnTo>
                  <a:pt x="187452" y="15240"/>
                </a:lnTo>
                <a:close/>
              </a:path>
              <a:path w="326389" h="55245">
                <a:moveTo>
                  <a:pt x="187452" y="0"/>
                </a:moveTo>
                <a:lnTo>
                  <a:pt x="181356" y="0"/>
                </a:lnTo>
                <a:lnTo>
                  <a:pt x="181356" y="6096"/>
                </a:lnTo>
                <a:lnTo>
                  <a:pt x="187452" y="6096"/>
                </a:lnTo>
                <a:lnTo>
                  <a:pt x="187452" y="0"/>
                </a:lnTo>
                <a:close/>
              </a:path>
              <a:path w="326389" h="55245">
                <a:moveTo>
                  <a:pt x="227076" y="21348"/>
                </a:moveTo>
                <a:lnTo>
                  <a:pt x="224028" y="18300"/>
                </a:lnTo>
                <a:lnTo>
                  <a:pt x="224028" y="16776"/>
                </a:lnTo>
                <a:lnTo>
                  <a:pt x="222504" y="16776"/>
                </a:lnTo>
                <a:lnTo>
                  <a:pt x="219456" y="15252"/>
                </a:lnTo>
                <a:lnTo>
                  <a:pt x="217932" y="13728"/>
                </a:lnTo>
                <a:lnTo>
                  <a:pt x="207264" y="13728"/>
                </a:lnTo>
                <a:lnTo>
                  <a:pt x="202692" y="16776"/>
                </a:lnTo>
                <a:lnTo>
                  <a:pt x="199644" y="21348"/>
                </a:lnTo>
                <a:lnTo>
                  <a:pt x="199644" y="15252"/>
                </a:lnTo>
                <a:lnTo>
                  <a:pt x="193548" y="15252"/>
                </a:lnTo>
                <a:lnTo>
                  <a:pt x="193548" y="54876"/>
                </a:lnTo>
                <a:lnTo>
                  <a:pt x="199644" y="54876"/>
                </a:lnTo>
                <a:lnTo>
                  <a:pt x="199644" y="27444"/>
                </a:lnTo>
                <a:lnTo>
                  <a:pt x="201168" y="24396"/>
                </a:lnTo>
                <a:lnTo>
                  <a:pt x="204216" y="22872"/>
                </a:lnTo>
                <a:lnTo>
                  <a:pt x="205740" y="21348"/>
                </a:lnTo>
                <a:lnTo>
                  <a:pt x="208788" y="19824"/>
                </a:lnTo>
                <a:lnTo>
                  <a:pt x="216408" y="19824"/>
                </a:lnTo>
                <a:lnTo>
                  <a:pt x="217932" y="21348"/>
                </a:lnTo>
                <a:lnTo>
                  <a:pt x="219456" y="21348"/>
                </a:lnTo>
                <a:lnTo>
                  <a:pt x="219456" y="22872"/>
                </a:lnTo>
                <a:lnTo>
                  <a:pt x="220980" y="24396"/>
                </a:lnTo>
                <a:lnTo>
                  <a:pt x="220980" y="54876"/>
                </a:lnTo>
                <a:lnTo>
                  <a:pt x="227076" y="54876"/>
                </a:lnTo>
                <a:lnTo>
                  <a:pt x="227076" y="21348"/>
                </a:lnTo>
                <a:close/>
              </a:path>
              <a:path w="326389" h="55245">
                <a:moveTo>
                  <a:pt x="269735" y="27432"/>
                </a:moveTo>
                <a:lnTo>
                  <a:pt x="268211" y="22860"/>
                </a:lnTo>
                <a:lnTo>
                  <a:pt x="265163" y="19812"/>
                </a:lnTo>
                <a:lnTo>
                  <a:pt x="263639" y="17526"/>
                </a:lnTo>
                <a:lnTo>
                  <a:pt x="263639" y="27432"/>
                </a:lnTo>
                <a:lnTo>
                  <a:pt x="263639" y="30480"/>
                </a:lnTo>
                <a:lnTo>
                  <a:pt x="239255" y="30480"/>
                </a:lnTo>
                <a:lnTo>
                  <a:pt x="239255" y="27432"/>
                </a:lnTo>
                <a:lnTo>
                  <a:pt x="240779" y="24384"/>
                </a:lnTo>
                <a:lnTo>
                  <a:pt x="243827" y="22860"/>
                </a:lnTo>
                <a:lnTo>
                  <a:pt x="245351" y="21336"/>
                </a:lnTo>
                <a:lnTo>
                  <a:pt x="248399" y="19812"/>
                </a:lnTo>
                <a:lnTo>
                  <a:pt x="256019" y="19812"/>
                </a:lnTo>
                <a:lnTo>
                  <a:pt x="259067" y="21336"/>
                </a:lnTo>
                <a:lnTo>
                  <a:pt x="262115" y="24384"/>
                </a:lnTo>
                <a:lnTo>
                  <a:pt x="263639" y="27432"/>
                </a:lnTo>
                <a:lnTo>
                  <a:pt x="263639" y="17526"/>
                </a:lnTo>
                <a:lnTo>
                  <a:pt x="262115" y="15240"/>
                </a:lnTo>
                <a:lnTo>
                  <a:pt x="257543" y="13716"/>
                </a:lnTo>
                <a:lnTo>
                  <a:pt x="246875" y="13716"/>
                </a:lnTo>
                <a:lnTo>
                  <a:pt x="242303" y="15240"/>
                </a:lnTo>
                <a:lnTo>
                  <a:pt x="239255" y="19812"/>
                </a:lnTo>
                <a:lnTo>
                  <a:pt x="234683" y="22860"/>
                </a:lnTo>
                <a:lnTo>
                  <a:pt x="233159" y="27432"/>
                </a:lnTo>
                <a:lnTo>
                  <a:pt x="233159" y="41148"/>
                </a:lnTo>
                <a:lnTo>
                  <a:pt x="234683" y="45720"/>
                </a:lnTo>
                <a:lnTo>
                  <a:pt x="242303" y="53340"/>
                </a:lnTo>
                <a:lnTo>
                  <a:pt x="246875" y="54864"/>
                </a:lnTo>
                <a:lnTo>
                  <a:pt x="257543" y="54864"/>
                </a:lnTo>
                <a:lnTo>
                  <a:pt x="266687" y="50292"/>
                </a:lnTo>
                <a:lnTo>
                  <a:pt x="267449" y="48768"/>
                </a:lnTo>
                <a:lnTo>
                  <a:pt x="268211" y="47244"/>
                </a:lnTo>
                <a:lnTo>
                  <a:pt x="269735" y="42672"/>
                </a:lnTo>
                <a:lnTo>
                  <a:pt x="263639" y="41148"/>
                </a:lnTo>
                <a:lnTo>
                  <a:pt x="262115" y="44196"/>
                </a:lnTo>
                <a:lnTo>
                  <a:pt x="257543" y="48768"/>
                </a:lnTo>
                <a:lnTo>
                  <a:pt x="248399" y="48768"/>
                </a:lnTo>
                <a:lnTo>
                  <a:pt x="245351" y="47244"/>
                </a:lnTo>
                <a:lnTo>
                  <a:pt x="243827" y="45720"/>
                </a:lnTo>
                <a:lnTo>
                  <a:pt x="240779" y="44196"/>
                </a:lnTo>
                <a:lnTo>
                  <a:pt x="239255" y="41148"/>
                </a:lnTo>
                <a:lnTo>
                  <a:pt x="239255" y="36576"/>
                </a:lnTo>
                <a:lnTo>
                  <a:pt x="269735" y="36576"/>
                </a:lnTo>
                <a:lnTo>
                  <a:pt x="269735" y="30480"/>
                </a:lnTo>
                <a:lnTo>
                  <a:pt x="269735" y="27432"/>
                </a:lnTo>
                <a:close/>
              </a:path>
              <a:path w="326389" h="55245">
                <a:moveTo>
                  <a:pt x="326136" y="35052"/>
                </a:moveTo>
                <a:lnTo>
                  <a:pt x="324612" y="32004"/>
                </a:lnTo>
                <a:lnTo>
                  <a:pt x="323088" y="30480"/>
                </a:lnTo>
                <a:lnTo>
                  <a:pt x="321564" y="27432"/>
                </a:lnTo>
                <a:lnTo>
                  <a:pt x="318516" y="25908"/>
                </a:lnTo>
                <a:lnTo>
                  <a:pt x="315468" y="25908"/>
                </a:lnTo>
                <a:lnTo>
                  <a:pt x="316992" y="24384"/>
                </a:lnTo>
                <a:lnTo>
                  <a:pt x="320040" y="22860"/>
                </a:lnTo>
                <a:lnTo>
                  <a:pt x="320040" y="21336"/>
                </a:lnTo>
                <a:lnTo>
                  <a:pt x="321564" y="18288"/>
                </a:lnTo>
                <a:lnTo>
                  <a:pt x="323088" y="16764"/>
                </a:lnTo>
                <a:lnTo>
                  <a:pt x="323088" y="12192"/>
                </a:lnTo>
                <a:lnTo>
                  <a:pt x="321564" y="9144"/>
                </a:lnTo>
                <a:lnTo>
                  <a:pt x="320040" y="7620"/>
                </a:lnTo>
                <a:lnTo>
                  <a:pt x="319278" y="6096"/>
                </a:lnTo>
                <a:lnTo>
                  <a:pt x="318516" y="4572"/>
                </a:lnTo>
                <a:lnTo>
                  <a:pt x="316992" y="3048"/>
                </a:lnTo>
                <a:lnTo>
                  <a:pt x="313944" y="1524"/>
                </a:lnTo>
                <a:lnTo>
                  <a:pt x="312420" y="0"/>
                </a:lnTo>
                <a:lnTo>
                  <a:pt x="301752" y="0"/>
                </a:lnTo>
                <a:lnTo>
                  <a:pt x="297180" y="1524"/>
                </a:lnTo>
                <a:lnTo>
                  <a:pt x="289560" y="9144"/>
                </a:lnTo>
                <a:lnTo>
                  <a:pt x="289560" y="13716"/>
                </a:lnTo>
                <a:lnTo>
                  <a:pt x="295656" y="15240"/>
                </a:lnTo>
                <a:lnTo>
                  <a:pt x="295656" y="12192"/>
                </a:lnTo>
                <a:lnTo>
                  <a:pt x="298704" y="9144"/>
                </a:lnTo>
                <a:lnTo>
                  <a:pt x="301752" y="7620"/>
                </a:lnTo>
                <a:lnTo>
                  <a:pt x="303276" y="6096"/>
                </a:lnTo>
                <a:lnTo>
                  <a:pt x="309372" y="6096"/>
                </a:lnTo>
                <a:lnTo>
                  <a:pt x="312420" y="7620"/>
                </a:lnTo>
                <a:lnTo>
                  <a:pt x="316992" y="12192"/>
                </a:lnTo>
                <a:lnTo>
                  <a:pt x="316992" y="16764"/>
                </a:lnTo>
                <a:lnTo>
                  <a:pt x="315468" y="19812"/>
                </a:lnTo>
                <a:lnTo>
                  <a:pt x="312420" y="21336"/>
                </a:lnTo>
                <a:lnTo>
                  <a:pt x="310896" y="22860"/>
                </a:lnTo>
                <a:lnTo>
                  <a:pt x="303276" y="22860"/>
                </a:lnTo>
                <a:lnTo>
                  <a:pt x="301752" y="28956"/>
                </a:lnTo>
                <a:lnTo>
                  <a:pt x="313944" y="28956"/>
                </a:lnTo>
                <a:lnTo>
                  <a:pt x="316992" y="30480"/>
                </a:lnTo>
                <a:lnTo>
                  <a:pt x="318516" y="33528"/>
                </a:lnTo>
                <a:lnTo>
                  <a:pt x="320040" y="35052"/>
                </a:lnTo>
                <a:lnTo>
                  <a:pt x="320040" y="41148"/>
                </a:lnTo>
                <a:lnTo>
                  <a:pt x="318516" y="44196"/>
                </a:lnTo>
                <a:lnTo>
                  <a:pt x="316992" y="45720"/>
                </a:lnTo>
                <a:lnTo>
                  <a:pt x="310896" y="48768"/>
                </a:lnTo>
                <a:lnTo>
                  <a:pt x="301752" y="48768"/>
                </a:lnTo>
                <a:lnTo>
                  <a:pt x="295656" y="42672"/>
                </a:lnTo>
                <a:lnTo>
                  <a:pt x="295656" y="38100"/>
                </a:lnTo>
                <a:lnTo>
                  <a:pt x="289560" y="39624"/>
                </a:lnTo>
                <a:lnTo>
                  <a:pt x="289560" y="44196"/>
                </a:lnTo>
                <a:lnTo>
                  <a:pt x="291084" y="47244"/>
                </a:lnTo>
                <a:lnTo>
                  <a:pt x="297180" y="53340"/>
                </a:lnTo>
                <a:lnTo>
                  <a:pt x="301752" y="54864"/>
                </a:lnTo>
                <a:lnTo>
                  <a:pt x="312420" y="54864"/>
                </a:lnTo>
                <a:lnTo>
                  <a:pt x="316992" y="53340"/>
                </a:lnTo>
                <a:lnTo>
                  <a:pt x="320040" y="50292"/>
                </a:lnTo>
                <a:lnTo>
                  <a:pt x="322326" y="48768"/>
                </a:lnTo>
                <a:lnTo>
                  <a:pt x="324612" y="47244"/>
                </a:lnTo>
                <a:lnTo>
                  <a:pt x="326136" y="42672"/>
                </a:lnTo>
                <a:lnTo>
                  <a:pt x="326136" y="350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" name="object 67" descr=""/>
          <p:cNvGrpSpPr/>
          <p:nvPr/>
        </p:nvGrpSpPr>
        <p:grpSpPr>
          <a:xfrm>
            <a:off x="5423916" y="3813048"/>
            <a:ext cx="5034280" cy="3561715"/>
            <a:chOff x="5423916" y="3813048"/>
            <a:chExt cx="5034280" cy="3561715"/>
          </a:xfrm>
        </p:grpSpPr>
        <p:sp>
          <p:nvSpPr>
            <p:cNvPr id="68" name="object 68" descr=""/>
            <p:cNvSpPr/>
            <p:nvPr/>
          </p:nvSpPr>
          <p:spPr>
            <a:xfrm>
              <a:off x="5426964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26964" y="4462272"/>
              <a:ext cx="4695443" cy="38100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63967" y="6950964"/>
              <a:ext cx="1150620" cy="39623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16567" y="6806184"/>
              <a:ext cx="1319783" cy="192023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644895" y="4303776"/>
              <a:ext cx="1639824" cy="126492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7298436" y="4305046"/>
              <a:ext cx="327660" cy="99695"/>
            </a:xfrm>
            <a:custGeom>
              <a:avLst/>
              <a:gdLst/>
              <a:ahLst/>
              <a:cxnLst/>
              <a:rect l="l" t="t" r="r" b="b"/>
              <a:pathLst>
                <a:path w="327659" h="99695">
                  <a:moveTo>
                    <a:pt x="71628" y="85090"/>
                  </a:moveTo>
                  <a:lnTo>
                    <a:pt x="12192" y="85090"/>
                  </a:lnTo>
                  <a:lnTo>
                    <a:pt x="12192" y="53340"/>
                  </a:lnTo>
                  <a:lnTo>
                    <a:pt x="67056" y="53340"/>
                  </a:lnTo>
                  <a:lnTo>
                    <a:pt x="67056" y="41910"/>
                  </a:lnTo>
                  <a:lnTo>
                    <a:pt x="12192" y="41910"/>
                  </a:lnTo>
                  <a:lnTo>
                    <a:pt x="12192" y="12700"/>
                  </a:lnTo>
                  <a:lnTo>
                    <a:pt x="70104" y="12700"/>
                  </a:lnTo>
                  <a:lnTo>
                    <a:pt x="70104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41910"/>
                  </a:lnTo>
                  <a:lnTo>
                    <a:pt x="0" y="53340"/>
                  </a:lnTo>
                  <a:lnTo>
                    <a:pt x="0" y="85090"/>
                  </a:lnTo>
                  <a:lnTo>
                    <a:pt x="0" y="97790"/>
                  </a:lnTo>
                  <a:lnTo>
                    <a:pt x="71628" y="97790"/>
                  </a:lnTo>
                  <a:lnTo>
                    <a:pt x="71628" y="85090"/>
                  </a:lnTo>
                  <a:close/>
                </a:path>
                <a:path w="327659" h="99695">
                  <a:moveTo>
                    <a:pt x="147828" y="26162"/>
                  </a:moveTo>
                  <a:lnTo>
                    <a:pt x="134112" y="26162"/>
                  </a:lnTo>
                  <a:lnTo>
                    <a:pt x="120396" y="44450"/>
                  </a:lnTo>
                  <a:lnTo>
                    <a:pt x="118872" y="47498"/>
                  </a:lnTo>
                  <a:lnTo>
                    <a:pt x="115824" y="50546"/>
                  </a:lnTo>
                  <a:lnTo>
                    <a:pt x="114300" y="49022"/>
                  </a:lnTo>
                  <a:lnTo>
                    <a:pt x="112776" y="45974"/>
                  </a:lnTo>
                  <a:lnTo>
                    <a:pt x="109728" y="42926"/>
                  </a:lnTo>
                  <a:lnTo>
                    <a:pt x="97536" y="26162"/>
                  </a:lnTo>
                  <a:lnTo>
                    <a:pt x="83820" y="26162"/>
                  </a:lnTo>
                  <a:lnTo>
                    <a:pt x="108204" y="61214"/>
                  </a:lnTo>
                  <a:lnTo>
                    <a:pt x="82296" y="97790"/>
                  </a:lnTo>
                  <a:lnTo>
                    <a:pt x="96012" y="97790"/>
                  </a:lnTo>
                  <a:lnTo>
                    <a:pt x="115824" y="71882"/>
                  </a:lnTo>
                  <a:lnTo>
                    <a:pt x="117348" y="76454"/>
                  </a:lnTo>
                  <a:lnTo>
                    <a:pt x="132588" y="97790"/>
                  </a:lnTo>
                  <a:lnTo>
                    <a:pt x="147828" y="97790"/>
                  </a:lnTo>
                  <a:lnTo>
                    <a:pt x="121920" y="61214"/>
                  </a:lnTo>
                  <a:lnTo>
                    <a:pt x="147828" y="26162"/>
                  </a:lnTo>
                  <a:close/>
                </a:path>
                <a:path w="327659" h="99695">
                  <a:moveTo>
                    <a:pt x="217932" y="94742"/>
                  </a:moveTo>
                  <a:lnTo>
                    <a:pt x="216408" y="90170"/>
                  </a:lnTo>
                  <a:lnTo>
                    <a:pt x="216408" y="88646"/>
                  </a:lnTo>
                  <a:lnTo>
                    <a:pt x="216408" y="87122"/>
                  </a:lnTo>
                  <a:lnTo>
                    <a:pt x="216408" y="84074"/>
                  </a:lnTo>
                  <a:lnTo>
                    <a:pt x="214884" y="76454"/>
                  </a:lnTo>
                  <a:lnTo>
                    <a:pt x="214884" y="64262"/>
                  </a:lnTo>
                  <a:lnTo>
                    <a:pt x="214884" y="36830"/>
                  </a:lnTo>
                  <a:lnTo>
                    <a:pt x="213360" y="33782"/>
                  </a:lnTo>
                  <a:lnTo>
                    <a:pt x="207264" y="27686"/>
                  </a:lnTo>
                  <a:lnTo>
                    <a:pt x="202692" y="26162"/>
                  </a:lnTo>
                  <a:lnTo>
                    <a:pt x="199644" y="24638"/>
                  </a:lnTo>
                  <a:lnTo>
                    <a:pt x="176784" y="24638"/>
                  </a:lnTo>
                  <a:lnTo>
                    <a:pt x="172212" y="26162"/>
                  </a:lnTo>
                  <a:lnTo>
                    <a:pt x="167640" y="29210"/>
                  </a:lnTo>
                  <a:lnTo>
                    <a:pt x="164592" y="30734"/>
                  </a:lnTo>
                  <a:lnTo>
                    <a:pt x="158496" y="36830"/>
                  </a:lnTo>
                  <a:lnTo>
                    <a:pt x="155448" y="45974"/>
                  </a:lnTo>
                  <a:lnTo>
                    <a:pt x="167640" y="47498"/>
                  </a:lnTo>
                  <a:lnTo>
                    <a:pt x="169164" y="42926"/>
                  </a:lnTo>
                  <a:lnTo>
                    <a:pt x="173736" y="38354"/>
                  </a:lnTo>
                  <a:lnTo>
                    <a:pt x="176784" y="36830"/>
                  </a:lnTo>
                  <a:lnTo>
                    <a:pt x="192024" y="36830"/>
                  </a:lnTo>
                  <a:lnTo>
                    <a:pt x="196596" y="38354"/>
                  </a:lnTo>
                  <a:lnTo>
                    <a:pt x="202692" y="41402"/>
                  </a:lnTo>
                  <a:lnTo>
                    <a:pt x="202692" y="52070"/>
                  </a:lnTo>
                  <a:lnTo>
                    <a:pt x="202692" y="64262"/>
                  </a:lnTo>
                  <a:lnTo>
                    <a:pt x="202692" y="74930"/>
                  </a:lnTo>
                  <a:lnTo>
                    <a:pt x="201168" y="76454"/>
                  </a:lnTo>
                  <a:lnTo>
                    <a:pt x="199644" y="79502"/>
                  </a:lnTo>
                  <a:lnTo>
                    <a:pt x="196596" y="82550"/>
                  </a:lnTo>
                  <a:lnTo>
                    <a:pt x="190500" y="85598"/>
                  </a:lnTo>
                  <a:lnTo>
                    <a:pt x="185928" y="87122"/>
                  </a:lnTo>
                  <a:lnTo>
                    <a:pt x="176784" y="87122"/>
                  </a:lnTo>
                  <a:lnTo>
                    <a:pt x="172212" y="85598"/>
                  </a:lnTo>
                  <a:lnTo>
                    <a:pt x="170688" y="84074"/>
                  </a:lnTo>
                  <a:lnTo>
                    <a:pt x="167640" y="82550"/>
                  </a:lnTo>
                  <a:lnTo>
                    <a:pt x="166116" y="81026"/>
                  </a:lnTo>
                  <a:lnTo>
                    <a:pt x="166116" y="76454"/>
                  </a:lnTo>
                  <a:lnTo>
                    <a:pt x="169164" y="73406"/>
                  </a:lnTo>
                  <a:lnTo>
                    <a:pt x="169164" y="71882"/>
                  </a:lnTo>
                  <a:lnTo>
                    <a:pt x="170688" y="70358"/>
                  </a:lnTo>
                  <a:lnTo>
                    <a:pt x="173736" y="70358"/>
                  </a:lnTo>
                  <a:lnTo>
                    <a:pt x="175260" y="68834"/>
                  </a:lnTo>
                  <a:lnTo>
                    <a:pt x="178308" y="68834"/>
                  </a:lnTo>
                  <a:lnTo>
                    <a:pt x="184404" y="67310"/>
                  </a:lnTo>
                  <a:lnTo>
                    <a:pt x="192024" y="67310"/>
                  </a:lnTo>
                  <a:lnTo>
                    <a:pt x="199644" y="65786"/>
                  </a:lnTo>
                  <a:lnTo>
                    <a:pt x="202692" y="64262"/>
                  </a:lnTo>
                  <a:lnTo>
                    <a:pt x="202692" y="52070"/>
                  </a:lnTo>
                  <a:lnTo>
                    <a:pt x="198120" y="53594"/>
                  </a:lnTo>
                  <a:lnTo>
                    <a:pt x="192024" y="55118"/>
                  </a:lnTo>
                  <a:lnTo>
                    <a:pt x="182880" y="56642"/>
                  </a:lnTo>
                  <a:lnTo>
                    <a:pt x="173736" y="56642"/>
                  </a:lnTo>
                  <a:lnTo>
                    <a:pt x="172212" y="58166"/>
                  </a:lnTo>
                  <a:lnTo>
                    <a:pt x="169164" y="58166"/>
                  </a:lnTo>
                  <a:lnTo>
                    <a:pt x="163068" y="61214"/>
                  </a:lnTo>
                  <a:lnTo>
                    <a:pt x="158496" y="65786"/>
                  </a:lnTo>
                  <a:lnTo>
                    <a:pt x="153924" y="74930"/>
                  </a:lnTo>
                  <a:lnTo>
                    <a:pt x="153924" y="84074"/>
                  </a:lnTo>
                  <a:lnTo>
                    <a:pt x="156972" y="90170"/>
                  </a:lnTo>
                  <a:lnTo>
                    <a:pt x="164592" y="97790"/>
                  </a:lnTo>
                  <a:lnTo>
                    <a:pt x="170688" y="99314"/>
                  </a:lnTo>
                  <a:lnTo>
                    <a:pt x="182880" y="99314"/>
                  </a:lnTo>
                  <a:lnTo>
                    <a:pt x="192024" y="96266"/>
                  </a:lnTo>
                  <a:lnTo>
                    <a:pt x="195072" y="94742"/>
                  </a:lnTo>
                  <a:lnTo>
                    <a:pt x="199644" y="91694"/>
                  </a:lnTo>
                  <a:lnTo>
                    <a:pt x="202692" y="88646"/>
                  </a:lnTo>
                  <a:lnTo>
                    <a:pt x="204216" y="91694"/>
                  </a:lnTo>
                  <a:lnTo>
                    <a:pt x="204216" y="94742"/>
                  </a:lnTo>
                  <a:lnTo>
                    <a:pt x="205740" y="97790"/>
                  </a:lnTo>
                  <a:lnTo>
                    <a:pt x="217932" y="97790"/>
                  </a:lnTo>
                  <a:lnTo>
                    <a:pt x="217932" y="94742"/>
                  </a:lnTo>
                  <a:close/>
                </a:path>
                <a:path w="327659" h="99695">
                  <a:moveTo>
                    <a:pt x="327660" y="39878"/>
                  </a:moveTo>
                  <a:lnTo>
                    <a:pt x="324612" y="33782"/>
                  </a:lnTo>
                  <a:lnTo>
                    <a:pt x="316992" y="26162"/>
                  </a:lnTo>
                  <a:lnTo>
                    <a:pt x="312420" y="24638"/>
                  </a:lnTo>
                  <a:lnTo>
                    <a:pt x="297180" y="24638"/>
                  </a:lnTo>
                  <a:lnTo>
                    <a:pt x="289560" y="29210"/>
                  </a:lnTo>
                  <a:lnTo>
                    <a:pt x="283464" y="38354"/>
                  </a:lnTo>
                  <a:lnTo>
                    <a:pt x="281940" y="33782"/>
                  </a:lnTo>
                  <a:lnTo>
                    <a:pt x="280416" y="30734"/>
                  </a:lnTo>
                  <a:lnTo>
                    <a:pt x="277368" y="27686"/>
                  </a:lnTo>
                  <a:lnTo>
                    <a:pt x="274320" y="26162"/>
                  </a:lnTo>
                  <a:lnTo>
                    <a:pt x="269748" y="24638"/>
                  </a:lnTo>
                  <a:lnTo>
                    <a:pt x="260604" y="24638"/>
                  </a:lnTo>
                  <a:lnTo>
                    <a:pt x="256032" y="26162"/>
                  </a:lnTo>
                  <a:lnTo>
                    <a:pt x="252984" y="27686"/>
                  </a:lnTo>
                  <a:lnTo>
                    <a:pt x="246888" y="33782"/>
                  </a:lnTo>
                  <a:lnTo>
                    <a:pt x="245364" y="38354"/>
                  </a:lnTo>
                  <a:lnTo>
                    <a:pt x="245364" y="26162"/>
                  </a:lnTo>
                  <a:lnTo>
                    <a:pt x="233172" y="26162"/>
                  </a:lnTo>
                  <a:lnTo>
                    <a:pt x="233172" y="97790"/>
                  </a:lnTo>
                  <a:lnTo>
                    <a:pt x="245364" y="97790"/>
                  </a:lnTo>
                  <a:lnTo>
                    <a:pt x="245364" y="50546"/>
                  </a:lnTo>
                  <a:lnTo>
                    <a:pt x="246888" y="47498"/>
                  </a:lnTo>
                  <a:lnTo>
                    <a:pt x="248412" y="42926"/>
                  </a:lnTo>
                  <a:lnTo>
                    <a:pt x="249936" y="41402"/>
                  </a:lnTo>
                  <a:lnTo>
                    <a:pt x="252984" y="39878"/>
                  </a:lnTo>
                  <a:lnTo>
                    <a:pt x="256032" y="36830"/>
                  </a:lnTo>
                  <a:lnTo>
                    <a:pt x="265176" y="36830"/>
                  </a:lnTo>
                  <a:lnTo>
                    <a:pt x="271272" y="39878"/>
                  </a:lnTo>
                  <a:lnTo>
                    <a:pt x="272796" y="42926"/>
                  </a:lnTo>
                  <a:lnTo>
                    <a:pt x="274320" y="47498"/>
                  </a:lnTo>
                  <a:lnTo>
                    <a:pt x="274320" y="97790"/>
                  </a:lnTo>
                  <a:lnTo>
                    <a:pt x="286512" y="97790"/>
                  </a:lnTo>
                  <a:lnTo>
                    <a:pt x="286512" y="50546"/>
                  </a:lnTo>
                  <a:lnTo>
                    <a:pt x="288036" y="44450"/>
                  </a:lnTo>
                  <a:lnTo>
                    <a:pt x="294132" y="38354"/>
                  </a:lnTo>
                  <a:lnTo>
                    <a:pt x="297180" y="36830"/>
                  </a:lnTo>
                  <a:lnTo>
                    <a:pt x="307848" y="36830"/>
                  </a:lnTo>
                  <a:lnTo>
                    <a:pt x="313944" y="42926"/>
                  </a:lnTo>
                  <a:lnTo>
                    <a:pt x="313944" y="45974"/>
                  </a:lnTo>
                  <a:lnTo>
                    <a:pt x="315468" y="49022"/>
                  </a:lnTo>
                  <a:lnTo>
                    <a:pt x="315468" y="97790"/>
                  </a:lnTo>
                  <a:lnTo>
                    <a:pt x="327660" y="97790"/>
                  </a:lnTo>
                  <a:lnTo>
                    <a:pt x="327660" y="39878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45908" y="4303776"/>
              <a:ext cx="166116" cy="126491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7856207" y="4306824"/>
              <a:ext cx="99695" cy="96520"/>
            </a:xfrm>
            <a:custGeom>
              <a:avLst/>
              <a:gdLst/>
              <a:ahLst/>
              <a:cxnLst/>
              <a:rect l="l" t="t" r="r" b="b"/>
              <a:pathLst>
                <a:path w="99695" h="96520">
                  <a:moveTo>
                    <a:pt x="68580" y="60960"/>
                  </a:moveTo>
                  <a:lnTo>
                    <a:pt x="56388" y="60960"/>
                  </a:lnTo>
                  <a:lnTo>
                    <a:pt x="56388" y="22860"/>
                  </a:lnTo>
                  <a:lnTo>
                    <a:pt x="56388" y="0"/>
                  </a:lnTo>
                  <a:lnTo>
                    <a:pt x="47244" y="0"/>
                  </a:lnTo>
                  <a:lnTo>
                    <a:pt x="44196" y="3937"/>
                  </a:lnTo>
                  <a:lnTo>
                    <a:pt x="44196" y="22860"/>
                  </a:lnTo>
                  <a:lnTo>
                    <a:pt x="44196" y="60960"/>
                  </a:lnTo>
                  <a:lnTo>
                    <a:pt x="15240" y="60960"/>
                  </a:lnTo>
                  <a:lnTo>
                    <a:pt x="44196" y="22860"/>
                  </a:lnTo>
                  <a:lnTo>
                    <a:pt x="44196" y="3937"/>
                  </a:lnTo>
                  <a:lnTo>
                    <a:pt x="0" y="60960"/>
                  </a:lnTo>
                  <a:lnTo>
                    <a:pt x="0" y="73152"/>
                  </a:lnTo>
                  <a:lnTo>
                    <a:pt x="44196" y="73152"/>
                  </a:lnTo>
                  <a:lnTo>
                    <a:pt x="44196" y="96012"/>
                  </a:lnTo>
                  <a:lnTo>
                    <a:pt x="56388" y="96012"/>
                  </a:lnTo>
                  <a:lnTo>
                    <a:pt x="56388" y="73152"/>
                  </a:lnTo>
                  <a:lnTo>
                    <a:pt x="68580" y="73152"/>
                  </a:lnTo>
                  <a:lnTo>
                    <a:pt x="68580" y="60960"/>
                  </a:lnTo>
                  <a:close/>
                </a:path>
                <a:path w="99695" h="96520">
                  <a:moveTo>
                    <a:pt x="99072" y="82296"/>
                  </a:moveTo>
                  <a:lnTo>
                    <a:pt x="85356" y="82296"/>
                  </a:lnTo>
                  <a:lnTo>
                    <a:pt x="85356" y="96012"/>
                  </a:lnTo>
                  <a:lnTo>
                    <a:pt x="99072" y="96012"/>
                  </a:lnTo>
                  <a:lnTo>
                    <a:pt x="99072" y="82296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975092" y="4305300"/>
              <a:ext cx="106680" cy="124968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7670292" y="4718304"/>
              <a:ext cx="1850389" cy="203200"/>
            </a:xfrm>
            <a:custGeom>
              <a:avLst/>
              <a:gdLst/>
              <a:ahLst/>
              <a:cxnLst/>
              <a:rect l="l" t="t" r="r" b="b"/>
              <a:pathLst>
                <a:path w="1850390" h="203200">
                  <a:moveTo>
                    <a:pt x="10668" y="0"/>
                  </a:moveTo>
                  <a:lnTo>
                    <a:pt x="0" y="0"/>
                  </a:lnTo>
                  <a:lnTo>
                    <a:pt x="0" y="77724"/>
                  </a:lnTo>
                  <a:lnTo>
                    <a:pt x="10668" y="77724"/>
                  </a:lnTo>
                  <a:lnTo>
                    <a:pt x="10668" y="0"/>
                  </a:lnTo>
                  <a:close/>
                </a:path>
                <a:path w="1850390" h="203200">
                  <a:moveTo>
                    <a:pt x="1850136" y="124980"/>
                  </a:moveTo>
                  <a:lnTo>
                    <a:pt x="1839468" y="124980"/>
                  </a:lnTo>
                  <a:lnTo>
                    <a:pt x="1839468" y="202704"/>
                  </a:lnTo>
                  <a:lnTo>
                    <a:pt x="1850136" y="202704"/>
                  </a:lnTo>
                  <a:lnTo>
                    <a:pt x="1850136" y="124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24599" y="4716780"/>
              <a:ext cx="3172968" cy="854963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6329172" y="5667768"/>
              <a:ext cx="3176270" cy="58419"/>
            </a:xfrm>
            <a:custGeom>
              <a:avLst/>
              <a:gdLst/>
              <a:ahLst/>
              <a:cxnLst/>
              <a:rect l="l" t="t" r="r" b="b"/>
              <a:pathLst>
                <a:path w="3176270" h="58420">
                  <a:moveTo>
                    <a:pt x="48768" y="53340"/>
                  </a:moveTo>
                  <a:lnTo>
                    <a:pt x="47244" y="51816"/>
                  </a:lnTo>
                  <a:lnTo>
                    <a:pt x="47244" y="50292"/>
                  </a:lnTo>
                  <a:lnTo>
                    <a:pt x="47244" y="48768"/>
                  </a:lnTo>
                  <a:lnTo>
                    <a:pt x="45720" y="45720"/>
                  </a:lnTo>
                  <a:lnTo>
                    <a:pt x="45720" y="30480"/>
                  </a:lnTo>
                  <a:lnTo>
                    <a:pt x="45720" y="9144"/>
                  </a:lnTo>
                  <a:lnTo>
                    <a:pt x="39624" y="3048"/>
                  </a:lnTo>
                  <a:lnTo>
                    <a:pt x="33528" y="0"/>
                  </a:lnTo>
                  <a:lnTo>
                    <a:pt x="16764" y="0"/>
                  </a:lnTo>
                  <a:lnTo>
                    <a:pt x="7620" y="4572"/>
                  </a:lnTo>
                  <a:lnTo>
                    <a:pt x="6096" y="7620"/>
                  </a:lnTo>
                  <a:lnTo>
                    <a:pt x="4572" y="9144"/>
                  </a:lnTo>
                  <a:lnTo>
                    <a:pt x="3048" y="12192"/>
                  </a:lnTo>
                  <a:lnTo>
                    <a:pt x="1524" y="16764"/>
                  </a:lnTo>
                  <a:lnTo>
                    <a:pt x="10668" y="18288"/>
                  </a:lnTo>
                  <a:lnTo>
                    <a:pt x="13716" y="12192"/>
                  </a:lnTo>
                  <a:lnTo>
                    <a:pt x="16764" y="9144"/>
                  </a:lnTo>
                  <a:lnTo>
                    <a:pt x="32004" y="9144"/>
                  </a:lnTo>
                  <a:lnTo>
                    <a:pt x="36576" y="13716"/>
                  </a:lnTo>
                  <a:lnTo>
                    <a:pt x="36576" y="21336"/>
                  </a:lnTo>
                  <a:lnTo>
                    <a:pt x="36576" y="30480"/>
                  </a:lnTo>
                  <a:lnTo>
                    <a:pt x="36576" y="39624"/>
                  </a:lnTo>
                  <a:lnTo>
                    <a:pt x="32004" y="44196"/>
                  </a:lnTo>
                  <a:lnTo>
                    <a:pt x="28956" y="45720"/>
                  </a:lnTo>
                  <a:lnTo>
                    <a:pt x="27432" y="47244"/>
                  </a:lnTo>
                  <a:lnTo>
                    <a:pt x="24384" y="48768"/>
                  </a:lnTo>
                  <a:lnTo>
                    <a:pt x="16764" y="48768"/>
                  </a:lnTo>
                  <a:lnTo>
                    <a:pt x="13716" y="47244"/>
                  </a:lnTo>
                  <a:lnTo>
                    <a:pt x="12192" y="45720"/>
                  </a:lnTo>
                  <a:lnTo>
                    <a:pt x="10668" y="45720"/>
                  </a:lnTo>
                  <a:lnTo>
                    <a:pt x="9144" y="42672"/>
                  </a:lnTo>
                  <a:lnTo>
                    <a:pt x="9144" y="39624"/>
                  </a:lnTo>
                  <a:lnTo>
                    <a:pt x="12192" y="36576"/>
                  </a:lnTo>
                  <a:lnTo>
                    <a:pt x="12192" y="35052"/>
                  </a:lnTo>
                  <a:lnTo>
                    <a:pt x="13716" y="35052"/>
                  </a:lnTo>
                  <a:lnTo>
                    <a:pt x="15240" y="33528"/>
                  </a:lnTo>
                  <a:lnTo>
                    <a:pt x="22860" y="33528"/>
                  </a:lnTo>
                  <a:lnTo>
                    <a:pt x="28956" y="32004"/>
                  </a:lnTo>
                  <a:lnTo>
                    <a:pt x="33528" y="32004"/>
                  </a:lnTo>
                  <a:lnTo>
                    <a:pt x="36576" y="30480"/>
                  </a:lnTo>
                  <a:lnTo>
                    <a:pt x="36576" y="21336"/>
                  </a:lnTo>
                  <a:lnTo>
                    <a:pt x="33528" y="22860"/>
                  </a:lnTo>
                  <a:lnTo>
                    <a:pt x="28956" y="22860"/>
                  </a:lnTo>
                  <a:lnTo>
                    <a:pt x="21336" y="24384"/>
                  </a:lnTo>
                  <a:lnTo>
                    <a:pt x="18288" y="24384"/>
                  </a:lnTo>
                  <a:lnTo>
                    <a:pt x="15240" y="25908"/>
                  </a:lnTo>
                  <a:lnTo>
                    <a:pt x="10668" y="25908"/>
                  </a:lnTo>
                  <a:lnTo>
                    <a:pt x="9144" y="27432"/>
                  </a:lnTo>
                  <a:lnTo>
                    <a:pt x="6096" y="28956"/>
                  </a:lnTo>
                  <a:lnTo>
                    <a:pt x="1524" y="33528"/>
                  </a:lnTo>
                  <a:lnTo>
                    <a:pt x="1524" y="36576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1524" y="50292"/>
                  </a:lnTo>
                  <a:lnTo>
                    <a:pt x="7620" y="56388"/>
                  </a:lnTo>
                  <a:lnTo>
                    <a:pt x="12192" y="57912"/>
                  </a:lnTo>
                  <a:lnTo>
                    <a:pt x="21336" y="57912"/>
                  </a:lnTo>
                  <a:lnTo>
                    <a:pt x="24384" y="56388"/>
                  </a:lnTo>
                  <a:lnTo>
                    <a:pt x="27432" y="56388"/>
                  </a:lnTo>
                  <a:lnTo>
                    <a:pt x="33528" y="53340"/>
                  </a:lnTo>
                  <a:lnTo>
                    <a:pt x="36576" y="50292"/>
                  </a:lnTo>
                  <a:lnTo>
                    <a:pt x="38100" y="51816"/>
                  </a:lnTo>
                  <a:lnTo>
                    <a:pt x="38100" y="54864"/>
                  </a:lnTo>
                  <a:lnTo>
                    <a:pt x="39624" y="56388"/>
                  </a:lnTo>
                  <a:lnTo>
                    <a:pt x="48768" y="56388"/>
                  </a:lnTo>
                  <a:lnTo>
                    <a:pt x="48768" y="53340"/>
                  </a:lnTo>
                  <a:close/>
                </a:path>
                <a:path w="3176270" h="58420">
                  <a:moveTo>
                    <a:pt x="73139" y="45720"/>
                  </a:moveTo>
                  <a:lnTo>
                    <a:pt x="62471" y="45720"/>
                  </a:lnTo>
                  <a:lnTo>
                    <a:pt x="62471" y="56388"/>
                  </a:lnTo>
                  <a:lnTo>
                    <a:pt x="73139" y="56388"/>
                  </a:lnTo>
                  <a:lnTo>
                    <a:pt x="73139" y="45720"/>
                  </a:lnTo>
                  <a:close/>
                </a:path>
                <a:path w="3176270" h="58420">
                  <a:moveTo>
                    <a:pt x="3176003" y="22847"/>
                  </a:moveTo>
                  <a:lnTo>
                    <a:pt x="3145523" y="22847"/>
                  </a:lnTo>
                  <a:lnTo>
                    <a:pt x="3145523" y="33515"/>
                  </a:lnTo>
                  <a:lnTo>
                    <a:pt x="3176003" y="33515"/>
                  </a:lnTo>
                  <a:lnTo>
                    <a:pt x="3176003" y="228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13575" y="5646420"/>
              <a:ext cx="2950464" cy="350519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327648" y="6097524"/>
              <a:ext cx="408431" cy="79248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6329172" y="6312420"/>
              <a:ext cx="73660" cy="58419"/>
            </a:xfrm>
            <a:custGeom>
              <a:avLst/>
              <a:gdLst/>
              <a:ahLst/>
              <a:cxnLst/>
              <a:rect l="l" t="t" r="r" b="b"/>
              <a:pathLst>
                <a:path w="73660" h="58420">
                  <a:moveTo>
                    <a:pt x="48768" y="54864"/>
                  </a:moveTo>
                  <a:lnTo>
                    <a:pt x="47244" y="51816"/>
                  </a:lnTo>
                  <a:lnTo>
                    <a:pt x="47244" y="50292"/>
                  </a:lnTo>
                  <a:lnTo>
                    <a:pt x="46482" y="48768"/>
                  </a:lnTo>
                  <a:lnTo>
                    <a:pt x="45720" y="47244"/>
                  </a:lnTo>
                  <a:lnTo>
                    <a:pt x="45720" y="10668"/>
                  </a:lnTo>
                  <a:lnTo>
                    <a:pt x="44958" y="9144"/>
                  </a:lnTo>
                  <a:lnTo>
                    <a:pt x="44196" y="7620"/>
                  </a:lnTo>
                  <a:lnTo>
                    <a:pt x="39624" y="3048"/>
                  </a:lnTo>
                  <a:lnTo>
                    <a:pt x="36576" y="3048"/>
                  </a:lnTo>
                  <a:lnTo>
                    <a:pt x="30480" y="0"/>
                  </a:lnTo>
                  <a:lnTo>
                    <a:pt x="21336" y="0"/>
                  </a:lnTo>
                  <a:lnTo>
                    <a:pt x="16764" y="1524"/>
                  </a:lnTo>
                  <a:lnTo>
                    <a:pt x="7620" y="6096"/>
                  </a:lnTo>
                  <a:lnTo>
                    <a:pt x="6096" y="7620"/>
                  </a:lnTo>
                  <a:lnTo>
                    <a:pt x="1524" y="16764"/>
                  </a:lnTo>
                  <a:lnTo>
                    <a:pt x="10668" y="18288"/>
                  </a:lnTo>
                  <a:lnTo>
                    <a:pt x="12192" y="15240"/>
                  </a:lnTo>
                  <a:lnTo>
                    <a:pt x="16764" y="10668"/>
                  </a:lnTo>
                  <a:lnTo>
                    <a:pt x="19812" y="9144"/>
                  </a:lnTo>
                  <a:lnTo>
                    <a:pt x="28956" y="9144"/>
                  </a:lnTo>
                  <a:lnTo>
                    <a:pt x="35052" y="12192"/>
                  </a:lnTo>
                  <a:lnTo>
                    <a:pt x="36576" y="13716"/>
                  </a:lnTo>
                  <a:lnTo>
                    <a:pt x="36576" y="21336"/>
                  </a:lnTo>
                  <a:lnTo>
                    <a:pt x="36576" y="30480"/>
                  </a:lnTo>
                  <a:lnTo>
                    <a:pt x="36576" y="39624"/>
                  </a:lnTo>
                  <a:lnTo>
                    <a:pt x="35052" y="41148"/>
                  </a:lnTo>
                  <a:lnTo>
                    <a:pt x="33528" y="44196"/>
                  </a:lnTo>
                  <a:lnTo>
                    <a:pt x="32004" y="45720"/>
                  </a:lnTo>
                  <a:lnTo>
                    <a:pt x="28956" y="47244"/>
                  </a:lnTo>
                  <a:lnTo>
                    <a:pt x="27432" y="48768"/>
                  </a:lnTo>
                  <a:lnTo>
                    <a:pt x="13716" y="48768"/>
                  </a:lnTo>
                  <a:lnTo>
                    <a:pt x="9144" y="44196"/>
                  </a:lnTo>
                  <a:lnTo>
                    <a:pt x="9144" y="41148"/>
                  </a:lnTo>
                  <a:lnTo>
                    <a:pt x="10668" y="39624"/>
                  </a:lnTo>
                  <a:lnTo>
                    <a:pt x="10668" y="38100"/>
                  </a:lnTo>
                  <a:lnTo>
                    <a:pt x="13716" y="35052"/>
                  </a:lnTo>
                  <a:lnTo>
                    <a:pt x="18288" y="35052"/>
                  </a:lnTo>
                  <a:lnTo>
                    <a:pt x="22860" y="33528"/>
                  </a:lnTo>
                  <a:lnTo>
                    <a:pt x="28956" y="33528"/>
                  </a:lnTo>
                  <a:lnTo>
                    <a:pt x="33528" y="32004"/>
                  </a:lnTo>
                  <a:lnTo>
                    <a:pt x="36576" y="30480"/>
                  </a:lnTo>
                  <a:lnTo>
                    <a:pt x="36576" y="21336"/>
                  </a:lnTo>
                  <a:lnTo>
                    <a:pt x="33528" y="22860"/>
                  </a:lnTo>
                  <a:lnTo>
                    <a:pt x="28956" y="24384"/>
                  </a:lnTo>
                  <a:lnTo>
                    <a:pt x="21336" y="25908"/>
                  </a:lnTo>
                  <a:lnTo>
                    <a:pt x="15240" y="25908"/>
                  </a:lnTo>
                  <a:lnTo>
                    <a:pt x="13716" y="27432"/>
                  </a:lnTo>
                  <a:lnTo>
                    <a:pt x="10668" y="27432"/>
                  </a:lnTo>
                  <a:lnTo>
                    <a:pt x="9144" y="28956"/>
                  </a:lnTo>
                  <a:lnTo>
                    <a:pt x="6096" y="30480"/>
                  </a:lnTo>
                  <a:lnTo>
                    <a:pt x="4572" y="30480"/>
                  </a:lnTo>
                  <a:lnTo>
                    <a:pt x="3048" y="33528"/>
                  </a:lnTo>
                  <a:lnTo>
                    <a:pt x="1524" y="35052"/>
                  </a:lnTo>
                  <a:lnTo>
                    <a:pt x="1524" y="38100"/>
                  </a:lnTo>
                  <a:lnTo>
                    <a:pt x="0" y="39624"/>
                  </a:lnTo>
                  <a:lnTo>
                    <a:pt x="0" y="47244"/>
                  </a:lnTo>
                  <a:lnTo>
                    <a:pt x="1524" y="51816"/>
                  </a:lnTo>
                  <a:lnTo>
                    <a:pt x="4572" y="54864"/>
                  </a:lnTo>
                  <a:lnTo>
                    <a:pt x="7620" y="56388"/>
                  </a:lnTo>
                  <a:lnTo>
                    <a:pt x="12192" y="57912"/>
                  </a:lnTo>
                  <a:lnTo>
                    <a:pt x="24384" y="57912"/>
                  </a:lnTo>
                  <a:lnTo>
                    <a:pt x="27432" y="56388"/>
                  </a:lnTo>
                  <a:lnTo>
                    <a:pt x="30480" y="56388"/>
                  </a:lnTo>
                  <a:lnTo>
                    <a:pt x="36576" y="50292"/>
                  </a:lnTo>
                  <a:lnTo>
                    <a:pt x="38100" y="53340"/>
                  </a:lnTo>
                  <a:lnTo>
                    <a:pt x="38100" y="54864"/>
                  </a:lnTo>
                  <a:lnTo>
                    <a:pt x="39624" y="56388"/>
                  </a:lnTo>
                  <a:lnTo>
                    <a:pt x="48768" y="56388"/>
                  </a:lnTo>
                  <a:lnTo>
                    <a:pt x="48768" y="54864"/>
                  </a:lnTo>
                  <a:close/>
                </a:path>
                <a:path w="73660" h="58420">
                  <a:moveTo>
                    <a:pt x="73139" y="47231"/>
                  </a:moveTo>
                  <a:lnTo>
                    <a:pt x="62471" y="47231"/>
                  </a:lnTo>
                  <a:lnTo>
                    <a:pt x="62471" y="57899"/>
                  </a:lnTo>
                  <a:lnTo>
                    <a:pt x="73139" y="57899"/>
                  </a:lnTo>
                  <a:lnTo>
                    <a:pt x="73139" y="472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513575" y="6291072"/>
              <a:ext cx="291846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676" y="676656"/>
            <a:ext cx="763523" cy="10058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271016" y="677925"/>
            <a:ext cx="617220" cy="99695"/>
          </a:xfrm>
          <a:custGeom>
            <a:avLst/>
            <a:gdLst/>
            <a:ahLst/>
            <a:cxnLst/>
            <a:rect l="l" t="t" r="r" b="b"/>
            <a:pathLst>
              <a:path w="617219" h="99695">
                <a:moveTo>
                  <a:pt x="71628" y="85090"/>
                </a:moveTo>
                <a:lnTo>
                  <a:pt x="12192" y="85090"/>
                </a:lnTo>
                <a:lnTo>
                  <a:pt x="12192" y="53340"/>
                </a:lnTo>
                <a:lnTo>
                  <a:pt x="67056" y="53340"/>
                </a:lnTo>
                <a:lnTo>
                  <a:pt x="67056" y="41910"/>
                </a:lnTo>
                <a:lnTo>
                  <a:pt x="12192" y="41910"/>
                </a:lnTo>
                <a:lnTo>
                  <a:pt x="12192" y="12700"/>
                </a:lnTo>
                <a:lnTo>
                  <a:pt x="70104" y="12700"/>
                </a:lnTo>
                <a:lnTo>
                  <a:pt x="70104" y="0"/>
                </a:lnTo>
                <a:lnTo>
                  <a:pt x="0" y="0"/>
                </a:lnTo>
                <a:lnTo>
                  <a:pt x="0" y="12700"/>
                </a:lnTo>
                <a:lnTo>
                  <a:pt x="0" y="41910"/>
                </a:lnTo>
                <a:lnTo>
                  <a:pt x="0" y="53340"/>
                </a:lnTo>
                <a:lnTo>
                  <a:pt x="0" y="85090"/>
                </a:lnTo>
                <a:lnTo>
                  <a:pt x="0" y="97790"/>
                </a:lnTo>
                <a:lnTo>
                  <a:pt x="71628" y="97790"/>
                </a:lnTo>
                <a:lnTo>
                  <a:pt x="71628" y="85090"/>
                </a:lnTo>
                <a:close/>
              </a:path>
              <a:path w="617219" h="99695">
                <a:moveTo>
                  <a:pt x="144780" y="71882"/>
                </a:moveTo>
                <a:lnTo>
                  <a:pt x="141732" y="65786"/>
                </a:lnTo>
                <a:lnTo>
                  <a:pt x="135636" y="59690"/>
                </a:lnTo>
                <a:lnTo>
                  <a:pt x="132588" y="58166"/>
                </a:lnTo>
                <a:lnTo>
                  <a:pt x="129540" y="58166"/>
                </a:lnTo>
                <a:lnTo>
                  <a:pt x="123444" y="55118"/>
                </a:lnTo>
                <a:lnTo>
                  <a:pt x="114300" y="53594"/>
                </a:lnTo>
                <a:lnTo>
                  <a:pt x="105156" y="50546"/>
                </a:lnTo>
                <a:lnTo>
                  <a:pt x="102108" y="50546"/>
                </a:lnTo>
                <a:lnTo>
                  <a:pt x="99060" y="47498"/>
                </a:lnTo>
                <a:lnTo>
                  <a:pt x="99060" y="39878"/>
                </a:lnTo>
                <a:lnTo>
                  <a:pt x="102108" y="38354"/>
                </a:lnTo>
                <a:lnTo>
                  <a:pt x="103632" y="36830"/>
                </a:lnTo>
                <a:lnTo>
                  <a:pt x="121920" y="36830"/>
                </a:lnTo>
                <a:lnTo>
                  <a:pt x="124968" y="38354"/>
                </a:lnTo>
                <a:lnTo>
                  <a:pt x="126492" y="41402"/>
                </a:lnTo>
                <a:lnTo>
                  <a:pt x="128016" y="42926"/>
                </a:lnTo>
                <a:lnTo>
                  <a:pt x="129540" y="45974"/>
                </a:lnTo>
                <a:lnTo>
                  <a:pt x="141732" y="44450"/>
                </a:lnTo>
                <a:lnTo>
                  <a:pt x="139192" y="36830"/>
                </a:lnTo>
                <a:lnTo>
                  <a:pt x="138684" y="35306"/>
                </a:lnTo>
                <a:lnTo>
                  <a:pt x="131064" y="27686"/>
                </a:lnTo>
                <a:lnTo>
                  <a:pt x="128016" y="26162"/>
                </a:lnTo>
                <a:lnTo>
                  <a:pt x="123444" y="24638"/>
                </a:lnTo>
                <a:lnTo>
                  <a:pt x="105156" y="24638"/>
                </a:lnTo>
                <a:lnTo>
                  <a:pt x="99060" y="27686"/>
                </a:lnTo>
                <a:lnTo>
                  <a:pt x="96012" y="27686"/>
                </a:lnTo>
                <a:lnTo>
                  <a:pt x="94488" y="29210"/>
                </a:lnTo>
                <a:lnTo>
                  <a:pt x="91440" y="30734"/>
                </a:lnTo>
                <a:lnTo>
                  <a:pt x="86868" y="39878"/>
                </a:lnTo>
                <a:lnTo>
                  <a:pt x="86868" y="52070"/>
                </a:lnTo>
                <a:lnTo>
                  <a:pt x="89916" y="58166"/>
                </a:lnTo>
                <a:lnTo>
                  <a:pt x="92964" y="61214"/>
                </a:lnTo>
                <a:lnTo>
                  <a:pt x="97536" y="62738"/>
                </a:lnTo>
                <a:lnTo>
                  <a:pt x="100584" y="64262"/>
                </a:lnTo>
                <a:lnTo>
                  <a:pt x="106680" y="65786"/>
                </a:lnTo>
                <a:lnTo>
                  <a:pt x="115824" y="68834"/>
                </a:lnTo>
                <a:lnTo>
                  <a:pt x="121920" y="70358"/>
                </a:lnTo>
                <a:lnTo>
                  <a:pt x="126492" y="70358"/>
                </a:lnTo>
                <a:lnTo>
                  <a:pt x="128016" y="71882"/>
                </a:lnTo>
                <a:lnTo>
                  <a:pt x="131064" y="73406"/>
                </a:lnTo>
                <a:lnTo>
                  <a:pt x="132588" y="74930"/>
                </a:lnTo>
                <a:lnTo>
                  <a:pt x="132588" y="79502"/>
                </a:lnTo>
                <a:lnTo>
                  <a:pt x="131064" y="82550"/>
                </a:lnTo>
                <a:lnTo>
                  <a:pt x="124968" y="85598"/>
                </a:lnTo>
                <a:lnTo>
                  <a:pt x="120396" y="87122"/>
                </a:lnTo>
                <a:lnTo>
                  <a:pt x="109728" y="87122"/>
                </a:lnTo>
                <a:lnTo>
                  <a:pt x="105156" y="85598"/>
                </a:lnTo>
                <a:lnTo>
                  <a:pt x="102108" y="84074"/>
                </a:lnTo>
                <a:lnTo>
                  <a:pt x="99060" y="81026"/>
                </a:lnTo>
                <a:lnTo>
                  <a:pt x="97536" y="77978"/>
                </a:lnTo>
                <a:lnTo>
                  <a:pt x="97536" y="74930"/>
                </a:lnTo>
                <a:lnTo>
                  <a:pt x="85344" y="76454"/>
                </a:lnTo>
                <a:lnTo>
                  <a:pt x="85344" y="84074"/>
                </a:lnTo>
                <a:lnTo>
                  <a:pt x="88392" y="90170"/>
                </a:lnTo>
                <a:lnTo>
                  <a:pt x="94488" y="93218"/>
                </a:lnTo>
                <a:lnTo>
                  <a:pt x="99060" y="97790"/>
                </a:lnTo>
                <a:lnTo>
                  <a:pt x="105156" y="99314"/>
                </a:lnTo>
                <a:lnTo>
                  <a:pt x="120396" y="99314"/>
                </a:lnTo>
                <a:lnTo>
                  <a:pt x="140208" y="87122"/>
                </a:lnTo>
                <a:lnTo>
                  <a:pt x="143256" y="84074"/>
                </a:lnTo>
                <a:lnTo>
                  <a:pt x="144780" y="79502"/>
                </a:lnTo>
                <a:lnTo>
                  <a:pt x="144780" y="71882"/>
                </a:lnTo>
                <a:close/>
              </a:path>
              <a:path w="617219" h="99695">
                <a:moveTo>
                  <a:pt x="184404" y="97790"/>
                </a:moveTo>
                <a:lnTo>
                  <a:pt x="182880" y="87122"/>
                </a:lnTo>
                <a:lnTo>
                  <a:pt x="175260" y="87122"/>
                </a:lnTo>
                <a:lnTo>
                  <a:pt x="173736" y="85598"/>
                </a:lnTo>
                <a:lnTo>
                  <a:pt x="172212" y="85598"/>
                </a:lnTo>
                <a:lnTo>
                  <a:pt x="172212" y="84074"/>
                </a:lnTo>
                <a:lnTo>
                  <a:pt x="170688" y="82550"/>
                </a:lnTo>
                <a:lnTo>
                  <a:pt x="170688" y="38354"/>
                </a:lnTo>
                <a:lnTo>
                  <a:pt x="182880" y="38354"/>
                </a:lnTo>
                <a:lnTo>
                  <a:pt x="182880" y="26162"/>
                </a:lnTo>
                <a:lnTo>
                  <a:pt x="170688" y="26162"/>
                </a:lnTo>
                <a:lnTo>
                  <a:pt x="170688" y="1778"/>
                </a:lnTo>
                <a:lnTo>
                  <a:pt x="158496" y="7874"/>
                </a:lnTo>
                <a:lnTo>
                  <a:pt x="158496" y="26162"/>
                </a:lnTo>
                <a:lnTo>
                  <a:pt x="149352" y="26162"/>
                </a:lnTo>
                <a:lnTo>
                  <a:pt x="149352" y="38354"/>
                </a:lnTo>
                <a:lnTo>
                  <a:pt x="158496" y="38354"/>
                </a:lnTo>
                <a:lnTo>
                  <a:pt x="158496" y="85598"/>
                </a:lnTo>
                <a:lnTo>
                  <a:pt x="160020" y="90170"/>
                </a:lnTo>
                <a:lnTo>
                  <a:pt x="160020" y="91694"/>
                </a:lnTo>
                <a:lnTo>
                  <a:pt x="161544" y="93218"/>
                </a:lnTo>
                <a:lnTo>
                  <a:pt x="163068" y="96266"/>
                </a:lnTo>
                <a:lnTo>
                  <a:pt x="166116" y="97790"/>
                </a:lnTo>
                <a:lnTo>
                  <a:pt x="167640" y="97790"/>
                </a:lnTo>
                <a:lnTo>
                  <a:pt x="170688" y="99314"/>
                </a:lnTo>
                <a:lnTo>
                  <a:pt x="181356" y="99314"/>
                </a:lnTo>
                <a:lnTo>
                  <a:pt x="184404" y="97790"/>
                </a:lnTo>
                <a:close/>
              </a:path>
              <a:path w="617219" h="99695">
                <a:moveTo>
                  <a:pt x="207251" y="26162"/>
                </a:moveTo>
                <a:lnTo>
                  <a:pt x="195059" y="26162"/>
                </a:lnTo>
                <a:lnTo>
                  <a:pt x="195059" y="97790"/>
                </a:lnTo>
                <a:lnTo>
                  <a:pt x="207251" y="97790"/>
                </a:lnTo>
                <a:lnTo>
                  <a:pt x="207251" y="26162"/>
                </a:lnTo>
                <a:close/>
              </a:path>
              <a:path w="617219" h="99695">
                <a:moveTo>
                  <a:pt x="207251" y="254"/>
                </a:moveTo>
                <a:lnTo>
                  <a:pt x="195059" y="254"/>
                </a:lnTo>
                <a:lnTo>
                  <a:pt x="195059" y="12446"/>
                </a:lnTo>
                <a:lnTo>
                  <a:pt x="207251" y="12446"/>
                </a:lnTo>
                <a:lnTo>
                  <a:pt x="207251" y="254"/>
                </a:lnTo>
                <a:close/>
              </a:path>
              <a:path w="617219" h="99695">
                <a:moveTo>
                  <a:pt x="320027" y="39878"/>
                </a:moveTo>
                <a:lnTo>
                  <a:pt x="318503" y="33782"/>
                </a:lnTo>
                <a:lnTo>
                  <a:pt x="313931" y="30734"/>
                </a:lnTo>
                <a:lnTo>
                  <a:pt x="310883" y="26162"/>
                </a:lnTo>
                <a:lnTo>
                  <a:pt x="304787" y="24638"/>
                </a:lnTo>
                <a:lnTo>
                  <a:pt x="289547" y="24638"/>
                </a:lnTo>
                <a:lnTo>
                  <a:pt x="281927" y="29210"/>
                </a:lnTo>
                <a:lnTo>
                  <a:pt x="277355" y="38354"/>
                </a:lnTo>
                <a:lnTo>
                  <a:pt x="275831" y="33782"/>
                </a:lnTo>
                <a:lnTo>
                  <a:pt x="269735" y="27686"/>
                </a:lnTo>
                <a:lnTo>
                  <a:pt x="266687" y="26162"/>
                </a:lnTo>
                <a:lnTo>
                  <a:pt x="262115" y="24638"/>
                </a:lnTo>
                <a:lnTo>
                  <a:pt x="252971" y="24638"/>
                </a:lnTo>
                <a:lnTo>
                  <a:pt x="249923" y="26162"/>
                </a:lnTo>
                <a:lnTo>
                  <a:pt x="245351" y="27686"/>
                </a:lnTo>
                <a:lnTo>
                  <a:pt x="239255" y="33782"/>
                </a:lnTo>
                <a:lnTo>
                  <a:pt x="237731" y="38354"/>
                </a:lnTo>
                <a:lnTo>
                  <a:pt x="237731" y="26162"/>
                </a:lnTo>
                <a:lnTo>
                  <a:pt x="225539" y="26162"/>
                </a:lnTo>
                <a:lnTo>
                  <a:pt x="225539" y="97790"/>
                </a:lnTo>
                <a:lnTo>
                  <a:pt x="237731" y="97790"/>
                </a:lnTo>
                <a:lnTo>
                  <a:pt x="237731" y="50546"/>
                </a:lnTo>
                <a:lnTo>
                  <a:pt x="239255" y="47498"/>
                </a:lnTo>
                <a:lnTo>
                  <a:pt x="240779" y="42926"/>
                </a:lnTo>
                <a:lnTo>
                  <a:pt x="242303" y="41402"/>
                </a:lnTo>
                <a:lnTo>
                  <a:pt x="245351" y="39878"/>
                </a:lnTo>
                <a:lnTo>
                  <a:pt x="248399" y="36830"/>
                </a:lnTo>
                <a:lnTo>
                  <a:pt x="259067" y="36830"/>
                </a:lnTo>
                <a:lnTo>
                  <a:pt x="262115" y="38354"/>
                </a:lnTo>
                <a:lnTo>
                  <a:pt x="263639" y="39878"/>
                </a:lnTo>
                <a:lnTo>
                  <a:pt x="265163" y="42926"/>
                </a:lnTo>
                <a:lnTo>
                  <a:pt x="266687" y="47498"/>
                </a:lnTo>
                <a:lnTo>
                  <a:pt x="266687" y="97790"/>
                </a:lnTo>
                <a:lnTo>
                  <a:pt x="278879" y="97790"/>
                </a:lnTo>
                <a:lnTo>
                  <a:pt x="278879" y="50546"/>
                </a:lnTo>
                <a:lnTo>
                  <a:pt x="280403" y="44450"/>
                </a:lnTo>
                <a:lnTo>
                  <a:pt x="286499" y="38354"/>
                </a:lnTo>
                <a:lnTo>
                  <a:pt x="291071" y="36830"/>
                </a:lnTo>
                <a:lnTo>
                  <a:pt x="300215" y="36830"/>
                </a:lnTo>
                <a:lnTo>
                  <a:pt x="301739" y="38354"/>
                </a:lnTo>
                <a:lnTo>
                  <a:pt x="304787" y="39878"/>
                </a:lnTo>
                <a:lnTo>
                  <a:pt x="306311" y="41402"/>
                </a:lnTo>
                <a:lnTo>
                  <a:pt x="306311" y="42926"/>
                </a:lnTo>
                <a:lnTo>
                  <a:pt x="307835" y="45974"/>
                </a:lnTo>
                <a:lnTo>
                  <a:pt x="307835" y="97790"/>
                </a:lnTo>
                <a:lnTo>
                  <a:pt x="320027" y="97790"/>
                </a:lnTo>
                <a:lnTo>
                  <a:pt x="320027" y="39878"/>
                </a:lnTo>
                <a:close/>
              </a:path>
              <a:path w="617219" h="99695">
                <a:moveTo>
                  <a:pt x="399288" y="97790"/>
                </a:moveTo>
                <a:lnTo>
                  <a:pt x="397764" y="94742"/>
                </a:lnTo>
                <a:lnTo>
                  <a:pt x="397764" y="90170"/>
                </a:lnTo>
                <a:lnTo>
                  <a:pt x="397002" y="88646"/>
                </a:lnTo>
                <a:lnTo>
                  <a:pt x="396240" y="87122"/>
                </a:lnTo>
                <a:lnTo>
                  <a:pt x="396240" y="64262"/>
                </a:lnTo>
                <a:lnTo>
                  <a:pt x="396240" y="39878"/>
                </a:lnTo>
                <a:lnTo>
                  <a:pt x="394716" y="36830"/>
                </a:lnTo>
                <a:lnTo>
                  <a:pt x="393192" y="33782"/>
                </a:lnTo>
                <a:lnTo>
                  <a:pt x="391668" y="32258"/>
                </a:lnTo>
                <a:lnTo>
                  <a:pt x="390144" y="29210"/>
                </a:lnTo>
                <a:lnTo>
                  <a:pt x="384048" y="26162"/>
                </a:lnTo>
                <a:lnTo>
                  <a:pt x="379476" y="24638"/>
                </a:lnTo>
                <a:lnTo>
                  <a:pt x="356616" y="24638"/>
                </a:lnTo>
                <a:lnTo>
                  <a:pt x="352044" y="26162"/>
                </a:lnTo>
                <a:lnTo>
                  <a:pt x="347472" y="29210"/>
                </a:lnTo>
                <a:lnTo>
                  <a:pt x="344424" y="30734"/>
                </a:lnTo>
                <a:lnTo>
                  <a:pt x="341376" y="33782"/>
                </a:lnTo>
                <a:lnTo>
                  <a:pt x="339852" y="36830"/>
                </a:lnTo>
                <a:lnTo>
                  <a:pt x="336804" y="45974"/>
                </a:lnTo>
                <a:lnTo>
                  <a:pt x="348996" y="47498"/>
                </a:lnTo>
                <a:lnTo>
                  <a:pt x="350520" y="42926"/>
                </a:lnTo>
                <a:lnTo>
                  <a:pt x="352044" y="39878"/>
                </a:lnTo>
                <a:lnTo>
                  <a:pt x="358140" y="36830"/>
                </a:lnTo>
                <a:lnTo>
                  <a:pt x="373380" y="36830"/>
                </a:lnTo>
                <a:lnTo>
                  <a:pt x="377952" y="38354"/>
                </a:lnTo>
                <a:lnTo>
                  <a:pt x="381000" y="39878"/>
                </a:lnTo>
                <a:lnTo>
                  <a:pt x="382524" y="41402"/>
                </a:lnTo>
                <a:lnTo>
                  <a:pt x="384048" y="44450"/>
                </a:lnTo>
                <a:lnTo>
                  <a:pt x="384048" y="52070"/>
                </a:lnTo>
                <a:lnTo>
                  <a:pt x="384048" y="64262"/>
                </a:lnTo>
                <a:lnTo>
                  <a:pt x="384048" y="74930"/>
                </a:lnTo>
                <a:lnTo>
                  <a:pt x="382524" y="76454"/>
                </a:lnTo>
                <a:lnTo>
                  <a:pt x="381000" y="79502"/>
                </a:lnTo>
                <a:lnTo>
                  <a:pt x="377952" y="82550"/>
                </a:lnTo>
                <a:lnTo>
                  <a:pt x="373380" y="84074"/>
                </a:lnTo>
                <a:lnTo>
                  <a:pt x="370332" y="85598"/>
                </a:lnTo>
                <a:lnTo>
                  <a:pt x="365760" y="87122"/>
                </a:lnTo>
                <a:lnTo>
                  <a:pt x="356616" y="87122"/>
                </a:lnTo>
                <a:lnTo>
                  <a:pt x="350520" y="84074"/>
                </a:lnTo>
                <a:lnTo>
                  <a:pt x="347472" y="81026"/>
                </a:lnTo>
                <a:lnTo>
                  <a:pt x="347472" y="74930"/>
                </a:lnTo>
                <a:lnTo>
                  <a:pt x="352044" y="70358"/>
                </a:lnTo>
                <a:lnTo>
                  <a:pt x="353568" y="70358"/>
                </a:lnTo>
                <a:lnTo>
                  <a:pt x="356616" y="68834"/>
                </a:lnTo>
                <a:lnTo>
                  <a:pt x="359664" y="68834"/>
                </a:lnTo>
                <a:lnTo>
                  <a:pt x="364236" y="67310"/>
                </a:lnTo>
                <a:lnTo>
                  <a:pt x="373380" y="67310"/>
                </a:lnTo>
                <a:lnTo>
                  <a:pt x="379476" y="65786"/>
                </a:lnTo>
                <a:lnTo>
                  <a:pt x="384048" y="64262"/>
                </a:lnTo>
                <a:lnTo>
                  <a:pt x="384048" y="52070"/>
                </a:lnTo>
                <a:lnTo>
                  <a:pt x="379476" y="53594"/>
                </a:lnTo>
                <a:lnTo>
                  <a:pt x="371856" y="55118"/>
                </a:lnTo>
                <a:lnTo>
                  <a:pt x="362712" y="56642"/>
                </a:lnTo>
                <a:lnTo>
                  <a:pt x="355092" y="56642"/>
                </a:lnTo>
                <a:lnTo>
                  <a:pt x="352044" y="58166"/>
                </a:lnTo>
                <a:lnTo>
                  <a:pt x="348996" y="58166"/>
                </a:lnTo>
                <a:lnTo>
                  <a:pt x="345948" y="59690"/>
                </a:lnTo>
                <a:lnTo>
                  <a:pt x="339852" y="65786"/>
                </a:lnTo>
                <a:lnTo>
                  <a:pt x="338328" y="68834"/>
                </a:lnTo>
                <a:lnTo>
                  <a:pt x="335280" y="71882"/>
                </a:lnTo>
                <a:lnTo>
                  <a:pt x="335280" y="84074"/>
                </a:lnTo>
                <a:lnTo>
                  <a:pt x="336804" y="90170"/>
                </a:lnTo>
                <a:lnTo>
                  <a:pt x="341376" y="93218"/>
                </a:lnTo>
                <a:lnTo>
                  <a:pt x="345948" y="97790"/>
                </a:lnTo>
                <a:lnTo>
                  <a:pt x="352044" y="99314"/>
                </a:lnTo>
                <a:lnTo>
                  <a:pt x="364236" y="99314"/>
                </a:lnTo>
                <a:lnTo>
                  <a:pt x="368808" y="97790"/>
                </a:lnTo>
                <a:lnTo>
                  <a:pt x="371856" y="96266"/>
                </a:lnTo>
                <a:lnTo>
                  <a:pt x="376428" y="94742"/>
                </a:lnTo>
                <a:lnTo>
                  <a:pt x="379476" y="91694"/>
                </a:lnTo>
                <a:lnTo>
                  <a:pt x="384048" y="88646"/>
                </a:lnTo>
                <a:lnTo>
                  <a:pt x="384048" y="91694"/>
                </a:lnTo>
                <a:lnTo>
                  <a:pt x="387096" y="97790"/>
                </a:lnTo>
                <a:lnTo>
                  <a:pt x="399288" y="97790"/>
                </a:lnTo>
                <a:close/>
              </a:path>
              <a:path w="617219" h="99695">
                <a:moveTo>
                  <a:pt x="441947" y="97790"/>
                </a:moveTo>
                <a:lnTo>
                  <a:pt x="440423" y="87122"/>
                </a:lnTo>
                <a:lnTo>
                  <a:pt x="435851" y="87122"/>
                </a:lnTo>
                <a:lnTo>
                  <a:pt x="431279" y="87122"/>
                </a:lnTo>
                <a:lnTo>
                  <a:pt x="431279" y="85598"/>
                </a:lnTo>
                <a:lnTo>
                  <a:pt x="429755" y="85598"/>
                </a:lnTo>
                <a:lnTo>
                  <a:pt x="429755" y="84074"/>
                </a:lnTo>
                <a:lnTo>
                  <a:pt x="428231" y="84074"/>
                </a:lnTo>
                <a:lnTo>
                  <a:pt x="428231" y="38354"/>
                </a:lnTo>
                <a:lnTo>
                  <a:pt x="440423" y="38354"/>
                </a:lnTo>
                <a:lnTo>
                  <a:pt x="440423" y="26162"/>
                </a:lnTo>
                <a:lnTo>
                  <a:pt x="428231" y="26162"/>
                </a:lnTo>
                <a:lnTo>
                  <a:pt x="428231" y="1778"/>
                </a:lnTo>
                <a:lnTo>
                  <a:pt x="416039" y="7874"/>
                </a:lnTo>
                <a:lnTo>
                  <a:pt x="416039" y="26162"/>
                </a:lnTo>
                <a:lnTo>
                  <a:pt x="406895" y="26162"/>
                </a:lnTo>
                <a:lnTo>
                  <a:pt x="406895" y="38354"/>
                </a:lnTo>
                <a:lnTo>
                  <a:pt x="416039" y="38354"/>
                </a:lnTo>
                <a:lnTo>
                  <a:pt x="416039" y="90170"/>
                </a:lnTo>
                <a:lnTo>
                  <a:pt x="419087" y="93218"/>
                </a:lnTo>
                <a:lnTo>
                  <a:pt x="420611" y="96266"/>
                </a:lnTo>
                <a:lnTo>
                  <a:pt x="422135" y="97790"/>
                </a:lnTo>
                <a:lnTo>
                  <a:pt x="425183" y="97790"/>
                </a:lnTo>
                <a:lnTo>
                  <a:pt x="428231" y="99314"/>
                </a:lnTo>
                <a:lnTo>
                  <a:pt x="438899" y="99314"/>
                </a:lnTo>
                <a:lnTo>
                  <a:pt x="441947" y="97790"/>
                </a:lnTo>
                <a:close/>
              </a:path>
              <a:path w="617219" h="99695">
                <a:moveTo>
                  <a:pt x="464820" y="26162"/>
                </a:moveTo>
                <a:lnTo>
                  <a:pt x="452628" y="26162"/>
                </a:lnTo>
                <a:lnTo>
                  <a:pt x="452628" y="97790"/>
                </a:lnTo>
                <a:lnTo>
                  <a:pt x="464820" y="97790"/>
                </a:lnTo>
                <a:lnTo>
                  <a:pt x="464820" y="26162"/>
                </a:lnTo>
                <a:close/>
              </a:path>
              <a:path w="617219" h="99695">
                <a:moveTo>
                  <a:pt x="464820" y="254"/>
                </a:moveTo>
                <a:lnTo>
                  <a:pt x="452628" y="254"/>
                </a:lnTo>
                <a:lnTo>
                  <a:pt x="452628" y="12446"/>
                </a:lnTo>
                <a:lnTo>
                  <a:pt x="464820" y="12446"/>
                </a:lnTo>
                <a:lnTo>
                  <a:pt x="464820" y="254"/>
                </a:lnTo>
                <a:close/>
              </a:path>
              <a:path w="617219" h="99695">
                <a:moveTo>
                  <a:pt x="544055" y="61214"/>
                </a:moveTo>
                <a:lnTo>
                  <a:pt x="531863" y="30734"/>
                </a:lnTo>
                <a:lnTo>
                  <a:pt x="531863" y="53594"/>
                </a:lnTo>
                <a:lnTo>
                  <a:pt x="531863" y="70358"/>
                </a:lnTo>
                <a:lnTo>
                  <a:pt x="528815" y="76454"/>
                </a:lnTo>
                <a:lnTo>
                  <a:pt x="525767" y="81026"/>
                </a:lnTo>
                <a:lnTo>
                  <a:pt x="522719" y="84074"/>
                </a:lnTo>
                <a:lnTo>
                  <a:pt x="516623" y="87122"/>
                </a:lnTo>
                <a:lnTo>
                  <a:pt x="505955" y="87122"/>
                </a:lnTo>
                <a:lnTo>
                  <a:pt x="501383" y="85598"/>
                </a:lnTo>
                <a:lnTo>
                  <a:pt x="496811" y="81026"/>
                </a:lnTo>
                <a:lnTo>
                  <a:pt x="493763" y="76454"/>
                </a:lnTo>
                <a:lnTo>
                  <a:pt x="492239" y="70358"/>
                </a:lnTo>
                <a:lnTo>
                  <a:pt x="492239" y="53594"/>
                </a:lnTo>
                <a:lnTo>
                  <a:pt x="493763" y="47498"/>
                </a:lnTo>
                <a:lnTo>
                  <a:pt x="496811" y="42926"/>
                </a:lnTo>
                <a:lnTo>
                  <a:pt x="501383" y="38354"/>
                </a:lnTo>
                <a:lnTo>
                  <a:pt x="505955" y="36830"/>
                </a:lnTo>
                <a:lnTo>
                  <a:pt x="516623" y="36830"/>
                </a:lnTo>
                <a:lnTo>
                  <a:pt x="521195" y="38354"/>
                </a:lnTo>
                <a:lnTo>
                  <a:pt x="525767" y="42926"/>
                </a:lnTo>
                <a:lnTo>
                  <a:pt x="528815" y="47498"/>
                </a:lnTo>
                <a:lnTo>
                  <a:pt x="531863" y="53594"/>
                </a:lnTo>
                <a:lnTo>
                  <a:pt x="531863" y="30734"/>
                </a:lnTo>
                <a:lnTo>
                  <a:pt x="528815" y="27686"/>
                </a:lnTo>
                <a:lnTo>
                  <a:pt x="521195" y="24638"/>
                </a:lnTo>
                <a:lnTo>
                  <a:pt x="502907" y="24638"/>
                </a:lnTo>
                <a:lnTo>
                  <a:pt x="480568" y="53594"/>
                </a:lnTo>
                <a:lnTo>
                  <a:pt x="480047" y="61214"/>
                </a:lnTo>
                <a:lnTo>
                  <a:pt x="498144" y="97028"/>
                </a:lnTo>
                <a:lnTo>
                  <a:pt x="512051" y="99314"/>
                </a:lnTo>
                <a:lnTo>
                  <a:pt x="518147" y="99314"/>
                </a:lnTo>
                <a:lnTo>
                  <a:pt x="522719" y="97790"/>
                </a:lnTo>
                <a:lnTo>
                  <a:pt x="528815" y="94742"/>
                </a:lnTo>
                <a:lnTo>
                  <a:pt x="533387" y="91694"/>
                </a:lnTo>
                <a:lnTo>
                  <a:pt x="536435" y="87122"/>
                </a:lnTo>
                <a:lnTo>
                  <a:pt x="539483" y="82550"/>
                </a:lnTo>
                <a:lnTo>
                  <a:pt x="542531" y="76454"/>
                </a:lnTo>
                <a:lnTo>
                  <a:pt x="544055" y="70358"/>
                </a:lnTo>
                <a:lnTo>
                  <a:pt x="544055" y="61214"/>
                </a:lnTo>
                <a:close/>
              </a:path>
              <a:path w="617219" h="99695">
                <a:moveTo>
                  <a:pt x="617220" y="44450"/>
                </a:moveTo>
                <a:lnTo>
                  <a:pt x="615696" y="41402"/>
                </a:lnTo>
                <a:lnTo>
                  <a:pt x="615696" y="38354"/>
                </a:lnTo>
                <a:lnTo>
                  <a:pt x="612648" y="32258"/>
                </a:lnTo>
                <a:lnTo>
                  <a:pt x="608076" y="27686"/>
                </a:lnTo>
                <a:lnTo>
                  <a:pt x="605028" y="26162"/>
                </a:lnTo>
                <a:lnTo>
                  <a:pt x="600456" y="24638"/>
                </a:lnTo>
                <a:lnTo>
                  <a:pt x="583692" y="24638"/>
                </a:lnTo>
                <a:lnTo>
                  <a:pt x="576072" y="27686"/>
                </a:lnTo>
                <a:lnTo>
                  <a:pt x="571500" y="35306"/>
                </a:lnTo>
                <a:lnTo>
                  <a:pt x="571500" y="26162"/>
                </a:lnTo>
                <a:lnTo>
                  <a:pt x="559308" y="26162"/>
                </a:lnTo>
                <a:lnTo>
                  <a:pt x="559308" y="97790"/>
                </a:lnTo>
                <a:lnTo>
                  <a:pt x="571500" y="97790"/>
                </a:lnTo>
                <a:lnTo>
                  <a:pt x="571500" y="50546"/>
                </a:lnTo>
                <a:lnTo>
                  <a:pt x="573024" y="44450"/>
                </a:lnTo>
                <a:lnTo>
                  <a:pt x="576072" y="41402"/>
                </a:lnTo>
                <a:lnTo>
                  <a:pt x="580644" y="38354"/>
                </a:lnTo>
                <a:lnTo>
                  <a:pt x="585216" y="36830"/>
                </a:lnTo>
                <a:lnTo>
                  <a:pt x="595884" y="36830"/>
                </a:lnTo>
                <a:lnTo>
                  <a:pt x="598932" y="38354"/>
                </a:lnTo>
                <a:lnTo>
                  <a:pt x="601980" y="41402"/>
                </a:lnTo>
                <a:lnTo>
                  <a:pt x="603504" y="44450"/>
                </a:lnTo>
                <a:lnTo>
                  <a:pt x="603504" y="47498"/>
                </a:lnTo>
                <a:lnTo>
                  <a:pt x="605028" y="50546"/>
                </a:lnTo>
                <a:lnTo>
                  <a:pt x="605028" y="97790"/>
                </a:lnTo>
                <a:lnTo>
                  <a:pt x="617220" y="97790"/>
                </a:lnTo>
                <a:lnTo>
                  <a:pt x="617220" y="444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205483" y="1165860"/>
            <a:ext cx="584200" cy="100965"/>
            <a:chOff x="1205483" y="1165860"/>
            <a:chExt cx="584200" cy="10096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483" y="1167384"/>
              <a:ext cx="384048" cy="9905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9156" y="1165860"/>
              <a:ext cx="160019" cy="79248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863851" y="1190244"/>
            <a:ext cx="48895" cy="32384"/>
          </a:xfrm>
          <a:custGeom>
            <a:avLst/>
            <a:gdLst/>
            <a:ahLst/>
            <a:cxnLst/>
            <a:rect l="l" t="t" r="r" b="b"/>
            <a:pathLst>
              <a:path w="48894" h="32384">
                <a:moveTo>
                  <a:pt x="48768" y="9144"/>
                </a:moveTo>
                <a:lnTo>
                  <a:pt x="0" y="9144"/>
                </a:lnTo>
                <a:lnTo>
                  <a:pt x="0" y="0"/>
                </a:lnTo>
                <a:lnTo>
                  <a:pt x="48768" y="0"/>
                </a:lnTo>
                <a:lnTo>
                  <a:pt x="48768" y="9144"/>
                </a:lnTo>
                <a:close/>
              </a:path>
              <a:path w="48894" h="32384">
                <a:moveTo>
                  <a:pt x="48768" y="32004"/>
                </a:moveTo>
                <a:lnTo>
                  <a:pt x="0" y="32004"/>
                </a:lnTo>
                <a:lnTo>
                  <a:pt x="0" y="22860"/>
                </a:lnTo>
                <a:lnTo>
                  <a:pt x="48768" y="22860"/>
                </a:lnTo>
                <a:lnTo>
                  <a:pt x="48768" y="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8151" y="1165859"/>
            <a:ext cx="2229612" cy="10972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6152" y="1374647"/>
            <a:ext cx="877824" cy="99060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2193036" y="1397508"/>
            <a:ext cx="48895" cy="32384"/>
          </a:xfrm>
          <a:custGeom>
            <a:avLst/>
            <a:gdLst/>
            <a:ahLst/>
            <a:cxnLst/>
            <a:rect l="l" t="t" r="r" b="b"/>
            <a:pathLst>
              <a:path w="48894" h="32384">
                <a:moveTo>
                  <a:pt x="48768" y="9144"/>
                </a:moveTo>
                <a:lnTo>
                  <a:pt x="0" y="9144"/>
                </a:lnTo>
                <a:lnTo>
                  <a:pt x="0" y="0"/>
                </a:lnTo>
                <a:lnTo>
                  <a:pt x="48768" y="0"/>
                </a:lnTo>
                <a:lnTo>
                  <a:pt x="48768" y="9144"/>
                </a:lnTo>
                <a:close/>
              </a:path>
              <a:path w="48894" h="32384">
                <a:moveTo>
                  <a:pt x="48768" y="32004"/>
                </a:moveTo>
                <a:lnTo>
                  <a:pt x="0" y="32004"/>
                </a:lnTo>
                <a:lnTo>
                  <a:pt x="0" y="22860"/>
                </a:lnTo>
                <a:lnTo>
                  <a:pt x="48768" y="22860"/>
                </a:lnTo>
                <a:lnTo>
                  <a:pt x="48768" y="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316479" y="1374648"/>
            <a:ext cx="27940" cy="76200"/>
          </a:xfrm>
          <a:custGeom>
            <a:avLst/>
            <a:gdLst/>
            <a:ahLst/>
            <a:cxnLst/>
            <a:rect l="l" t="t" r="r" b="b"/>
            <a:pathLst>
              <a:path w="27939" h="76200">
                <a:moveTo>
                  <a:pt x="27431" y="76200"/>
                </a:moveTo>
                <a:lnTo>
                  <a:pt x="18287" y="76200"/>
                </a:lnTo>
                <a:lnTo>
                  <a:pt x="18287" y="16764"/>
                </a:lnTo>
                <a:lnTo>
                  <a:pt x="13715" y="21336"/>
                </a:lnTo>
                <a:lnTo>
                  <a:pt x="9143" y="22859"/>
                </a:lnTo>
                <a:lnTo>
                  <a:pt x="6095" y="25908"/>
                </a:lnTo>
                <a:lnTo>
                  <a:pt x="0" y="28956"/>
                </a:lnTo>
                <a:lnTo>
                  <a:pt x="0" y="19812"/>
                </a:lnTo>
                <a:lnTo>
                  <a:pt x="13715" y="10668"/>
                </a:lnTo>
                <a:lnTo>
                  <a:pt x="16763" y="7620"/>
                </a:lnTo>
                <a:lnTo>
                  <a:pt x="19811" y="3048"/>
                </a:lnTo>
                <a:lnTo>
                  <a:pt x="21335" y="0"/>
                </a:lnTo>
                <a:lnTo>
                  <a:pt x="27431" y="0"/>
                </a:lnTo>
                <a:lnTo>
                  <a:pt x="27431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2392679" y="1373123"/>
            <a:ext cx="525780" cy="79375"/>
            <a:chOff x="2392679" y="1373123"/>
            <a:chExt cx="525780" cy="79375"/>
          </a:xfrm>
        </p:grpSpPr>
        <p:sp>
          <p:nvSpPr>
            <p:cNvPr id="13" name="object 13" descr=""/>
            <p:cNvSpPr/>
            <p:nvPr/>
          </p:nvSpPr>
          <p:spPr>
            <a:xfrm>
              <a:off x="2392679" y="1374648"/>
              <a:ext cx="29209" cy="76200"/>
            </a:xfrm>
            <a:custGeom>
              <a:avLst/>
              <a:gdLst/>
              <a:ahLst/>
              <a:cxnLst/>
              <a:rect l="l" t="t" r="r" b="b"/>
              <a:pathLst>
                <a:path w="29210" h="76200">
                  <a:moveTo>
                    <a:pt x="7620" y="76200"/>
                  </a:moveTo>
                  <a:lnTo>
                    <a:pt x="0" y="76200"/>
                  </a:lnTo>
                  <a:lnTo>
                    <a:pt x="21336" y="0"/>
                  </a:lnTo>
                  <a:lnTo>
                    <a:pt x="28956" y="0"/>
                  </a:lnTo>
                  <a:lnTo>
                    <a:pt x="762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55163" y="1373123"/>
              <a:ext cx="256031" cy="7924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9296" y="1376172"/>
              <a:ext cx="169163" cy="76200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3103" y="1581912"/>
            <a:ext cx="914399" cy="79248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2197607" y="1606296"/>
            <a:ext cx="48895" cy="32384"/>
          </a:xfrm>
          <a:custGeom>
            <a:avLst/>
            <a:gdLst/>
            <a:ahLst/>
            <a:cxnLst/>
            <a:rect l="l" t="t" r="r" b="b"/>
            <a:pathLst>
              <a:path w="48894" h="32385">
                <a:moveTo>
                  <a:pt x="48768" y="9144"/>
                </a:moveTo>
                <a:lnTo>
                  <a:pt x="0" y="9144"/>
                </a:lnTo>
                <a:lnTo>
                  <a:pt x="0" y="0"/>
                </a:lnTo>
                <a:lnTo>
                  <a:pt x="48768" y="0"/>
                </a:lnTo>
                <a:lnTo>
                  <a:pt x="48768" y="9144"/>
                </a:lnTo>
                <a:close/>
              </a:path>
              <a:path w="48894" h="32385">
                <a:moveTo>
                  <a:pt x="48768" y="32004"/>
                </a:moveTo>
                <a:lnTo>
                  <a:pt x="0" y="32004"/>
                </a:lnTo>
                <a:lnTo>
                  <a:pt x="0" y="22860"/>
                </a:lnTo>
                <a:lnTo>
                  <a:pt x="48768" y="22860"/>
                </a:lnTo>
                <a:lnTo>
                  <a:pt x="48768" y="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2318004" y="1581911"/>
            <a:ext cx="608330" cy="79375"/>
          </a:xfrm>
          <a:custGeom>
            <a:avLst/>
            <a:gdLst/>
            <a:ahLst/>
            <a:cxnLst/>
            <a:rect l="l" t="t" r="r" b="b"/>
            <a:pathLst>
              <a:path w="608330" h="79375">
                <a:moveTo>
                  <a:pt x="12179" y="0"/>
                </a:moveTo>
                <a:lnTo>
                  <a:pt x="0" y="0"/>
                </a:lnTo>
                <a:lnTo>
                  <a:pt x="0" y="77724"/>
                </a:lnTo>
                <a:lnTo>
                  <a:pt x="12179" y="77724"/>
                </a:lnTo>
                <a:lnTo>
                  <a:pt x="12179" y="0"/>
                </a:lnTo>
                <a:close/>
              </a:path>
              <a:path w="608330" h="79375">
                <a:moveTo>
                  <a:pt x="71628" y="36576"/>
                </a:moveTo>
                <a:lnTo>
                  <a:pt x="70104" y="33528"/>
                </a:lnTo>
                <a:lnTo>
                  <a:pt x="70104" y="28956"/>
                </a:lnTo>
                <a:lnTo>
                  <a:pt x="65532" y="24384"/>
                </a:lnTo>
                <a:lnTo>
                  <a:pt x="59436" y="21336"/>
                </a:lnTo>
                <a:lnTo>
                  <a:pt x="47244" y="21336"/>
                </a:lnTo>
                <a:lnTo>
                  <a:pt x="41148" y="24384"/>
                </a:lnTo>
                <a:lnTo>
                  <a:pt x="38100" y="30480"/>
                </a:lnTo>
                <a:lnTo>
                  <a:pt x="38100" y="22860"/>
                </a:lnTo>
                <a:lnTo>
                  <a:pt x="28956" y="22860"/>
                </a:lnTo>
                <a:lnTo>
                  <a:pt x="28956" y="77724"/>
                </a:lnTo>
                <a:lnTo>
                  <a:pt x="38100" y="77724"/>
                </a:lnTo>
                <a:lnTo>
                  <a:pt x="38100" y="41148"/>
                </a:lnTo>
                <a:lnTo>
                  <a:pt x="39624" y="36576"/>
                </a:lnTo>
                <a:lnTo>
                  <a:pt x="41148" y="33528"/>
                </a:lnTo>
                <a:lnTo>
                  <a:pt x="44196" y="30480"/>
                </a:lnTo>
                <a:lnTo>
                  <a:pt x="56388" y="30480"/>
                </a:lnTo>
                <a:lnTo>
                  <a:pt x="57912" y="32004"/>
                </a:lnTo>
                <a:lnTo>
                  <a:pt x="59436" y="32004"/>
                </a:lnTo>
                <a:lnTo>
                  <a:pt x="60960" y="33528"/>
                </a:lnTo>
                <a:lnTo>
                  <a:pt x="60960" y="36576"/>
                </a:lnTo>
                <a:lnTo>
                  <a:pt x="62484" y="38100"/>
                </a:lnTo>
                <a:lnTo>
                  <a:pt x="62484" y="77724"/>
                </a:lnTo>
                <a:lnTo>
                  <a:pt x="71628" y="77724"/>
                </a:lnTo>
                <a:lnTo>
                  <a:pt x="71628" y="36576"/>
                </a:lnTo>
                <a:close/>
              </a:path>
              <a:path w="608330" h="79375">
                <a:moveTo>
                  <a:pt x="128016" y="54864"/>
                </a:moveTo>
                <a:lnTo>
                  <a:pt x="105156" y="42672"/>
                </a:lnTo>
                <a:lnTo>
                  <a:pt x="100584" y="42672"/>
                </a:lnTo>
                <a:lnTo>
                  <a:pt x="99060" y="41148"/>
                </a:lnTo>
                <a:lnTo>
                  <a:pt x="96012" y="41148"/>
                </a:lnTo>
                <a:lnTo>
                  <a:pt x="94488" y="39624"/>
                </a:lnTo>
                <a:lnTo>
                  <a:pt x="94488" y="38100"/>
                </a:lnTo>
                <a:lnTo>
                  <a:pt x="92964" y="38100"/>
                </a:lnTo>
                <a:lnTo>
                  <a:pt x="92964" y="35052"/>
                </a:lnTo>
                <a:lnTo>
                  <a:pt x="97536" y="30480"/>
                </a:lnTo>
                <a:lnTo>
                  <a:pt x="111252" y="30480"/>
                </a:lnTo>
                <a:lnTo>
                  <a:pt x="115824" y="35052"/>
                </a:lnTo>
                <a:lnTo>
                  <a:pt x="115824" y="38100"/>
                </a:lnTo>
                <a:lnTo>
                  <a:pt x="124968" y="36576"/>
                </a:lnTo>
                <a:lnTo>
                  <a:pt x="124968" y="32004"/>
                </a:lnTo>
                <a:lnTo>
                  <a:pt x="123444" y="28956"/>
                </a:lnTo>
                <a:lnTo>
                  <a:pt x="118872" y="24384"/>
                </a:lnTo>
                <a:lnTo>
                  <a:pt x="115824" y="22860"/>
                </a:lnTo>
                <a:lnTo>
                  <a:pt x="111252" y="21336"/>
                </a:lnTo>
                <a:lnTo>
                  <a:pt x="96012" y="21336"/>
                </a:lnTo>
                <a:lnTo>
                  <a:pt x="92964" y="22860"/>
                </a:lnTo>
                <a:lnTo>
                  <a:pt x="91440" y="22860"/>
                </a:lnTo>
                <a:lnTo>
                  <a:pt x="86868" y="27432"/>
                </a:lnTo>
                <a:lnTo>
                  <a:pt x="85344" y="30480"/>
                </a:lnTo>
                <a:lnTo>
                  <a:pt x="85344" y="32004"/>
                </a:lnTo>
                <a:lnTo>
                  <a:pt x="83820" y="35052"/>
                </a:lnTo>
                <a:lnTo>
                  <a:pt x="83820" y="39624"/>
                </a:lnTo>
                <a:lnTo>
                  <a:pt x="85344" y="42672"/>
                </a:lnTo>
                <a:lnTo>
                  <a:pt x="86868" y="44196"/>
                </a:lnTo>
                <a:lnTo>
                  <a:pt x="86868" y="47244"/>
                </a:lnTo>
                <a:lnTo>
                  <a:pt x="92964" y="50292"/>
                </a:lnTo>
                <a:lnTo>
                  <a:pt x="94488" y="51816"/>
                </a:lnTo>
                <a:lnTo>
                  <a:pt x="99060" y="53340"/>
                </a:lnTo>
                <a:lnTo>
                  <a:pt x="106680" y="54864"/>
                </a:lnTo>
                <a:lnTo>
                  <a:pt x="111252" y="56388"/>
                </a:lnTo>
                <a:lnTo>
                  <a:pt x="114300" y="56388"/>
                </a:lnTo>
                <a:lnTo>
                  <a:pt x="115824" y="57912"/>
                </a:lnTo>
                <a:lnTo>
                  <a:pt x="117348" y="57912"/>
                </a:lnTo>
                <a:lnTo>
                  <a:pt x="118872" y="59436"/>
                </a:lnTo>
                <a:lnTo>
                  <a:pt x="118872" y="65532"/>
                </a:lnTo>
                <a:lnTo>
                  <a:pt x="115824" y="67056"/>
                </a:lnTo>
                <a:lnTo>
                  <a:pt x="114300" y="68580"/>
                </a:lnTo>
                <a:lnTo>
                  <a:pt x="111252" y="70104"/>
                </a:lnTo>
                <a:lnTo>
                  <a:pt x="102108" y="70104"/>
                </a:lnTo>
                <a:lnTo>
                  <a:pt x="96012" y="67056"/>
                </a:lnTo>
                <a:lnTo>
                  <a:pt x="94488" y="65532"/>
                </a:lnTo>
                <a:lnTo>
                  <a:pt x="91440" y="59436"/>
                </a:lnTo>
                <a:lnTo>
                  <a:pt x="82296" y="60960"/>
                </a:lnTo>
                <a:lnTo>
                  <a:pt x="83820" y="67056"/>
                </a:lnTo>
                <a:lnTo>
                  <a:pt x="85344" y="71628"/>
                </a:lnTo>
                <a:lnTo>
                  <a:pt x="89916" y="74676"/>
                </a:lnTo>
                <a:lnTo>
                  <a:pt x="92964" y="77724"/>
                </a:lnTo>
                <a:lnTo>
                  <a:pt x="99060" y="79248"/>
                </a:lnTo>
                <a:lnTo>
                  <a:pt x="111252" y="79248"/>
                </a:lnTo>
                <a:lnTo>
                  <a:pt x="117348" y="76200"/>
                </a:lnTo>
                <a:lnTo>
                  <a:pt x="121920" y="74676"/>
                </a:lnTo>
                <a:lnTo>
                  <a:pt x="123444" y="73152"/>
                </a:lnTo>
                <a:lnTo>
                  <a:pt x="124968" y="70104"/>
                </a:lnTo>
                <a:lnTo>
                  <a:pt x="128016" y="67056"/>
                </a:lnTo>
                <a:lnTo>
                  <a:pt x="128016" y="54864"/>
                </a:lnTo>
                <a:close/>
              </a:path>
              <a:path w="608330" h="79375">
                <a:moveTo>
                  <a:pt x="161531" y="76200"/>
                </a:moveTo>
                <a:lnTo>
                  <a:pt x="160007" y="68580"/>
                </a:lnTo>
                <a:lnTo>
                  <a:pt x="153911" y="68580"/>
                </a:lnTo>
                <a:lnTo>
                  <a:pt x="152387" y="67056"/>
                </a:lnTo>
                <a:lnTo>
                  <a:pt x="150863" y="67056"/>
                </a:lnTo>
                <a:lnTo>
                  <a:pt x="150863" y="30480"/>
                </a:lnTo>
                <a:lnTo>
                  <a:pt x="160007" y="30480"/>
                </a:lnTo>
                <a:lnTo>
                  <a:pt x="160007" y="21336"/>
                </a:lnTo>
                <a:lnTo>
                  <a:pt x="150863" y="21336"/>
                </a:lnTo>
                <a:lnTo>
                  <a:pt x="150863" y="1524"/>
                </a:lnTo>
                <a:lnTo>
                  <a:pt x="141719" y="7620"/>
                </a:lnTo>
                <a:lnTo>
                  <a:pt x="141719" y="21336"/>
                </a:lnTo>
                <a:lnTo>
                  <a:pt x="135623" y="21336"/>
                </a:lnTo>
                <a:lnTo>
                  <a:pt x="135623" y="30480"/>
                </a:lnTo>
                <a:lnTo>
                  <a:pt x="141719" y="30480"/>
                </a:lnTo>
                <a:lnTo>
                  <a:pt x="141719" y="71628"/>
                </a:lnTo>
                <a:lnTo>
                  <a:pt x="146291" y="76200"/>
                </a:lnTo>
                <a:lnTo>
                  <a:pt x="147815" y="76200"/>
                </a:lnTo>
                <a:lnTo>
                  <a:pt x="150863" y="77724"/>
                </a:lnTo>
                <a:lnTo>
                  <a:pt x="155435" y="77724"/>
                </a:lnTo>
                <a:lnTo>
                  <a:pt x="158483" y="76200"/>
                </a:lnTo>
                <a:lnTo>
                  <a:pt x="161531" y="76200"/>
                </a:lnTo>
                <a:close/>
              </a:path>
              <a:path w="608330" h="79375">
                <a:moveTo>
                  <a:pt x="198107" y="24384"/>
                </a:moveTo>
                <a:lnTo>
                  <a:pt x="195059" y="21336"/>
                </a:lnTo>
                <a:lnTo>
                  <a:pt x="184391" y="21336"/>
                </a:lnTo>
                <a:lnTo>
                  <a:pt x="182867" y="22860"/>
                </a:lnTo>
                <a:lnTo>
                  <a:pt x="179819" y="24384"/>
                </a:lnTo>
                <a:lnTo>
                  <a:pt x="178295" y="25908"/>
                </a:lnTo>
                <a:lnTo>
                  <a:pt x="176771" y="30480"/>
                </a:lnTo>
                <a:lnTo>
                  <a:pt x="176771" y="22860"/>
                </a:lnTo>
                <a:lnTo>
                  <a:pt x="169151" y="22860"/>
                </a:lnTo>
                <a:lnTo>
                  <a:pt x="169151" y="77724"/>
                </a:lnTo>
                <a:lnTo>
                  <a:pt x="178295" y="77724"/>
                </a:lnTo>
                <a:lnTo>
                  <a:pt x="178295" y="39624"/>
                </a:lnTo>
                <a:lnTo>
                  <a:pt x="179819" y="36576"/>
                </a:lnTo>
                <a:lnTo>
                  <a:pt x="179819" y="35052"/>
                </a:lnTo>
                <a:lnTo>
                  <a:pt x="184391" y="30480"/>
                </a:lnTo>
                <a:lnTo>
                  <a:pt x="192011" y="30480"/>
                </a:lnTo>
                <a:lnTo>
                  <a:pt x="195059" y="32004"/>
                </a:lnTo>
                <a:lnTo>
                  <a:pt x="198107" y="24384"/>
                </a:lnTo>
                <a:close/>
              </a:path>
              <a:path w="608330" h="79375">
                <a:moveTo>
                  <a:pt x="246875" y="22860"/>
                </a:moveTo>
                <a:lnTo>
                  <a:pt x="237731" y="22860"/>
                </a:lnTo>
                <a:lnTo>
                  <a:pt x="237731" y="59436"/>
                </a:lnTo>
                <a:lnTo>
                  <a:pt x="236207" y="60960"/>
                </a:lnTo>
                <a:lnTo>
                  <a:pt x="236207" y="64008"/>
                </a:lnTo>
                <a:lnTo>
                  <a:pt x="233159" y="65532"/>
                </a:lnTo>
                <a:lnTo>
                  <a:pt x="231635" y="67056"/>
                </a:lnTo>
                <a:lnTo>
                  <a:pt x="228587" y="68580"/>
                </a:lnTo>
                <a:lnTo>
                  <a:pt x="227063" y="70104"/>
                </a:lnTo>
                <a:lnTo>
                  <a:pt x="220967" y="70104"/>
                </a:lnTo>
                <a:lnTo>
                  <a:pt x="213347" y="62484"/>
                </a:lnTo>
                <a:lnTo>
                  <a:pt x="213347" y="22860"/>
                </a:lnTo>
                <a:lnTo>
                  <a:pt x="204203" y="22860"/>
                </a:lnTo>
                <a:lnTo>
                  <a:pt x="204203" y="65532"/>
                </a:lnTo>
                <a:lnTo>
                  <a:pt x="205727" y="68580"/>
                </a:lnTo>
                <a:lnTo>
                  <a:pt x="205727" y="70104"/>
                </a:lnTo>
                <a:lnTo>
                  <a:pt x="207251" y="71628"/>
                </a:lnTo>
                <a:lnTo>
                  <a:pt x="208775" y="74676"/>
                </a:lnTo>
                <a:lnTo>
                  <a:pt x="210299" y="76200"/>
                </a:lnTo>
                <a:lnTo>
                  <a:pt x="213347" y="76200"/>
                </a:lnTo>
                <a:lnTo>
                  <a:pt x="219443" y="79248"/>
                </a:lnTo>
                <a:lnTo>
                  <a:pt x="228587" y="79248"/>
                </a:lnTo>
                <a:lnTo>
                  <a:pt x="234683" y="74676"/>
                </a:lnTo>
                <a:lnTo>
                  <a:pt x="237731" y="68580"/>
                </a:lnTo>
                <a:lnTo>
                  <a:pt x="237731" y="77724"/>
                </a:lnTo>
                <a:lnTo>
                  <a:pt x="246875" y="77724"/>
                </a:lnTo>
                <a:lnTo>
                  <a:pt x="246875" y="22860"/>
                </a:lnTo>
                <a:close/>
              </a:path>
              <a:path w="608330" h="79375">
                <a:moveTo>
                  <a:pt x="307835" y="59436"/>
                </a:moveTo>
                <a:lnTo>
                  <a:pt x="298691" y="57912"/>
                </a:lnTo>
                <a:lnTo>
                  <a:pt x="294119" y="67056"/>
                </a:lnTo>
                <a:lnTo>
                  <a:pt x="288023" y="70104"/>
                </a:lnTo>
                <a:lnTo>
                  <a:pt x="278879" y="70104"/>
                </a:lnTo>
                <a:lnTo>
                  <a:pt x="275831" y="68580"/>
                </a:lnTo>
                <a:lnTo>
                  <a:pt x="272783" y="64008"/>
                </a:lnTo>
                <a:lnTo>
                  <a:pt x="269735" y="60960"/>
                </a:lnTo>
                <a:lnTo>
                  <a:pt x="268211" y="56388"/>
                </a:lnTo>
                <a:lnTo>
                  <a:pt x="268211" y="42672"/>
                </a:lnTo>
                <a:lnTo>
                  <a:pt x="269735" y="38100"/>
                </a:lnTo>
                <a:lnTo>
                  <a:pt x="275831" y="32004"/>
                </a:lnTo>
                <a:lnTo>
                  <a:pt x="278879" y="30480"/>
                </a:lnTo>
                <a:lnTo>
                  <a:pt x="289547" y="30480"/>
                </a:lnTo>
                <a:lnTo>
                  <a:pt x="292595" y="32004"/>
                </a:lnTo>
                <a:lnTo>
                  <a:pt x="294119" y="33528"/>
                </a:lnTo>
                <a:lnTo>
                  <a:pt x="297167" y="39624"/>
                </a:lnTo>
                <a:lnTo>
                  <a:pt x="306311" y="38100"/>
                </a:lnTo>
                <a:lnTo>
                  <a:pt x="289547" y="21336"/>
                </a:lnTo>
                <a:lnTo>
                  <a:pt x="274307" y="21336"/>
                </a:lnTo>
                <a:lnTo>
                  <a:pt x="271259" y="24384"/>
                </a:lnTo>
                <a:lnTo>
                  <a:pt x="266687" y="25908"/>
                </a:lnTo>
                <a:lnTo>
                  <a:pt x="263639" y="28956"/>
                </a:lnTo>
                <a:lnTo>
                  <a:pt x="260591" y="38100"/>
                </a:lnTo>
                <a:lnTo>
                  <a:pt x="259067" y="44196"/>
                </a:lnTo>
                <a:lnTo>
                  <a:pt x="259067" y="59436"/>
                </a:lnTo>
                <a:lnTo>
                  <a:pt x="260591" y="65532"/>
                </a:lnTo>
                <a:lnTo>
                  <a:pt x="265163" y="71628"/>
                </a:lnTo>
                <a:lnTo>
                  <a:pt x="271259" y="76200"/>
                </a:lnTo>
                <a:lnTo>
                  <a:pt x="277355" y="79248"/>
                </a:lnTo>
                <a:lnTo>
                  <a:pt x="291071" y="79248"/>
                </a:lnTo>
                <a:lnTo>
                  <a:pt x="300215" y="73152"/>
                </a:lnTo>
                <a:lnTo>
                  <a:pt x="303263" y="70104"/>
                </a:lnTo>
                <a:lnTo>
                  <a:pt x="306311" y="65532"/>
                </a:lnTo>
                <a:lnTo>
                  <a:pt x="307835" y="59436"/>
                </a:lnTo>
                <a:close/>
              </a:path>
              <a:path w="608330" h="79375">
                <a:moveTo>
                  <a:pt x="335267" y="76200"/>
                </a:moveTo>
                <a:lnTo>
                  <a:pt x="333743" y="68580"/>
                </a:lnTo>
                <a:lnTo>
                  <a:pt x="329171" y="68580"/>
                </a:lnTo>
                <a:lnTo>
                  <a:pt x="327647" y="67056"/>
                </a:lnTo>
                <a:lnTo>
                  <a:pt x="326123" y="67056"/>
                </a:lnTo>
                <a:lnTo>
                  <a:pt x="326123" y="65532"/>
                </a:lnTo>
                <a:lnTo>
                  <a:pt x="324599" y="65532"/>
                </a:lnTo>
                <a:lnTo>
                  <a:pt x="324599" y="30480"/>
                </a:lnTo>
                <a:lnTo>
                  <a:pt x="333743" y="30480"/>
                </a:lnTo>
                <a:lnTo>
                  <a:pt x="333743" y="21336"/>
                </a:lnTo>
                <a:lnTo>
                  <a:pt x="324599" y="21336"/>
                </a:lnTo>
                <a:lnTo>
                  <a:pt x="324599" y="1524"/>
                </a:lnTo>
                <a:lnTo>
                  <a:pt x="315455" y="7620"/>
                </a:lnTo>
                <a:lnTo>
                  <a:pt x="315455" y="21336"/>
                </a:lnTo>
                <a:lnTo>
                  <a:pt x="309359" y="21336"/>
                </a:lnTo>
                <a:lnTo>
                  <a:pt x="309359" y="30480"/>
                </a:lnTo>
                <a:lnTo>
                  <a:pt x="315455" y="30480"/>
                </a:lnTo>
                <a:lnTo>
                  <a:pt x="315455" y="70104"/>
                </a:lnTo>
                <a:lnTo>
                  <a:pt x="316979" y="71628"/>
                </a:lnTo>
                <a:lnTo>
                  <a:pt x="316979" y="73152"/>
                </a:lnTo>
                <a:lnTo>
                  <a:pt x="320027" y="76200"/>
                </a:lnTo>
                <a:lnTo>
                  <a:pt x="323075" y="76200"/>
                </a:lnTo>
                <a:lnTo>
                  <a:pt x="324599" y="77724"/>
                </a:lnTo>
                <a:lnTo>
                  <a:pt x="330695" y="77724"/>
                </a:lnTo>
                <a:lnTo>
                  <a:pt x="332219" y="76200"/>
                </a:lnTo>
                <a:lnTo>
                  <a:pt x="335267" y="76200"/>
                </a:lnTo>
                <a:close/>
              </a:path>
              <a:path w="608330" h="79375">
                <a:moveTo>
                  <a:pt x="352044" y="22860"/>
                </a:moveTo>
                <a:lnTo>
                  <a:pt x="342900" y="22860"/>
                </a:lnTo>
                <a:lnTo>
                  <a:pt x="342900" y="77724"/>
                </a:lnTo>
                <a:lnTo>
                  <a:pt x="352044" y="77724"/>
                </a:lnTo>
                <a:lnTo>
                  <a:pt x="352044" y="22860"/>
                </a:lnTo>
                <a:close/>
              </a:path>
              <a:path w="608330" h="79375">
                <a:moveTo>
                  <a:pt x="352044" y="1524"/>
                </a:moveTo>
                <a:lnTo>
                  <a:pt x="342900" y="1524"/>
                </a:lnTo>
                <a:lnTo>
                  <a:pt x="342900" y="10668"/>
                </a:lnTo>
                <a:lnTo>
                  <a:pt x="352044" y="10668"/>
                </a:lnTo>
                <a:lnTo>
                  <a:pt x="352044" y="1524"/>
                </a:lnTo>
                <a:close/>
              </a:path>
              <a:path w="608330" h="79375">
                <a:moveTo>
                  <a:pt x="412991" y="39624"/>
                </a:moveTo>
                <a:lnTo>
                  <a:pt x="409943" y="33528"/>
                </a:lnTo>
                <a:lnTo>
                  <a:pt x="407657" y="30480"/>
                </a:lnTo>
                <a:lnTo>
                  <a:pt x="405371" y="27432"/>
                </a:lnTo>
                <a:lnTo>
                  <a:pt x="403847" y="25908"/>
                </a:lnTo>
                <a:lnTo>
                  <a:pt x="403847" y="42672"/>
                </a:lnTo>
                <a:lnTo>
                  <a:pt x="403847" y="56388"/>
                </a:lnTo>
                <a:lnTo>
                  <a:pt x="402323" y="60960"/>
                </a:lnTo>
                <a:lnTo>
                  <a:pt x="396227" y="67056"/>
                </a:lnTo>
                <a:lnTo>
                  <a:pt x="391655" y="70104"/>
                </a:lnTo>
                <a:lnTo>
                  <a:pt x="384035" y="70104"/>
                </a:lnTo>
                <a:lnTo>
                  <a:pt x="379463" y="67056"/>
                </a:lnTo>
                <a:lnTo>
                  <a:pt x="373367" y="60960"/>
                </a:lnTo>
                <a:lnTo>
                  <a:pt x="373367" y="38100"/>
                </a:lnTo>
                <a:lnTo>
                  <a:pt x="379463" y="32004"/>
                </a:lnTo>
                <a:lnTo>
                  <a:pt x="384035" y="30480"/>
                </a:lnTo>
                <a:lnTo>
                  <a:pt x="391655" y="30480"/>
                </a:lnTo>
                <a:lnTo>
                  <a:pt x="396227" y="32004"/>
                </a:lnTo>
                <a:lnTo>
                  <a:pt x="402323" y="38100"/>
                </a:lnTo>
                <a:lnTo>
                  <a:pt x="403847" y="42672"/>
                </a:lnTo>
                <a:lnTo>
                  <a:pt x="403847" y="25908"/>
                </a:lnTo>
                <a:lnTo>
                  <a:pt x="400799" y="22860"/>
                </a:lnTo>
                <a:lnTo>
                  <a:pt x="394703" y="21336"/>
                </a:lnTo>
                <a:lnTo>
                  <a:pt x="380987" y="21336"/>
                </a:lnTo>
                <a:lnTo>
                  <a:pt x="376415" y="22860"/>
                </a:lnTo>
                <a:lnTo>
                  <a:pt x="371843" y="27432"/>
                </a:lnTo>
                <a:lnTo>
                  <a:pt x="365747" y="32004"/>
                </a:lnTo>
                <a:lnTo>
                  <a:pt x="364223" y="39624"/>
                </a:lnTo>
                <a:lnTo>
                  <a:pt x="364223" y="59436"/>
                </a:lnTo>
                <a:lnTo>
                  <a:pt x="365747" y="65532"/>
                </a:lnTo>
                <a:lnTo>
                  <a:pt x="370319" y="71628"/>
                </a:lnTo>
                <a:lnTo>
                  <a:pt x="374891" y="76200"/>
                </a:lnTo>
                <a:lnTo>
                  <a:pt x="380987" y="79248"/>
                </a:lnTo>
                <a:lnTo>
                  <a:pt x="393179" y="79248"/>
                </a:lnTo>
                <a:lnTo>
                  <a:pt x="396227" y="77724"/>
                </a:lnTo>
                <a:lnTo>
                  <a:pt x="400799" y="74676"/>
                </a:lnTo>
                <a:lnTo>
                  <a:pt x="403847" y="73152"/>
                </a:lnTo>
                <a:lnTo>
                  <a:pt x="406895" y="70104"/>
                </a:lnTo>
                <a:lnTo>
                  <a:pt x="409943" y="65532"/>
                </a:lnTo>
                <a:lnTo>
                  <a:pt x="412991" y="56388"/>
                </a:lnTo>
                <a:lnTo>
                  <a:pt x="412991" y="39624"/>
                </a:lnTo>
                <a:close/>
              </a:path>
              <a:path w="608330" h="79375">
                <a:moveTo>
                  <a:pt x="467855" y="33528"/>
                </a:moveTo>
                <a:lnTo>
                  <a:pt x="466331" y="32004"/>
                </a:lnTo>
                <a:lnTo>
                  <a:pt x="466331" y="28956"/>
                </a:lnTo>
                <a:lnTo>
                  <a:pt x="461759" y="24384"/>
                </a:lnTo>
                <a:lnTo>
                  <a:pt x="455663" y="21336"/>
                </a:lnTo>
                <a:lnTo>
                  <a:pt x="443471" y="21336"/>
                </a:lnTo>
                <a:lnTo>
                  <a:pt x="437375" y="24384"/>
                </a:lnTo>
                <a:lnTo>
                  <a:pt x="434327" y="30480"/>
                </a:lnTo>
                <a:lnTo>
                  <a:pt x="434327" y="22860"/>
                </a:lnTo>
                <a:lnTo>
                  <a:pt x="425183" y="22860"/>
                </a:lnTo>
                <a:lnTo>
                  <a:pt x="425183" y="77724"/>
                </a:lnTo>
                <a:lnTo>
                  <a:pt x="434327" y="77724"/>
                </a:lnTo>
                <a:lnTo>
                  <a:pt x="434327" y="41148"/>
                </a:lnTo>
                <a:lnTo>
                  <a:pt x="435851" y="36576"/>
                </a:lnTo>
                <a:lnTo>
                  <a:pt x="438899" y="33528"/>
                </a:lnTo>
                <a:lnTo>
                  <a:pt x="440423" y="30480"/>
                </a:lnTo>
                <a:lnTo>
                  <a:pt x="452615" y="30480"/>
                </a:lnTo>
                <a:lnTo>
                  <a:pt x="454139" y="32004"/>
                </a:lnTo>
                <a:lnTo>
                  <a:pt x="455663" y="32004"/>
                </a:lnTo>
                <a:lnTo>
                  <a:pt x="457187" y="33528"/>
                </a:lnTo>
                <a:lnTo>
                  <a:pt x="457187" y="36576"/>
                </a:lnTo>
                <a:lnTo>
                  <a:pt x="458711" y="38100"/>
                </a:lnTo>
                <a:lnTo>
                  <a:pt x="458711" y="77724"/>
                </a:lnTo>
                <a:lnTo>
                  <a:pt x="467855" y="77724"/>
                </a:lnTo>
                <a:lnTo>
                  <a:pt x="467855" y="33528"/>
                </a:lnTo>
                <a:close/>
              </a:path>
              <a:path w="608330" h="79375">
                <a:moveTo>
                  <a:pt x="524243" y="57912"/>
                </a:moveTo>
                <a:lnTo>
                  <a:pt x="501383" y="42672"/>
                </a:lnTo>
                <a:lnTo>
                  <a:pt x="496811" y="42672"/>
                </a:lnTo>
                <a:lnTo>
                  <a:pt x="493763" y="41148"/>
                </a:lnTo>
                <a:lnTo>
                  <a:pt x="492239" y="41148"/>
                </a:lnTo>
                <a:lnTo>
                  <a:pt x="489191" y="38100"/>
                </a:lnTo>
                <a:lnTo>
                  <a:pt x="489191" y="33528"/>
                </a:lnTo>
                <a:lnTo>
                  <a:pt x="490715" y="32004"/>
                </a:lnTo>
                <a:lnTo>
                  <a:pt x="493763" y="30480"/>
                </a:lnTo>
                <a:lnTo>
                  <a:pt x="505955" y="30480"/>
                </a:lnTo>
                <a:lnTo>
                  <a:pt x="507479" y="32004"/>
                </a:lnTo>
                <a:lnTo>
                  <a:pt x="510527" y="33528"/>
                </a:lnTo>
                <a:lnTo>
                  <a:pt x="510527" y="35052"/>
                </a:lnTo>
                <a:lnTo>
                  <a:pt x="512051" y="38100"/>
                </a:lnTo>
                <a:lnTo>
                  <a:pt x="521195" y="36576"/>
                </a:lnTo>
                <a:lnTo>
                  <a:pt x="519671" y="32004"/>
                </a:lnTo>
                <a:lnTo>
                  <a:pt x="519671" y="30480"/>
                </a:lnTo>
                <a:lnTo>
                  <a:pt x="519671" y="28956"/>
                </a:lnTo>
                <a:lnTo>
                  <a:pt x="516623" y="25908"/>
                </a:lnTo>
                <a:lnTo>
                  <a:pt x="507479" y="21336"/>
                </a:lnTo>
                <a:lnTo>
                  <a:pt x="492239" y="21336"/>
                </a:lnTo>
                <a:lnTo>
                  <a:pt x="489191" y="22860"/>
                </a:lnTo>
                <a:lnTo>
                  <a:pt x="487667" y="22860"/>
                </a:lnTo>
                <a:lnTo>
                  <a:pt x="486143" y="24384"/>
                </a:lnTo>
                <a:lnTo>
                  <a:pt x="483095" y="25908"/>
                </a:lnTo>
                <a:lnTo>
                  <a:pt x="483095" y="27432"/>
                </a:lnTo>
                <a:lnTo>
                  <a:pt x="481571" y="30480"/>
                </a:lnTo>
                <a:lnTo>
                  <a:pt x="480047" y="32004"/>
                </a:lnTo>
                <a:lnTo>
                  <a:pt x="480047" y="42672"/>
                </a:lnTo>
                <a:lnTo>
                  <a:pt x="481571" y="44196"/>
                </a:lnTo>
                <a:lnTo>
                  <a:pt x="483095" y="47244"/>
                </a:lnTo>
                <a:lnTo>
                  <a:pt x="484619" y="48768"/>
                </a:lnTo>
                <a:lnTo>
                  <a:pt x="490715" y="51816"/>
                </a:lnTo>
                <a:lnTo>
                  <a:pt x="495287" y="53340"/>
                </a:lnTo>
                <a:lnTo>
                  <a:pt x="501383" y="54864"/>
                </a:lnTo>
                <a:lnTo>
                  <a:pt x="505955" y="56388"/>
                </a:lnTo>
                <a:lnTo>
                  <a:pt x="509003" y="56388"/>
                </a:lnTo>
                <a:lnTo>
                  <a:pt x="510527" y="57912"/>
                </a:lnTo>
                <a:lnTo>
                  <a:pt x="513575" y="57912"/>
                </a:lnTo>
                <a:lnTo>
                  <a:pt x="515099" y="59436"/>
                </a:lnTo>
                <a:lnTo>
                  <a:pt x="515099" y="64008"/>
                </a:lnTo>
                <a:lnTo>
                  <a:pt x="512051" y="67056"/>
                </a:lnTo>
                <a:lnTo>
                  <a:pt x="505955" y="70104"/>
                </a:lnTo>
                <a:lnTo>
                  <a:pt x="496811" y="70104"/>
                </a:lnTo>
                <a:lnTo>
                  <a:pt x="493763" y="68580"/>
                </a:lnTo>
                <a:lnTo>
                  <a:pt x="492239" y="67056"/>
                </a:lnTo>
                <a:lnTo>
                  <a:pt x="489191" y="65532"/>
                </a:lnTo>
                <a:lnTo>
                  <a:pt x="487667" y="62484"/>
                </a:lnTo>
                <a:lnTo>
                  <a:pt x="487667" y="59436"/>
                </a:lnTo>
                <a:lnTo>
                  <a:pt x="478523" y="60960"/>
                </a:lnTo>
                <a:lnTo>
                  <a:pt x="478523" y="67056"/>
                </a:lnTo>
                <a:lnTo>
                  <a:pt x="481571" y="71628"/>
                </a:lnTo>
                <a:lnTo>
                  <a:pt x="484619" y="74676"/>
                </a:lnTo>
                <a:lnTo>
                  <a:pt x="489191" y="77724"/>
                </a:lnTo>
                <a:lnTo>
                  <a:pt x="493763" y="79248"/>
                </a:lnTo>
                <a:lnTo>
                  <a:pt x="505955" y="79248"/>
                </a:lnTo>
                <a:lnTo>
                  <a:pt x="510527" y="77724"/>
                </a:lnTo>
                <a:lnTo>
                  <a:pt x="519671" y="73152"/>
                </a:lnTo>
                <a:lnTo>
                  <a:pt x="521195" y="70104"/>
                </a:lnTo>
                <a:lnTo>
                  <a:pt x="524243" y="64008"/>
                </a:lnTo>
                <a:lnTo>
                  <a:pt x="524243" y="57912"/>
                </a:lnTo>
                <a:close/>
              </a:path>
              <a:path w="608330" h="79375">
                <a:moveTo>
                  <a:pt x="608063" y="28956"/>
                </a:moveTo>
                <a:lnTo>
                  <a:pt x="605015" y="27432"/>
                </a:lnTo>
                <a:lnTo>
                  <a:pt x="585203" y="47244"/>
                </a:lnTo>
                <a:lnTo>
                  <a:pt x="566915" y="27432"/>
                </a:lnTo>
                <a:lnTo>
                  <a:pt x="563867" y="30480"/>
                </a:lnTo>
                <a:lnTo>
                  <a:pt x="582155" y="50292"/>
                </a:lnTo>
                <a:lnTo>
                  <a:pt x="563867" y="70104"/>
                </a:lnTo>
                <a:lnTo>
                  <a:pt x="566915" y="73152"/>
                </a:lnTo>
                <a:lnTo>
                  <a:pt x="585203" y="53340"/>
                </a:lnTo>
                <a:lnTo>
                  <a:pt x="605015" y="73152"/>
                </a:lnTo>
                <a:lnTo>
                  <a:pt x="608063" y="70104"/>
                </a:lnTo>
                <a:lnTo>
                  <a:pt x="588251" y="50292"/>
                </a:lnTo>
                <a:lnTo>
                  <a:pt x="608063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96183" y="1581912"/>
            <a:ext cx="1275588" cy="100584"/>
          </a:xfrm>
          <a:prstGeom prst="rect">
            <a:avLst/>
          </a:prstGeom>
        </p:spPr>
      </p:pic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1164336" y="1970531"/>
          <a:ext cx="3249295" cy="1161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1190"/>
                <a:gridCol w="632460"/>
                <a:gridCol w="631189"/>
                <a:gridCol w="632460"/>
                <a:gridCol w="631189"/>
              </a:tblGrid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1" name="object 2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94759" y="2048255"/>
            <a:ext cx="434340" cy="13258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226308" y="2048255"/>
            <a:ext cx="307847" cy="12192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84703" y="2046732"/>
            <a:ext cx="333756" cy="134112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51660" y="2086355"/>
            <a:ext cx="534924" cy="57912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75588" y="2040636"/>
            <a:ext cx="421481" cy="139541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3976116" y="2287523"/>
            <a:ext cx="74930" cy="53340"/>
          </a:xfrm>
          <a:custGeom>
            <a:avLst/>
            <a:gdLst/>
            <a:ahLst/>
            <a:cxnLst/>
            <a:rect l="l" t="t" r="r" b="b"/>
            <a:pathLst>
              <a:path w="74929" h="53339">
                <a:moveTo>
                  <a:pt x="35052" y="33528"/>
                </a:moveTo>
                <a:lnTo>
                  <a:pt x="33528" y="30480"/>
                </a:lnTo>
                <a:lnTo>
                  <a:pt x="32004" y="28956"/>
                </a:lnTo>
                <a:lnTo>
                  <a:pt x="30480" y="25908"/>
                </a:lnTo>
                <a:lnTo>
                  <a:pt x="27432" y="24384"/>
                </a:lnTo>
                <a:lnTo>
                  <a:pt x="24384" y="24384"/>
                </a:lnTo>
                <a:lnTo>
                  <a:pt x="25908" y="22860"/>
                </a:lnTo>
                <a:lnTo>
                  <a:pt x="28956" y="21336"/>
                </a:lnTo>
                <a:lnTo>
                  <a:pt x="28956" y="19812"/>
                </a:lnTo>
                <a:lnTo>
                  <a:pt x="30480" y="18288"/>
                </a:lnTo>
                <a:lnTo>
                  <a:pt x="32004" y="15240"/>
                </a:lnTo>
                <a:lnTo>
                  <a:pt x="32004" y="10668"/>
                </a:lnTo>
                <a:lnTo>
                  <a:pt x="28956" y="7620"/>
                </a:lnTo>
                <a:lnTo>
                  <a:pt x="28194" y="6096"/>
                </a:lnTo>
                <a:lnTo>
                  <a:pt x="27432" y="4572"/>
                </a:lnTo>
                <a:lnTo>
                  <a:pt x="24384" y="1524"/>
                </a:lnTo>
                <a:lnTo>
                  <a:pt x="21336" y="1524"/>
                </a:lnTo>
                <a:lnTo>
                  <a:pt x="18288" y="0"/>
                </a:lnTo>
                <a:lnTo>
                  <a:pt x="10668" y="0"/>
                </a:lnTo>
                <a:lnTo>
                  <a:pt x="7620" y="1524"/>
                </a:lnTo>
                <a:lnTo>
                  <a:pt x="4572" y="4572"/>
                </a:lnTo>
                <a:lnTo>
                  <a:pt x="1524" y="6096"/>
                </a:lnTo>
                <a:lnTo>
                  <a:pt x="0" y="9144"/>
                </a:lnTo>
                <a:lnTo>
                  <a:pt x="0" y="13716"/>
                </a:lnTo>
                <a:lnTo>
                  <a:pt x="6096" y="15240"/>
                </a:lnTo>
                <a:lnTo>
                  <a:pt x="6096" y="12192"/>
                </a:lnTo>
                <a:lnTo>
                  <a:pt x="10668" y="7620"/>
                </a:lnTo>
                <a:lnTo>
                  <a:pt x="13716" y="6096"/>
                </a:lnTo>
                <a:lnTo>
                  <a:pt x="18288" y="6096"/>
                </a:lnTo>
                <a:lnTo>
                  <a:pt x="21336" y="7620"/>
                </a:lnTo>
                <a:lnTo>
                  <a:pt x="22860" y="9144"/>
                </a:lnTo>
                <a:lnTo>
                  <a:pt x="24384" y="9144"/>
                </a:lnTo>
                <a:lnTo>
                  <a:pt x="25908" y="12192"/>
                </a:lnTo>
                <a:lnTo>
                  <a:pt x="25908" y="16764"/>
                </a:lnTo>
                <a:lnTo>
                  <a:pt x="24384" y="18288"/>
                </a:lnTo>
                <a:lnTo>
                  <a:pt x="21336" y="19812"/>
                </a:lnTo>
                <a:lnTo>
                  <a:pt x="19812" y="21336"/>
                </a:lnTo>
                <a:lnTo>
                  <a:pt x="13716" y="21336"/>
                </a:lnTo>
                <a:lnTo>
                  <a:pt x="12192" y="27432"/>
                </a:lnTo>
                <a:lnTo>
                  <a:pt x="22860" y="27432"/>
                </a:lnTo>
                <a:lnTo>
                  <a:pt x="28956" y="33528"/>
                </a:lnTo>
                <a:lnTo>
                  <a:pt x="28956" y="39624"/>
                </a:lnTo>
                <a:lnTo>
                  <a:pt x="27432" y="42672"/>
                </a:lnTo>
                <a:lnTo>
                  <a:pt x="22860" y="47244"/>
                </a:lnTo>
                <a:lnTo>
                  <a:pt x="10668" y="47244"/>
                </a:lnTo>
                <a:lnTo>
                  <a:pt x="9144" y="45720"/>
                </a:lnTo>
                <a:lnTo>
                  <a:pt x="7620" y="42672"/>
                </a:lnTo>
                <a:lnTo>
                  <a:pt x="6096" y="41148"/>
                </a:lnTo>
                <a:lnTo>
                  <a:pt x="6096" y="36576"/>
                </a:lnTo>
                <a:lnTo>
                  <a:pt x="0" y="38100"/>
                </a:lnTo>
                <a:lnTo>
                  <a:pt x="0" y="42672"/>
                </a:lnTo>
                <a:lnTo>
                  <a:pt x="1524" y="47244"/>
                </a:lnTo>
                <a:lnTo>
                  <a:pt x="4572" y="48768"/>
                </a:lnTo>
                <a:lnTo>
                  <a:pt x="7620" y="51816"/>
                </a:lnTo>
                <a:lnTo>
                  <a:pt x="12192" y="53340"/>
                </a:lnTo>
                <a:lnTo>
                  <a:pt x="21336" y="53340"/>
                </a:lnTo>
                <a:lnTo>
                  <a:pt x="25908" y="51816"/>
                </a:lnTo>
                <a:lnTo>
                  <a:pt x="28956" y="48768"/>
                </a:lnTo>
                <a:lnTo>
                  <a:pt x="31242" y="47244"/>
                </a:lnTo>
                <a:lnTo>
                  <a:pt x="33528" y="45720"/>
                </a:lnTo>
                <a:lnTo>
                  <a:pt x="35052" y="41148"/>
                </a:lnTo>
                <a:lnTo>
                  <a:pt x="35052" y="33528"/>
                </a:lnTo>
                <a:close/>
              </a:path>
              <a:path w="74929" h="53339">
                <a:moveTo>
                  <a:pt x="74676" y="0"/>
                </a:moveTo>
                <a:lnTo>
                  <a:pt x="41148" y="0"/>
                </a:lnTo>
                <a:lnTo>
                  <a:pt x="41148" y="6096"/>
                </a:lnTo>
                <a:lnTo>
                  <a:pt x="68580" y="6096"/>
                </a:lnTo>
                <a:lnTo>
                  <a:pt x="64008" y="10668"/>
                </a:lnTo>
                <a:lnTo>
                  <a:pt x="60960" y="15240"/>
                </a:lnTo>
                <a:lnTo>
                  <a:pt x="57912" y="21336"/>
                </a:lnTo>
                <a:lnTo>
                  <a:pt x="54864" y="25908"/>
                </a:lnTo>
                <a:lnTo>
                  <a:pt x="51816" y="38100"/>
                </a:lnTo>
                <a:lnTo>
                  <a:pt x="48768" y="44196"/>
                </a:lnTo>
                <a:lnTo>
                  <a:pt x="48768" y="53340"/>
                </a:lnTo>
                <a:lnTo>
                  <a:pt x="54864" y="53340"/>
                </a:lnTo>
                <a:lnTo>
                  <a:pt x="54864" y="48768"/>
                </a:lnTo>
                <a:lnTo>
                  <a:pt x="56388" y="42672"/>
                </a:lnTo>
                <a:lnTo>
                  <a:pt x="56388" y="38100"/>
                </a:lnTo>
                <a:lnTo>
                  <a:pt x="59436" y="32004"/>
                </a:lnTo>
                <a:lnTo>
                  <a:pt x="60960" y="25908"/>
                </a:lnTo>
                <a:lnTo>
                  <a:pt x="67056" y="13716"/>
                </a:lnTo>
                <a:lnTo>
                  <a:pt x="71628" y="9144"/>
                </a:lnTo>
                <a:lnTo>
                  <a:pt x="74676" y="4572"/>
                </a:lnTo>
                <a:lnTo>
                  <a:pt x="7467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3343643" y="2287523"/>
            <a:ext cx="74930" cy="53340"/>
          </a:xfrm>
          <a:custGeom>
            <a:avLst/>
            <a:gdLst/>
            <a:ahLst/>
            <a:cxnLst/>
            <a:rect l="l" t="t" r="r" b="b"/>
            <a:pathLst>
              <a:path w="74929" h="53339">
                <a:moveTo>
                  <a:pt x="35052" y="33528"/>
                </a:moveTo>
                <a:lnTo>
                  <a:pt x="33528" y="30480"/>
                </a:lnTo>
                <a:lnTo>
                  <a:pt x="32004" y="28956"/>
                </a:lnTo>
                <a:lnTo>
                  <a:pt x="30480" y="25908"/>
                </a:lnTo>
                <a:lnTo>
                  <a:pt x="27432" y="24384"/>
                </a:lnTo>
                <a:lnTo>
                  <a:pt x="24384" y="24384"/>
                </a:lnTo>
                <a:lnTo>
                  <a:pt x="27432" y="22860"/>
                </a:lnTo>
                <a:lnTo>
                  <a:pt x="32004" y="18288"/>
                </a:lnTo>
                <a:lnTo>
                  <a:pt x="32004" y="9144"/>
                </a:lnTo>
                <a:lnTo>
                  <a:pt x="30480" y="7620"/>
                </a:lnTo>
                <a:lnTo>
                  <a:pt x="29718" y="6096"/>
                </a:lnTo>
                <a:lnTo>
                  <a:pt x="28956" y="4572"/>
                </a:lnTo>
                <a:lnTo>
                  <a:pt x="27432" y="3048"/>
                </a:lnTo>
                <a:lnTo>
                  <a:pt x="24384" y="1524"/>
                </a:lnTo>
                <a:lnTo>
                  <a:pt x="21336" y="1524"/>
                </a:lnTo>
                <a:lnTo>
                  <a:pt x="19812" y="0"/>
                </a:lnTo>
                <a:lnTo>
                  <a:pt x="12192" y="0"/>
                </a:lnTo>
                <a:lnTo>
                  <a:pt x="7620" y="1524"/>
                </a:lnTo>
                <a:lnTo>
                  <a:pt x="6096" y="4572"/>
                </a:lnTo>
                <a:lnTo>
                  <a:pt x="3048" y="6096"/>
                </a:lnTo>
                <a:lnTo>
                  <a:pt x="1524" y="9144"/>
                </a:lnTo>
                <a:lnTo>
                  <a:pt x="0" y="13716"/>
                </a:lnTo>
                <a:lnTo>
                  <a:pt x="6096" y="15240"/>
                </a:lnTo>
                <a:lnTo>
                  <a:pt x="6096" y="12192"/>
                </a:lnTo>
                <a:lnTo>
                  <a:pt x="9144" y="9144"/>
                </a:lnTo>
                <a:lnTo>
                  <a:pt x="12192" y="7620"/>
                </a:lnTo>
                <a:lnTo>
                  <a:pt x="13716" y="6096"/>
                </a:lnTo>
                <a:lnTo>
                  <a:pt x="19812" y="6096"/>
                </a:lnTo>
                <a:lnTo>
                  <a:pt x="22860" y="9144"/>
                </a:lnTo>
                <a:lnTo>
                  <a:pt x="24384" y="9144"/>
                </a:lnTo>
                <a:lnTo>
                  <a:pt x="25908" y="12192"/>
                </a:lnTo>
                <a:lnTo>
                  <a:pt x="25908" y="16764"/>
                </a:lnTo>
                <a:lnTo>
                  <a:pt x="22860" y="19812"/>
                </a:lnTo>
                <a:lnTo>
                  <a:pt x="19812" y="21336"/>
                </a:lnTo>
                <a:lnTo>
                  <a:pt x="13716" y="21336"/>
                </a:lnTo>
                <a:lnTo>
                  <a:pt x="12192" y="27432"/>
                </a:lnTo>
                <a:lnTo>
                  <a:pt x="24384" y="27432"/>
                </a:lnTo>
                <a:lnTo>
                  <a:pt x="25908" y="30480"/>
                </a:lnTo>
                <a:lnTo>
                  <a:pt x="28956" y="33528"/>
                </a:lnTo>
                <a:lnTo>
                  <a:pt x="28956" y="39624"/>
                </a:lnTo>
                <a:lnTo>
                  <a:pt x="27432" y="42672"/>
                </a:lnTo>
                <a:lnTo>
                  <a:pt x="25908" y="44196"/>
                </a:lnTo>
                <a:lnTo>
                  <a:pt x="24384" y="47244"/>
                </a:lnTo>
                <a:lnTo>
                  <a:pt x="12192" y="47244"/>
                </a:lnTo>
                <a:lnTo>
                  <a:pt x="9144" y="45720"/>
                </a:lnTo>
                <a:lnTo>
                  <a:pt x="7620" y="42672"/>
                </a:lnTo>
                <a:lnTo>
                  <a:pt x="7620" y="41148"/>
                </a:lnTo>
                <a:lnTo>
                  <a:pt x="6096" y="36576"/>
                </a:lnTo>
                <a:lnTo>
                  <a:pt x="0" y="38100"/>
                </a:lnTo>
                <a:lnTo>
                  <a:pt x="0" y="42672"/>
                </a:lnTo>
                <a:lnTo>
                  <a:pt x="1524" y="47244"/>
                </a:lnTo>
                <a:lnTo>
                  <a:pt x="4572" y="48768"/>
                </a:lnTo>
                <a:lnTo>
                  <a:pt x="9144" y="51816"/>
                </a:lnTo>
                <a:lnTo>
                  <a:pt x="12192" y="53340"/>
                </a:lnTo>
                <a:lnTo>
                  <a:pt x="22860" y="53340"/>
                </a:lnTo>
                <a:lnTo>
                  <a:pt x="25908" y="51816"/>
                </a:lnTo>
                <a:lnTo>
                  <a:pt x="30480" y="48768"/>
                </a:lnTo>
                <a:lnTo>
                  <a:pt x="32004" y="47244"/>
                </a:lnTo>
                <a:lnTo>
                  <a:pt x="33528" y="45720"/>
                </a:lnTo>
                <a:lnTo>
                  <a:pt x="35052" y="41148"/>
                </a:lnTo>
                <a:lnTo>
                  <a:pt x="35052" y="33528"/>
                </a:lnTo>
                <a:close/>
              </a:path>
              <a:path w="74929" h="53339">
                <a:moveTo>
                  <a:pt x="74688" y="10668"/>
                </a:moveTo>
                <a:lnTo>
                  <a:pt x="73164" y="7620"/>
                </a:lnTo>
                <a:lnTo>
                  <a:pt x="67068" y="1524"/>
                </a:lnTo>
                <a:lnTo>
                  <a:pt x="64020" y="0"/>
                </a:lnTo>
                <a:lnTo>
                  <a:pt x="53352" y="0"/>
                </a:lnTo>
                <a:lnTo>
                  <a:pt x="48780" y="1524"/>
                </a:lnTo>
                <a:lnTo>
                  <a:pt x="47256" y="4572"/>
                </a:lnTo>
                <a:lnTo>
                  <a:pt x="44208" y="6096"/>
                </a:lnTo>
                <a:lnTo>
                  <a:pt x="41160" y="10668"/>
                </a:lnTo>
                <a:lnTo>
                  <a:pt x="41160" y="15240"/>
                </a:lnTo>
                <a:lnTo>
                  <a:pt x="47256" y="16764"/>
                </a:lnTo>
                <a:lnTo>
                  <a:pt x="47256" y="13716"/>
                </a:lnTo>
                <a:lnTo>
                  <a:pt x="48780" y="10668"/>
                </a:lnTo>
                <a:lnTo>
                  <a:pt x="51828" y="7620"/>
                </a:lnTo>
                <a:lnTo>
                  <a:pt x="54876" y="6096"/>
                </a:lnTo>
                <a:lnTo>
                  <a:pt x="60972" y="6096"/>
                </a:lnTo>
                <a:lnTo>
                  <a:pt x="64020" y="7620"/>
                </a:lnTo>
                <a:lnTo>
                  <a:pt x="65544" y="9144"/>
                </a:lnTo>
                <a:lnTo>
                  <a:pt x="68592" y="10668"/>
                </a:lnTo>
                <a:lnTo>
                  <a:pt x="68592" y="18288"/>
                </a:lnTo>
                <a:lnTo>
                  <a:pt x="65544" y="24384"/>
                </a:lnTo>
                <a:lnTo>
                  <a:pt x="59448" y="30480"/>
                </a:lnTo>
                <a:lnTo>
                  <a:pt x="53352" y="35052"/>
                </a:lnTo>
                <a:lnTo>
                  <a:pt x="50304" y="38100"/>
                </a:lnTo>
                <a:lnTo>
                  <a:pt x="47256" y="39624"/>
                </a:lnTo>
                <a:lnTo>
                  <a:pt x="45732" y="42672"/>
                </a:lnTo>
                <a:lnTo>
                  <a:pt x="42684" y="44196"/>
                </a:lnTo>
                <a:lnTo>
                  <a:pt x="41160" y="47244"/>
                </a:lnTo>
                <a:lnTo>
                  <a:pt x="41160" y="48768"/>
                </a:lnTo>
                <a:lnTo>
                  <a:pt x="39636" y="50292"/>
                </a:lnTo>
                <a:lnTo>
                  <a:pt x="39636" y="53340"/>
                </a:lnTo>
                <a:lnTo>
                  <a:pt x="74688" y="53340"/>
                </a:lnTo>
                <a:lnTo>
                  <a:pt x="74688" y="47244"/>
                </a:lnTo>
                <a:lnTo>
                  <a:pt x="48780" y="47244"/>
                </a:lnTo>
                <a:lnTo>
                  <a:pt x="53352" y="42672"/>
                </a:lnTo>
                <a:lnTo>
                  <a:pt x="56400" y="41148"/>
                </a:lnTo>
                <a:lnTo>
                  <a:pt x="67068" y="30480"/>
                </a:lnTo>
                <a:lnTo>
                  <a:pt x="68592" y="27432"/>
                </a:lnTo>
                <a:lnTo>
                  <a:pt x="71640" y="25908"/>
                </a:lnTo>
                <a:lnTo>
                  <a:pt x="73164" y="22860"/>
                </a:lnTo>
                <a:lnTo>
                  <a:pt x="73164" y="21336"/>
                </a:lnTo>
                <a:lnTo>
                  <a:pt x="74688" y="19812"/>
                </a:lnTo>
                <a:lnTo>
                  <a:pt x="74688" y="1066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2712707" y="2287523"/>
            <a:ext cx="74930" cy="53340"/>
          </a:xfrm>
          <a:custGeom>
            <a:avLst/>
            <a:gdLst/>
            <a:ahLst/>
            <a:cxnLst/>
            <a:rect l="l" t="t" r="r" b="b"/>
            <a:pathLst>
              <a:path w="74930" h="53339">
                <a:moveTo>
                  <a:pt x="35052" y="33528"/>
                </a:moveTo>
                <a:lnTo>
                  <a:pt x="33528" y="30480"/>
                </a:lnTo>
                <a:lnTo>
                  <a:pt x="32004" y="28956"/>
                </a:lnTo>
                <a:lnTo>
                  <a:pt x="30480" y="25908"/>
                </a:lnTo>
                <a:lnTo>
                  <a:pt x="27432" y="24384"/>
                </a:lnTo>
                <a:lnTo>
                  <a:pt x="24384" y="24384"/>
                </a:lnTo>
                <a:lnTo>
                  <a:pt x="27432" y="22860"/>
                </a:lnTo>
                <a:lnTo>
                  <a:pt x="30480" y="19812"/>
                </a:lnTo>
                <a:lnTo>
                  <a:pt x="30480" y="18288"/>
                </a:lnTo>
                <a:lnTo>
                  <a:pt x="32004" y="15240"/>
                </a:lnTo>
                <a:lnTo>
                  <a:pt x="32004" y="10668"/>
                </a:lnTo>
                <a:lnTo>
                  <a:pt x="28956" y="7620"/>
                </a:lnTo>
                <a:lnTo>
                  <a:pt x="28956" y="6096"/>
                </a:lnTo>
                <a:lnTo>
                  <a:pt x="28956" y="4572"/>
                </a:lnTo>
                <a:lnTo>
                  <a:pt x="25908" y="3048"/>
                </a:lnTo>
                <a:lnTo>
                  <a:pt x="24384" y="1524"/>
                </a:lnTo>
                <a:lnTo>
                  <a:pt x="21336" y="1524"/>
                </a:lnTo>
                <a:lnTo>
                  <a:pt x="18288" y="0"/>
                </a:lnTo>
                <a:lnTo>
                  <a:pt x="12192" y="0"/>
                </a:lnTo>
                <a:lnTo>
                  <a:pt x="7620" y="1524"/>
                </a:lnTo>
                <a:lnTo>
                  <a:pt x="0" y="9144"/>
                </a:lnTo>
                <a:lnTo>
                  <a:pt x="0" y="13716"/>
                </a:lnTo>
                <a:lnTo>
                  <a:pt x="6096" y="15240"/>
                </a:lnTo>
                <a:lnTo>
                  <a:pt x="6096" y="12192"/>
                </a:lnTo>
                <a:lnTo>
                  <a:pt x="10668" y="7620"/>
                </a:lnTo>
                <a:lnTo>
                  <a:pt x="13716" y="6096"/>
                </a:lnTo>
                <a:lnTo>
                  <a:pt x="18288" y="6096"/>
                </a:lnTo>
                <a:lnTo>
                  <a:pt x="21336" y="7620"/>
                </a:lnTo>
                <a:lnTo>
                  <a:pt x="22860" y="9144"/>
                </a:lnTo>
                <a:lnTo>
                  <a:pt x="24384" y="9144"/>
                </a:lnTo>
                <a:lnTo>
                  <a:pt x="25908" y="12192"/>
                </a:lnTo>
                <a:lnTo>
                  <a:pt x="25908" y="16764"/>
                </a:lnTo>
                <a:lnTo>
                  <a:pt x="22860" y="19812"/>
                </a:lnTo>
                <a:lnTo>
                  <a:pt x="19812" y="21336"/>
                </a:lnTo>
                <a:lnTo>
                  <a:pt x="13716" y="21336"/>
                </a:lnTo>
                <a:lnTo>
                  <a:pt x="12192" y="27432"/>
                </a:lnTo>
                <a:lnTo>
                  <a:pt x="22860" y="27432"/>
                </a:lnTo>
                <a:lnTo>
                  <a:pt x="28956" y="33528"/>
                </a:lnTo>
                <a:lnTo>
                  <a:pt x="28956" y="39624"/>
                </a:lnTo>
                <a:lnTo>
                  <a:pt x="27432" y="42672"/>
                </a:lnTo>
                <a:lnTo>
                  <a:pt x="22860" y="47244"/>
                </a:lnTo>
                <a:lnTo>
                  <a:pt x="10668" y="47244"/>
                </a:lnTo>
                <a:lnTo>
                  <a:pt x="9144" y="45720"/>
                </a:lnTo>
                <a:lnTo>
                  <a:pt x="7620" y="42672"/>
                </a:lnTo>
                <a:lnTo>
                  <a:pt x="6096" y="41148"/>
                </a:lnTo>
                <a:lnTo>
                  <a:pt x="6096" y="36576"/>
                </a:lnTo>
                <a:lnTo>
                  <a:pt x="0" y="38100"/>
                </a:lnTo>
                <a:lnTo>
                  <a:pt x="0" y="42672"/>
                </a:lnTo>
                <a:lnTo>
                  <a:pt x="1524" y="47244"/>
                </a:lnTo>
                <a:lnTo>
                  <a:pt x="4572" y="48768"/>
                </a:lnTo>
                <a:lnTo>
                  <a:pt x="7620" y="51816"/>
                </a:lnTo>
                <a:lnTo>
                  <a:pt x="12192" y="53340"/>
                </a:lnTo>
                <a:lnTo>
                  <a:pt x="21336" y="53340"/>
                </a:lnTo>
                <a:lnTo>
                  <a:pt x="25908" y="51816"/>
                </a:lnTo>
                <a:lnTo>
                  <a:pt x="28956" y="48768"/>
                </a:lnTo>
                <a:lnTo>
                  <a:pt x="31242" y="47244"/>
                </a:lnTo>
                <a:lnTo>
                  <a:pt x="33528" y="45720"/>
                </a:lnTo>
                <a:lnTo>
                  <a:pt x="35052" y="41148"/>
                </a:lnTo>
                <a:lnTo>
                  <a:pt x="35052" y="33528"/>
                </a:lnTo>
                <a:close/>
              </a:path>
              <a:path w="74930" h="53339">
                <a:moveTo>
                  <a:pt x="74688" y="0"/>
                </a:moveTo>
                <a:lnTo>
                  <a:pt x="41160" y="0"/>
                </a:lnTo>
                <a:lnTo>
                  <a:pt x="41160" y="6096"/>
                </a:lnTo>
                <a:lnTo>
                  <a:pt x="68592" y="6096"/>
                </a:lnTo>
                <a:lnTo>
                  <a:pt x="65544" y="10668"/>
                </a:lnTo>
                <a:lnTo>
                  <a:pt x="60972" y="15240"/>
                </a:lnTo>
                <a:lnTo>
                  <a:pt x="57924" y="21336"/>
                </a:lnTo>
                <a:lnTo>
                  <a:pt x="54876" y="25908"/>
                </a:lnTo>
                <a:lnTo>
                  <a:pt x="50304" y="44196"/>
                </a:lnTo>
                <a:lnTo>
                  <a:pt x="48780" y="48768"/>
                </a:lnTo>
                <a:lnTo>
                  <a:pt x="48780" y="53340"/>
                </a:lnTo>
                <a:lnTo>
                  <a:pt x="54876" y="53340"/>
                </a:lnTo>
                <a:lnTo>
                  <a:pt x="54876" y="48768"/>
                </a:lnTo>
                <a:lnTo>
                  <a:pt x="56400" y="42672"/>
                </a:lnTo>
                <a:lnTo>
                  <a:pt x="57924" y="38100"/>
                </a:lnTo>
                <a:lnTo>
                  <a:pt x="60972" y="25908"/>
                </a:lnTo>
                <a:lnTo>
                  <a:pt x="64020" y="19812"/>
                </a:lnTo>
                <a:lnTo>
                  <a:pt x="68592" y="13716"/>
                </a:lnTo>
                <a:lnTo>
                  <a:pt x="74688" y="4572"/>
                </a:lnTo>
                <a:lnTo>
                  <a:pt x="74688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078723" y="2287523"/>
            <a:ext cx="78105" cy="53340"/>
          </a:xfrm>
          <a:custGeom>
            <a:avLst/>
            <a:gdLst/>
            <a:ahLst/>
            <a:cxnLst/>
            <a:rect l="l" t="t" r="r" b="b"/>
            <a:pathLst>
              <a:path w="78105" h="53339">
                <a:moveTo>
                  <a:pt x="35052" y="10668"/>
                </a:moveTo>
                <a:lnTo>
                  <a:pt x="33528" y="7620"/>
                </a:lnTo>
                <a:lnTo>
                  <a:pt x="27432" y="1524"/>
                </a:lnTo>
                <a:lnTo>
                  <a:pt x="24384" y="0"/>
                </a:lnTo>
                <a:lnTo>
                  <a:pt x="13716" y="0"/>
                </a:lnTo>
                <a:lnTo>
                  <a:pt x="9144" y="1524"/>
                </a:lnTo>
                <a:lnTo>
                  <a:pt x="4572" y="6096"/>
                </a:lnTo>
                <a:lnTo>
                  <a:pt x="1524" y="10668"/>
                </a:lnTo>
                <a:lnTo>
                  <a:pt x="1524" y="15240"/>
                </a:lnTo>
                <a:lnTo>
                  <a:pt x="7620" y="16764"/>
                </a:lnTo>
                <a:lnTo>
                  <a:pt x="7620" y="13716"/>
                </a:lnTo>
                <a:lnTo>
                  <a:pt x="9144" y="10668"/>
                </a:lnTo>
                <a:lnTo>
                  <a:pt x="12192" y="7620"/>
                </a:lnTo>
                <a:lnTo>
                  <a:pt x="15240" y="6096"/>
                </a:lnTo>
                <a:lnTo>
                  <a:pt x="21336" y="6096"/>
                </a:lnTo>
                <a:lnTo>
                  <a:pt x="24384" y="7620"/>
                </a:lnTo>
                <a:lnTo>
                  <a:pt x="28956" y="12192"/>
                </a:lnTo>
                <a:lnTo>
                  <a:pt x="28956" y="18288"/>
                </a:lnTo>
                <a:lnTo>
                  <a:pt x="25908" y="24384"/>
                </a:lnTo>
                <a:lnTo>
                  <a:pt x="22860" y="25908"/>
                </a:lnTo>
                <a:lnTo>
                  <a:pt x="19812" y="30480"/>
                </a:lnTo>
                <a:lnTo>
                  <a:pt x="13716" y="35052"/>
                </a:lnTo>
                <a:lnTo>
                  <a:pt x="10668" y="38100"/>
                </a:lnTo>
                <a:lnTo>
                  <a:pt x="7620" y="39624"/>
                </a:lnTo>
                <a:lnTo>
                  <a:pt x="6096" y="42672"/>
                </a:lnTo>
                <a:lnTo>
                  <a:pt x="3048" y="44196"/>
                </a:lnTo>
                <a:lnTo>
                  <a:pt x="1524" y="47244"/>
                </a:lnTo>
                <a:lnTo>
                  <a:pt x="1524" y="48768"/>
                </a:lnTo>
                <a:lnTo>
                  <a:pt x="0" y="50292"/>
                </a:lnTo>
                <a:lnTo>
                  <a:pt x="0" y="53340"/>
                </a:lnTo>
                <a:lnTo>
                  <a:pt x="35052" y="53340"/>
                </a:lnTo>
                <a:lnTo>
                  <a:pt x="35052" y="47244"/>
                </a:lnTo>
                <a:lnTo>
                  <a:pt x="9144" y="47244"/>
                </a:lnTo>
                <a:lnTo>
                  <a:pt x="15240" y="41148"/>
                </a:lnTo>
                <a:lnTo>
                  <a:pt x="19812" y="38100"/>
                </a:lnTo>
                <a:lnTo>
                  <a:pt x="27432" y="30480"/>
                </a:lnTo>
                <a:lnTo>
                  <a:pt x="28956" y="27432"/>
                </a:lnTo>
                <a:lnTo>
                  <a:pt x="32004" y="25908"/>
                </a:lnTo>
                <a:lnTo>
                  <a:pt x="33528" y="22860"/>
                </a:lnTo>
                <a:lnTo>
                  <a:pt x="33528" y="21336"/>
                </a:lnTo>
                <a:lnTo>
                  <a:pt x="35052" y="19812"/>
                </a:lnTo>
                <a:lnTo>
                  <a:pt x="35052" y="10668"/>
                </a:lnTo>
                <a:close/>
              </a:path>
              <a:path w="78105" h="53339">
                <a:moveTo>
                  <a:pt x="77736" y="28956"/>
                </a:moveTo>
                <a:lnTo>
                  <a:pt x="76212" y="25908"/>
                </a:lnTo>
                <a:lnTo>
                  <a:pt x="73164" y="21336"/>
                </a:lnTo>
                <a:lnTo>
                  <a:pt x="70116" y="18288"/>
                </a:lnTo>
                <a:lnTo>
                  <a:pt x="67068" y="16764"/>
                </a:lnTo>
                <a:lnTo>
                  <a:pt x="57924" y="16764"/>
                </a:lnTo>
                <a:lnTo>
                  <a:pt x="51828" y="19812"/>
                </a:lnTo>
                <a:lnTo>
                  <a:pt x="54876" y="6096"/>
                </a:lnTo>
                <a:lnTo>
                  <a:pt x="74688" y="6096"/>
                </a:lnTo>
                <a:lnTo>
                  <a:pt x="74688" y="0"/>
                </a:lnTo>
                <a:lnTo>
                  <a:pt x="50304" y="0"/>
                </a:lnTo>
                <a:lnTo>
                  <a:pt x="44208" y="27432"/>
                </a:lnTo>
                <a:lnTo>
                  <a:pt x="50304" y="28956"/>
                </a:lnTo>
                <a:lnTo>
                  <a:pt x="54876" y="24384"/>
                </a:lnTo>
                <a:lnTo>
                  <a:pt x="56400" y="24384"/>
                </a:lnTo>
                <a:lnTo>
                  <a:pt x="57924" y="22860"/>
                </a:lnTo>
                <a:lnTo>
                  <a:pt x="64020" y="22860"/>
                </a:lnTo>
                <a:lnTo>
                  <a:pt x="70116" y="25908"/>
                </a:lnTo>
                <a:lnTo>
                  <a:pt x="71640" y="28956"/>
                </a:lnTo>
                <a:lnTo>
                  <a:pt x="71640" y="41148"/>
                </a:lnTo>
                <a:lnTo>
                  <a:pt x="67068" y="45720"/>
                </a:lnTo>
                <a:lnTo>
                  <a:pt x="64020" y="47244"/>
                </a:lnTo>
                <a:lnTo>
                  <a:pt x="54876" y="47244"/>
                </a:lnTo>
                <a:lnTo>
                  <a:pt x="51828" y="45720"/>
                </a:lnTo>
                <a:lnTo>
                  <a:pt x="50304" y="44196"/>
                </a:lnTo>
                <a:lnTo>
                  <a:pt x="50304" y="41148"/>
                </a:lnTo>
                <a:lnTo>
                  <a:pt x="48780" y="38100"/>
                </a:lnTo>
                <a:lnTo>
                  <a:pt x="42684" y="38100"/>
                </a:lnTo>
                <a:lnTo>
                  <a:pt x="45732" y="47244"/>
                </a:lnTo>
                <a:lnTo>
                  <a:pt x="48780" y="48768"/>
                </a:lnTo>
                <a:lnTo>
                  <a:pt x="51828" y="51816"/>
                </a:lnTo>
                <a:lnTo>
                  <a:pt x="54876" y="53340"/>
                </a:lnTo>
                <a:lnTo>
                  <a:pt x="65544" y="53340"/>
                </a:lnTo>
                <a:lnTo>
                  <a:pt x="70116" y="51816"/>
                </a:lnTo>
                <a:lnTo>
                  <a:pt x="74688" y="47244"/>
                </a:lnTo>
                <a:lnTo>
                  <a:pt x="76212" y="44196"/>
                </a:lnTo>
                <a:lnTo>
                  <a:pt x="77736" y="39624"/>
                </a:lnTo>
                <a:lnTo>
                  <a:pt x="77736" y="2895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10055" y="2286000"/>
            <a:ext cx="454152" cy="56388"/>
          </a:xfrm>
          <a:prstGeom prst="rect">
            <a:avLst/>
          </a:prstGeom>
        </p:spPr>
      </p:pic>
      <p:sp>
        <p:nvSpPr>
          <p:cNvPr id="31" name="object 31" descr=""/>
          <p:cNvSpPr/>
          <p:nvPr/>
        </p:nvSpPr>
        <p:spPr>
          <a:xfrm>
            <a:off x="3995928" y="2438400"/>
            <a:ext cx="35560" cy="53340"/>
          </a:xfrm>
          <a:custGeom>
            <a:avLst/>
            <a:gdLst/>
            <a:ahLst/>
            <a:cxnLst/>
            <a:rect l="l" t="t" r="r" b="b"/>
            <a:pathLst>
              <a:path w="35560" h="53339">
                <a:moveTo>
                  <a:pt x="22860" y="53339"/>
                </a:moveTo>
                <a:lnTo>
                  <a:pt x="12192" y="53339"/>
                </a:lnTo>
                <a:lnTo>
                  <a:pt x="9144" y="51815"/>
                </a:lnTo>
                <a:lnTo>
                  <a:pt x="6096" y="48767"/>
                </a:lnTo>
                <a:lnTo>
                  <a:pt x="3048" y="45719"/>
                </a:lnTo>
                <a:lnTo>
                  <a:pt x="1524" y="42671"/>
                </a:lnTo>
                <a:lnTo>
                  <a:pt x="0" y="38099"/>
                </a:lnTo>
                <a:lnTo>
                  <a:pt x="6096" y="38099"/>
                </a:lnTo>
                <a:lnTo>
                  <a:pt x="7620" y="41147"/>
                </a:lnTo>
                <a:lnTo>
                  <a:pt x="7620" y="42671"/>
                </a:lnTo>
                <a:lnTo>
                  <a:pt x="9144" y="44195"/>
                </a:lnTo>
                <a:lnTo>
                  <a:pt x="12192" y="45719"/>
                </a:lnTo>
                <a:lnTo>
                  <a:pt x="13716" y="47243"/>
                </a:lnTo>
                <a:lnTo>
                  <a:pt x="21336" y="47243"/>
                </a:lnTo>
                <a:lnTo>
                  <a:pt x="24384" y="45719"/>
                </a:lnTo>
                <a:lnTo>
                  <a:pt x="28956" y="41147"/>
                </a:lnTo>
                <a:lnTo>
                  <a:pt x="28956" y="27431"/>
                </a:lnTo>
                <a:lnTo>
                  <a:pt x="27432" y="25907"/>
                </a:lnTo>
                <a:lnTo>
                  <a:pt x="21336" y="22859"/>
                </a:lnTo>
                <a:lnTo>
                  <a:pt x="13716" y="22859"/>
                </a:lnTo>
                <a:lnTo>
                  <a:pt x="7620" y="28955"/>
                </a:lnTo>
                <a:lnTo>
                  <a:pt x="1524" y="27431"/>
                </a:lnTo>
                <a:lnTo>
                  <a:pt x="7620" y="0"/>
                </a:lnTo>
                <a:lnTo>
                  <a:pt x="32004" y="0"/>
                </a:lnTo>
                <a:lnTo>
                  <a:pt x="32004" y="6095"/>
                </a:lnTo>
                <a:lnTo>
                  <a:pt x="12192" y="6095"/>
                </a:lnTo>
                <a:lnTo>
                  <a:pt x="9144" y="19811"/>
                </a:lnTo>
                <a:lnTo>
                  <a:pt x="15240" y="16763"/>
                </a:lnTo>
                <a:lnTo>
                  <a:pt x="24384" y="16763"/>
                </a:lnTo>
                <a:lnTo>
                  <a:pt x="27432" y="18287"/>
                </a:lnTo>
                <a:lnTo>
                  <a:pt x="33528" y="24383"/>
                </a:lnTo>
                <a:lnTo>
                  <a:pt x="35052" y="28955"/>
                </a:lnTo>
                <a:lnTo>
                  <a:pt x="35052" y="39623"/>
                </a:lnTo>
                <a:lnTo>
                  <a:pt x="33528" y="42671"/>
                </a:lnTo>
                <a:lnTo>
                  <a:pt x="32004" y="47243"/>
                </a:lnTo>
                <a:lnTo>
                  <a:pt x="22860" y="5333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3348228" y="2438399"/>
            <a:ext cx="70485" cy="53975"/>
          </a:xfrm>
          <a:custGeom>
            <a:avLst/>
            <a:gdLst/>
            <a:ahLst/>
            <a:cxnLst/>
            <a:rect l="l" t="t" r="r" b="b"/>
            <a:pathLst>
              <a:path w="70485" h="53975">
                <a:moveTo>
                  <a:pt x="19812" y="0"/>
                </a:moveTo>
                <a:lnTo>
                  <a:pt x="15240" y="0"/>
                </a:lnTo>
                <a:lnTo>
                  <a:pt x="15240" y="1524"/>
                </a:lnTo>
                <a:lnTo>
                  <a:pt x="7620" y="9144"/>
                </a:lnTo>
                <a:lnTo>
                  <a:pt x="3048" y="12192"/>
                </a:lnTo>
                <a:lnTo>
                  <a:pt x="0" y="13716"/>
                </a:lnTo>
                <a:lnTo>
                  <a:pt x="0" y="19812"/>
                </a:lnTo>
                <a:lnTo>
                  <a:pt x="1524" y="18288"/>
                </a:lnTo>
                <a:lnTo>
                  <a:pt x="4572" y="18288"/>
                </a:lnTo>
                <a:lnTo>
                  <a:pt x="7620" y="16764"/>
                </a:lnTo>
                <a:lnTo>
                  <a:pt x="9144" y="15240"/>
                </a:lnTo>
                <a:lnTo>
                  <a:pt x="12192" y="13716"/>
                </a:lnTo>
                <a:lnTo>
                  <a:pt x="13716" y="12192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70485" h="53975">
                <a:moveTo>
                  <a:pt x="70091" y="12"/>
                </a:moveTo>
                <a:lnTo>
                  <a:pt x="36563" y="12"/>
                </a:lnTo>
                <a:lnTo>
                  <a:pt x="36563" y="6108"/>
                </a:lnTo>
                <a:lnTo>
                  <a:pt x="63995" y="6108"/>
                </a:lnTo>
                <a:lnTo>
                  <a:pt x="60947" y="9156"/>
                </a:lnTo>
                <a:lnTo>
                  <a:pt x="57899" y="15252"/>
                </a:lnTo>
                <a:lnTo>
                  <a:pt x="54851" y="19824"/>
                </a:lnTo>
                <a:lnTo>
                  <a:pt x="48755" y="32016"/>
                </a:lnTo>
                <a:lnTo>
                  <a:pt x="45707" y="44208"/>
                </a:lnTo>
                <a:lnTo>
                  <a:pt x="44183" y="48780"/>
                </a:lnTo>
                <a:lnTo>
                  <a:pt x="44183" y="53352"/>
                </a:lnTo>
                <a:lnTo>
                  <a:pt x="50279" y="53352"/>
                </a:lnTo>
                <a:lnTo>
                  <a:pt x="50279" y="47256"/>
                </a:lnTo>
                <a:lnTo>
                  <a:pt x="53327" y="38112"/>
                </a:lnTo>
                <a:lnTo>
                  <a:pt x="54851" y="32016"/>
                </a:lnTo>
                <a:lnTo>
                  <a:pt x="63995" y="13728"/>
                </a:lnTo>
                <a:lnTo>
                  <a:pt x="70091" y="4584"/>
                </a:lnTo>
                <a:lnTo>
                  <a:pt x="70091" y="1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2711196" y="2438399"/>
            <a:ext cx="78105" cy="53340"/>
          </a:xfrm>
          <a:custGeom>
            <a:avLst/>
            <a:gdLst/>
            <a:ahLst/>
            <a:cxnLst/>
            <a:rect l="l" t="t" r="r" b="b"/>
            <a:pathLst>
              <a:path w="78105" h="53339">
                <a:moveTo>
                  <a:pt x="35052" y="10668"/>
                </a:moveTo>
                <a:lnTo>
                  <a:pt x="33528" y="7620"/>
                </a:lnTo>
                <a:lnTo>
                  <a:pt x="27432" y="1524"/>
                </a:lnTo>
                <a:lnTo>
                  <a:pt x="22860" y="0"/>
                </a:lnTo>
                <a:lnTo>
                  <a:pt x="13716" y="0"/>
                </a:lnTo>
                <a:lnTo>
                  <a:pt x="9144" y="1524"/>
                </a:lnTo>
                <a:lnTo>
                  <a:pt x="6096" y="3048"/>
                </a:lnTo>
                <a:lnTo>
                  <a:pt x="3048" y="6096"/>
                </a:lnTo>
                <a:lnTo>
                  <a:pt x="1524" y="10668"/>
                </a:lnTo>
                <a:lnTo>
                  <a:pt x="1524" y="15240"/>
                </a:lnTo>
                <a:lnTo>
                  <a:pt x="7620" y="16764"/>
                </a:lnTo>
                <a:lnTo>
                  <a:pt x="7620" y="10668"/>
                </a:lnTo>
                <a:lnTo>
                  <a:pt x="10668" y="9144"/>
                </a:lnTo>
                <a:lnTo>
                  <a:pt x="12192" y="7620"/>
                </a:lnTo>
                <a:lnTo>
                  <a:pt x="15240" y="6096"/>
                </a:lnTo>
                <a:lnTo>
                  <a:pt x="24384" y="6096"/>
                </a:lnTo>
                <a:lnTo>
                  <a:pt x="25908" y="9144"/>
                </a:lnTo>
                <a:lnTo>
                  <a:pt x="28956" y="12192"/>
                </a:lnTo>
                <a:lnTo>
                  <a:pt x="28956" y="18288"/>
                </a:lnTo>
                <a:lnTo>
                  <a:pt x="27432" y="19812"/>
                </a:lnTo>
                <a:lnTo>
                  <a:pt x="25908" y="22860"/>
                </a:lnTo>
                <a:lnTo>
                  <a:pt x="22860" y="25908"/>
                </a:lnTo>
                <a:lnTo>
                  <a:pt x="19812" y="30480"/>
                </a:lnTo>
                <a:lnTo>
                  <a:pt x="13716" y="35052"/>
                </a:lnTo>
                <a:lnTo>
                  <a:pt x="10668" y="36576"/>
                </a:lnTo>
                <a:lnTo>
                  <a:pt x="7620" y="39624"/>
                </a:lnTo>
                <a:lnTo>
                  <a:pt x="4572" y="41148"/>
                </a:lnTo>
                <a:lnTo>
                  <a:pt x="3048" y="44196"/>
                </a:lnTo>
                <a:lnTo>
                  <a:pt x="1524" y="45720"/>
                </a:lnTo>
                <a:lnTo>
                  <a:pt x="0" y="48768"/>
                </a:lnTo>
                <a:lnTo>
                  <a:pt x="0" y="53340"/>
                </a:lnTo>
                <a:lnTo>
                  <a:pt x="35052" y="53340"/>
                </a:lnTo>
                <a:lnTo>
                  <a:pt x="35052" y="47244"/>
                </a:lnTo>
                <a:lnTo>
                  <a:pt x="9144" y="47244"/>
                </a:lnTo>
                <a:lnTo>
                  <a:pt x="9144" y="45720"/>
                </a:lnTo>
                <a:lnTo>
                  <a:pt x="10668" y="44196"/>
                </a:lnTo>
                <a:lnTo>
                  <a:pt x="12192" y="44196"/>
                </a:lnTo>
                <a:lnTo>
                  <a:pt x="12192" y="42672"/>
                </a:lnTo>
                <a:lnTo>
                  <a:pt x="15240" y="39624"/>
                </a:lnTo>
                <a:lnTo>
                  <a:pt x="24384" y="33528"/>
                </a:lnTo>
                <a:lnTo>
                  <a:pt x="27432" y="30480"/>
                </a:lnTo>
                <a:lnTo>
                  <a:pt x="28956" y="27432"/>
                </a:lnTo>
                <a:lnTo>
                  <a:pt x="30480" y="25908"/>
                </a:lnTo>
                <a:lnTo>
                  <a:pt x="32004" y="22860"/>
                </a:lnTo>
                <a:lnTo>
                  <a:pt x="33528" y="21336"/>
                </a:lnTo>
                <a:lnTo>
                  <a:pt x="33528" y="19812"/>
                </a:lnTo>
                <a:lnTo>
                  <a:pt x="35052" y="16764"/>
                </a:lnTo>
                <a:lnTo>
                  <a:pt x="35052" y="10668"/>
                </a:lnTo>
                <a:close/>
              </a:path>
              <a:path w="78105" h="53339">
                <a:moveTo>
                  <a:pt x="77711" y="33528"/>
                </a:moveTo>
                <a:lnTo>
                  <a:pt x="76187" y="32004"/>
                </a:lnTo>
                <a:lnTo>
                  <a:pt x="74663" y="28956"/>
                </a:lnTo>
                <a:lnTo>
                  <a:pt x="73139" y="27432"/>
                </a:lnTo>
                <a:lnTo>
                  <a:pt x="71615" y="24384"/>
                </a:lnTo>
                <a:lnTo>
                  <a:pt x="71615" y="35052"/>
                </a:lnTo>
                <a:lnTo>
                  <a:pt x="71615" y="39624"/>
                </a:lnTo>
                <a:lnTo>
                  <a:pt x="70091" y="42672"/>
                </a:lnTo>
                <a:lnTo>
                  <a:pt x="67043" y="45720"/>
                </a:lnTo>
                <a:lnTo>
                  <a:pt x="63995" y="47244"/>
                </a:lnTo>
                <a:lnTo>
                  <a:pt x="56375" y="47244"/>
                </a:lnTo>
                <a:lnTo>
                  <a:pt x="53327" y="45720"/>
                </a:lnTo>
                <a:lnTo>
                  <a:pt x="51803" y="44196"/>
                </a:lnTo>
                <a:lnTo>
                  <a:pt x="50279" y="44196"/>
                </a:lnTo>
                <a:lnTo>
                  <a:pt x="50279" y="42672"/>
                </a:lnTo>
                <a:lnTo>
                  <a:pt x="48755" y="41148"/>
                </a:lnTo>
                <a:lnTo>
                  <a:pt x="48755" y="33528"/>
                </a:lnTo>
                <a:lnTo>
                  <a:pt x="53327" y="28956"/>
                </a:lnTo>
                <a:lnTo>
                  <a:pt x="56375" y="27432"/>
                </a:lnTo>
                <a:lnTo>
                  <a:pt x="63995" y="27432"/>
                </a:lnTo>
                <a:lnTo>
                  <a:pt x="67043" y="28956"/>
                </a:lnTo>
                <a:lnTo>
                  <a:pt x="70091" y="32004"/>
                </a:lnTo>
                <a:lnTo>
                  <a:pt x="71615" y="35052"/>
                </a:lnTo>
                <a:lnTo>
                  <a:pt x="71615" y="24384"/>
                </a:lnTo>
                <a:lnTo>
                  <a:pt x="68567" y="24384"/>
                </a:lnTo>
                <a:lnTo>
                  <a:pt x="71615" y="22860"/>
                </a:lnTo>
                <a:lnTo>
                  <a:pt x="73139" y="21336"/>
                </a:lnTo>
                <a:lnTo>
                  <a:pt x="76187" y="18288"/>
                </a:lnTo>
                <a:lnTo>
                  <a:pt x="76187" y="9144"/>
                </a:lnTo>
                <a:lnTo>
                  <a:pt x="74663" y="6096"/>
                </a:lnTo>
                <a:lnTo>
                  <a:pt x="71615" y="4572"/>
                </a:lnTo>
                <a:lnTo>
                  <a:pt x="70091" y="3048"/>
                </a:lnTo>
                <a:lnTo>
                  <a:pt x="70091" y="12192"/>
                </a:lnTo>
                <a:lnTo>
                  <a:pt x="70091" y="15240"/>
                </a:lnTo>
                <a:lnTo>
                  <a:pt x="68567" y="18288"/>
                </a:lnTo>
                <a:lnTo>
                  <a:pt x="67043" y="18288"/>
                </a:lnTo>
                <a:lnTo>
                  <a:pt x="63995" y="21336"/>
                </a:lnTo>
                <a:lnTo>
                  <a:pt x="56375" y="21336"/>
                </a:lnTo>
                <a:lnTo>
                  <a:pt x="54851" y="19812"/>
                </a:lnTo>
                <a:lnTo>
                  <a:pt x="51803" y="18288"/>
                </a:lnTo>
                <a:lnTo>
                  <a:pt x="50279" y="18288"/>
                </a:lnTo>
                <a:lnTo>
                  <a:pt x="50279" y="9144"/>
                </a:lnTo>
                <a:lnTo>
                  <a:pt x="53327" y="7620"/>
                </a:lnTo>
                <a:lnTo>
                  <a:pt x="54851" y="6096"/>
                </a:lnTo>
                <a:lnTo>
                  <a:pt x="65519" y="6096"/>
                </a:lnTo>
                <a:lnTo>
                  <a:pt x="68567" y="9144"/>
                </a:lnTo>
                <a:lnTo>
                  <a:pt x="70091" y="12192"/>
                </a:lnTo>
                <a:lnTo>
                  <a:pt x="70091" y="3048"/>
                </a:lnTo>
                <a:lnTo>
                  <a:pt x="68567" y="1524"/>
                </a:lnTo>
                <a:lnTo>
                  <a:pt x="65519" y="0"/>
                </a:lnTo>
                <a:lnTo>
                  <a:pt x="54851" y="0"/>
                </a:lnTo>
                <a:lnTo>
                  <a:pt x="48755" y="3048"/>
                </a:lnTo>
                <a:lnTo>
                  <a:pt x="45707" y="6096"/>
                </a:lnTo>
                <a:lnTo>
                  <a:pt x="44183" y="9144"/>
                </a:lnTo>
                <a:lnTo>
                  <a:pt x="44183" y="18288"/>
                </a:lnTo>
                <a:lnTo>
                  <a:pt x="48755" y="22860"/>
                </a:lnTo>
                <a:lnTo>
                  <a:pt x="51803" y="24384"/>
                </a:lnTo>
                <a:lnTo>
                  <a:pt x="48755" y="24384"/>
                </a:lnTo>
                <a:lnTo>
                  <a:pt x="42659" y="30480"/>
                </a:lnTo>
                <a:lnTo>
                  <a:pt x="42659" y="41148"/>
                </a:lnTo>
                <a:lnTo>
                  <a:pt x="44183" y="45720"/>
                </a:lnTo>
                <a:lnTo>
                  <a:pt x="50279" y="51816"/>
                </a:lnTo>
                <a:lnTo>
                  <a:pt x="54851" y="53340"/>
                </a:lnTo>
                <a:lnTo>
                  <a:pt x="65519" y="53340"/>
                </a:lnTo>
                <a:lnTo>
                  <a:pt x="70091" y="51816"/>
                </a:lnTo>
                <a:lnTo>
                  <a:pt x="74663" y="47244"/>
                </a:lnTo>
                <a:lnTo>
                  <a:pt x="76187" y="45720"/>
                </a:lnTo>
                <a:lnTo>
                  <a:pt x="77711" y="41148"/>
                </a:lnTo>
                <a:lnTo>
                  <a:pt x="77711" y="3352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2080247" y="2438399"/>
            <a:ext cx="74930" cy="53340"/>
          </a:xfrm>
          <a:custGeom>
            <a:avLst/>
            <a:gdLst/>
            <a:ahLst/>
            <a:cxnLst/>
            <a:rect l="l" t="t" r="r" b="b"/>
            <a:pathLst>
              <a:path w="74930" h="53339">
                <a:moveTo>
                  <a:pt x="35052" y="33528"/>
                </a:moveTo>
                <a:lnTo>
                  <a:pt x="32004" y="27432"/>
                </a:lnTo>
                <a:lnTo>
                  <a:pt x="30480" y="25908"/>
                </a:lnTo>
                <a:lnTo>
                  <a:pt x="24384" y="22860"/>
                </a:lnTo>
                <a:lnTo>
                  <a:pt x="27432" y="22860"/>
                </a:lnTo>
                <a:lnTo>
                  <a:pt x="30480" y="19812"/>
                </a:lnTo>
                <a:lnTo>
                  <a:pt x="32004" y="16764"/>
                </a:lnTo>
                <a:lnTo>
                  <a:pt x="32004" y="9144"/>
                </a:lnTo>
                <a:lnTo>
                  <a:pt x="30480" y="6096"/>
                </a:lnTo>
                <a:lnTo>
                  <a:pt x="27432" y="3048"/>
                </a:lnTo>
                <a:lnTo>
                  <a:pt x="21336" y="0"/>
                </a:lnTo>
                <a:lnTo>
                  <a:pt x="12192" y="0"/>
                </a:lnTo>
                <a:lnTo>
                  <a:pt x="6096" y="3048"/>
                </a:lnTo>
                <a:lnTo>
                  <a:pt x="3048" y="6096"/>
                </a:lnTo>
                <a:lnTo>
                  <a:pt x="1524" y="9144"/>
                </a:lnTo>
                <a:lnTo>
                  <a:pt x="0" y="13716"/>
                </a:lnTo>
                <a:lnTo>
                  <a:pt x="6096" y="15240"/>
                </a:lnTo>
                <a:lnTo>
                  <a:pt x="6096" y="12192"/>
                </a:lnTo>
                <a:lnTo>
                  <a:pt x="7620" y="9144"/>
                </a:lnTo>
                <a:lnTo>
                  <a:pt x="9144" y="7620"/>
                </a:lnTo>
                <a:lnTo>
                  <a:pt x="12192" y="6096"/>
                </a:lnTo>
                <a:lnTo>
                  <a:pt x="21336" y="6096"/>
                </a:lnTo>
                <a:lnTo>
                  <a:pt x="22860" y="7620"/>
                </a:lnTo>
                <a:lnTo>
                  <a:pt x="25908" y="9144"/>
                </a:lnTo>
                <a:lnTo>
                  <a:pt x="25908" y="16764"/>
                </a:lnTo>
                <a:lnTo>
                  <a:pt x="22860" y="19812"/>
                </a:lnTo>
                <a:lnTo>
                  <a:pt x="19812" y="21336"/>
                </a:lnTo>
                <a:lnTo>
                  <a:pt x="13716" y="21336"/>
                </a:lnTo>
                <a:lnTo>
                  <a:pt x="13716" y="27432"/>
                </a:lnTo>
                <a:lnTo>
                  <a:pt x="15240" y="27432"/>
                </a:lnTo>
                <a:lnTo>
                  <a:pt x="16764" y="25908"/>
                </a:lnTo>
                <a:lnTo>
                  <a:pt x="21336" y="25908"/>
                </a:lnTo>
                <a:lnTo>
                  <a:pt x="24384" y="27432"/>
                </a:lnTo>
                <a:lnTo>
                  <a:pt x="27432" y="30480"/>
                </a:lnTo>
                <a:lnTo>
                  <a:pt x="28956" y="33528"/>
                </a:lnTo>
                <a:lnTo>
                  <a:pt x="28956" y="39624"/>
                </a:lnTo>
                <a:lnTo>
                  <a:pt x="27432" y="42672"/>
                </a:lnTo>
                <a:lnTo>
                  <a:pt x="24384" y="45720"/>
                </a:lnTo>
                <a:lnTo>
                  <a:pt x="21336" y="47244"/>
                </a:lnTo>
                <a:lnTo>
                  <a:pt x="13716" y="47244"/>
                </a:lnTo>
                <a:lnTo>
                  <a:pt x="10668" y="44196"/>
                </a:lnTo>
                <a:lnTo>
                  <a:pt x="7620" y="42672"/>
                </a:lnTo>
                <a:lnTo>
                  <a:pt x="7620" y="39624"/>
                </a:lnTo>
                <a:lnTo>
                  <a:pt x="6096" y="36576"/>
                </a:lnTo>
                <a:lnTo>
                  <a:pt x="0" y="38100"/>
                </a:lnTo>
                <a:lnTo>
                  <a:pt x="0" y="42672"/>
                </a:lnTo>
                <a:lnTo>
                  <a:pt x="9144" y="51816"/>
                </a:lnTo>
                <a:lnTo>
                  <a:pt x="12192" y="53340"/>
                </a:lnTo>
                <a:lnTo>
                  <a:pt x="22860" y="53340"/>
                </a:lnTo>
                <a:lnTo>
                  <a:pt x="27432" y="51816"/>
                </a:lnTo>
                <a:lnTo>
                  <a:pt x="32004" y="47244"/>
                </a:lnTo>
                <a:lnTo>
                  <a:pt x="33528" y="45720"/>
                </a:lnTo>
                <a:lnTo>
                  <a:pt x="35052" y="41148"/>
                </a:lnTo>
                <a:lnTo>
                  <a:pt x="35052" y="33528"/>
                </a:lnTo>
                <a:close/>
              </a:path>
              <a:path w="74930" h="53339">
                <a:moveTo>
                  <a:pt x="74688" y="10668"/>
                </a:moveTo>
                <a:lnTo>
                  <a:pt x="73164" y="7620"/>
                </a:lnTo>
                <a:lnTo>
                  <a:pt x="67068" y="1524"/>
                </a:lnTo>
                <a:lnTo>
                  <a:pt x="64020" y="0"/>
                </a:lnTo>
                <a:lnTo>
                  <a:pt x="53352" y="0"/>
                </a:lnTo>
                <a:lnTo>
                  <a:pt x="47256" y="3048"/>
                </a:lnTo>
                <a:lnTo>
                  <a:pt x="44208" y="6096"/>
                </a:lnTo>
                <a:lnTo>
                  <a:pt x="41160" y="15240"/>
                </a:lnTo>
                <a:lnTo>
                  <a:pt x="47256" y="16764"/>
                </a:lnTo>
                <a:lnTo>
                  <a:pt x="47256" y="13716"/>
                </a:lnTo>
                <a:lnTo>
                  <a:pt x="48780" y="10668"/>
                </a:lnTo>
                <a:lnTo>
                  <a:pt x="50304" y="9144"/>
                </a:lnTo>
                <a:lnTo>
                  <a:pt x="53352" y="7620"/>
                </a:lnTo>
                <a:lnTo>
                  <a:pt x="54876" y="6096"/>
                </a:lnTo>
                <a:lnTo>
                  <a:pt x="64020" y="6096"/>
                </a:lnTo>
                <a:lnTo>
                  <a:pt x="65544" y="9144"/>
                </a:lnTo>
                <a:lnTo>
                  <a:pt x="68592" y="10668"/>
                </a:lnTo>
                <a:lnTo>
                  <a:pt x="68592" y="19812"/>
                </a:lnTo>
                <a:lnTo>
                  <a:pt x="65544" y="22860"/>
                </a:lnTo>
                <a:lnTo>
                  <a:pt x="64020" y="25908"/>
                </a:lnTo>
                <a:lnTo>
                  <a:pt x="54876" y="35052"/>
                </a:lnTo>
                <a:lnTo>
                  <a:pt x="50304" y="36576"/>
                </a:lnTo>
                <a:lnTo>
                  <a:pt x="45732" y="41148"/>
                </a:lnTo>
                <a:lnTo>
                  <a:pt x="44208" y="44196"/>
                </a:lnTo>
                <a:lnTo>
                  <a:pt x="41160" y="45720"/>
                </a:lnTo>
                <a:lnTo>
                  <a:pt x="41160" y="48768"/>
                </a:lnTo>
                <a:lnTo>
                  <a:pt x="39636" y="50292"/>
                </a:lnTo>
                <a:lnTo>
                  <a:pt x="39636" y="53340"/>
                </a:lnTo>
                <a:lnTo>
                  <a:pt x="74688" y="53340"/>
                </a:lnTo>
                <a:lnTo>
                  <a:pt x="74688" y="47244"/>
                </a:lnTo>
                <a:lnTo>
                  <a:pt x="48780" y="47244"/>
                </a:lnTo>
                <a:lnTo>
                  <a:pt x="50304" y="45720"/>
                </a:lnTo>
                <a:lnTo>
                  <a:pt x="50304" y="44196"/>
                </a:lnTo>
                <a:lnTo>
                  <a:pt x="51828" y="44196"/>
                </a:lnTo>
                <a:lnTo>
                  <a:pt x="59448" y="36576"/>
                </a:lnTo>
                <a:lnTo>
                  <a:pt x="64020" y="33528"/>
                </a:lnTo>
                <a:lnTo>
                  <a:pt x="71640" y="25908"/>
                </a:lnTo>
                <a:lnTo>
                  <a:pt x="73164" y="22860"/>
                </a:lnTo>
                <a:lnTo>
                  <a:pt x="73164" y="21336"/>
                </a:lnTo>
                <a:lnTo>
                  <a:pt x="74688" y="19812"/>
                </a:lnTo>
                <a:lnTo>
                  <a:pt x="74688" y="1066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216139" y="2438399"/>
            <a:ext cx="56515" cy="53340"/>
          </a:xfrm>
          <a:custGeom>
            <a:avLst/>
            <a:gdLst/>
            <a:ahLst/>
            <a:cxnLst/>
            <a:rect l="l" t="t" r="r" b="b"/>
            <a:pathLst>
              <a:path w="56515" h="53339">
                <a:moveTo>
                  <a:pt x="39624" y="35052"/>
                </a:moveTo>
                <a:lnTo>
                  <a:pt x="38100" y="32004"/>
                </a:lnTo>
                <a:lnTo>
                  <a:pt x="35052" y="28956"/>
                </a:lnTo>
                <a:lnTo>
                  <a:pt x="33528" y="27432"/>
                </a:lnTo>
                <a:lnTo>
                  <a:pt x="33528" y="36576"/>
                </a:lnTo>
                <a:lnTo>
                  <a:pt x="33528" y="39624"/>
                </a:lnTo>
                <a:lnTo>
                  <a:pt x="32004" y="41148"/>
                </a:lnTo>
                <a:lnTo>
                  <a:pt x="32004" y="44196"/>
                </a:lnTo>
                <a:lnTo>
                  <a:pt x="30480" y="44196"/>
                </a:lnTo>
                <a:lnTo>
                  <a:pt x="28956" y="45720"/>
                </a:lnTo>
                <a:lnTo>
                  <a:pt x="27432" y="45720"/>
                </a:lnTo>
                <a:lnTo>
                  <a:pt x="25908" y="47244"/>
                </a:lnTo>
                <a:lnTo>
                  <a:pt x="6096" y="47244"/>
                </a:lnTo>
                <a:lnTo>
                  <a:pt x="6096" y="28956"/>
                </a:lnTo>
                <a:lnTo>
                  <a:pt x="27432" y="28956"/>
                </a:lnTo>
                <a:lnTo>
                  <a:pt x="32004" y="33528"/>
                </a:lnTo>
                <a:lnTo>
                  <a:pt x="33528" y="36576"/>
                </a:lnTo>
                <a:lnTo>
                  <a:pt x="33528" y="27432"/>
                </a:lnTo>
                <a:lnTo>
                  <a:pt x="30480" y="25908"/>
                </a:lnTo>
                <a:lnTo>
                  <a:pt x="33528" y="24384"/>
                </a:lnTo>
                <a:lnTo>
                  <a:pt x="35052" y="22860"/>
                </a:lnTo>
                <a:lnTo>
                  <a:pt x="36576" y="21336"/>
                </a:lnTo>
                <a:lnTo>
                  <a:pt x="36576" y="18288"/>
                </a:lnTo>
                <a:lnTo>
                  <a:pt x="38100" y="16764"/>
                </a:lnTo>
                <a:lnTo>
                  <a:pt x="38100" y="12192"/>
                </a:lnTo>
                <a:lnTo>
                  <a:pt x="35052" y="6096"/>
                </a:lnTo>
                <a:lnTo>
                  <a:pt x="32004" y="3048"/>
                </a:lnTo>
                <a:lnTo>
                  <a:pt x="32004" y="12192"/>
                </a:lnTo>
                <a:lnTo>
                  <a:pt x="32004" y="16764"/>
                </a:lnTo>
                <a:lnTo>
                  <a:pt x="30480" y="18288"/>
                </a:lnTo>
                <a:lnTo>
                  <a:pt x="30480" y="19812"/>
                </a:lnTo>
                <a:lnTo>
                  <a:pt x="28956" y="21336"/>
                </a:lnTo>
                <a:lnTo>
                  <a:pt x="25908" y="21336"/>
                </a:lnTo>
                <a:lnTo>
                  <a:pt x="24384" y="22860"/>
                </a:lnTo>
                <a:lnTo>
                  <a:pt x="6096" y="22860"/>
                </a:lnTo>
                <a:lnTo>
                  <a:pt x="6096" y="6096"/>
                </a:lnTo>
                <a:lnTo>
                  <a:pt x="25908" y="6096"/>
                </a:lnTo>
                <a:lnTo>
                  <a:pt x="27432" y="7620"/>
                </a:lnTo>
                <a:lnTo>
                  <a:pt x="28956" y="7620"/>
                </a:lnTo>
                <a:lnTo>
                  <a:pt x="30480" y="9144"/>
                </a:lnTo>
                <a:lnTo>
                  <a:pt x="30480" y="10668"/>
                </a:lnTo>
                <a:lnTo>
                  <a:pt x="32004" y="12192"/>
                </a:lnTo>
                <a:lnTo>
                  <a:pt x="32004" y="3048"/>
                </a:lnTo>
                <a:lnTo>
                  <a:pt x="30480" y="1524"/>
                </a:lnTo>
                <a:lnTo>
                  <a:pt x="27432" y="0"/>
                </a:lnTo>
                <a:lnTo>
                  <a:pt x="0" y="0"/>
                </a:lnTo>
                <a:lnTo>
                  <a:pt x="0" y="53340"/>
                </a:lnTo>
                <a:lnTo>
                  <a:pt x="25908" y="53340"/>
                </a:lnTo>
                <a:lnTo>
                  <a:pt x="27432" y="51816"/>
                </a:lnTo>
                <a:lnTo>
                  <a:pt x="30480" y="51816"/>
                </a:lnTo>
                <a:lnTo>
                  <a:pt x="32004" y="50292"/>
                </a:lnTo>
                <a:lnTo>
                  <a:pt x="33528" y="50292"/>
                </a:lnTo>
                <a:lnTo>
                  <a:pt x="36576" y="47244"/>
                </a:lnTo>
                <a:lnTo>
                  <a:pt x="38100" y="45720"/>
                </a:lnTo>
                <a:lnTo>
                  <a:pt x="38100" y="42672"/>
                </a:lnTo>
                <a:lnTo>
                  <a:pt x="39624" y="41148"/>
                </a:lnTo>
                <a:lnTo>
                  <a:pt x="39624" y="35052"/>
                </a:lnTo>
                <a:close/>
              </a:path>
              <a:path w="56515" h="53339">
                <a:moveTo>
                  <a:pt x="56400" y="47244"/>
                </a:moveTo>
                <a:lnTo>
                  <a:pt x="50304" y="47244"/>
                </a:lnTo>
                <a:lnTo>
                  <a:pt x="50304" y="53340"/>
                </a:lnTo>
                <a:lnTo>
                  <a:pt x="56400" y="53340"/>
                </a:lnTo>
                <a:lnTo>
                  <a:pt x="56400" y="47244"/>
                </a:lnTo>
                <a:close/>
              </a:path>
              <a:path w="56515" h="53339">
                <a:moveTo>
                  <a:pt x="56400" y="13716"/>
                </a:moveTo>
                <a:lnTo>
                  <a:pt x="50304" y="13716"/>
                </a:lnTo>
                <a:lnTo>
                  <a:pt x="50304" y="19812"/>
                </a:lnTo>
                <a:lnTo>
                  <a:pt x="56400" y="19812"/>
                </a:lnTo>
                <a:lnTo>
                  <a:pt x="56400" y="1371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09116" y="2436876"/>
            <a:ext cx="227075" cy="70104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4000500" y="2589276"/>
            <a:ext cx="20320" cy="53340"/>
          </a:xfrm>
          <a:custGeom>
            <a:avLst/>
            <a:gdLst/>
            <a:ahLst/>
            <a:cxnLst/>
            <a:rect l="l" t="t" r="r" b="b"/>
            <a:pathLst>
              <a:path w="20320" h="53339">
                <a:moveTo>
                  <a:pt x="19812" y="53339"/>
                </a:moveTo>
                <a:lnTo>
                  <a:pt x="13716" y="53339"/>
                </a:lnTo>
                <a:lnTo>
                  <a:pt x="13716" y="12192"/>
                </a:lnTo>
                <a:lnTo>
                  <a:pt x="10668" y="15240"/>
                </a:lnTo>
                <a:lnTo>
                  <a:pt x="4572" y="18288"/>
                </a:lnTo>
                <a:lnTo>
                  <a:pt x="3048" y="18288"/>
                </a:lnTo>
                <a:lnTo>
                  <a:pt x="0" y="19812"/>
                </a:lnTo>
                <a:lnTo>
                  <a:pt x="0" y="13716"/>
                </a:lnTo>
                <a:lnTo>
                  <a:pt x="4572" y="12192"/>
                </a:lnTo>
                <a:lnTo>
                  <a:pt x="7620" y="9144"/>
                </a:lnTo>
                <a:lnTo>
                  <a:pt x="10668" y="7620"/>
                </a:lnTo>
                <a:lnTo>
                  <a:pt x="15240" y="3048"/>
                </a:lnTo>
                <a:lnTo>
                  <a:pt x="16764" y="0"/>
                </a:lnTo>
                <a:lnTo>
                  <a:pt x="19812" y="0"/>
                </a:lnTo>
                <a:lnTo>
                  <a:pt x="19812" y="5333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3363467" y="2589275"/>
            <a:ext cx="35560" cy="53340"/>
          </a:xfrm>
          <a:custGeom>
            <a:avLst/>
            <a:gdLst/>
            <a:ahLst/>
            <a:cxnLst/>
            <a:rect l="l" t="t" r="r" b="b"/>
            <a:pathLst>
              <a:path w="35560" h="53339">
                <a:moveTo>
                  <a:pt x="35052" y="53340"/>
                </a:moveTo>
                <a:lnTo>
                  <a:pt x="0" y="53340"/>
                </a:lnTo>
                <a:lnTo>
                  <a:pt x="0" y="48768"/>
                </a:lnTo>
                <a:lnTo>
                  <a:pt x="1524" y="47244"/>
                </a:lnTo>
                <a:lnTo>
                  <a:pt x="3048" y="44196"/>
                </a:lnTo>
                <a:lnTo>
                  <a:pt x="7620" y="39624"/>
                </a:lnTo>
                <a:lnTo>
                  <a:pt x="10668" y="38100"/>
                </a:lnTo>
                <a:lnTo>
                  <a:pt x="22860" y="25908"/>
                </a:lnTo>
                <a:lnTo>
                  <a:pt x="24384" y="22860"/>
                </a:lnTo>
                <a:lnTo>
                  <a:pt x="27432" y="21336"/>
                </a:lnTo>
                <a:lnTo>
                  <a:pt x="28956" y="18288"/>
                </a:lnTo>
                <a:lnTo>
                  <a:pt x="28956" y="12192"/>
                </a:lnTo>
                <a:lnTo>
                  <a:pt x="25908" y="9144"/>
                </a:lnTo>
                <a:lnTo>
                  <a:pt x="22860" y="7620"/>
                </a:lnTo>
                <a:lnTo>
                  <a:pt x="21336" y="6096"/>
                </a:lnTo>
                <a:lnTo>
                  <a:pt x="15240" y="6096"/>
                </a:lnTo>
                <a:lnTo>
                  <a:pt x="12192" y="7620"/>
                </a:lnTo>
                <a:lnTo>
                  <a:pt x="10668" y="9144"/>
                </a:lnTo>
                <a:lnTo>
                  <a:pt x="7620" y="10668"/>
                </a:lnTo>
                <a:lnTo>
                  <a:pt x="7620" y="16764"/>
                </a:lnTo>
                <a:lnTo>
                  <a:pt x="1524" y="15240"/>
                </a:lnTo>
                <a:lnTo>
                  <a:pt x="1524" y="10668"/>
                </a:lnTo>
                <a:lnTo>
                  <a:pt x="3048" y="6096"/>
                </a:lnTo>
                <a:lnTo>
                  <a:pt x="6096" y="4572"/>
                </a:lnTo>
                <a:lnTo>
                  <a:pt x="9144" y="1524"/>
                </a:lnTo>
                <a:lnTo>
                  <a:pt x="13716" y="0"/>
                </a:lnTo>
                <a:lnTo>
                  <a:pt x="22860" y="0"/>
                </a:lnTo>
                <a:lnTo>
                  <a:pt x="27432" y="1524"/>
                </a:lnTo>
                <a:lnTo>
                  <a:pt x="33528" y="7620"/>
                </a:lnTo>
                <a:lnTo>
                  <a:pt x="35052" y="10668"/>
                </a:lnTo>
                <a:lnTo>
                  <a:pt x="35052" y="16764"/>
                </a:lnTo>
                <a:lnTo>
                  <a:pt x="33528" y="19812"/>
                </a:lnTo>
                <a:lnTo>
                  <a:pt x="33528" y="21336"/>
                </a:lnTo>
                <a:lnTo>
                  <a:pt x="32004" y="22860"/>
                </a:lnTo>
                <a:lnTo>
                  <a:pt x="30480" y="25908"/>
                </a:lnTo>
                <a:lnTo>
                  <a:pt x="28956" y="27432"/>
                </a:lnTo>
                <a:lnTo>
                  <a:pt x="27432" y="30480"/>
                </a:lnTo>
                <a:lnTo>
                  <a:pt x="22860" y="33528"/>
                </a:lnTo>
                <a:lnTo>
                  <a:pt x="15240" y="41148"/>
                </a:lnTo>
                <a:lnTo>
                  <a:pt x="12192" y="42672"/>
                </a:lnTo>
                <a:lnTo>
                  <a:pt x="12192" y="44196"/>
                </a:lnTo>
                <a:lnTo>
                  <a:pt x="10668" y="45720"/>
                </a:lnTo>
                <a:lnTo>
                  <a:pt x="9144" y="45720"/>
                </a:lnTo>
                <a:lnTo>
                  <a:pt x="9144" y="47244"/>
                </a:lnTo>
                <a:lnTo>
                  <a:pt x="35052" y="47244"/>
                </a:lnTo>
                <a:lnTo>
                  <a:pt x="35052" y="5334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2717279" y="2589275"/>
            <a:ext cx="71755" cy="53340"/>
          </a:xfrm>
          <a:custGeom>
            <a:avLst/>
            <a:gdLst/>
            <a:ahLst/>
            <a:cxnLst/>
            <a:rect l="l" t="t" r="r" b="b"/>
            <a:pathLst>
              <a:path w="71755" h="53339">
                <a:moveTo>
                  <a:pt x="19812" y="0"/>
                </a:moveTo>
                <a:lnTo>
                  <a:pt x="15240" y="0"/>
                </a:lnTo>
                <a:lnTo>
                  <a:pt x="13716" y="3048"/>
                </a:lnTo>
                <a:lnTo>
                  <a:pt x="9144" y="7620"/>
                </a:lnTo>
                <a:lnTo>
                  <a:pt x="6096" y="9144"/>
                </a:lnTo>
                <a:lnTo>
                  <a:pt x="3048" y="12192"/>
                </a:lnTo>
                <a:lnTo>
                  <a:pt x="0" y="13716"/>
                </a:lnTo>
                <a:lnTo>
                  <a:pt x="0" y="19812"/>
                </a:lnTo>
                <a:lnTo>
                  <a:pt x="1524" y="18288"/>
                </a:lnTo>
                <a:lnTo>
                  <a:pt x="4572" y="18288"/>
                </a:lnTo>
                <a:lnTo>
                  <a:pt x="7620" y="16764"/>
                </a:lnTo>
                <a:lnTo>
                  <a:pt x="9144" y="15240"/>
                </a:lnTo>
                <a:lnTo>
                  <a:pt x="12192" y="13716"/>
                </a:lnTo>
                <a:lnTo>
                  <a:pt x="13716" y="12192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71755" h="53339">
                <a:moveTo>
                  <a:pt x="71640" y="33528"/>
                </a:moveTo>
                <a:lnTo>
                  <a:pt x="70116" y="30480"/>
                </a:lnTo>
                <a:lnTo>
                  <a:pt x="68592" y="28956"/>
                </a:lnTo>
                <a:lnTo>
                  <a:pt x="67068" y="25908"/>
                </a:lnTo>
                <a:lnTo>
                  <a:pt x="64020" y="24384"/>
                </a:lnTo>
                <a:lnTo>
                  <a:pt x="60972" y="24384"/>
                </a:lnTo>
                <a:lnTo>
                  <a:pt x="64020" y="22860"/>
                </a:lnTo>
                <a:lnTo>
                  <a:pt x="68592" y="18288"/>
                </a:lnTo>
                <a:lnTo>
                  <a:pt x="68592" y="10668"/>
                </a:lnTo>
                <a:lnTo>
                  <a:pt x="67068" y="9144"/>
                </a:lnTo>
                <a:lnTo>
                  <a:pt x="67068" y="6096"/>
                </a:lnTo>
                <a:lnTo>
                  <a:pt x="64020" y="3048"/>
                </a:lnTo>
                <a:lnTo>
                  <a:pt x="57924" y="0"/>
                </a:lnTo>
                <a:lnTo>
                  <a:pt x="48780" y="0"/>
                </a:lnTo>
                <a:lnTo>
                  <a:pt x="44208" y="1524"/>
                </a:lnTo>
                <a:lnTo>
                  <a:pt x="36588" y="9144"/>
                </a:lnTo>
                <a:lnTo>
                  <a:pt x="36588" y="13716"/>
                </a:lnTo>
                <a:lnTo>
                  <a:pt x="42684" y="15240"/>
                </a:lnTo>
                <a:lnTo>
                  <a:pt x="42684" y="12192"/>
                </a:lnTo>
                <a:lnTo>
                  <a:pt x="47256" y="7620"/>
                </a:lnTo>
                <a:lnTo>
                  <a:pt x="50304" y="6096"/>
                </a:lnTo>
                <a:lnTo>
                  <a:pt x="56400" y="6096"/>
                </a:lnTo>
                <a:lnTo>
                  <a:pt x="57924" y="7620"/>
                </a:lnTo>
                <a:lnTo>
                  <a:pt x="59448" y="7620"/>
                </a:lnTo>
                <a:lnTo>
                  <a:pt x="60972" y="9144"/>
                </a:lnTo>
                <a:lnTo>
                  <a:pt x="62496" y="12192"/>
                </a:lnTo>
                <a:lnTo>
                  <a:pt x="62496" y="16764"/>
                </a:lnTo>
                <a:lnTo>
                  <a:pt x="59448" y="19812"/>
                </a:lnTo>
                <a:lnTo>
                  <a:pt x="56400" y="21336"/>
                </a:lnTo>
                <a:lnTo>
                  <a:pt x="50304" y="21336"/>
                </a:lnTo>
                <a:lnTo>
                  <a:pt x="48780" y="27432"/>
                </a:lnTo>
                <a:lnTo>
                  <a:pt x="59448" y="27432"/>
                </a:lnTo>
                <a:lnTo>
                  <a:pt x="62496" y="28956"/>
                </a:lnTo>
                <a:lnTo>
                  <a:pt x="64020" y="32004"/>
                </a:lnTo>
                <a:lnTo>
                  <a:pt x="65544" y="33528"/>
                </a:lnTo>
                <a:lnTo>
                  <a:pt x="65544" y="39624"/>
                </a:lnTo>
                <a:lnTo>
                  <a:pt x="64020" y="42672"/>
                </a:lnTo>
                <a:lnTo>
                  <a:pt x="60972" y="45720"/>
                </a:lnTo>
                <a:lnTo>
                  <a:pt x="57924" y="47244"/>
                </a:lnTo>
                <a:lnTo>
                  <a:pt x="47256" y="47244"/>
                </a:lnTo>
                <a:lnTo>
                  <a:pt x="45732" y="44196"/>
                </a:lnTo>
                <a:lnTo>
                  <a:pt x="42684" y="41148"/>
                </a:lnTo>
                <a:lnTo>
                  <a:pt x="42684" y="36576"/>
                </a:lnTo>
                <a:lnTo>
                  <a:pt x="36588" y="38100"/>
                </a:lnTo>
                <a:lnTo>
                  <a:pt x="36588" y="42672"/>
                </a:lnTo>
                <a:lnTo>
                  <a:pt x="38112" y="45720"/>
                </a:lnTo>
                <a:lnTo>
                  <a:pt x="44208" y="51816"/>
                </a:lnTo>
                <a:lnTo>
                  <a:pt x="48780" y="53340"/>
                </a:lnTo>
                <a:lnTo>
                  <a:pt x="59448" y="53340"/>
                </a:lnTo>
                <a:lnTo>
                  <a:pt x="62496" y="51816"/>
                </a:lnTo>
                <a:lnTo>
                  <a:pt x="67068" y="48768"/>
                </a:lnTo>
                <a:lnTo>
                  <a:pt x="68592" y="47244"/>
                </a:lnTo>
                <a:lnTo>
                  <a:pt x="70116" y="45720"/>
                </a:lnTo>
                <a:lnTo>
                  <a:pt x="71640" y="41148"/>
                </a:lnTo>
                <a:lnTo>
                  <a:pt x="71640" y="3352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2084832" y="2589275"/>
            <a:ext cx="71755" cy="53340"/>
          </a:xfrm>
          <a:custGeom>
            <a:avLst/>
            <a:gdLst/>
            <a:ahLst/>
            <a:cxnLst/>
            <a:rect l="l" t="t" r="r" b="b"/>
            <a:pathLst>
              <a:path w="71755" h="53339">
                <a:moveTo>
                  <a:pt x="19812" y="0"/>
                </a:moveTo>
                <a:lnTo>
                  <a:pt x="16764" y="0"/>
                </a:lnTo>
                <a:lnTo>
                  <a:pt x="15240" y="3048"/>
                </a:lnTo>
                <a:lnTo>
                  <a:pt x="12192" y="4572"/>
                </a:lnTo>
                <a:lnTo>
                  <a:pt x="10668" y="7620"/>
                </a:lnTo>
                <a:lnTo>
                  <a:pt x="7620" y="9144"/>
                </a:lnTo>
                <a:lnTo>
                  <a:pt x="4572" y="12192"/>
                </a:lnTo>
                <a:lnTo>
                  <a:pt x="0" y="13716"/>
                </a:lnTo>
                <a:lnTo>
                  <a:pt x="0" y="19812"/>
                </a:lnTo>
                <a:lnTo>
                  <a:pt x="1524" y="18288"/>
                </a:lnTo>
                <a:lnTo>
                  <a:pt x="4572" y="18288"/>
                </a:lnTo>
                <a:lnTo>
                  <a:pt x="10668" y="15240"/>
                </a:lnTo>
                <a:lnTo>
                  <a:pt x="13716" y="12192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71755" h="53339">
                <a:moveTo>
                  <a:pt x="71615" y="30480"/>
                </a:moveTo>
                <a:lnTo>
                  <a:pt x="70091" y="25908"/>
                </a:lnTo>
                <a:lnTo>
                  <a:pt x="68567" y="24384"/>
                </a:lnTo>
                <a:lnTo>
                  <a:pt x="65519" y="21336"/>
                </a:lnTo>
                <a:lnTo>
                  <a:pt x="65519" y="28956"/>
                </a:lnTo>
                <a:lnTo>
                  <a:pt x="65519" y="42672"/>
                </a:lnTo>
                <a:lnTo>
                  <a:pt x="62471" y="44196"/>
                </a:lnTo>
                <a:lnTo>
                  <a:pt x="60947" y="45720"/>
                </a:lnTo>
                <a:lnTo>
                  <a:pt x="57899" y="47244"/>
                </a:lnTo>
                <a:lnTo>
                  <a:pt x="48755" y="47244"/>
                </a:lnTo>
                <a:lnTo>
                  <a:pt x="42659" y="41148"/>
                </a:lnTo>
                <a:lnTo>
                  <a:pt x="42659" y="39624"/>
                </a:lnTo>
                <a:lnTo>
                  <a:pt x="41135" y="38100"/>
                </a:lnTo>
                <a:lnTo>
                  <a:pt x="41135" y="32004"/>
                </a:lnTo>
                <a:lnTo>
                  <a:pt x="42659" y="28956"/>
                </a:lnTo>
                <a:lnTo>
                  <a:pt x="45707" y="27432"/>
                </a:lnTo>
                <a:lnTo>
                  <a:pt x="47231" y="25908"/>
                </a:lnTo>
                <a:lnTo>
                  <a:pt x="50279" y="24384"/>
                </a:lnTo>
                <a:lnTo>
                  <a:pt x="57899" y="24384"/>
                </a:lnTo>
                <a:lnTo>
                  <a:pt x="60947" y="25908"/>
                </a:lnTo>
                <a:lnTo>
                  <a:pt x="62471" y="27432"/>
                </a:lnTo>
                <a:lnTo>
                  <a:pt x="65519" y="28956"/>
                </a:lnTo>
                <a:lnTo>
                  <a:pt x="65519" y="21336"/>
                </a:lnTo>
                <a:lnTo>
                  <a:pt x="63995" y="19812"/>
                </a:lnTo>
                <a:lnTo>
                  <a:pt x="59423" y="18288"/>
                </a:lnTo>
                <a:lnTo>
                  <a:pt x="50279" y="18288"/>
                </a:lnTo>
                <a:lnTo>
                  <a:pt x="47231" y="19812"/>
                </a:lnTo>
                <a:lnTo>
                  <a:pt x="45707" y="21336"/>
                </a:lnTo>
                <a:lnTo>
                  <a:pt x="42659" y="22860"/>
                </a:lnTo>
                <a:lnTo>
                  <a:pt x="41135" y="25908"/>
                </a:lnTo>
                <a:lnTo>
                  <a:pt x="41135" y="19812"/>
                </a:lnTo>
                <a:lnTo>
                  <a:pt x="44183" y="13716"/>
                </a:lnTo>
                <a:lnTo>
                  <a:pt x="44183" y="10668"/>
                </a:lnTo>
                <a:lnTo>
                  <a:pt x="45707" y="9144"/>
                </a:lnTo>
                <a:lnTo>
                  <a:pt x="48755" y="7620"/>
                </a:lnTo>
                <a:lnTo>
                  <a:pt x="50279" y="6096"/>
                </a:lnTo>
                <a:lnTo>
                  <a:pt x="57899" y="6096"/>
                </a:lnTo>
                <a:lnTo>
                  <a:pt x="59423" y="7620"/>
                </a:lnTo>
                <a:lnTo>
                  <a:pt x="62471" y="9144"/>
                </a:lnTo>
                <a:lnTo>
                  <a:pt x="63995" y="12192"/>
                </a:lnTo>
                <a:lnTo>
                  <a:pt x="63995" y="13716"/>
                </a:lnTo>
                <a:lnTo>
                  <a:pt x="70091" y="13716"/>
                </a:lnTo>
                <a:lnTo>
                  <a:pt x="70091" y="9144"/>
                </a:lnTo>
                <a:lnTo>
                  <a:pt x="68567" y="6096"/>
                </a:lnTo>
                <a:lnTo>
                  <a:pt x="65519" y="3048"/>
                </a:lnTo>
                <a:lnTo>
                  <a:pt x="59423" y="0"/>
                </a:lnTo>
                <a:lnTo>
                  <a:pt x="48755" y="0"/>
                </a:lnTo>
                <a:lnTo>
                  <a:pt x="44183" y="1524"/>
                </a:lnTo>
                <a:lnTo>
                  <a:pt x="38087" y="10668"/>
                </a:lnTo>
                <a:lnTo>
                  <a:pt x="35039" y="18288"/>
                </a:lnTo>
                <a:lnTo>
                  <a:pt x="35039" y="36576"/>
                </a:lnTo>
                <a:lnTo>
                  <a:pt x="36563" y="44196"/>
                </a:lnTo>
                <a:lnTo>
                  <a:pt x="41135" y="47244"/>
                </a:lnTo>
                <a:lnTo>
                  <a:pt x="44183" y="51816"/>
                </a:lnTo>
                <a:lnTo>
                  <a:pt x="48755" y="53340"/>
                </a:lnTo>
                <a:lnTo>
                  <a:pt x="60947" y="53340"/>
                </a:lnTo>
                <a:lnTo>
                  <a:pt x="63995" y="51816"/>
                </a:lnTo>
                <a:lnTo>
                  <a:pt x="68567" y="47244"/>
                </a:lnTo>
                <a:lnTo>
                  <a:pt x="71615" y="41148"/>
                </a:lnTo>
                <a:lnTo>
                  <a:pt x="71615" y="3048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214628" y="2587764"/>
            <a:ext cx="60960" cy="56515"/>
          </a:xfrm>
          <a:custGeom>
            <a:avLst/>
            <a:gdLst/>
            <a:ahLst/>
            <a:cxnLst/>
            <a:rect l="l" t="t" r="r" b="b"/>
            <a:pathLst>
              <a:path w="60959" h="56514">
                <a:moveTo>
                  <a:pt x="44196" y="38100"/>
                </a:moveTo>
                <a:lnTo>
                  <a:pt x="38100" y="36576"/>
                </a:lnTo>
                <a:lnTo>
                  <a:pt x="36576" y="41148"/>
                </a:lnTo>
                <a:lnTo>
                  <a:pt x="35052" y="44196"/>
                </a:lnTo>
                <a:lnTo>
                  <a:pt x="32004" y="47244"/>
                </a:lnTo>
                <a:lnTo>
                  <a:pt x="25908" y="50292"/>
                </a:lnTo>
                <a:lnTo>
                  <a:pt x="16764" y="50292"/>
                </a:lnTo>
                <a:lnTo>
                  <a:pt x="13716" y="47244"/>
                </a:lnTo>
                <a:lnTo>
                  <a:pt x="10668" y="45720"/>
                </a:lnTo>
                <a:lnTo>
                  <a:pt x="9144" y="44196"/>
                </a:lnTo>
                <a:lnTo>
                  <a:pt x="7620" y="39624"/>
                </a:lnTo>
                <a:lnTo>
                  <a:pt x="6096" y="36576"/>
                </a:lnTo>
                <a:lnTo>
                  <a:pt x="6096" y="21336"/>
                </a:lnTo>
                <a:lnTo>
                  <a:pt x="7620" y="16764"/>
                </a:lnTo>
                <a:lnTo>
                  <a:pt x="7620" y="13716"/>
                </a:lnTo>
                <a:lnTo>
                  <a:pt x="12192" y="9144"/>
                </a:lnTo>
                <a:lnTo>
                  <a:pt x="18288" y="6096"/>
                </a:lnTo>
                <a:lnTo>
                  <a:pt x="25908" y="6096"/>
                </a:lnTo>
                <a:lnTo>
                  <a:pt x="28956" y="7620"/>
                </a:lnTo>
                <a:lnTo>
                  <a:pt x="30480" y="9144"/>
                </a:lnTo>
                <a:lnTo>
                  <a:pt x="33528" y="10668"/>
                </a:lnTo>
                <a:lnTo>
                  <a:pt x="35052" y="13716"/>
                </a:lnTo>
                <a:lnTo>
                  <a:pt x="36576" y="18288"/>
                </a:lnTo>
                <a:lnTo>
                  <a:pt x="42672" y="15240"/>
                </a:lnTo>
                <a:lnTo>
                  <a:pt x="41148" y="10668"/>
                </a:lnTo>
                <a:lnTo>
                  <a:pt x="32004" y="1524"/>
                </a:lnTo>
                <a:lnTo>
                  <a:pt x="27432" y="0"/>
                </a:lnTo>
                <a:lnTo>
                  <a:pt x="18288" y="0"/>
                </a:lnTo>
                <a:lnTo>
                  <a:pt x="15240" y="1524"/>
                </a:lnTo>
                <a:lnTo>
                  <a:pt x="10668" y="3048"/>
                </a:lnTo>
                <a:lnTo>
                  <a:pt x="4572" y="9144"/>
                </a:lnTo>
                <a:lnTo>
                  <a:pt x="3048" y="13716"/>
                </a:lnTo>
                <a:lnTo>
                  <a:pt x="0" y="16764"/>
                </a:lnTo>
                <a:lnTo>
                  <a:pt x="0" y="38100"/>
                </a:lnTo>
                <a:lnTo>
                  <a:pt x="1524" y="42672"/>
                </a:lnTo>
                <a:lnTo>
                  <a:pt x="4572" y="47244"/>
                </a:lnTo>
                <a:lnTo>
                  <a:pt x="6096" y="50292"/>
                </a:lnTo>
                <a:lnTo>
                  <a:pt x="10668" y="53340"/>
                </a:lnTo>
                <a:lnTo>
                  <a:pt x="13716" y="54864"/>
                </a:lnTo>
                <a:lnTo>
                  <a:pt x="18288" y="56388"/>
                </a:lnTo>
                <a:lnTo>
                  <a:pt x="28956" y="56388"/>
                </a:lnTo>
                <a:lnTo>
                  <a:pt x="32004" y="54864"/>
                </a:lnTo>
                <a:lnTo>
                  <a:pt x="36576" y="51816"/>
                </a:lnTo>
                <a:lnTo>
                  <a:pt x="39624" y="48768"/>
                </a:lnTo>
                <a:lnTo>
                  <a:pt x="42672" y="44196"/>
                </a:lnTo>
                <a:lnTo>
                  <a:pt x="44196" y="38100"/>
                </a:lnTo>
                <a:close/>
              </a:path>
              <a:path w="60959" h="56514">
                <a:moveTo>
                  <a:pt x="60947" y="48768"/>
                </a:moveTo>
                <a:lnTo>
                  <a:pt x="54851" y="48768"/>
                </a:lnTo>
                <a:lnTo>
                  <a:pt x="54851" y="54864"/>
                </a:lnTo>
                <a:lnTo>
                  <a:pt x="60947" y="54864"/>
                </a:lnTo>
                <a:lnTo>
                  <a:pt x="60947" y="48768"/>
                </a:lnTo>
                <a:close/>
              </a:path>
              <a:path w="60959" h="56514">
                <a:moveTo>
                  <a:pt x="60947" y="15240"/>
                </a:moveTo>
                <a:lnTo>
                  <a:pt x="54851" y="15240"/>
                </a:lnTo>
                <a:lnTo>
                  <a:pt x="54851" y="21336"/>
                </a:lnTo>
                <a:lnTo>
                  <a:pt x="60947" y="21336"/>
                </a:lnTo>
                <a:lnTo>
                  <a:pt x="60947" y="1524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" name="object 4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10639" y="2587752"/>
            <a:ext cx="345948" cy="70103"/>
          </a:xfrm>
          <a:prstGeom prst="rect">
            <a:avLst/>
          </a:prstGeom>
        </p:spPr>
      </p:pic>
      <p:sp>
        <p:nvSpPr>
          <p:cNvPr id="43" name="object 43" descr=""/>
          <p:cNvSpPr/>
          <p:nvPr/>
        </p:nvSpPr>
        <p:spPr>
          <a:xfrm>
            <a:off x="3974592" y="2740151"/>
            <a:ext cx="76200" cy="53975"/>
          </a:xfrm>
          <a:custGeom>
            <a:avLst/>
            <a:gdLst/>
            <a:ahLst/>
            <a:cxnLst/>
            <a:rect l="l" t="t" r="r" b="b"/>
            <a:pathLst>
              <a:path w="76200" h="53975">
                <a:moveTo>
                  <a:pt x="36576" y="35052"/>
                </a:moveTo>
                <a:lnTo>
                  <a:pt x="30480" y="35052"/>
                </a:lnTo>
                <a:lnTo>
                  <a:pt x="30480" y="12192"/>
                </a:lnTo>
                <a:lnTo>
                  <a:pt x="30480" y="0"/>
                </a:lnTo>
                <a:lnTo>
                  <a:pt x="25908" y="0"/>
                </a:lnTo>
                <a:lnTo>
                  <a:pt x="24384" y="2070"/>
                </a:lnTo>
                <a:lnTo>
                  <a:pt x="24384" y="12192"/>
                </a:lnTo>
                <a:lnTo>
                  <a:pt x="24384" y="35052"/>
                </a:lnTo>
                <a:lnTo>
                  <a:pt x="6096" y="35052"/>
                </a:lnTo>
                <a:lnTo>
                  <a:pt x="24384" y="12192"/>
                </a:lnTo>
                <a:lnTo>
                  <a:pt x="24384" y="2070"/>
                </a:lnTo>
                <a:lnTo>
                  <a:pt x="0" y="35052"/>
                </a:lnTo>
                <a:lnTo>
                  <a:pt x="0" y="41148"/>
                </a:lnTo>
                <a:lnTo>
                  <a:pt x="24384" y="41148"/>
                </a:lnTo>
                <a:lnTo>
                  <a:pt x="24384" y="53340"/>
                </a:lnTo>
                <a:lnTo>
                  <a:pt x="30480" y="53340"/>
                </a:lnTo>
                <a:lnTo>
                  <a:pt x="30480" y="41148"/>
                </a:lnTo>
                <a:lnTo>
                  <a:pt x="36576" y="41148"/>
                </a:lnTo>
                <a:lnTo>
                  <a:pt x="36576" y="35052"/>
                </a:lnTo>
                <a:close/>
              </a:path>
              <a:path w="76200" h="53975">
                <a:moveTo>
                  <a:pt x="76187" y="10680"/>
                </a:moveTo>
                <a:lnTo>
                  <a:pt x="74663" y="7632"/>
                </a:lnTo>
                <a:lnTo>
                  <a:pt x="68567" y="1536"/>
                </a:lnTo>
                <a:lnTo>
                  <a:pt x="63995" y="12"/>
                </a:lnTo>
                <a:lnTo>
                  <a:pt x="54851" y="12"/>
                </a:lnTo>
                <a:lnTo>
                  <a:pt x="50279" y="1536"/>
                </a:lnTo>
                <a:lnTo>
                  <a:pt x="47231" y="3060"/>
                </a:lnTo>
                <a:lnTo>
                  <a:pt x="44183" y="6108"/>
                </a:lnTo>
                <a:lnTo>
                  <a:pt x="42659" y="10680"/>
                </a:lnTo>
                <a:lnTo>
                  <a:pt x="42659" y="15252"/>
                </a:lnTo>
                <a:lnTo>
                  <a:pt x="48755" y="16776"/>
                </a:lnTo>
                <a:lnTo>
                  <a:pt x="48755" y="10680"/>
                </a:lnTo>
                <a:lnTo>
                  <a:pt x="51803" y="9156"/>
                </a:lnTo>
                <a:lnTo>
                  <a:pt x="53327" y="6108"/>
                </a:lnTo>
                <a:lnTo>
                  <a:pt x="65519" y="6108"/>
                </a:lnTo>
                <a:lnTo>
                  <a:pt x="67043" y="9156"/>
                </a:lnTo>
                <a:lnTo>
                  <a:pt x="70091" y="12204"/>
                </a:lnTo>
                <a:lnTo>
                  <a:pt x="70091" y="18300"/>
                </a:lnTo>
                <a:lnTo>
                  <a:pt x="68567" y="19824"/>
                </a:lnTo>
                <a:lnTo>
                  <a:pt x="67043" y="22872"/>
                </a:lnTo>
                <a:lnTo>
                  <a:pt x="54851" y="35064"/>
                </a:lnTo>
                <a:lnTo>
                  <a:pt x="51803" y="36588"/>
                </a:lnTo>
                <a:lnTo>
                  <a:pt x="48755" y="39636"/>
                </a:lnTo>
                <a:lnTo>
                  <a:pt x="45707" y="41160"/>
                </a:lnTo>
                <a:lnTo>
                  <a:pt x="44183" y="44208"/>
                </a:lnTo>
                <a:lnTo>
                  <a:pt x="42659" y="45732"/>
                </a:lnTo>
                <a:lnTo>
                  <a:pt x="41135" y="48780"/>
                </a:lnTo>
                <a:lnTo>
                  <a:pt x="41135" y="53352"/>
                </a:lnTo>
                <a:lnTo>
                  <a:pt x="76187" y="53352"/>
                </a:lnTo>
                <a:lnTo>
                  <a:pt x="76187" y="47256"/>
                </a:lnTo>
                <a:lnTo>
                  <a:pt x="50279" y="47256"/>
                </a:lnTo>
                <a:lnTo>
                  <a:pt x="50279" y="45732"/>
                </a:lnTo>
                <a:lnTo>
                  <a:pt x="51803" y="44208"/>
                </a:lnTo>
                <a:lnTo>
                  <a:pt x="53327" y="44208"/>
                </a:lnTo>
                <a:lnTo>
                  <a:pt x="53327" y="42684"/>
                </a:lnTo>
                <a:lnTo>
                  <a:pt x="56375" y="39636"/>
                </a:lnTo>
                <a:lnTo>
                  <a:pt x="65519" y="33540"/>
                </a:lnTo>
                <a:lnTo>
                  <a:pt x="68567" y="30492"/>
                </a:lnTo>
                <a:lnTo>
                  <a:pt x="70091" y="27444"/>
                </a:lnTo>
                <a:lnTo>
                  <a:pt x="71615" y="25920"/>
                </a:lnTo>
                <a:lnTo>
                  <a:pt x="73139" y="22872"/>
                </a:lnTo>
                <a:lnTo>
                  <a:pt x="74663" y="21348"/>
                </a:lnTo>
                <a:lnTo>
                  <a:pt x="76187" y="18300"/>
                </a:lnTo>
                <a:lnTo>
                  <a:pt x="76187" y="1068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3343643" y="2740151"/>
            <a:ext cx="76200" cy="53340"/>
          </a:xfrm>
          <a:custGeom>
            <a:avLst/>
            <a:gdLst/>
            <a:ahLst/>
            <a:cxnLst/>
            <a:rect l="l" t="t" r="r" b="b"/>
            <a:pathLst>
              <a:path w="76200" h="53339">
                <a:moveTo>
                  <a:pt x="35052" y="33528"/>
                </a:moveTo>
                <a:lnTo>
                  <a:pt x="32004" y="27432"/>
                </a:lnTo>
                <a:lnTo>
                  <a:pt x="30480" y="25908"/>
                </a:lnTo>
                <a:lnTo>
                  <a:pt x="24384" y="22860"/>
                </a:lnTo>
                <a:lnTo>
                  <a:pt x="27432" y="22860"/>
                </a:lnTo>
                <a:lnTo>
                  <a:pt x="28956" y="21336"/>
                </a:lnTo>
                <a:lnTo>
                  <a:pt x="30480" y="18288"/>
                </a:lnTo>
                <a:lnTo>
                  <a:pt x="32004" y="16764"/>
                </a:lnTo>
                <a:lnTo>
                  <a:pt x="32004" y="9144"/>
                </a:lnTo>
                <a:lnTo>
                  <a:pt x="30480" y="6096"/>
                </a:lnTo>
                <a:lnTo>
                  <a:pt x="27432" y="3048"/>
                </a:lnTo>
                <a:lnTo>
                  <a:pt x="21336" y="0"/>
                </a:lnTo>
                <a:lnTo>
                  <a:pt x="12192" y="0"/>
                </a:lnTo>
                <a:lnTo>
                  <a:pt x="7620" y="1524"/>
                </a:lnTo>
                <a:lnTo>
                  <a:pt x="3048" y="6096"/>
                </a:lnTo>
                <a:lnTo>
                  <a:pt x="1524" y="9144"/>
                </a:lnTo>
                <a:lnTo>
                  <a:pt x="0" y="13716"/>
                </a:lnTo>
                <a:lnTo>
                  <a:pt x="6096" y="15240"/>
                </a:lnTo>
                <a:lnTo>
                  <a:pt x="6096" y="12192"/>
                </a:lnTo>
                <a:lnTo>
                  <a:pt x="7620" y="9144"/>
                </a:lnTo>
                <a:lnTo>
                  <a:pt x="9144" y="7620"/>
                </a:lnTo>
                <a:lnTo>
                  <a:pt x="12192" y="6096"/>
                </a:lnTo>
                <a:lnTo>
                  <a:pt x="21336" y="6096"/>
                </a:lnTo>
                <a:lnTo>
                  <a:pt x="25908" y="10668"/>
                </a:lnTo>
                <a:lnTo>
                  <a:pt x="25908" y="15240"/>
                </a:lnTo>
                <a:lnTo>
                  <a:pt x="24384" y="18288"/>
                </a:lnTo>
                <a:lnTo>
                  <a:pt x="22860" y="19812"/>
                </a:lnTo>
                <a:lnTo>
                  <a:pt x="19812" y="19812"/>
                </a:lnTo>
                <a:lnTo>
                  <a:pt x="18288" y="21336"/>
                </a:lnTo>
                <a:lnTo>
                  <a:pt x="13716" y="21336"/>
                </a:lnTo>
                <a:lnTo>
                  <a:pt x="12192" y="27432"/>
                </a:lnTo>
                <a:lnTo>
                  <a:pt x="15240" y="27432"/>
                </a:lnTo>
                <a:lnTo>
                  <a:pt x="16764" y="25908"/>
                </a:lnTo>
                <a:lnTo>
                  <a:pt x="21336" y="25908"/>
                </a:lnTo>
                <a:lnTo>
                  <a:pt x="24384" y="27432"/>
                </a:lnTo>
                <a:lnTo>
                  <a:pt x="27432" y="30480"/>
                </a:lnTo>
                <a:lnTo>
                  <a:pt x="28956" y="33528"/>
                </a:lnTo>
                <a:lnTo>
                  <a:pt x="28956" y="39624"/>
                </a:lnTo>
                <a:lnTo>
                  <a:pt x="27432" y="41148"/>
                </a:lnTo>
                <a:lnTo>
                  <a:pt x="25908" y="44196"/>
                </a:lnTo>
                <a:lnTo>
                  <a:pt x="24384" y="45720"/>
                </a:lnTo>
                <a:lnTo>
                  <a:pt x="21336" y="47244"/>
                </a:lnTo>
                <a:lnTo>
                  <a:pt x="13716" y="47244"/>
                </a:lnTo>
                <a:lnTo>
                  <a:pt x="12192" y="45720"/>
                </a:lnTo>
                <a:lnTo>
                  <a:pt x="9144" y="44196"/>
                </a:lnTo>
                <a:lnTo>
                  <a:pt x="7620" y="42672"/>
                </a:lnTo>
                <a:lnTo>
                  <a:pt x="7620" y="39624"/>
                </a:lnTo>
                <a:lnTo>
                  <a:pt x="6096" y="36576"/>
                </a:lnTo>
                <a:lnTo>
                  <a:pt x="0" y="38100"/>
                </a:lnTo>
                <a:lnTo>
                  <a:pt x="0" y="42672"/>
                </a:lnTo>
                <a:lnTo>
                  <a:pt x="1524" y="45720"/>
                </a:lnTo>
                <a:lnTo>
                  <a:pt x="4572" y="48768"/>
                </a:lnTo>
                <a:lnTo>
                  <a:pt x="9144" y="51816"/>
                </a:lnTo>
                <a:lnTo>
                  <a:pt x="12192" y="53340"/>
                </a:lnTo>
                <a:lnTo>
                  <a:pt x="22860" y="53340"/>
                </a:lnTo>
                <a:lnTo>
                  <a:pt x="25908" y="51816"/>
                </a:lnTo>
                <a:lnTo>
                  <a:pt x="30480" y="48768"/>
                </a:lnTo>
                <a:lnTo>
                  <a:pt x="32004" y="47244"/>
                </a:lnTo>
                <a:lnTo>
                  <a:pt x="33528" y="45720"/>
                </a:lnTo>
                <a:lnTo>
                  <a:pt x="35052" y="41148"/>
                </a:lnTo>
                <a:lnTo>
                  <a:pt x="35052" y="33528"/>
                </a:lnTo>
                <a:close/>
              </a:path>
              <a:path w="76200" h="53339">
                <a:moveTo>
                  <a:pt x="76200" y="35052"/>
                </a:moveTo>
                <a:lnTo>
                  <a:pt x="70104" y="35052"/>
                </a:lnTo>
                <a:lnTo>
                  <a:pt x="70104" y="12192"/>
                </a:lnTo>
                <a:lnTo>
                  <a:pt x="70104" y="0"/>
                </a:lnTo>
                <a:lnTo>
                  <a:pt x="65532" y="0"/>
                </a:lnTo>
                <a:lnTo>
                  <a:pt x="64008" y="2070"/>
                </a:lnTo>
                <a:lnTo>
                  <a:pt x="64008" y="12192"/>
                </a:lnTo>
                <a:lnTo>
                  <a:pt x="64008" y="35052"/>
                </a:lnTo>
                <a:lnTo>
                  <a:pt x="47244" y="35052"/>
                </a:lnTo>
                <a:lnTo>
                  <a:pt x="64008" y="12192"/>
                </a:lnTo>
                <a:lnTo>
                  <a:pt x="64008" y="2070"/>
                </a:lnTo>
                <a:lnTo>
                  <a:pt x="39624" y="35052"/>
                </a:lnTo>
                <a:lnTo>
                  <a:pt x="39624" y="41148"/>
                </a:lnTo>
                <a:lnTo>
                  <a:pt x="64008" y="41148"/>
                </a:lnTo>
                <a:lnTo>
                  <a:pt x="64008" y="53340"/>
                </a:lnTo>
                <a:lnTo>
                  <a:pt x="70104" y="53340"/>
                </a:lnTo>
                <a:lnTo>
                  <a:pt x="70104" y="41148"/>
                </a:lnTo>
                <a:lnTo>
                  <a:pt x="76200" y="41148"/>
                </a:lnTo>
                <a:lnTo>
                  <a:pt x="76200" y="3505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2732531" y="2740151"/>
            <a:ext cx="35560" cy="53340"/>
          </a:xfrm>
          <a:custGeom>
            <a:avLst/>
            <a:gdLst/>
            <a:ahLst/>
            <a:cxnLst/>
            <a:rect l="l" t="t" r="r" b="b"/>
            <a:pathLst>
              <a:path w="35560" h="53339">
                <a:moveTo>
                  <a:pt x="22860" y="53340"/>
                </a:moveTo>
                <a:lnTo>
                  <a:pt x="13716" y="53340"/>
                </a:lnTo>
                <a:lnTo>
                  <a:pt x="9144" y="51816"/>
                </a:lnTo>
                <a:lnTo>
                  <a:pt x="6096" y="48768"/>
                </a:lnTo>
                <a:lnTo>
                  <a:pt x="3048" y="44196"/>
                </a:lnTo>
                <a:lnTo>
                  <a:pt x="0" y="36576"/>
                </a:lnTo>
                <a:lnTo>
                  <a:pt x="0" y="19812"/>
                </a:lnTo>
                <a:lnTo>
                  <a:pt x="3048" y="10668"/>
                </a:lnTo>
                <a:lnTo>
                  <a:pt x="6096" y="4572"/>
                </a:lnTo>
                <a:lnTo>
                  <a:pt x="9144" y="3048"/>
                </a:lnTo>
                <a:lnTo>
                  <a:pt x="10668" y="0"/>
                </a:lnTo>
                <a:lnTo>
                  <a:pt x="24384" y="0"/>
                </a:lnTo>
                <a:lnTo>
                  <a:pt x="25908" y="1524"/>
                </a:lnTo>
                <a:lnTo>
                  <a:pt x="28956" y="3048"/>
                </a:lnTo>
                <a:lnTo>
                  <a:pt x="32004" y="6096"/>
                </a:lnTo>
                <a:lnTo>
                  <a:pt x="15240" y="6096"/>
                </a:lnTo>
                <a:lnTo>
                  <a:pt x="12192" y="7620"/>
                </a:lnTo>
                <a:lnTo>
                  <a:pt x="7620" y="12192"/>
                </a:lnTo>
                <a:lnTo>
                  <a:pt x="6096" y="18288"/>
                </a:lnTo>
                <a:lnTo>
                  <a:pt x="6096" y="35052"/>
                </a:lnTo>
                <a:lnTo>
                  <a:pt x="7620" y="41148"/>
                </a:lnTo>
                <a:lnTo>
                  <a:pt x="10668" y="42672"/>
                </a:lnTo>
                <a:lnTo>
                  <a:pt x="12192" y="45720"/>
                </a:lnTo>
                <a:lnTo>
                  <a:pt x="15240" y="47244"/>
                </a:lnTo>
                <a:lnTo>
                  <a:pt x="31242" y="47244"/>
                </a:lnTo>
                <a:lnTo>
                  <a:pt x="30480" y="48768"/>
                </a:lnTo>
                <a:lnTo>
                  <a:pt x="27432" y="50292"/>
                </a:lnTo>
                <a:lnTo>
                  <a:pt x="25908" y="51816"/>
                </a:lnTo>
                <a:lnTo>
                  <a:pt x="22860" y="53340"/>
                </a:lnTo>
                <a:close/>
              </a:path>
              <a:path w="35560" h="53339">
                <a:moveTo>
                  <a:pt x="31242" y="47244"/>
                </a:moveTo>
                <a:lnTo>
                  <a:pt x="21336" y="47244"/>
                </a:lnTo>
                <a:lnTo>
                  <a:pt x="24384" y="45720"/>
                </a:lnTo>
                <a:lnTo>
                  <a:pt x="25908" y="42672"/>
                </a:lnTo>
                <a:lnTo>
                  <a:pt x="28956" y="41148"/>
                </a:lnTo>
                <a:lnTo>
                  <a:pt x="28956" y="12192"/>
                </a:lnTo>
                <a:lnTo>
                  <a:pt x="25908" y="10668"/>
                </a:lnTo>
                <a:lnTo>
                  <a:pt x="24384" y="7620"/>
                </a:lnTo>
                <a:lnTo>
                  <a:pt x="21336" y="6096"/>
                </a:lnTo>
                <a:lnTo>
                  <a:pt x="32004" y="6096"/>
                </a:lnTo>
                <a:lnTo>
                  <a:pt x="32004" y="9144"/>
                </a:lnTo>
                <a:lnTo>
                  <a:pt x="33528" y="10668"/>
                </a:lnTo>
                <a:lnTo>
                  <a:pt x="35052" y="13716"/>
                </a:lnTo>
                <a:lnTo>
                  <a:pt x="35052" y="38100"/>
                </a:lnTo>
                <a:lnTo>
                  <a:pt x="33528" y="41148"/>
                </a:lnTo>
                <a:lnTo>
                  <a:pt x="32004" y="45720"/>
                </a:lnTo>
                <a:lnTo>
                  <a:pt x="31242" y="4724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2101595" y="2740151"/>
            <a:ext cx="35560" cy="53340"/>
          </a:xfrm>
          <a:custGeom>
            <a:avLst/>
            <a:gdLst/>
            <a:ahLst/>
            <a:cxnLst/>
            <a:rect l="l" t="t" r="r" b="b"/>
            <a:pathLst>
              <a:path w="35560" h="53339">
                <a:moveTo>
                  <a:pt x="21336" y="53340"/>
                </a:moveTo>
                <a:lnTo>
                  <a:pt x="12192" y="53340"/>
                </a:lnTo>
                <a:lnTo>
                  <a:pt x="7620" y="51816"/>
                </a:lnTo>
                <a:lnTo>
                  <a:pt x="4572" y="48768"/>
                </a:lnTo>
                <a:lnTo>
                  <a:pt x="1524" y="44196"/>
                </a:lnTo>
                <a:lnTo>
                  <a:pt x="0" y="36576"/>
                </a:lnTo>
                <a:lnTo>
                  <a:pt x="0" y="15240"/>
                </a:lnTo>
                <a:lnTo>
                  <a:pt x="1524" y="10668"/>
                </a:lnTo>
                <a:lnTo>
                  <a:pt x="4572" y="4572"/>
                </a:lnTo>
                <a:lnTo>
                  <a:pt x="7620" y="3048"/>
                </a:lnTo>
                <a:lnTo>
                  <a:pt x="10668" y="0"/>
                </a:lnTo>
                <a:lnTo>
                  <a:pt x="22860" y="0"/>
                </a:lnTo>
                <a:lnTo>
                  <a:pt x="24384" y="1524"/>
                </a:lnTo>
                <a:lnTo>
                  <a:pt x="27432" y="3048"/>
                </a:lnTo>
                <a:lnTo>
                  <a:pt x="30480" y="6096"/>
                </a:lnTo>
                <a:lnTo>
                  <a:pt x="13716" y="6096"/>
                </a:lnTo>
                <a:lnTo>
                  <a:pt x="10668" y="7620"/>
                </a:lnTo>
                <a:lnTo>
                  <a:pt x="6096" y="12192"/>
                </a:lnTo>
                <a:lnTo>
                  <a:pt x="6096" y="41148"/>
                </a:lnTo>
                <a:lnTo>
                  <a:pt x="9144" y="42672"/>
                </a:lnTo>
                <a:lnTo>
                  <a:pt x="10668" y="45720"/>
                </a:lnTo>
                <a:lnTo>
                  <a:pt x="13716" y="47244"/>
                </a:lnTo>
                <a:lnTo>
                  <a:pt x="30480" y="47244"/>
                </a:lnTo>
                <a:lnTo>
                  <a:pt x="27432" y="50292"/>
                </a:lnTo>
                <a:lnTo>
                  <a:pt x="21336" y="53340"/>
                </a:lnTo>
                <a:close/>
              </a:path>
              <a:path w="35560" h="53339">
                <a:moveTo>
                  <a:pt x="30480" y="47244"/>
                </a:moveTo>
                <a:lnTo>
                  <a:pt x="19812" y="47244"/>
                </a:lnTo>
                <a:lnTo>
                  <a:pt x="22860" y="45720"/>
                </a:lnTo>
                <a:lnTo>
                  <a:pt x="27432" y="41148"/>
                </a:lnTo>
                <a:lnTo>
                  <a:pt x="28956" y="35052"/>
                </a:lnTo>
                <a:lnTo>
                  <a:pt x="28956" y="18288"/>
                </a:lnTo>
                <a:lnTo>
                  <a:pt x="27432" y="12192"/>
                </a:lnTo>
                <a:lnTo>
                  <a:pt x="22860" y="7620"/>
                </a:lnTo>
                <a:lnTo>
                  <a:pt x="19812" y="6096"/>
                </a:lnTo>
                <a:lnTo>
                  <a:pt x="30480" y="6096"/>
                </a:lnTo>
                <a:lnTo>
                  <a:pt x="32004" y="9144"/>
                </a:lnTo>
                <a:lnTo>
                  <a:pt x="32004" y="10668"/>
                </a:lnTo>
                <a:lnTo>
                  <a:pt x="33528" y="13716"/>
                </a:lnTo>
                <a:lnTo>
                  <a:pt x="33528" y="16764"/>
                </a:lnTo>
                <a:lnTo>
                  <a:pt x="35052" y="21336"/>
                </a:lnTo>
                <a:lnTo>
                  <a:pt x="35052" y="32004"/>
                </a:lnTo>
                <a:lnTo>
                  <a:pt x="33528" y="38100"/>
                </a:lnTo>
                <a:lnTo>
                  <a:pt x="32004" y="41148"/>
                </a:lnTo>
                <a:lnTo>
                  <a:pt x="32004" y="45720"/>
                </a:lnTo>
                <a:lnTo>
                  <a:pt x="30480" y="4724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216152" y="2738627"/>
            <a:ext cx="256540" cy="55244"/>
          </a:xfrm>
          <a:custGeom>
            <a:avLst/>
            <a:gdLst/>
            <a:ahLst/>
            <a:cxnLst/>
            <a:rect l="l" t="t" r="r" b="b"/>
            <a:pathLst>
              <a:path w="256540" h="55244">
                <a:moveTo>
                  <a:pt x="42672" y="22860"/>
                </a:moveTo>
                <a:lnTo>
                  <a:pt x="41148" y="18288"/>
                </a:lnTo>
                <a:lnTo>
                  <a:pt x="39624" y="15240"/>
                </a:lnTo>
                <a:lnTo>
                  <a:pt x="39624" y="10668"/>
                </a:lnTo>
                <a:lnTo>
                  <a:pt x="36576" y="7620"/>
                </a:lnTo>
                <a:lnTo>
                  <a:pt x="36576" y="21336"/>
                </a:lnTo>
                <a:lnTo>
                  <a:pt x="36576" y="32004"/>
                </a:lnTo>
                <a:lnTo>
                  <a:pt x="35052" y="35052"/>
                </a:lnTo>
                <a:lnTo>
                  <a:pt x="35052" y="38100"/>
                </a:lnTo>
                <a:lnTo>
                  <a:pt x="33528" y="41148"/>
                </a:lnTo>
                <a:lnTo>
                  <a:pt x="27432" y="47244"/>
                </a:lnTo>
                <a:lnTo>
                  <a:pt x="25908" y="47244"/>
                </a:lnTo>
                <a:lnTo>
                  <a:pt x="24384" y="48768"/>
                </a:lnTo>
                <a:lnTo>
                  <a:pt x="6096" y="48768"/>
                </a:lnTo>
                <a:lnTo>
                  <a:pt x="6096" y="7620"/>
                </a:lnTo>
                <a:lnTo>
                  <a:pt x="24384" y="7620"/>
                </a:lnTo>
                <a:lnTo>
                  <a:pt x="25908" y="9144"/>
                </a:lnTo>
                <a:lnTo>
                  <a:pt x="28956" y="9144"/>
                </a:lnTo>
                <a:lnTo>
                  <a:pt x="32004" y="12192"/>
                </a:lnTo>
                <a:lnTo>
                  <a:pt x="36576" y="21336"/>
                </a:lnTo>
                <a:lnTo>
                  <a:pt x="36576" y="7620"/>
                </a:lnTo>
                <a:lnTo>
                  <a:pt x="33528" y="6096"/>
                </a:lnTo>
                <a:lnTo>
                  <a:pt x="32004" y="4572"/>
                </a:lnTo>
                <a:lnTo>
                  <a:pt x="25908" y="1524"/>
                </a:lnTo>
                <a:lnTo>
                  <a:pt x="0" y="1524"/>
                </a:lnTo>
                <a:lnTo>
                  <a:pt x="0" y="54864"/>
                </a:lnTo>
                <a:lnTo>
                  <a:pt x="24384" y="54864"/>
                </a:lnTo>
                <a:lnTo>
                  <a:pt x="25908" y="53340"/>
                </a:lnTo>
                <a:lnTo>
                  <a:pt x="28956" y="53340"/>
                </a:lnTo>
                <a:lnTo>
                  <a:pt x="32004" y="50292"/>
                </a:lnTo>
                <a:lnTo>
                  <a:pt x="35052" y="50292"/>
                </a:lnTo>
                <a:lnTo>
                  <a:pt x="36576" y="48768"/>
                </a:lnTo>
                <a:lnTo>
                  <a:pt x="38100" y="45720"/>
                </a:lnTo>
                <a:lnTo>
                  <a:pt x="38100" y="44196"/>
                </a:lnTo>
                <a:lnTo>
                  <a:pt x="41148" y="38100"/>
                </a:lnTo>
                <a:lnTo>
                  <a:pt x="41148" y="35052"/>
                </a:lnTo>
                <a:lnTo>
                  <a:pt x="42672" y="32004"/>
                </a:lnTo>
                <a:lnTo>
                  <a:pt x="42672" y="22860"/>
                </a:lnTo>
                <a:close/>
              </a:path>
              <a:path w="256540" h="55244">
                <a:moveTo>
                  <a:pt x="59423" y="48780"/>
                </a:moveTo>
                <a:lnTo>
                  <a:pt x="53327" y="48780"/>
                </a:lnTo>
                <a:lnTo>
                  <a:pt x="53327" y="54876"/>
                </a:lnTo>
                <a:lnTo>
                  <a:pt x="59423" y="54876"/>
                </a:lnTo>
                <a:lnTo>
                  <a:pt x="59423" y="48780"/>
                </a:lnTo>
                <a:close/>
              </a:path>
              <a:path w="256540" h="55244">
                <a:moveTo>
                  <a:pt x="59423" y="15252"/>
                </a:moveTo>
                <a:lnTo>
                  <a:pt x="53327" y="15252"/>
                </a:lnTo>
                <a:lnTo>
                  <a:pt x="53327" y="21348"/>
                </a:lnTo>
                <a:lnTo>
                  <a:pt x="59423" y="21348"/>
                </a:lnTo>
                <a:lnTo>
                  <a:pt x="59423" y="15252"/>
                </a:lnTo>
                <a:close/>
              </a:path>
              <a:path w="256540" h="55244">
                <a:moveTo>
                  <a:pt x="131051" y="1524"/>
                </a:moveTo>
                <a:lnTo>
                  <a:pt x="95999" y="1524"/>
                </a:lnTo>
                <a:lnTo>
                  <a:pt x="95999" y="54864"/>
                </a:lnTo>
                <a:lnTo>
                  <a:pt x="102095" y="54864"/>
                </a:lnTo>
                <a:lnTo>
                  <a:pt x="102095" y="30480"/>
                </a:lnTo>
                <a:lnTo>
                  <a:pt x="126479" y="30480"/>
                </a:lnTo>
                <a:lnTo>
                  <a:pt x="126479" y="24384"/>
                </a:lnTo>
                <a:lnTo>
                  <a:pt x="102095" y="24384"/>
                </a:lnTo>
                <a:lnTo>
                  <a:pt x="102095" y="7620"/>
                </a:lnTo>
                <a:lnTo>
                  <a:pt x="131051" y="7620"/>
                </a:lnTo>
                <a:lnTo>
                  <a:pt x="131051" y="1524"/>
                </a:lnTo>
                <a:close/>
              </a:path>
              <a:path w="256540" h="55244">
                <a:moveTo>
                  <a:pt x="147815" y="0"/>
                </a:moveTo>
                <a:lnTo>
                  <a:pt x="140195" y="0"/>
                </a:lnTo>
                <a:lnTo>
                  <a:pt x="140195" y="54864"/>
                </a:lnTo>
                <a:lnTo>
                  <a:pt x="147815" y="54864"/>
                </a:lnTo>
                <a:lnTo>
                  <a:pt x="147815" y="0"/>
                </a:lnTo>
                <a:close/>
              </a:path>
              <a:path w="256540" h="55244">
                <a:moveTo>
                  <a:pt x="190487" y="27444"/>
                </a:moveTo>
                <a:lnTo>
                  <a:pt x="188963" y="22872"/>
                </a:lnTo>
                <a:lnTo>
                  <a:pt x="186931" y="19824"/>
                </a:lnTo>
                <a:lnTo>
                  <a:pt x="185915" y="18300"/>
                </a:lnTo>
                <a:lnTo>
                  <a:pt x="184391" y="16776"/>
                </a:lnTo>
                <a:lnTo>
                  <a:pt x="184391" y="28968"/>
                </a:lnTo>
                <a:lnTo>
                  <a:pt x="184391" y="38112"/>
                </a:lnTo>
                <a:lnTo>
                  <a:pt x="182867" y="42684"/>
                </a:lnTo>
                <a:lnTo>
                  <a:pt x="176771" y="48780"/>
                </a:lnTo>
                <a:lnTo>
                  <a:pt x="169151" y="48780"/>
                </a:lnTo>
                <a:lnTo>
                  <a:pt x="166103" y="47256"/>
                </a:lnTo>
                <a:lnTo>
                  <a:pt x="164579" y="44208"/>
                </a:lnTo>
                <a:lnTo>
                  <a:pt x="163055" y="42684"/>
                </a:lnTo>
                <a:lnTo>
                  <a:pt x="161531" y="38112"/>
                </a:lnTo>
                <a:lnTo>
                  <a:pt x="161531" y="28968"/>
                </a:lnTo>
                <a:lnTo>
                  <a:pt x="164579" y="22872"/>
                </a:lnTo>
                <a:lnTo>
                  <a:pt x="166103" y="21348"/>
                </a:lnTo>
                <a:lnTo>
                  <a:pt x="169151" y="19824"/>
                </a:lnTo>
                <a:lnTo>
                  <a:pt x="176771" y="19824"/>
                </a:lnTo>
                <a:lnTo>
                  <a:pt x="178295" y="21348"/>
                </a:lnTo>
                <a:lnTo>
                  <a:pt x="181343" y="22872"/>
                </a:lnTo>
                <a:lnTo>
                  <a:pt x="184391" y="28968"/>
                </a:lnTo>
                <a:lnTo>
                  <a:pt x="184391" y="16776"/>
                </a:lnTo>
                <a:lnTo>
                  <a:pt x="182867" y="15252"/>
                </a:lnTo>
                <a:lnTo>
                  <a:pt x="178295" y="13728"/>
                </a:lnTo>
                <a:lnTo>
                  <a:pt x="167627" y="13728"/>
                </a:lnTo>
                <a:lnTo>
                  <a:pt x="164579" y="15252"/>
                </a:lnTo>
                <a:lnTo>
                  <a:pt x="161531" y="18300"/>
                </a:lnTo>
                <a:lnTo>
                  <a:pt x="156959" y="21348"/>
                </a:lnTo>
                <a:lnTo>
                  <a:pt x="155435" y="27444"/>
                </a:lnTo>
                <a:lnTo>
                  <a:pt x="155435" y="41160"/>
                </a:lnTo>
                <a:lnTo>
                  <a:pt x="156959" y="45732"/>
                </a:lnTo>
                <a:lnTo>
                  <a:pt x="160007" y="48780"/>
                </a:lnTo>
                <a:lnTo>
                  <a:pt x="163055" y="53352"/>
                </a:lnTo>
                <a:lnTo>
                  <a:pt x="167627" y="54876"/>
                </a:lnTo>
                <a:lnTo>
                  <a:pt x="176771" y="54876"/>
                </a:lnTo>
                <a:lnTo>
                  <a:pt x="179819" y="53352"/>
                </a:lnTo>
                <a:lnTo>
                  <a:pt x="181343" y="51828"/>
                </a:lnTo>
                <a:lnTo>
                  <a:pt x="187439" y="48780"/>
                </a:lnTo>
                <a:lnTo>
                  <a:pt x="187439" y="45732"/>
                </a:lnTo>
                <a:lnTo>
                  <a:pt x="188963" y="42684"/>
                </a:lnTo>
                <a:lnTo>
                  <a:pt x="190487" y="38112"/>
                </a:lnTo>
                <a:lnTo>
                  <a:pt x="190487" y="27444"/>
                </a:lnTo>
                <a:close/>
              </a:path>
              <a:path w="256540" h="55244">
                <a:moveTo>
                  <a:pt x="233172" y="54864"/>
                </a:moveTo>
                <a:lnTo>
                  <a:pt x="231648" y="53340"/>
                </a:lnTo>
                <a:lnTo>
                  <a:pt x="231648" y="50292"/>
                </a:lnTo>
                <a:lnTo>
                  <a:pt x="231648" y="48768"/>
                </a:lnTo>
                <a:lnTo>
                  <a:pt x="231648" y="35052"/>
                </a:lnTo>
                <a:lnTo>
                  <a:pt x="231648" y="25908"/>
                </a:lnTo>
                <a:lnTo>
                  <a:pt x="230124" y="22860"/>
                </a:lnTo>
                <a:lnTo>
                  <a:pt x="230124" y="19812"/>
                </a:lnTo>
                <a:lnTo>
                  <a:pt x="230124" y="18288"/>
                </a:lnTo>
                <a:lnTo>
                  <a:pt x="228600" y="18288"/>
                </a:lnTo>
                <a:lnTo>
                  <a:pt x="225552" y="15240"/>
                </a:lnTo>
                <a:lnTo>
                  <a:pt x="224028" y="15240"/>
                </a:lnTo>
                <a:lnTo>
                  <a:pt x="222504" y="13716"/>
                </a:lnTo>
                <a:lnTo>
                  <a:pt x="210312" y="13716"/>
                </a:lnTo>
                <a:lnTo>
                  <a:pt x="207264" y="15240"/>
                </a:lnTo>
                <a:lnTo>
                  <a:pt x="205740" y="15240"/>
                </a:lnTo>
                <a:lnTo>
                  <a:pt x="202692" y="16764"/>
                </a:lnTo>
                <a:lnTo>
                  <a:pt x="201168" y="18288"/>
                </a:lnTo>
                <a:lnTo>
                  <a:pt x="201168" y="19812"/>
                </a:lnTo>
                <a:lnTo>
                  <a:pt x="199644" y="22860"/>
                </a:lnTo>
                <a:lnTo>
                  <a:pt x="199644" y="25908"/>
                </a:lnTo>
                <a:lnTo>
                  <a:pt x="205740" y="27432"/>
                </a:lnTo>
                <a:lnTo>
                  <a:pt x="205740" y="24384"/>
                </a:lnTo>
                <a:lnTo>
                  <a:pt x="210312" y="19812"/>
                </a:lnTo>
                <a:lnTo>
                  <a:pt x="220980" y="19812"/>
                </a:lnTo>
                <a:lnTo>
                  <a:pt x="225552" y="24384"/>
                </a:lnTo>
                <a:lnTo>
                  <a:pt x="225552" y="28956"/>
                </a:lnTo>
                <a:lnTo>
                  <a:pt x="225552" y="35052"/>
                </a:lnTo>
                <a:lnTo>
                  <a:pt x="225552" y="39624"/>
                </a:lnTo>
                <a:lnTo>
                  <a:pt x="224028" y="41148"/>
                </a:lnTo>
                <a:lnTo>
                  <a:pt x="224028" y="42672"/>
                </a:lnTo>
                <a:lnTo>
                  <a:pt x="219456" y="47244"/>
                </a:lnTo>
                <a:lnTo>
                  <a:pt x="216408" y="47244"/>
                </a:lnTo>
                <a:lnTo>
                  <a:pt x="214884" y="48768"/>
                </a:lnTo>
                <a:lnTo>
                  <a:pt x="208788" y="48768"/>
                </a:lnTo>
                <a:lnTo>
                  <a:pt x="207264" y="47244"/>
                </a:lnTo>
                <a:lnTo>
                  <a:pt x="205740" y="47244"/>
                </a:lnTo>
                <a:lnTo>
                  <a:pt x="204216" y="45720"/>
                </a:lnTo>
                <a:lnTo>
                  <a:pt x="204216" y="39624"/>
                </a:lnTo>
                <a:lnTo>
                  <a:pt x="205740" y="39624"/>
                </a:lnTo>
                <a:lnTo>
                  <a:pt x="205740" y="38100"/>
                </a:lnTo>
                <a:lnTo>
                  <a:pt x="210312" y="38100"/>
                </a:lnTo>
                <a:lnTo>
                  <a:pt x="213360" y="36576"/>
                </a:lnTo>
                <a:lnTo>
                  <a:pt x="217932" y="36576"/>
                </a:lnTo>
                <a:lnTo>
                  <a:pt x="222504" y="35052"/>
                </a:lnTo>
                <a:lnTo>
                  <a:pt x="225552" y="35052"/>
                </a:lnTo>
                <a:lnTo>
                  <a:pt x="225552" y="28956"/>
                </a:lnTo>
                <a:lnTo>
                  <a:pt x="222504" y="28956"/>
                </a:lnTo>
                <a:lnTo>
                  <a:pt x="217932" y="30480"/>
                </a:lnTo>
                <a:lnTo>
                  <a:pt x="213360" y="30480"/>
                </a:lnTo>
                <a:lnTo>
                  <a:pt x="210312" y="32004"/>
                </a:lnTo>
                <a:lnTo>
                  <a:pt x="205740" y="32004"/>
                </a:lnTo>
                <a:lnTo>
                  <a:pt x="204216" y="33528"/>
                </a:lnTo>
                <a:lnTo>
                  <a:pt x="202692" y="33528"/>
                </a:lnTo>
                <a:lnTo>
                  <a:pt x="198120" y="38100"/>
                </a:lnTo>
                <a:lnTo>
                  <a:pt x="198120" y="48768"/>
                </a:lnTo>
                <a:lnTo>
                  <a:pt x="202692" y="53340"/>
                </a:lnTo>
                <a:lnTo>
                  <a:pt x="205740" y="54864"/>
                </a:lnTo>
                <a:lnTo>
                  <a:pt x="216408" y="54864"/>
                </a:lnTo>
                <a:lnTo>
                  <a:pt x="217932" y="53340"/>
                </a:lnTo>
                <a:lnTo>
                  <a:pt x="220980" y="53340"/>
                </a:lnTo>
                <a:lnTo>
                  <a:pt x="222504" y="51816"/>
                </a:lnTo>
                <a:lnTo>
                  <a:pt x="225552" y="50292"/>
                </a:lnTo>
                <a:lnTo>
                  <a:pt x="225552" y="53340"/>
                </a:lnTo>
                <a:lnTo>
                  <a:pt x="227076" y="54864"/>
                </a:lnTo>
                <a:lnTo>
                  <a:pt x="233172" y="54864"/>
                </a:lnTo>
                <a:close/>
              </a:path>
              <a:path w="256540" h="55244">
                <a:moveTo>
                  <a:pt x="256032" y="53352"/>
                </a:moveTo>
                <a:lnTo>
                  <a:pt x="254508" y="48780"/>
                </a:lnTo>
                <a:lnTo>
                  <a:pt x="249936" y="48780"/>
                </a:lnTo>
                <a:lnTo>
                  <a:pt x="248412" y="47256"/>
                </a:lnTo>
                <a:lnTo>
                  <a:pt x="248412" y="21348"/>
                </a:lnTo>
                <a:lnTo>
                  <a:pt x="254508" y="21348"/>
                </a:lnTo>
                <a:lnTo>
                  <a:pt x="254508" y="15252"/>
                </a:lnTo>
                <a:lnTo>
                  <a:pt x="248412" y="15252"/>
                </a:lnTo>
                <a:lnTo>
                  <a:pt x="248412" y="1536"/>
                </a:lnTo>
                <a:lnTo>
                  <a:pt x="242316" y="6108"/>
                </a:lnTo>
                <a:lnTo>
                  <a:pt x="242316" y="15252"/>
                </a:lnTo>
                <a:lnTo>
                  <a:pt x="237744" y="15252"/>
                </a:lnTo>
                <a:lnTo>
                  <a:pt x="237744" y="21348"/>
                </a:lnTo>
                <a:lnTo>
                  <a:pt x="242316" y="21348"/>
                </a:lnTo>
                <a:lnTo>
                  <a:pt x="242316" y="50304"/>
                </a:lnTo>
                <a:lnTo>
                  <a:pt x="243840" y="51828"/>
                </a:lnTo>
                <a:lnTo>
                  <a:pt x="243840" y="53352"/>
                </a:lnTo>
                <a:lnTo>
                  <a:pt x="245364" y="53352"/>
                </a:lnTo>
                <a:lnTo>
                  <a:pt x="246888" y="54876"/>
                </a:lnTo>
                <a:lnTo>
                  <a:pt x="254508" y="54876"/>
                </a:lnTo>
                <a:lnTo>
                  <a:pt x="256032" y="5335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3980688" y="2891027"/>
            <a:ext cx="71755" cy="53975"/>
          </a:xfrm>
          <a:custGeom>
            <a:avLst/>
            <a:gdLst/>
            <a:ahLst/>
            <a:cxnLst/>
            <a:rect l="l" t="t" r="r" b="b"/>
            <a:pathLst>
              <a:path w="71754" h="53975">
                <a:moveTo>
                  <a:pt x="19812" y="0"/>
                </a:moveTo>
                <a:lnTo>
                  <a:pt x="15240" y="0"/>
                </a:lnTo>
                <a:lnTo>
                  <a:pt x="13716" y="1524"/>
                </a:lnTo>
                <a:lnTo>
                  <a:pt x="12192" y="4572"/>
                </a:lnTo>
                <a:lnTo>
                  <a:pt x="9144" y="6096"/>
                </a:lnTo>
                <a:lnTo>
                  <a:pt x="6096" y="9144"/>
                </a:lnTo>
                <a:lnTo>
                  <a:pt x="0" y="12192"/>
                </a:lnTo>
                <a:lnTo>
                  <a:pt x="0" y="18288"/>
                </a:lnTo>
                <a:lnTo>
                  <a:pt x="1524" y="18288"/>
                </a:lnTo>
                <a:lnTo>
                  <a:pt x="4572" y="16764"/>
                </a:lnTo>
                <a:lnTo>
                  <a:pt x="6096" y="15240"/>
                </a:lnTo>
                <a:lnTo>
                  <a:pt x="12192" y="12192"/>
                </a:lnTo>
                <a:lnTo>
                  <a:pt x="13716" y="10668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71754" h="53975">
                <a:moveTo>
                  <a:pt x="71615" y="16776"/>
                </a:moveTo>
                <a:lnTo>
                  <a:pt x="68567" y="10680"/>
                </a:lnTo>
                <a:lnTo>
                  <a:pt x="68567" y="7632"/>
                </a:lnTo>
                <a:lnTo>
                  <a:pt x="67043" y="6108"/>
                </a:lnTo>
                <a:lnTo>
                  <a:pt x="65519" y="3060"/>
                </a:lnTo>
                <a:lnTo>
                  <a:pt x="65519" y="18300"/>
                </a:lnTo>
                <a:lnTo>
                  <a:pt x="65519" y="35064"/>
                </a:lnTo>
                <a:lnTo>
                  <a:pt x="63995" y="39636"/>
                </a:lnTo>
                <a:lnTo>
                  <a:pt x="62471" y="42684"/>
                </a:lnTo>
                <a:lnTo>
                  <a:pt x="59423" y="45732"/>
                </a:lnTo>
                <a:lnTo>
                  <a:pt x="56375" y="47256"/>
                </a:lnTo>
                <a:lnTo>
                  <a:pt x="50279" y="47256"/>
                </a:lnTo>
                <a:lnTo>
                  <a:pt x="47231" y="45732"/>
                </a:lnTo>
                <a:lnTo>
                  <a:pt x="44183" y="39636"/>
                </a:lnTo>
                <a:lnTo>
                  <a:pt x="42659" y="35064"/>
                </a:lnTo>
                <a:lnTo>
                  <a:pt x="42659" y="18300"/>
                </a:lnTo>
                <a:lnTo>
                  <a:pt x="44183" y="12204"/>
                </a:lnTo>
                <a:lnTo>
                  <a:pt x="47231" y="6108"/>
                </a:lnTo>
                <a:lnTo>
                  <a:pt x="59423" y="6108"/>
                </a:lnTo>
                <a:lnTo>
                  <a:pt x="62471" y="9156"/>
                </a:lnTo>
                <a:lnTo>
                  <a:pt x="63995" y="12204"/>
                </a:lnTo>
                <a:lnTo>
                  <a:pt x="65519" y="18300"/>
                </a:lnTo>
                <a:lnTo>
                  <a:pt x="65519" y="3060"/>
                </a:lnTo>
                <a:lnTo>
                  <a:pt x="63995" y="1536"/>
                </a:lnTo>
                <a:lnTo>
                  <a:pt x="62471" y="1536"/>
                </a:lnTo>
                <a:lnTo>
                  <a:pt x="59423" y="12"/>
                </a:lnTo>
                <a:lnTo>
                  <a:pt x="47231" y="12"/>
                </a:lnTo>
                <a:lnTo>
                  <a:pt x="41135" y="3060"/>
                </a:lnTo>
                <a:lnTo>
                  <a:pt x="39611" y="6108"/>
                </a:lnTo>
                <a:lnTo>
                  <a:pt x="36563" y="15252"/>
                </a:lnTo>
                <a:lnTo>
                  <a:pt x="36563" y="36588"/>
                </a:lnTo>
                <a:lnTo>
                  <a:pt x="38087" y="42684"/>
                </a:lnTo>
                <a:lnTo>
                  <a:pt x="41135" y="48780"/>
                </a:lnTo>
                <a:lnTo>
                  <a:pt x="44183" y="51828"/>
                </a:lnTo>
                <a:lnTo>
                  <a:pt x="48755" y="53352"/>
                </a:lnTo>
                <a:lnTo>
                  <a:pt x="57899" y="53352"/>
                </a:lnTo>
                <a:lnTo>
                  <a:pt x="63995" y="50304"/>
                </a:lnTo>
                <a:lnTo>
                  <a:pt x="67043" y="47256"/>
                </a:lnTo>
                <a:lnTo>
                  <a:pt x="68567" y="45732"/>
                </a:lnTo>
                <a:lnTo>
                  <a:pt x="70091" y="41160"/>
                </a:lnTo>
                <a:lnTo>
                  <a:pt x="70091" y="36588"/>
                </a:lnTo>
                <a:lnTo>
                  <a:pt x="71615" y="32016"/>
                </a:lnTo>
                <a:lnTo>
                  <a:pt x="71615" y="1677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3364992" y="2891028"/>
            <a:ext cx="35560" cy="53340"/>
          </a:xfrm>
          <a:custGeom>
            <a:avLst/>
            <a:gdLst/>
            <a:ahLst/>
            <a:cxnLst/>
            <a:rect l="l" t="t" r="r" b="b"/>
            <a:pathLst>
              <a:path w="35560" h="53339">
                <a:moveTo>
                  <a:pt x="18288" y="35052"/>
                </a:moveTo>
                <a:lnTo>
                  <a:pt x="10668" y="35052"/>
                </a:lnTo>
                <a:lnTo>
                  <a:pt x="7620" y="33528"/>
                </a:lnTo>
                <a:lnTo>
                  <a:pt x="4572" y="28956"/>
                </a:lnTo>
                <a:lnTo>
                  <a:pt x="1524" y="25908"/>
                </a:lnTo>
                <a:lnTo>
                  <a:pt x="0" y="22860"/>
                </a:lnTo>
                <a:lnTo>
                  <a:pt x="0" y="12192"/>
                </a:lnTo>
                <a:lnTo>
                  <a:pt x="1524" y="7620"/>
                </a:lnTo>
                <a:lnTo>
                  <a:pt x="7620" y="1524"/>
                </a:lnTo>
                <a:lnTo>
                  <a:pt x="10668" y="0"/>
                </a:lnTo>
                <a:lnTo>
                  <a:pt x="22860" y="0"/>
                </a:lnTo>
                <a:lnTo>
                  <a:pt x="25908" y="1524"/>
                </a:lnTo>
                <a:lnTo>
                  <a:pt x="30480" y="6096"/>
                </a:lnTo>
                <a:lnTo>
                  <a:pt x="10668" y="6096"/>
                </a:lnTo>
                <a:lnTo>
                  <a:pt x="9144" y="9144"/>
                </a:lnTo>
                <a:lnTo>
                  <a:pt x="6096" y="10668"/>
                </a:lnTo>
                <a:lnTo>
                  <a:pt x="6096" y="22860"/>
                </a:lnTo>
                <a:lnTo>
                  <a:pt x="10668" y="27432"/>
                </a:lnTo>
                <a:lnTo>
                  <a:pt x="13716" y="28956"/>
                </a:lnTo>
                <a:lnTo>
                  <a:pt x="27432" y="28956"/>
                </a:lnTo>
                <a:lnTo>
                  <a:pt x="25908" y="30480"/>
                </a:lnTo>
                <a:lnTo>
                  <a:pt x="22860" y="32004"/>
                </a:lnTo>
                <a:lnTo>
                  <a:pt x="21336" y="33528"/>
                </a:lnTo>
                <a:lnTo>
                  <a:pt x="18288" y="35052"/>
                </a:lnTo>
                <a:close/>
              </a:path>
              <a:path w="35560" h="53339">
                <a:moveTo>
                  <a:pt x="27432" y="28956"/>
                </a:moveTo>
                <a:lnTo>
                  <a:pt x="19812" y="28956"/>
                </a:lnTo>
                <a:lnTo>
                  <a:pt x="25908" y="25908"/>
                </a:lnTo>
                <a:lnTo>
                  <a:pt x="28956" y="19812"/>
                </a:lnTo>
                <a:lnTo>
                  <a:pt x="28956" y="13716"/>
                </a:lnTo>
                <a:lnTo>
                  <a:pt x="27432" y="10668"/>
                </a:lnTo>
                <a:lnTo>
                  <a:pt x="22860" y="6096"/>
                </a:lnTo>
                <a:lnTo>
                  <a:pt x="30480" y="6096"/>
                </a:lnTo>
                <a:lnTo>
                  <a:pt x="32004" y="9144"/>
                </a:lnTo>
                <a:lnTo>
                  <a:pt x="35052" y="18288"/>
                </a:lnTo>
                <a:lnTo>
                  <a:pt x="35052" y="27432"/>
                </a:lnTo>
                <a:lnTo>
                  <a:pt x="28956" y="27432"/>
                </a:lnTo>
                <a:lnTo>
                  <a:pt x="27432" y="28956"/>
                </a:lnTo>
                <a:close/>
              </a:path>
              <a:path w="35560" h="53339">
                <a:moveTo>
                  <a:pt x="28956" y="47244"/>
                </a:moveTo>
                <a:lnTo>
                  <a:pt x="18288" y="47244"/>
                </a:lnTo>
                <a:lnTo>
                  <a:pt x="19812" y="45720"/>
                </a:lnTo>
                <a:lnTo>
                  <a:pt x="21336" y="45720"/>
                </a:lnTo>
                <a:lnTo>
                  <a:pt x="24384" y="42672"/>
                </a:lnTo>
                <a:lnTo>
                  <a:pt x="25908" y="42672"/>
                </a:lnTo>
                <a:lnTo>
                  <a:pt x="25908" y="41148"/>
                </a:lnTo>
                <a:lnTo>
                  <a:pt x="27432" y="38100"/>
                </a:lnTo>
                <a:lnTo>
                  <a:pt x="27432" y="33528"/>
                </a:lnTo>
                <a:lnTo>
                  <a:pt x="28956" y="32004"/>
                </a:lnTo>
                <a:lnTo>
                  <a:pt x="28956" y="27432"/>
                </a:lnTo>
                <a:lnTo>
                  <a:pt x="35052" y="27432"/>
                </a:lnTo>
                <a:lnTo>
                  <a:pt x="35052" y="32004"/>
                </a:lnTo>
                <a:lnTo>
                  <a:pt x="32004" y="41148"/>
                </a:lnTo>
                <a:lnTo>
                  <a:pt x="28956" y="47244"/>
                </a:lnTo>
                <a:close/>
              </a:path>
              <a:path w="35560" h="53339">
                <a:moveTo>
                  <a:pt x="19812" y="53340"/>
                </a:moveTo>
                <a:lnTo>
                  <a:pt x="12192" y="53340"/>
                </a:lnTo>
                <a:lnTo>
                  <a:pt x="7620" y="51816"/>
                </a:lnTo>
                <a:lnTo>
                  <a:pt x="6096" y="48768"/>
                </a:lnTo>
                <a:lnTo>
                  <a:pt x="3048" y="47244"/>
                </a:lnTo>
                <a:lnTo>
                  <a:pt x="1524" y="42672"/>
                </a:lnTo>
                <a:lnTo>
                  <a:pt x="1524" y="39624"/>
                </a:lnTo>
                <a:lnTo>
                  <a:pt x="7620" y="39624"/>
                </a:lnTo>
                <a:lnTo>
                  <a:pt x="7620" y="41148"/>
                </a:lnTo>
                <a:lnTo>
                  <a:pt x="9144" y="44196"/>
                </a:lnTo>
                <a:lnTo>
                  <a:pt x="10668" y="44196"/>
                </a:lnTo>
                <a:lnTo>
                  <a:pt x="13716" y="47244"/>
                </a:lnTo>
                <a:lnTo>
                  <a:pt x="28956" y="47244"/>
                </a:lnTo>
                <a:lnTo>
                  <a:pt x="25908" y="50292"/>
                </a:lnTo>
                <a:lnTo>
                  <a:pt x="19812" y="5334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2717279" y="2891027"/>
            <a:ext cx="71755" cy="53975"/>
          </a:xfrm>
          <a:custGeom>
            <a:avLst/>
            <a:gdLst/>
            <a:ahLst/>
            <a:cxnLst/>
            <a:rect l="l" t="t" r="r" b="b"/>
            <a:pathLst>
              <a:path w="71755" h="53975">
                <a:moveTo>
                  <a:pt x="19812" y="0"/>
                </a:moveTo>
                <a:lnTo>
                  <a:pt x="15240" y="0"/>
                </a:lnTo>
                <a:lnTo>
                  <a:pt x="13716" y="1524"/>
                </a:lnTo>
                <a:lnTo>
                  <a:pt x="12192" y="4572"/>
                </a:lnTo>
                <a:lnTo>
                  <a:pt x="9144" y="6096"/>
                </a:lnTo>
                <a:lnTo>
                  <a:pt x="6096" y="9144"/>
                </a:lnTo>
                <a:lnTo>
                  <a:pt x="0" y="12192"/>
                </a:lnTo>
                <a:lnTo>
                  <a:pt x="0" y="18288"/>
                </a:lnTo>
                <a:lnTo>
                  <a:pt x="1524" y="18288"/>
                </a:lnTo>
                <a:lnTo>
                  <a:pt x="7620" y="15240"/>
                </a:lnTo>
                <a:lnTo>
                  <a:pt x="9144" y="13716"/>
                </a:lnTo>
                <a:lnTo>
                  <a:pt x="12192" y="12192"/>
                </a:lnTo>
                <a:lnTo>
                  <a:pt x="13716" y="10668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71755" h="53975">
                <a:moveTo>
                  <a:pt x="71640" y="32016"/>
                </a:moveTo>
                <a:lnTo>
                  <a:pt x="70116" y="28968"/>
                </a:lnTo>
                <a:lnTo>
                  <a:pt x="68592" y="27444"/>
                </a:lnTo>
                <a:lnTo>
                  <a:pt x="67830" y="25920"/>
                </a:lnTo>
                <a:lnTo>
                  <a:pt x="67068" y="24396"/>
                </a:lnTo>
                <a:lnTo>
                  <a:pt x="64020" y="24396"/>
                </a:lnTo>
                <a:lnTo>
                  <a:pt x="60972" y="22872"/>
                </a:lnTo>
                <a:lnTo>
                  <a:pt x="64020" y="21348"/>
                </a:lnTo>
                <a:lnTo>
                  <a:pt x="68592" y="16776"/>
                </a:lnTo>
                <a:lnTo>
                  <a:pt x="68592" y="10680"/>
                </a:lnTo>
                <a:lnTo>
                  <a:pt x="67068" y="7632"/>
                </a:lnTo>
                <a:lnTo>
                  <a:pt x="67068" y="6108"/>
                </a:lnTo>
                <a:lnTo>
                  <a:pt x="64020" y="3060"/>
                </a:lnTo>
                <a:lnTo>
                  <a:pt x="57924" y="12"/>
                </a:lnTo>
                <a:lnTo>
                  <a:pt x="44208" y="12"/>
                </a:lnTo>
                <a:lnTo>
                  <a:pt x="42684" y="3060"/>
                </a:lnTo>
                <a:lnTo>
                  <a:pt x="39636" y="4584"/>
                </a:lnTo>
                <a:lnTo>
                  <a:pt x="36588" y="9156"/>
                </a:lnTo>
                <a:lnTo>
                  <a:pt x="36588" y="13728"/>
                </a:lnTo>
                <a:lnTo>
                  <a:pt x="42684" y="15252"/>
                </a:lnTo>
                <a:lnTo>
                  <a:pt x="42684" y="12204"/>
                </a:lnTo>
                <a:lnTo>
                  <a:pt x="44208" y="9156"/>
                </a:lnTo>
                <a:lnTo>
                  <a:pt x="47256" y="6108"/>
                </a:lnTo>
                <a:lnTo>
                  <a:pt x="57924" y="6108"/>
                </a:lnTo>
                <a:lnTo>
                  <a:pt x="62496" y="10680"/>
                </a:lnTo>
                <a:lnTo>
                  <a:pt x="62496" y="15252"/>
                </a:lnTo>
                <a:lnTo>
                  <a:pt x="59448" y="18300"/>
                </a:lnTo>
                <a:lnTo>
                  <a:pt x="53352" y="21348"/>
                </a:lnTo>
                <a:lnTo>
                  <a:pt x="50304" y="21348"/>
                </a:lnTo>
                <a:lnTo>
                  <a:pt x="48780" y="27444"/>
                </a:lnTo>
                <a:lnTo>
                  <a:pt x="51828" y="25920"/>
                </a:lnTo>
                <a:lnTo>
                  <a:pt x="57924" y="25920"/>
                </a:lnTo>
                <a:lnTo>
                  <a:pt x="59448" y="27444"/>
                </a:lnTo>
                <a:lnTo>
                  <a:pt x="62496" y="28968"/>
                </a:lnTo>
                <a:lnTo>
                  <a:pt x="64020" y="30492"/>
                </a:lnTo>
                <a:lnTo>
                  <a:pt x="65544" y="33540"/>
                </a:lnTo>
                <a:lnTo>
                  <a:pt x="65544" y="39636"/>
                </a:lnTo>
                <a:lnTo>
                  <a:pt x="64020" y="41160"/>
                </a:lnTo>
                <a:lnTo>
                  <a:pt x="62496" y="44208"/>
                </a:lnTo>
                <a:lnTo>
                  <a:pt x="60972" y="45732"/>
                </a:lnTo>
                <a:lnTo>
                  <a:pt x="57924" y="47256"/>
                </a:lnTo>
                <a:lnTo>
                  <a:pt x="50304" y="47256"/>
                </a:lnTo>
                <a:lnTo>
                  <a:pt x="47256" y="45732"/>
                </a:lnTo>
                <a:lnTo>
                  <a:pt x="44208" y="42684"/>
                </a:lnTo>
                <a:lnTo>
                  <a:pt x="42684" y="39636"/>
                </a:lnTo>
                <a:lnTo>
                  <a:pt x="42684" y="36588"/>
                </a:lnTo>
                <a:lnTo>
                  <a:pt x="36588" y="38112"/>
                </a:lnTo>
                <a:lnTo>
                  <a:pt x="36588" y="42684"/>
                </a:lnTo>
                <a:lnTo>
                  <a:pt x="38112" y="45732"/>
                </a:lnTo>
                <a:lnTo>
                  <a:pt x="44208" y="51828"/>
                </a:lnTo>
                <a:lnTo>
                  <a:pt x="48780" y="53352"/>
                </a:lnTo>
                <a:lnTo>
                  <a:pt x="59448" y="53352"/>
                </a:lnTo>
                <a:lnTo>
                  <a:pt x="62496" y="51828"/>
                </a:lnTo>
                <a:lnTo>
                  <a:pt x="67068" y="47256"/>
                </a:lnTo>
                <a:lnTo>
                  <a:pt x="70116" y="44208"/>
                </a:lnTo>
                <a:lnTo>
                  <a:pt x="71640" y="41160"/>
                </a:lnTo>
                <a:lnTo>
                  <a:pt x="71640" y="3201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2084832" y="2891027"/>
            <a:ext cx="71755" cy="53975"/>
          </a:xfrm>
          <a:custGeom>
            <a:avLst/>
            <a:gdLst/>
            <a:ahLst/>
            <a:cxnLst/>
            <a:rect l="l" t="t" r="r" b="b"/>
            <a:pathLst>
              <a:path w="71755" h="53975">
                <a:moveTo>
                  <a:pt x="19812" y="0"/>
                </a:moveTo>
                <a:lnTo>
                  <a:pt x="16764" y="0"/>
                </a:lnTo>
                <a:lnTo>
                  <a:pt x="7620" y="9144"/>
                </a:lnTo>
                <a:lnTo>
                  <a:pt x="4572" y="10668"/>
                </a:lnTo>
                <a:lnTo>
                  <a:pt x="0" y="12192"/>
                </a:lnTo>
                <a:lnTo>
                  <a:pt x="0" y="18288"/>
                </a:lnTo>
                <a:lnTo>
                  <a:pt x="1524" y="18288"/>
                </a:lnTo>
                <a:lnTo>
                  <a:pt x="10668" y="13716"/>
                </a:lnTo>
                <a:lnTo>
                  <a:pt x="13716" y="10668"/>
                </a:lnTo>
                <a:lnTo>
                  <a:pt x="13716" y="53340"/>
                </a:lnTo>
                <a:lnTo>
                  <a:pt x="19812" y="53340"/>
                </a:lnTo>
                <a:lnTo>
                  <a:pt x="19812" y="0"/>
                </a:lnTo>
                <a:close/>
              </a:path>
              <a:path w="71755" h="53975">
                <a:moveTo>
                  <a:pt x="71628" y="13728"/>
                </a:moveTo>
                <a:lnTo>
                  <a:pt x="70104" y="9156"/>
                </a:lnTo>
                <a:lnTo>
                  <a:pt x="68580" y="6108"/>
                </a:lnTo>
                <a:lnTo>
                  <a:pt x="65532" y="4584"/>
                </a:lnTo>
                <a:lnTo>
                  <a:pt x="65532" y="10680"/>
                </a:lnTo>
                <a:lnTo>
                  <a:pt x="65532" y="22872"/>
                </a:lnTo>
                <a:lnTo>
                  <a:pt x="60960" y="27444"/>
                </a:lnTo>
                <a:lnTo>
                  <a:pt x="57912" y="28968"/>
                </a:lnTo>
                <a:lnTo>
                  <a:pt x="50292" y="28968"/>
                </a:lnTo>
                <a:lnTo>
                  <a:pt x="47244" y="27444"/>
                </a:lnTo>
                <a:lnTo>
                  <a:pt x="45720" y="25920"/>
                </a:lnTo>
                <a:lnTo>
                  <a:pt x="44196" y="22872"/>
                </a:lnTo>
                <a:lnTo>
                  <a:pt x="42672" y="21348"/>
                </a:lnTo>
                <a:lnTo>
                  <a:pt x="42672" y="13728"/>
                </a:lnTo>
                <a:lnTo>
                  <a:pt x="44196" y="10680"/>
                </a:lnTo>
                <a:lnTo>
                  <a:pt x="48768" y="6108"/>
                </a:lnTo>
                <a:lnTo>
                  <a:pt x="60960" y="6108"/>
                </a:lnTo>
                <a:lnTo>
                  <a:pt x="62484" y="9156"/>
                </a:lnTo>
                <a:lnTo>
                  <a:pt x="65532" y="10680"/>
                </a:lnTo>
                <a:lnTo>
                  <a:pt x="65532" y="4584"/>
                </a:lnTo>
                <a:lnTo>
                  <a:pt x="60960" y="12"/>
                </a:lnTo>
                <a:lnTo>
                  <a:pt x="48768" y="12"/>
                </a:lnTo>
                <a:lnTo>
                  <a:pt x="44196" y="1536"/>
                </a:lnTo>
                <a:lnTo>
                  <a:pt x="38100" y="7632"/>
                </a:lnTo>
                <a:lnTo>
                  <a:pt x="36576" y="12204"/>
                </a:lnTo>
                <a:lnTo>
                  <a:pt x="36576" y="22872"/>
                </a:lnTo>
                <a:lnTo>
                  <a:pt x="38100" y="25920"/>
                </a:lnTo>
                <a:lnTo>
                  <a:pt x="41148" y="28968"/>
                </a:lnTo>
                <a:lnTo>
                  <a:pt x="44196" y="33540"/>
                </a:lnTo>
                <a:lnTo>
                  <a:pt x="48768" y="35064"/>
                </a:lnTo>
                <a:lnTo>
                  <a:pt x="56388" y="35064"/>
                </a:lnTo>
                <a:lnTo>
                  <a:pt x="57912" y="33540"/>
                </a:lnTo>
                <a:lnTo>
                  <a:pt x="60960" y="32016"/>
                </a:lnTo>
                <a:lnTo>
                  <a:pt x="64008" y="28968"/>
                </a:lnTo>
                <a:lnTo>
                  <a:pt x="65532" y="27444"/>
                </a:lnTo>
                <a:lnTo>
                  <a:pt x="65532" y="36588"/>
                </a:lnTo>
                <a:lnTo>
                  <a:pt x="64008" y="38112"/>
                </a:lnTo>
                <a:lnTo>
                  <a:pt x="64008" y="41160"/>
                </a:lnTo>
                <a:lnTo>
                  <a:pt x="59436" y="45732"/>
                </a:lnTo>
                <a:lnTo>
                  <a:pt x="57912" y="45732"/>
                </a:lnTo>
                <a:lnTo>
                  <a:pt x="54864" y="47256"/>
                </a:lnTo>
                <a:lnTo>
                  <a:pt x="51816" y="47256"/>
                </a:lnTo>
                <a:lnTo>
                  <a:pt x="48768" y="45732"/>
                </a:lnTo>
                <a:lnTo>
                  <a:pt x="47244" y="44208"/>
                </a:lnTo>
                <a:lnTo>
                  <a:pt x="45720" y="44208"/>
                </a:lnTo>
                <a:lnTo>
                  <a:pt x="45720" y="41160"/>
                </a:lnTo>
                <a:lnTo>
                  <a:pt x="44196" y="39636"/>
                </a:lnTo>
                <a:lnTo>
                  <a:pt x="38100" y="39636"/>
                </a:lnTo>
                <a:lnTo>
                  <a:pt x="39624" y="42684"/>
                </a:lnTo>
                <a:lnTo>
                  <a:pt x="41148" y="47256"/>
                </a:lnTo>
                <a:lnTo>
                  <a:pt x="45720" y="51828"/>
                </a:lnTo>
                <a:lnTo>
                  <a:pt x="48768" y="53352"/>
                </a:lnTo>
                <a:lnTo>
                  <a:pt x="56388" y="53352"/>
                </a:lnTo>
                <a:lnTo>
                  <a:pt x="60960" y="51828"/>
                </a:lnTo>
                <a:lnTo>
                  <a:pt x="64008" y="50304"/>
                </a:lnTo>
                <a:lnTo>
                  <a:pt x="65532" y="47256"/>
                </a:lnTo>
                <a:lnTo>
                  <a:pt x="68580" y="44208"/>
                </a:lnTo>
                <a:lnTo>
                  <a:pt x="70104" y="41160"/>
                </a:lnTo>
                <a:lnTo>
                  <a:pt x="71628" y="36588"/>
                </a:lnTo>
                <a:lnTo>
                  <a:pt x="71628" y="27444"/>
                </a:lnTo>
                <a:lnTo>
                  <a:pt x="71628" y="1372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216139" y="2891027"/>
            <a:ext cx="318770" cy="53340"/>
          </a:xfrm>
          <a:custGeom>
            <a:avLst/>
            <a:gdLst/>
            <a:ahLst/>
            <a:cxnLst/>
            <a:rect l="l" t="t" r="r" b="b"/>
            <a:pathLst>
              <a:path w="318769" h="53339">
                <a:moveTo>
                  <a:pt x="39624" y="47244"/>
                </a:moveTo>
                <a:lnTo>
                  <a:pt x="6096" y="47244"/>
                </a:lnTo>
                <a:lnTo>
                  <a:pt x="6096" y="28956"/>
                </a:lnTo>
                <a:lnTo>
                  <a:pt x="36576" y="28956"/>
                </a:lnTo>
                <a:lnTo>
                  <a:pt x="36576" y="22860"/>
                </a:lnTo>
                <a:lnTo>
                  <a:pt x="6096" y="22860"/>
                </a:lnTo>
                <a:lnTo>
                  <a:pt x="6096" y="6096"/>
                </a:lnTo>
                <a:lnTo>
                  <a:pt x="38100" y="6096"/>
                </a:lnTo>
                <a:lnTo>
                  <a:pt x="38100" y="0"/>
                </a:lnTo>
                <a:lnTo>
                  <a:pt x="0" y="0"/>
                </a:lnTo>
                <a:lnTo>
                  <a:pt x="0" y="53340"/>
                </a:lnTo>
                <a:lnTo>
                  <a:pt x="39624" y="53340"/>
                </a:lnTo>
                <a:lnTo>
                  <a:pt x="39624" y="47244"/>
                </a:lnTo>
                <a:close/>
              </a:path>
              <a:path w="318769" h="53339">
                <a:moveTo>
                  <a:pt x="56400" y="47244"/>
                </a:moveTo>
                <a:lnTo>
                  <a:pt x="50304" y="47244"/>
                </a:lnTo>
                <a:lnTo>
                  <a:pt x="50304" y="53340"/>
                </a:lnTo>
                <a:lnTo>
                  <a:pt x="56400" y="53340"/>
                </a:lnTo>
                <a:lnTo>
                  <a:pt x="56400" y="47244"/>
                </a:lnTo>
                <a:close/>
              </a:path>
              <a:path w="318769" h="53339">
                <a:moveTo>
                  <a:pt x="56400" y="13716"/>
                </a:moveTo>
                <a:lnTo>
                  <a:pt x="50304" y="13716"/>
                </a:lnTo>
                <a:lnTo>
                  <a:pt x="50304" y="19812"/>
                </a:lnTo>
                <a:lnTo>
                  <a:pt x="56400" y="19812"/>
                </a:lnTo>
                <a:lnTo>
                  <a:pt x="56400" y="13716"/>
                </a:lnTo>
                <a:close/>
              </a:path>
              <a:path w="318769" h="53339">
                <a:moveTo>
                  <a:pt x="131076" y="32004"/>
                </a:moveTo>
                <a:lnTo>
                  <a:pt x="129552" y="30480"/>
                </a:lnTo>
                <a:lnTo>
                  <a:pt x="128790" y="28956"/>
                </a:lnTo>
                <a:lnTo>
                  <a:pt x="128028" y="27432"/>
                </a:lnTo>
                <a:lnTo>
                  <a:pt x="126504" y="25908"/>
                </a:lnTo>
                <a:lnTo>
                  <a:pt x="124980" y="25908"/>
                </a:lnTo>
                <a:lnTo>
                  <a:pt x="124980" y="32004"/>
                </a:lnTo>
                <a:lnTo>
                  <a:pt x="124980" y="42672"/>
                </a:lnTo>
                <a:lnTo>
                  <a:pt x="123456" y="42672"/>
                </a:lnTo>
                <a:lnTo>
                  <a:pt x="123456" y="44196"/>
                </a:lnTo>
                <a:lnTo>
                  <a:pt x="121932" y="44196"/>
                </a:lnTo>
                <a:lnTo>
                  <a:pt x="120408" y="45720"/>
                </a:lnTo>
                <a:lnTo>
                  <a:pt x="117360" y="45720"/>
                </a:lnTo>
                <a:lnTo>
                  <a:pt x="115836" y="47244"/>
                </a:lnTo>
                <a:lnTo>
                  <a:pt x="97548" y="47244"/>
                </a:lnTo>
                <a:lnTo>
                  <a:pt x="97548" y="28956"/>
                </a:lnTo>
                <a:lnTo>
                  <a:pt x="120408" y="28956"/>
                </a:lnTo>
                <a:lnTo>
                  <a:pt x="121932" y="30480"/>
                </a:lnTo>
                <a:lnTo>
                  <a:pt x="123456" y="30480"/>
                </a:lnTo>
                <a:lnTo>
                  <a:pt x="124980" y="32004"/>
                </a:lnTo>
                <a:lnTo>
                  <a:pt x="124980" y="25908"/>
                </a:lnTo>
                <a:lnTo>
                  <a:pt x="123456" y="25908"/>
                </a:lnTo>
                <a:lnTo>
                  <a:pt x="126504" y="24384"/>
                </a:lnTo>
                <a:lnTo>
                  <a:pt x="128028" y="22860"/>
                </a:lnTo>
                <a:lnTo>
                  <a:pt x="128028" y="19812"/>
                </a:lnTo>
                <a:lnTo>
                  <a:pt x="129552" y="18288"/>
                </a:lnTo>
                <a:lnTo>
                  <a:pt x="129552" y="9144"/>
                </a:lnTo>
                <a:lnTo>
                  <a:pt x="128028" y="6096"/>
                </a:lnTo>
                <a:lnTo>
                  <a:pt x="126504" y="4572"/>
                </a:lnTo>
                <a:lnTo>
                  <a:pt x="124980" y="1524"/>
                </a:lnTo>
                <a:lnTo>
                  <a:pt x="123456" y="1524"/>
                </a:lnTo>
                <a:lnTo>
                  <a:pt x="123456" y="9144"/>
                </a:lnTo>
                <a:lnTo>
                  <a:pt x="123456" y="16764"/>
                </a:lnTo>
                <a:lnTo>
                  <a:pt x="121932" y="18288"/>
                </a:lnTo>
                <a:lnTo>
                  <a:pt x="121932" y="19812"/>
                </a:lnTo>
                <a:lnTo>
                  <a:pt x="120408" y="21336"/>
                </a:lnTo>
                <a:lnTo>
                  <a:pt x="117360" y="21336"/>
                </a:lnTo>
                <a:lnTo>
                  <a:pt x="114312" y="22860"/>
                </a:lnTo>
                <a:lnTo>
                  <a:pt x="97548" y="22860"/>
                </a:lnTo>
                <a:lnTo>
                  <a:pt x="97548" y="6096"/>
                </a:lnTo>
                <a:lnTo>
                  <a:pt x="120408" y="6096"/>
                </a:lnTo>
                <a:lnTo>
                  <a:pt x="123456" y="9144"/>
                </a:lnTo>
                <a:lnTo>
                  <a:pt x="123456" y="1524"/>
                </a:lnTo>
                <a:lnTo>
                  <a:pt x="121932" y="1524"/>
                </a:lnTo>
                <a:lnTo>
                  <a:pt x="120408" y="0"/>
                </a:lnTo>
                <a:lnTo>
                  <a:pt x="91452" y="0"/>
                </a:lnTo>
                <a:lnTo>
                  <a:pt x="91452" y="53340"/>
                </a:lnTo>
                <a:lnTo>
                  <a:pt x="115836" y="53340"/>
                </a:lnTo>
                <a:lnTo>
                  <a:pt x="118884" y="51816"/>
                </a:lnTo>
                <a:lnTo>
                  <a:pt x="123456" y="51816"/>
                </a:lnTo>
                <a:lnTo>
                  <a:pt x="126504" y="48768"/>
                </a:lnTo>
                <a:lnTo>
                  <a:pt x="128028" y="48768"/>
                </a:lnTo>
                <a:lnTo>
                  <a:pt x="129552" y="47244"/>
                </a:lnTo>
                <a:lnTo>
                  <a:pt x="129552" y="44196"/>
                </a:lnTo>
                <a:lnTo>
                  <a:pt x="131076" y="42672"/>
                </a:lnTo>
                <a:lnTo>
                  <a:pt x="131076" y="32004"/>
                </a:lnTo>
                <a:close/>
              </a:path>
              <a:path w="318769" h="53339">
                <a:moveTo>
                  <a:pt x="163068" y="13716"/>
                </a:moveTo>
                <a:lnTo>
                  <a:pt x="160020" y="12192"/>
                </a:lnTo>
                <a:lnTo>
                  <a:pt x="150876" y="12192"/>
                </a:lnTo>
                <a:lnTo>
                  <a:pt x="147828" y="15240"/>
                </a:lnTo>
                <a:lnTo>
                  <a:pt x="146304" y="18288"/>
                </a:lnTo>
                <a:lnTo>
                  <a:pt x="146304" y="13716"/>
                </a:lnTo>
                <a:lnTo>
                  <a:pt x="141732" y="13716"/>
                </a:lnTo>
                <a:lnTo>
                  <a:pt x="141732" y="53340"/>
                </a:lnTo>
                <a:lnTo>
                  <a:pt x="147828" y="53340"/>
                </a:lnTo>
                <a:lnTo>
                  <a:pt x="147828" y="22860"/>
                </a:lnTo>
                <a:lnTo>
                  <a:pt x="149352" y="21336"/>
                </a:lnTo>
                <a:lnTo>
                  <a:pt x="149352" y="19812"/>
                </a:lnTo>
                <a:lnTo>
                  <a:pt x="150876" y="18288"/>
                </a:lnTo>
                <a:lnTo>
                  <a:pt x="158496" y="18288"/>
                </a:lnTo>
                <a:lnTo>
                  <a:pt x="160020" y="19812"/>
                </a:lnTo>
                <a:lnTo>
                  <a:pt x="163068" y="13716"/>
                </a:lnTo>
                <a:close/>
              </a:path>
              <a:path w="318769" h="53339">
                <a:moveTo>
                  <a:pt x="199656" y="53340"/>
                </a:moveTo>
                <a:lnTo>
                  <a:pt x="198132" y="50292"/>
                </a:lnTo>
                <a:lnTo>
                  <a:pt x="198132" y="48768"/>
                </a:lnTo>
                <a:lnTo>
                  <a:pt x="198132" y="47244"/>
                </a:lnTo>
                <a:lnTo>
                  <a:pt x="198132" y="33528"/>
                </a:lnTo>
                <a:lnTo>
                  <a:pt x="198132" y="19812"/>
                </a:lnTo>
                <a:lnTo>
                  <a:pt x="196608" y="18288"/>
                </a:lnTo>
                <a:lnTo>
                  <a:pt x="196608" y="16764"/>
                </a:lnTo>
                <a:lnTo>
                  <a:pt x="193560" y="13716"/>
                </a:lnTo>
                <a:lnTo>
                  <a:pt x="190500" y="12192"/>
                </a:lnTo>
                <a:lnTo>
                  <a:pt x="173736" y="12192"/>
                </a:lnTo>
                <a:lnTo>
                  <a:pt x="167640" y="18288"/>
                </a:lnTo>
                <a:lnTo>
                  <a:pt x="166116" y="21336"/>
                </a:lnTo>
                <a:lnTo>
                  <a:pt x="166116" y="24384"/>
                </a:lnTo>
                <a:lnTo>
                  <a:pt x="172212" y="25908"/>
                </a:lnTo>
                <a:lnTo>
                  <a:pt x="172212" y="22860"/>
                </a:lnTo>
                <a:lnTo>
                  <a:pt x="173736" y="19812"/>
                </a:lnTo>
                <a:lnTo>
                  <a:pt x="175260" y="19812"/>
                </a:lnTo>
                <a:lnTo>
                  <a:pt x="176784" y="18288"/>
                </a:lnTo>
                <a:lnTo>
                  <a:pt x="187452" y="18288"/>
                </a:lnTo>
                <a:lnTo>
                  <a:pt x="190500" y="19812"/>
                </a:lnTo>
                <a:lnTo>
                  <a:pt x="190500" y="21336"/>
                </a:lnTo>
                <a:lnTo>
                  <a:pt x="192024" y="22860"/>
                </a:lnTo>
                <a:lnTo>
                  <a:pt x="192024" y="27432"/>
                </a:lnTo>
                <a:lnTo>
                  <a:pt x="192024" y="33528"/>
                </a:lnTo>
                <a:lnTo>
                  <a:pt x="192024" y="39624"/>
                </a:lnTo>
                <a:lnTo>
                  <a:pt x="185928" y="45720"/>
                </a:lnTo>
                <a:lnTo>
                  <a:pt x="184404" y="45720"/>
                </a:lnTo>
                <a:lnTo>
                  <a:pt x="181356" y="47244"/>
                </a:lnTo>
                <a:lnTo>
                  <a:pt x="175260" y="47244"/>
                </a:lnTo>
                <a:lnTo>
                  <a:pt x="173736" y="45720"/>
                </a:lnTo>
                <a:lnTo>
                  <a:pt x="172212" y="45720"/>
                </a:lnTo>
                <a:lnTo>
                  <a:pt x="170688" y="44196"/>
                </a:lnTo>
                <a:lnTo>
                  <a:pt x="170688" y="38100"/>
                </a:lnTo>
                <a:lnTo>
                  <a:pt x="172212" y="38100"/>
                </a:lnTo>
                <a:lnTo>
                  <a:pt x="172212" y="36576"/>
                </a:lnTo>
                <a:lnTo>
                  <a:pt x="175260" y="36576"/>
                </a:lnTo>
                <a:lnTo>
                  <a:pt x="176784" y="35052"/>
                </a:lnTo>
                <a:lnTo>
                  <a:pt x="185928" y="35052"/>
                </a:lnTo>
                <a:lnTo>
                  <a:pt x="188976" y="33528"/>
                </a:lnTo>
                <a:lnTo>
                  <a:pt x="192024" y="33528"/>
                </a:lnTo>
                <a:lnTo>
                  <a:pt x="192024" y="27432"/>
                </a:lnTo>
                <a:lnTo>
                  <a:pt x="188976" y="27432"/>
                </a:lnTo>
                <a:lnTo>
                  <a:pt x="185928" y="28956"/>
                </a:lnTo>
                <a:lnTo>
                  <a:pt x="176784" y="28956"/>
                </a:lnTo>
                <a:lnTo>
                  <a:pt x="175260" y="30480"/>
                </a:lnTo>
                <a:lnTo>
                  <a:pt x="172212" y="30480"/>
                </a:lnTo>
                <a:lnTo>
                  <a:pt x="170688" y="32004"/>
                </a:lnTo>
                <a:lnTo>
                  <a:pt x="169164" y="32004"/>
                </a:lnTo>
                <a:lnTo>
                  <a:pt x="166116" y="35052"/>
                </a:lnTo>
                <a:lnTo>
                  <a:pt x="166116" y="36576"/>
                </a:lnTo>
                <a:lnTo>
                  <a:pt x="164592" y="38100"/>
                </a:lnTo>
                <a:lnTo>
                  <a:pt x="164592" y="44196"/>
                </a:lnTo>
                <a:lnTo>
                  <a:pt x="166116" y="47244"/>
                </a:lnTo>
                <a:lnTo>
                  <a:pt x="170688" y="51816"/>
                </a:lnTo>
                <a:lnTo>
                  <a:pt x="173736" y="53340"/>
                </a:lnTo>
                <a:lnTo>
                  <a:pt x="179832" y="53340"/>
                </a:lnTo>
                <a:lnTo>
                  <a:pt x="182880" y="51816"/>
                </a:lnTo>
                <a:lnTo>
                  <a:pt x="184404" y="51816"/>
                </a:lnTo>
                <a:lnTo>
                  <a:pt x="187452" y="50292"/>
                </a:lnTo>
                <a:lnTo>
                  <a:pt x="188976" y="50292"/>
                </a:lnTo>
                <a:lnTo>
                  <a:pt x="192024" y="48768"/>
                </a:lnTo>
                <a:lnTo>
                  <a:pt x="192024" y="51816"/>
                </a:lnTo>
                <a:lnTo>
                  <a:pt x="193560" y="53340"/>
                </a:lnTo>
                <a:lnTo>
                  <a:pt x="199656" y="53340"/>
                </a:lnTo>
                <a:close/>
              </a:path>
              <a:path w="318769" h="53339">
                <a:moveTo>
                  <a:pt x="239280" y="21336"/>
                </a:moveTo>
                <a:lnTo>
                  <a:pt x="237756" y="19812"/>
                </a:lnTo>
                <a:lnTo>
                  <a:pt x="237756" y="18288"/>
                </a:lnTo>
                <a:lnTo>
                  <a:pt x="236232" y="16764"/>
                </a:lnTo>
                <a:lnTo>
                  <a:pt x="236232" y="15240"/>
                </a:lnTo>
                <a:lnTo>
                  <a:pt x="234708" y="13716"/>
                </a:lnTo>
                <a:lnTo>
                  <a:pt x="231660" y="12192"/>
                </a:lnTo>
                <a:lnTo>
                  <a:pt x="220992" y="12192"/>
                </a:lnTo>
                <a:lnTo>
                  <a:pt x="216420" y="13716"/>
                </a:lnTo>
                <a:lnTo>
                  <a:pt x="213372" y="18288"/>
                </a:lnTo>
                <a:lnTo>
                  <a:pt x="213372" y="13716"/>
                </a:lnTo>
                <a:lnTo>
                  <a:pt x="207276" y="13716"/>
                </a:lnTo>
                <a:lnTo>
                  <a:pt x="207276" y="53340"/>
                </a:lnTo>
                <a:lnTo>
                  <a:pt x="213372" y="53340"/>
                </a:lnTo>
                <a:lnTo>
                  <a:pt x="213372" y="25908"/>
                </a:lnTo>
                <a:lnTo>
                  <a:pt x="216420" y="19812"/>
                </a:lnTo>
                <a:lnTo>
                  <a:pt x="219468" y="18288"/>
                </a:lnTo>
                <a:lnTo>
                  <a:pt x="230136" y="18288"/>
                </a:lnTo>
                <a:lnTo>
                  <a:pt x="230136" y="19812"/>
                </a:lnTo>
                <a:lnTo>
                  <a:pt x="231660" y="21336"/>
                </a:lnTo>
                <a:lnTo>
                  <a:pt x="231660" y="22860"/>
                </a:lnTo>
                <a:lnTo>
                  <a:pt x="233184" y="22860"/>
                </a:lnTo>
                <a:lnTo>
                  <a:pt x="233184" y="53340"/>
                </a:lnTo>
                <a:lnTo>
                  <a:pt x="239280" y="53340"/>
                </a:lnTo>
                <a:lnTo>
                  <a:pt x="239280" y="21336"/>
                </a:lnTo>
                <a:close/>
              </a:path>
              <a:path w="318769" h="53339">
                <a:moveTo>
                  <a:pt x="281952" y="39624"/>
                </a:moveTo>
                <a:lnTo>
                  <a:pt x="275856" y="38100"/>
                </a:lnTo>
                <a:lnTo>
                  <a:pt x="275856" y="41148"/>
                </a:lnTo>
                <a:lnTo>
                  <a:pt x="272808" y="44196"/>
                </a:lnTo>
                <a:lnTo>
                  <a:pt x="269760" y="45720"/>
                </a:lnTo>
                <a:lnTo>
                  <a:pt x="268236" y="47244"/>
                </a:lnTo>
                <a:lnTo>
                  <a:pt x="262140" y="47244"/>
                </a:lnTo>
                <a:lnTo>
                  <a:pt x="259092" y="45720"/>
                </a:lnTo>
                <a:lnTo>
                  <a:pt x="254520" y="41148"/>
                </a:lnTo>
                <a:lnTo>
                  <a:pt x="252996" y="36576"/>
                </a:lnTo>
                <a:lnTo>
                  <a:pt x="252996" y="27432"/>
                </a:lnTo>
                <a:lnTo>
                  <a:pt x="254520" y="22860"/>
                </a:lnTo>
                <a:lnTo>
                  <a:pt x="259092" y="18288"/>
                </a:lnTo>
                <a:lnTo>
                  <a:pt x="269760" y="18288"/>
                </a:lnTo>
                <a:lnTo>
                  <a:pt x="274332" y="22860"/>
                </a:lnTo>
                <a:lnTo>
                  <a:pt x="274332" y="25908"/>
                </a:lnTo>
                <a:lnTo>
                  <a:pt x="280428" y="24384"/>
                </a:lnTo>
                <a:lnTo>
                  <a:pt x="280428" y="19812"/>
                </a:lnTo>
                <a:lnTo>
                  <a:pt x="272808" y="12192"/>
                </a:lnTo>
                <a:lnTo>
                  <a:pt x="259092" y="12192"/>
                </a:lnTo>
                <a:lnTo>
                  <a:pt x="252996" y="15240"/>
                </a:lnTo>
                <a:lnTo>
                  <a:pt x="249948" y="18288"/>
                </a:lnTo>
                <a:lnTo>
                  <a:pt x="248424" y="21336"/>
                </a:lnTo>
                <a:lnTo>
                  <a:pt x="248424" y="24384"/>
                </a:lnTo>
                <a:lnTo>
                  <a:pt x="246900" y="27432"/>
                </a:lnTo>
                <a:lnTo>
                  <a:pt x="246900" y="38100"/>
                </a:lnTo>
                <a:lnTo>
                  <a:pt x="248424" y="44196"/>
                </a:lnTo>
                <a:lnTo>
                  <a:pt x="251472" y="47244"/>
                </a:lnTo>
                <a:lnTo>
                  <a:pt x="260616" y="53340"/>
                </a:lnTo>
                <a:lnTo>
                  <a:pt x="269760" y="53340"/>
                </a:lnTo>
                <a:lnTo>
                  <a:pt x="272808" y="51816"/>
                </a:lnTo>
                <a:lnTo>
                  <a:pt x="275856" y="48768"/>
                </a:lnTo>
                <a:lnTo>
                  <a:pt x="278904" y="47244"/>
                </a:lnTo>
                <a:lnTo>
                  <a:pt x="281952" y="42672"/>
                </a:lnTo>
                <a:lnTo>
                  <a:pt x="281952" y="39624"/>
                </a:lnTo>
                <a:close/>
              </a:path>
              <a:path w="318769" h="53339">
                <a:moveTo>
                  <a:pt x="318516" y="19812"/>
                </a:moveTo>
                <a:lnTo>
                  <a:pt x="316992" y="18288"/>
                </a:lnTo>
                <a:lnTo>
                  <a:pt x="316992" y="16764"/>
                </a:lnTo>
                <a:lnTo>
                  <a:pt x="315468" y="13716"/>
                </a:lnTo>
                <a:lnTo>
                  <a:pt x="312420" y="13716"/>
                </a:lnTo>
                <a:lnTo>
                  <a:pt x="310896" y="12192"/>
                </a:lnTo>
                <a:lnTo>
                  <a:pt x="300228" y="12192"/>
                </a:lnTo>
                <a:lnTo>
                  <a:pt x="295656" y="13716"/>
                </a:lnTo>
                <a:lnTo>
                  <a:pt x="292608" y="16764"/>
                </a:lnTo>
                <a:lnTo>
                  <a:pt x="292608" y="0"/>
                </a:lnTo>
                <a:lnTo>
                  <a:pt x="286512" y="0"/>
                </a:lnTo>
                <a:lnTo>
                  <a:pt x="286512" y="53340"/>
                </a:lnTo>
                <a:lnTo>
                  <a:pt x="292608" y="53340"/>
                </a:lnTo>
                <a:lnTo>
                  <a:pt x="292608" y="27432"/>
                </a:lnTo>
                <a:lnTo>
                  <a:pt x="294132" y="25908"/>
                </a:lnTo>
                <a:lnTo>
                  <a:pt x="294132" y="22860"/>
                </a:lnTo>
                <a:lnTo>
                  <a:pt x="295656" y="21336"/>
                </a:lnTo>
                <a:lnTo>
                  <a:pt x="295656" y="19812"/>
                </a:lnTo>
                <a:lnTo>
                  <a:pt x="298704" y="19812"/>
                </a:lnTo>
                <a:lnTo>
                  <a:pt x="300228" y="18288"/>
                </a:lnTo>
                <a:lnTo>
                  <a:pt x="309372" y="18288"/>
                </a:lnTo>
                <a:lnTo>
                  <a:pt x="312420" y="21336"/>
                </a:lnTo>
                <a:lnTo>
                  <a:pt x="312420" y="53340"/>
                </a:lnTo>
                <a:lnTo>
                  <a:pt x="318516" y="53340"/>
                </a:lnTo>
                <a:lnTo>
                  <a:pt x="318516" y="1981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3994403" y="3040379"/>
            <a:ext cx="36830" cy="53340"/>
          </a:xfrm>
          <a:custGeom>
            <a:avLst/>
            <a:gdLst/>
            <a:ahLst/>
            <a:cxnLst/>
            <a:rect l="l" t="t" r="r" b="b"/>
            <a:pathLst>
              <a:path w="36829" h="53339">
                <a:moveTo>
                  <a:pt x="36576" y="41148"/>
                </a:moveTo>
                <a:lnTo>
                  <a:pt x="0" y="41148"/>
                </a:lnTo>
                <a:lnTo>
                  <a:pt x="0" y="35052"/>
                </a:lnTo>
                <a:lnTo>
                  <a:pt x="25908" y="0"/>
                </a:lnTo>
                <a:lnTo>
                  <a:pt x="30480" y="0"/>
                </a:lnTo>
                <a:lnTo>
                  <a:pt x="30480" y="12192"/>
                </a:lnTo>
                <a:lnTo>
                  <a:pt x="24384" y="12192"/>
                </a:lnTo>
                <a:lnTo>
                  <a:pt x="7620" y="35052"/>
                </a:lnTo>
                <a:lnTo>
                  <a:pt x="36576" y="35052"/>
                </a:lnTo>
                <a:lnTo>
                  <a:pt x="36576" y="41148"/>
                </a:lnTo>
                <a:close/>
              </a:path>
              <a:path w="36829" h="53339">
                <a:moveTo>
                  <a:pt x="30480" y="35052"/>
                </a:moveTo>
                <a:lnTo>
                  <a:pt x="24384" y="35052"/>
                </a:lnTo>
                <a:lnTo>
                  <a:pt x="24384" y="12192"/>
                </a:lnTo>
                <a:lnTo>
                  <a:pt x="30480" y="12192"/>
                </a:lnTo>
                <a:lnTo>
                  <a:pt x="30480" y="35052"/>
                </a:lnTo>
                <a:close/>
              </a:path>
              <a:path w="36829" h="53339">
                <a:moveTo>
                  <a:pt x="30480" y="53340"/>
                </a:moveTo>
                <a:lnTo>
                  <a:pt x="24384" y="53340"/>
                </a:lnTo>
                <a:lnTo>
                  <a:pt x="24384" y="41148"/>
                </a:lnTo>
                <a:lnTo>
                  <a:pt x="30480" y="41148"/>
                </a:lnTo>
                <a:lnTo>
                  <a:pt x="30480" y="5334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3363467" y="3040379"/>
            <a:ext cx="36830" cy="53340"/>
          </a:xfrm>
          <a:custGeom>
            <a:avLst/>
            <a:gdLst/>
            <a:ahLst/>
            <a:cxnLst/>
            <a:rect l="l" t="t" r="r" b="b"/>
            <a:pathLst>
              <a:path w="36829" h="53339">
                <a:moveTo>
                  <a:pt x="24384" y="53340"/>
                </a:moveTo>
                <a:lnTo>
                  <a:pt x="13716" y="53340"/>
                </a:lnTo>
                <a:lnTo>
                  <a:pt x="7620" y="51816"/>
                </a:lnTo>
                <a:lnTo>
                  <a:pt x="4572" y="47244"/>
                </a:lnTo>
                <a:lnTo>
                  <a:pt x="1524" y="44196"/>
                </a:lnTo>
                <a:lnTo>
                  <a:pt x="0" y="38100"/>
                </a:lnTo>
                <a:lnTo>
                  <a:pt x="0" y="18288"/>
                </a:lnTo>
                <a:lnTo>
                  <a:pt x="1524" y="10668"/>
                </a:lnTo>
                <a:lnTo>
                  <a:pt x="4572" y="6096"/>
                </a:lnTo>
                <a:lnTo>
                  <a:pt x="13716" y="0"/>
                </a:lnTo>
                <a:lnTo>
                  <a:pt x="22860" y="0"/>
                </a:lnTo>
                <a:lnTo>
                  <a:pt x="27432" y="1524"/>
                </a:lnTo>
                <a:lnTo>
                  <a:pt x="28956" y="4572"/>
                </a:lnTo>
                <a:lnTo>
                  <a:pt x="32004" y="6096"/>
                </a:lnTo>
                <a:lnTo>
                  <a:pt x="16764" y="6096"/>
                </a:lnTo>
                <a:lnTo>
                  <a:pt x="13716" y="7620"/>
                </a:lnTo>
                <a:lnTo>
                  <a:pt x="12192" y="7620"/>
                </a:lnTo>
                <a:lnTo>
                  <a:pt x="10668" y="9144"/>
                </a:lnTo>
                <a:lnTo>
                  <a:pt x="9144" y="12192"/>
                </a:lnTo>
                <a:lnTo>
                  <a:pt x="7620" y="13716"/>
                </a:lnTo>
                <a:lnTo>
                  <a:pt x="6096" y="16764"/>
                </a:lnTo>
                <a:lnTo>
                  <a:pt x="6096" y="25908"/>
                </a:lnTo>
                <a:lnTo>
                  <a:pt x="12192" y="25908"/>
                </a:lnTo>
                <a:lnTo>
                  <a:pt x="9144" y="27432"/>
                </a:lnTo>
                <a:lnTo>
                  <a:pt x="6096" y="30480"/>
                </a:lnTo>
                <a:lnTo>
                  <a:pt x="6096" y="39624"/>
                </a:lnTo>
                <a:lnTo>
                  <a:pt x="7620" y="41148"/>
                </a:lnTo>
                <a:lnTo>
                  <a:pt x="7620" y="44196"/>
                </a:lnTo>
                <a:lnTo>
                  <a:pt x="9144" y="45720"/>
                </a:lnTo>
                <a:lnTo>
                  <a:pt x="12192" y="45720"/>
                </a:lnTo>
                <a:lnTo>
                  <a:pt x="13716" y="47244"/>
                </a:lnTo>
                <a:lnTo>
                  <a:pt x="32004" y="47244"/>
                </a:lnTo>
                <a:lnTo>
                  <a:pt x="30480" y="50292"/>
                </a:lnTo>
                <a:lnTo>
                  <a:pt x="24384" y="53340"/>
                </a:lnTo>
                <a:close/>
              </a:path>
              <a:path w="36829" h="53339">
                <a:moveTo>
                  <a:pt x="35052" y="13716"/>
                </a:moveTo>
                <a:lnTo>
                  <a:pt x="28956" y="13716"/>
                </a:lnTo>
                <a:lnTo>
                  <a:pt x="27432" y="12192"/>
                </a:lnTo>
                <a:lnTo>
                  <a:pt x="27432" y="10668"/>
                </a:lnTo>
                <a:lnTo>
                  <a:pt x="24384" y="7620"/>
                </a:lnTo>
                <a:lnTo>
                  <a:pt x="21336" y="6096"/>
                </a:lnTo>
                <a:lnTo>
                  <a:pt x="32004" y="6096"/>
                </a:lnTo>
                <a:lnTo>
                  <a:pt x="33528" y="9144"/>
                </a:lnTo>
                <a:lnTo>
                  <a:pt x="35052" y="13716"/>
                </a:lnTo>
                <a:close/>
              </a:path>
              <a:path w="36829" h="53339">
                <a:moveTo>
                  <a:pt x="12192" y="25908"/>
                </a:moveTo>
                <a:lnTo>
                  <a:pt x="6096" y="25908"/>
                </a:lnTo>
                <a:lnTo>
                  <a:pt x="7620" y="22860"/>
                </a:lnTo>
                <a:lnTo>
                  <a:pt x="9144" y="21336"/>
                </a:lnTo>
                <a:lnTo>
                  <a:pt x="12192" y="19812"/>
                </a:lnTo>
                <a:lnTo>
                  <a:pt x="13716" y="19812"/>
                </a:lnTo>
                <a:lnTo>
                  <a:pt x="16764" y="18288"/>
                </a:lnTo>
                <a:lnTo>
                  <a:pt x="24384" y="18288"/>
                </a:lnTo>
                <a:lnTo>
                  <a:pt x="27432" y="19812"/>
                </a:lnTo>
                <a:lnTo>
                  <a:pt x="32004" y="24384"/>
                </a:lnTo>
                <a:lnTo>
                  <a:pt x="13716" y="24384"/>
                </a:lnTo>
                <a:lnTo>
                  <a:pt x="12192" y="25908"/>
                </a:lnTo>
                <a:close/>
              </a:path>
              <a:path w="36829" h="53339">
                <a:moveTo>
                  <a:pt x="32004" y="47244"/>
                </a:moveTo>
                <a:lnTo>
                  <a:pt x="24384" y="47244"/>
                </a:lnTo>
                <a:lnTo>
                  <a:pt x="28956" y="42672"/>
                </a:lnTo>
                <a:lnTo>
                  <a:pt x="30480" y="39624"/>
                </a:lnTo>
                <a:lnTo>
                  <a:pt x="30480" y="32004"/>
                </a:lnTo>
                <a:lnTo>
                  <a:pt x="28956" y="30480"/>
                </a:lnTo>
                <a:lnTo>
                  <a:pt x="27432" y="27432"/>
                </a:lnTo>
                <a:lnTo>
                  <a:pt x="21336" y="24384"/>
                </a:lnTo>
                <a:lnTo>
                  <a:pt x="32004" y="24384"/>
                </a:lnTo>
                <a:lnTo>
                  <a:pt x="35052" y="27432"/>
                </a:lnTo>
                <a:lnTo>
                  <a:pt x="36576" y="30480"/>
                </a:lnTo>
                <a:lnTo>
                  <a:pt x="36576" y="39624"/>
                </a:lnTo>
                <a:lnTo>
                  <a:pt x="33528" y="45720"/>
                </a:lnTo>
                <a:lnTo>
                  <a:pt x="32004" y="4724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2732531" y="3040380"/>
            <a:ext cx="35560" cy="53340"/>
          </a:xfrm>
          <a:custGeom>
            <a:avLst/>
            <a:gdLst/>
            <a:ahLst/>
            <a:cxnLst/>
            <a:rect l="l" t="t" r="r" b="b"/>
            <a:pathLst>
              <a:path w="35560" h="53339">
                <a:moveTo>
                  <a:pt x="21336" y="35052"/>
                </a:moveTo>
                <a:lnTo>
                  <a:pt x="12192" y="35052"/>
                </a:lnTo>
                <a:lnTo>
                  <a:pt x="9144" y="33528"/>
                </a:lnTo>
                <a:lnTo>
                  <a:pt x="4572" y="30480"/>
                </a:lnTo>
                <a:lnTo>
                  <a:pt x="1524" y="27432"/>
                </a:lnTo>
                <a:lnTo>
                  <a:pt x="0" y="22860"/>
                </a:lnTo>
                <a:lnTo>
                  <a:pt x="0" y="12192"/>
                </a:lnTo>
                <a:lnTo>
                  <a:pt x="1524" y="9144"/>
                </a:lnTo>
                <a:lnTo>
                  <a:pt x="6096" y="6096"/>
                </a:lnTo>
                <a:lnTo>
                  <a:pt x="9144" y="1524"/>
                </a:lnTo>
                <a:lnTo>
                  <a:pt x="12192" y="0"/>
                </a:lnTo>
                <a:lnTo>
                  <a:pt x="21336" y="0"/>
                </a:lnTo>
                <a:lnTo>
                  <a:pt x="30480" y="4572"/>
                </a:lnTo>
                <a:lnTo>
                  <a:pt x="31242" y="6096"/>
                </a:lnTo>
                <a:lnTo>
                  <a:pt x="15240" y="6096"/>
                </a:lnTo>
                <a:lnTo>
                  <a:pt x="9144" y="9144"/>
                </a:lnTo>
                <a:lnTo>
                  <a:pt x="6096" y="15240"/>
                </a:lnTo>
                <a:lnTo>
                  <a:pt x="6096" y="21336"/>
                </a:lnTo>
                <a:lnTo>
                  <a:pt x="7620" y="24384"/>
                </a:lnTo>
                <a:lnTo>
                  <a:pt x="12192" y="28956"/>
                </a:lnTo>
                <a:lnTo>
                  <a:pt x="28956" y="28956"/>
                </a:lnTo>
                <a:lnTo>
                  <a:pt x="28956" y="30480"/>
                </a:lnTo>
                <a:lnTo>
                  <a:pt x="25908" y="32004"/>
                </a:lnTo>
                <a:lnTo>
                  <a:pt x="24384" y="33528"/>
                </a:lnTo>
                <a:lnTo>
                  <a:pt x="21336" y="35052"/>
                </a:lnTo>
                <a:close/>
              </a:path>
              <a:path w="35560" h="53339">
                <a:moveTo>
                  <a:pt x="31242" y="47244"/>
                </a:moveTo>
                <a:lnTo>
                  <a:pt x="21336" y="47244"/>
                </a:lnTo>
                <a:lnTo>
                  <a:pt x="22860" y="45720"/>
                </a:lnTo>
                <a:lnTo>
                  <a:pt x="24384" y="45720"/>
                </a:lnTo>
                <a:lnTo>
                  <a:pt x="25908" y="44196"/>
                </a:lnTo>
                <a:lnTo>
                  <a:pt x="25908" y="42672"/>
                </a:lnTo>
                <a:lnTo>
                  <a:pt x="27432" y="41148"/>
                </a:lnTo>
                <a:lnTo>
                  <a:pt x="27432" y="39624"/>
                </a:lnTo>
                <a:lnTo>
                  <a:pt x="28956" y="38100"/>
                </a:lnTo>
                <a:lnTo>
                  <a:pt x="28956" y="28956"/>
                </a:lnTo>
                <a:lnTo>
                  <a:pt x="24384" y="28956"/>
                </a:lnTo>
                <a:lnTo>
                  <a:pt x="25908" y="25908"/>
                </a:lnTo>
                <a:lnTo>
                  <a:pt x="28956" y="24384"/>
                </a:lnTo>
                <a:lnTo>
                  <a:pt x="28956" y="12192"/>
                </a:lnTo>
                <a:lnTo>
                  <a:pt x="27432" y="9144"/>
                </a:lnTo>
                <a:lnTo>
                  <a:pt x="21336" y="6096"/>
                </a:lnTo>
                <a:lnTo>
                  <a:pt x="31242" y="6096"/>
                </a:lnTo>
                <a:lnTo>
                  <a:pt x="35052" y="13716"/>
                </a:lnTo>
                <a:lnTo>
                  <a:pt x="35052" y="38100"/>
                </a:lnTo>
                <a:lnTo>
                  <a:pt x="33528" y="41148"/>
                </a:lnTo>
                <a:lnTo>
                  <a:pt x="32004" y="45720"/>
                </a:lnTo>
                <a:lnTo>
                  <a:pt x="31242" y="47244"/>
                </a:lnTo>
                <a:close/>
              </a:path>
              <a:path w="35560" h="53339">
                <a:moveTo>
                  <a:pt x="24384" y="53340"/>
                </a:moveTo>
                <a:lnTo>
                  <a:pt x="9144" y="53340"/>
                </a:lnTo>
                <a:lnTo>
                  <a:pt x="7620" y="50292"/>
                </a:lnTo>
                <a:lnTo>
                  <a:pt x="4572" y="47244"/>
                </a:lnTo>
                <a:lnTo>
                  <a:pt x="3048" y="44196"/>
                </a:lnTo>
                <a:lnTo>
                  <a:pt x="1524" y="39624"/>
                </a:lnTo>
                <a:lnTo>
                  <a:pt x="7620" y="39624"/>
                </a:lnTo>
                <a:lnTo>
                  <a:pt x="9144" y="42672"/>
                </a:lnTo>
                <a:lnTo>
                  <a:pt x="9144" y="44196"/>
                </a:lnTo>
                <a:lnTo>
                  <a:pt x="12192" y="47244"/>
                </a:lnTo>
                <a:lnTo>
                  <a:pt x="31242" y="47244"/>
                </a:lnTo>
                <a:lnTo>
                  <a:pt x="30480" y="48768"/>
                </a:lnTo>
                <a:lnTo>
                  <a:pt x="27432" y="50292"/>
                </a:lnTo>
                <a:lnTo>
                  <a:pt x="24384" y="5334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2101595" y="3040379"/>
            <a:ext cx="35560" cy="53340"/>
          </a:xfrm>
          <a:custGeom>
            <a:avLst/>
            <a:gdLst/>
            <a:ahLst/>
            <a:cxnLst/>
            <a:rect l="l" t="t" r="r" b="b"/>
            <a:pathLst>
              <a:path w="35560" h="53339">
                <a:moveTo>
                  <a:pt x="28956" y="24384"/>
                </a:moveTo>
                <a:lnTo>
                  <a:pt x="6096" y="24384"/>
                </a:lnTo>
                <a:lnTo>
                  <a:pt x="4572" y="22860"/>
                </a:lnTo>
                <a:lnTo>
                  <a:pt x="3048" y="19812"/>
                </a:lnTo>
                <a:lnTo>
                  <a:pt x="1524" y="18288"/>
                </a:lnTo>
                <a:lnTo>
                  <a:pt x="1524" y="10668"/>
                </a:lnTo>
                <a:lnTo>
                  <a:pt x="3048" y="7620"/>
                </a:lnTo>
                <a:lnTo>
                  <a:pt x="6096" y="4572"/>
                </a:lnTo>
                <a:lnTo>
                  <a:pt x="7620" y="1524"/>
                </a:lnTo>
                <a:lnTo>
                  <a:pt x="12192" y="0"/>
                </a:lnTo>
                <a:lnTo>
                  <a:pt x="21336" y="0"/>
                </a:lnTo>
                <a:lnTo>
                  <a:pt x="25908" y="1524"/>
                </a:lnTo>
                <a:lnTo>
                  <a:pt x="30480" y="6096"/>
                </a:lnTo>
                <a:lnTo>
                  <a:pt x="13716" y="6096"/>
                </a:lnTo>
                <a:lnTo>
                  <a:pt x="10668" y="7620"/>
                </a:lnTo>
                <a:lnTo>
                  <a:pt x="7620" y="10668"/>
                </a:lnTo>
                <a:lnTo>
                  <a:pt x="7620" y="18288"/>
                </a:lnTo>
                <a:lnTo>
                  <a:pt x="10668" y="21336"/>
                </a:lnTo>
                <a:lnTo>
                  <a:pt x="31242" y="21336"/>
                </a:lnTo>
                <a:lnTo>
                  <a:pt x="30480" y="22860"/>
                </a:lnTo>
                <a:lnTo>
                  <a:pt x="28956" y="24384"/>
                </a:lnTo>
                <a:close/>
              </a:path>
              <a:path w="35560" h="53339">
                <a:moveTo>
                  <a:pt x="31242" y="21336"/>
                </a:moveTo>
                <a:lnTo>
                  <a:pt x="22860" y="21336"/>
                </a:lnTo>
                <a:lnTo>
                  <a:pt x="27432" y="16764"/>
                </a:lnTo>
                <a:lnTo>
                  <a:pt x="27432" y="12192"/>
                </a:lnTo>
                <a:lnTo>
                  <a:pt x="22860" y="7620"/>
                </a:lnTo>
                <a:lnTo>
                  <a:pt x="19812" y="6096"/>
                </a:lnTo>
                <a:lnTo>
                  <a:pt x="30480" y="6096"/>
                </a:lnTo>
                <a:lnTo>
                  <a:pt x="32004" y="7620"/>
                </a:lnTo>
                <a:lnTo>
                  <a:pt x="33528" y="10668"/>
                </a:lnTo>
                <a:lnTo>
                  <a:pt x="33528" y="16764"/>
                </a:lnTo>
                <a:lnTo>
                  <a:pt x="32004" y="18288"/>
                </a:lnTo>
                <a:lnTo>
                  <a:pt x="32004" y="19812"/>
                </a:lnTo>
                <a:lnTo>
                  <a:pt x="31242" y="21336"/>
                </a:lnTo>
                <a:close/>
              </a:path>
              <a:path w="35560" h="53339">
                <a:moveTo>
                  <a:pt x="22860" y="53340"/>
                </a:moveTo>
                <a:lnTo>
                  <a:pt x="12192" y="53340"/>
                </a:lnTo>
                <a:lnTo>
                  <a:pt x="7620" y="51816"/>
                </a:lnTo>
                <a:lnTo>
                  <a:pt x="1524" y="45720"/>
                </a:lnTo>
                <a:lnTo>
                  <a:pt x="0" y="42672"/>
                </a:lnTo>
                <a:lnTo>
                  <a:pt x="0" y="32004"/>
                </a:lnTo>
                <a:lnTo>
                  <a:pt x="1524" y="28956"/>
                </a:lnTo>
                <a:lnTo>
                  <a:pt x="3048" y="27432"/>
                </a:lnTo>
                <a:lnTo>
                  <a:pt x="9144" y="24384"/>
                </a:lnTo>
                <a:lnTo>
                  <a:pt x="25908" y="24384"/>
                </a:lnTo>
                <a:lnTo>
                  <a:pt x="28956" y="25908"/>
                </a:lnTo>
                <a:lnTo>
                  <a:pt x="30480" y="27432"/>
                </a:lnTo>
                <a:lnTo>
                  <a:pt x="13716" y="27432"/>
                </a:lnTo>
                <a:lnTo>
                  <a:pt x="10668" y="28956"/>
                </a:lnTo>
                <a:lnTo>
                  <a:pt x="9144" y="30480"/>
                </a:lnTo>
                <a:lnTo>
                  <a:pt x="6096" y="32004"/>
                </a:lnTo>
                <a:lnTo>
                  <a:pt x="6096" y="42672"/>
                </a:lnTo>
                <a:lnTo>
                  <a:pt x="9144" y="45720"/>
                </a:lnTo>
                <a:lnTo>
                  <a:pt x="10668" y="45720"/>
                </a:lnTo>
                <a:lnTo>
                  <a:pt x="12192" y="47244"/>
                </a:lnTo>
                <a:lnTo>
                  <a:pt x="32004" y="47244"/>
                </a:lnTo>
                <a:lnTo>
                  <a:pt x="30480" y="48768"/>
                </a:lnTo>
                <a:lnTo>
                  <a:pt x="25908" y="51816"/>
                </a:lnTo>
                <a:lnTo>
                  <a:pt x="22860" y="53340"/>
                </a:lnTo>
                <a:close/>
              </a:path>
              <a:path w="35560" h="53339">
                <a:moveTo>
                  <a:pt x="32004" y="47244"/>
                </a:moveTo>
                <a:lnTo>
                  <a:pt x="24384" y="47244"/>
                </a:lnTo>
                <a:lnTo>
                  <a:pt x="25908" y="44196"/>
                </a:lnTo>
                <a:lnTo>
                  <a:pt x="28956" y="41148"/>
                </a:lnTo>
                <a:lnTo>
                  <a:pt x="28956" y="35052"/>
                </a:lnTo>
                <a:lnTo>
                  <a:pt x="27432" y="32004"/>
                </a:lnTo>
                <a:lnTo>
                  <a:pt x="24384" y="28956"/>
                </a:lnTo>
                <a:lnTo>
                  <a:pt x="21336" y="27432"/>
                </a:lnTo>
                <a:lnTo>
                  <a:pt x="30480" y="27432"/>
                </a:lnTo>
                <a:lnTo>
                  <a:pt x="32004" y="28956"/>
                </a:lnTo>
                <a:lnTo>
                  <a:pt x="35052" y="35052"/>
                </a:lnTo>
                <a:lnTo>
                  <a:pt x="35052" y="42672"/>
                </a:lnTo>
                <a:lnTo>
                  <a:pt x="33528" y="45720"/>
                </a:lnTo>
                <a:lnTo>
                  <a:pt x="32004" y="4724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1216152" y="3040379"/>
            <a:ext cx="388620" cy="55244"/>
          </a:xfrm>
          <a:custGeom>
            <a:avLst/>
            <a:gdLst/>
            <a:ahLst/>
            <a:cxnLst/>
            <a:rect l="l" t="t" r="r" b="b"/>
            <a:pathLst>
              <a:path w="388619" h="55244">
                <a:moveTo>
                  <a:pt x="35052" y="0"/>
                </a:moveTo>
                <a:lnTo>
                  <a:pt x="0" y="0"/>
                </a:lnTo>
                <a:lnTo>
                  <a:pt x="0" y="53340"/>
                </a:lnTo>
                <a:lnTo>
                  <a:pt x="6096" y="53340"/>
                </a:lnTo>
                <a:lnTo>
                  <a:pt x="6096" y="28956"/>
                </a:lnTo>
                <a:lnTo>
                  <a:pt x="30480" y="28956"/>
                </a:lnTo>
                <a:lnTo>
                  <a:pt x="30480" y="22860"/>
                </a:lnTo>
                <a:lnTo>
                  <a:pt x="6096" y="22860"/>
                </a:lnTo>
                <a:lnTo>
                  <a:pt x="6096" y="6096"/>
                </a:lnTo>
                <a:lnTo>
                  <a:pt x="35052" y="6096"/>
                </a:lnTo>
                <a:lnTo>
                  <a:pt x="35052" y="0"/>
                </a:lnTo>
                <a:close/>
              </a:path>
              <a:path w="388619" h="55244">
                <a:moveTo>
                  <a:pt x="51803" y="47244"/>
                </a:moveTo>
                <a:lnTo>
                  <a:pt x="45707" y="47244"/>
                </a:lnTo>
                <a:lnTo>
                  <a:pt x="45707" y="53340"/>
                </a:lnTo>
                <a:lnTo>
                  <a:pt x="51803" y="53340"/>
                </a:lnTo>
                <a:lnTo>
                  <a:pt x="51803" y="47244"/>
                </a:lnTo>
                <a:close/>
              </a:path>
              <a:path w="388619" h="55244">
                <a:moveTo>
                  <a:pt x="51803" y="13716"/>
                </a:moveTo>
                <a:lnTo>
                  <a:pt x="45707" y="13716"/>
                </a:lnTo>
                <a:lnTo>
                  <a:pt x="45707" y="19812"/>
                </a:lnTo>
                <a:lnTo>
                  <a:pt x="51803" y="19812"/>
                </a:lnTo>
                <a:lnTo>
                  <a:pt x="51803" y="13716"/>
                </a:lnTo>
                <a:close/>
              </a:path>
              <a:path w="388619" h="55244">
                <a:moveTo>
                  <a:pt x="124955" y="53340"/>
                </a:moveTo>
                <a:lnTo>
                  <a:pt x="118249" y="36576"/>
                </a:lnTo>
                <a:lnTo>
                  <a:pt x="115811" y="30480"/>
                </a:lnTo>
                <a:lnTo>
                  <a:pt x="109715" y="15240"/>
                </a:lnTo>
                <a:lnTo>
                  <a:pt x="109715" y="30480"/>
                </a:lnTo>
                <a:lnTo>
                  <a:pt x="92951" y="30480"/>
                </a:lnTo>
                <a:lnTo>
                  <a:pt x="97523" y="15240"/>
                </a:lnTo>
                <a:lnTo>
                  <a:pt x="102095" y="6096"/>
                </a:lnTo>
                <a:lnTo>
                  <a:pt x="102095" y="9144"/>
                </a:lnTo>
                <a:lnTo>
                  <a:pt x="103619" y="12192"/>
                </a:lnTo>
                <a:lnTo>
                  <a:pt x="109715" y="30480"/>
                </a:lnTo>
                <a:lnTo>
                  <a:pt x="109715" y="15240"/>
                </a:lnTo>
                <a:lnTo>
                  <a:pt x="106057" y="6096"/>
                </a:lnTo>
                <a:lnTo>
                  <a:pt x="103619" y="0"/>
                </a:lnTo>
                <a:lnTo>
                  <a:pt x="99047" y="0"/>
                </a:lnTo>
                <a:lnTo>
                  <a:pt x="77711" y="53340"/>
                </a:lnTo>
                <a:lnTo>
                  <a:pt x="83807" y="53340"/>
                </a:lnTo>
                <a:lnTo>
                  <a:pt x="89903" y="36576"/>
                </a:lnTo>
                <a:lnTo>
                  <a:pt x="112763" y="36576"/>
                </a:lnTo>
                <a:lnTo>
                  <a:pt x="118859" y="53340"/>
                </a:lnTo>
                <a:lnTo>
                  <a:pt x="124955" y="53340"/>
                </a:lnTo>
                <a:close/>
              </a:path>
              <a:path w="388619" h="55244">
                <a:moveTo>
                  <a:pt x="140195" y="12"/>
                </a:moveTo>
                <a:lnTo>
                  <a:pt x="132588" y="12"/>
                </a:lnTo>
                <a:lnTo>
                  <a:pt x="132588" y="54864"/>
                </a:lnTo>
                <a:lnTo>
                  <a:pt x="140195" y="54864"/>
                </a:lnTo>
                <a:lnTo>
                  <a:pt x="140195" y="12"/>
                </a:lnTo>
                <a:close/>
              </a:path>
              <a:path w="388619" h="55244">
                <a:moveTo>
                  <a:pt x="155448" y="12"/>
                </a:moveTo>
                <a:lnTo>
                  <a:pt x="147828" y="12"/>
                </a:lnTo>
                <a:lnTo>
                  <a:pt x="147828" y="54864"/>
                </a:lnTo>
                <a:lnTo>
                  <a:pt x="155448" y="54864"/>
                </a:lnTo>
                <a:lnTo>
                  <a:pt x="155448" y="12"/>
                </a:lnTo>
                <a:close/>
              </a:path>
              <a:path w="388619" h="55244">
                <a:moveTo>
                  <a:pt x="220967" y="25908"/>
                </a:moveTo>
                <a:lnTo>
                  <a:pt x="219443" y="21336"/>
                </a:lnTo>
                <a:lnTo>
                  <a:pt x="214871" y="18288"/>
                </a:lnTo>
                <a:lnTo>
                  <a:pt x="214871" y="28956"/>
                </a:lnTo>
                <a:lnTo>
                  <a:pt x="214871" y="38100"/>
                </a:lnTo>
                <a:lnTo>
                  <a:pt x="211823" y="44196"/>
                </a:lnTo>
                <a:lnTo>
                  <a:pt x="208775" y="47244"/>
                </a:lnTo>
                <a:lnTo>
                  <a:pt x="196583" y="47244"/>
                </a:lnTo>
                <a:lnTo>
                  <a:pt x="195059" y="44196"/>
                </a:lnTo>
                <a:lnTo>
                  <a:pt x="192011" y="41148"/>
                </a:lnTo>
                <a:lnTo>
                  <a:pt x="192011" y="24384"/>
                </a:lnTo>
                <a:lnTo>
                  <a:pt x="195059" y="22860"/>
                </a:lnTo>
                <a:lnTo>
                  <a:pt x="196583" y="19812"/>
                </a:lnTo>
                <a:lnTo>
                  <a:pt x="199631" y="18288"/>
                </a:lnTo>
                <a:lnTo>
                  <a:pt x="205727" y="18288"/>
                </a:lnTo>
                <a:lnTo>
                  <a:pt x="208775" y="19812"/>
                </a:lnTo>
                <a:lnTo>
                  <a:pt x="210299" y="22860"/>
                </a:lnTo>
                <a:lnTo>
                  <a:pt x="213347" y="24384"/>
                </a:lnTo>
                <a:lnTo>
                  <a:pt x="214871" y="28956"/>
                </a:lnTo>
                <a:lnTo>
                  <a:pt x="214871" y="18288"/>
                </a:lnTo>
                <a:lnTo>
                  <a:pt x="211823" y="13716"/>
                </a:lnTo>
                <a:lnTo>
                  <a:pt x="208775" y="12192"/>
                </a:lnTo>
                <a:lnTo>
                  <a:pt x="198107" y="12192"/>
                </a:lnTo>
                <a:lnTo>
                  <a:pt x="195059" y="13716"/>
                </a:lnTo>
                <a:lnTo>
                  <a:pt x="190487" y="16764"/>
                </a:lnTo>
                <a:lnTo>
                  <a:pt x="187439" y="19812"/>
                </a:lnTo>
                <a:lnTo>
                  <a:pt x="185915" y="25908"/>
                </a:lnTo>
                <a:lnTo>
                  <a:pt x="185915" y="39624"/>
                </a:lnTo>
                <a:lnTo>
                  <a:pt x="187439" y="45720"/>
                </a:lnTo>
                <a:lnTo>
                  <a:pt x="193535" y="51816"/>
                </a:lnTo>
                <a:lnTo>
                  <a:pt x="198107" y="53340"/>
                </a:lnTo>
                <a:lnTo>
                  <a:pt x="208775" y="53340"/>
                </a:lnTo>
                <a:lnTo>
                  <a:pt x="214871" y="50292"/>
                </a:lnTo>
                <a:lnTo>
                  <a:pt x="216395" y="47244"/>
                </a:lnTo>
                <a:lnTo>
                  <a:pt x="220967" y="38100"/>
                </a:lnTo>
                <a:lnTo>
                  <a:pt x="220967" y="25908"/>
                </a:lnTo>
                <a:close/>
              </a:path>
              <a:path w="388619" h="55244">
                <a:moveTo>
                  <a:pt x="243840" y="53340"/>
                </a:moveTo>
                <a:lnTo>
                  <a:pt x="242316" y="47244"/>
                </a:lnTo>
                <a:lnTo>
                  <a:pt x="237744" y="47244"/>
                </a:lnTo>
                <a:lnTo>
                  <a:pt x="236220" y="45720"/>
                </a:lnTo>
                <a:lnTo>
                  <a:pt x="236220" y="19812"/>
                </a:lnTo>
                <a:lnTo>
                  <a:pt x="242316" y="19812"/>
                </a:lnTo>
                <a:lnTo>
                  <a:pt x="242316" y="13716"/>
                </a:lnTo>
                <a:lnTo>
                  <a:pt x="236220" y="13716"/>
                </a:lnTo>
                <a:lnTo>
                  <a:pt x="236220" y="0"/>
                </a:lnTo>
                <a:lnTo>
                  <a:pt x="230124" y="4572"/>
                </a:lnTo>
                <a:lnTo>
                  <a:pt x="230124" y="13716"/>
                </a:lnTo>
                <a:lnTo>
                  <a:pt x="225552" y="13716"/>
                </a:lnTo>
                <a:lnTo>
                  <a:pt x="225552" y="19812"/>
                </a:lnTo>
                <a:lnTo>
                  <a:pt x="230124" y="19812"/>
                </a:lnTo>
                <a:lnTo>
                  <a:pt x="230124" y="48768"/>
                </a:lnTo>
                <a:lnTo>
                  <a:pt x="234696" y="53340"/>
                </a:lnTo>
                <a:lnTo>
                  <a:pt x="243840" y="53340"/>
                </a:lnTo>
                <a:close/>
              </a:path>
              <a:path w="388619" h="55244">
                <a:moveTo>
                  <a:pt x="281927" y="24384"/>
                </a:moveTo>
                <a:lnTo>
                  <a:pt x="280403" y="21336"/>
                </a:lnTo>
                <a:lnTo>
                  <a:pt x="280403" y="19812"/>
                </a:lnTo>
                <a:lnTo>
                  <a:pt x="278879" y="16764"/>
                </a:lnTo>
                <a:lnTo>
                  <a:pt x="275831" y="13716"/>
                </a:lnTo>
                <a:lnTo>
                  <a:pt x="272783" y="13716"/>
                </a:lnTo>
                <a:lnTo>
                  <a:pt x="269735" y="12192"/>
                </a:lnTo>
                <a:lnTo>
                  <a:pt x="262115" y="12192"/>
                </a:lnTo>
                <a:lnTo>
                  <a:pt x="256019" y="18288"/>
                </a:lnTo>
                <a:lnTo>
                  <a:pt x="256019" y="0"/>
                </a:lnTo>
                <a:lnTo>
                  <a:pt x="249923" y="0"/>
                </a:lnTo>
                <a:lnTo>
                  <a:pt x="249923" y="53340"/>
                </a:lnTo>
                <a:lnTo>
                  <a:pt x="256019" y="53340"/>
                </a:lnTo>
                <a:lnTo>
                  <a:pt x="256019" y="24384"/>
                </a:lnTo>
                <a:lnTo>
                  <a:pt x="260591" y="19812"/>
                </a:lnTo>
                <a:lnTo>
                  <a:pt x="262115" y="19812"/>
                </a:lnTo>
                <a:lnTo>
                  <a:pt x="263639" y="18288"/>
                </a:lnTo>
                <a:lnTo>
                  <a:pt x="269735" y="18288"/>
                </a:lnTo>
                <a:lnTo>
                  <a:pt x="275831" y="24384"/>
                </a:lnTo>
                <a:lnTo>
                  <a:pt x="275831" y="53340"/>
                </a:lnTo>
                <a:lnTo>
                  <a:pt x="281927" y="53340"/>
                </a:lnTo>
                <a:lnTo>
                  <a:pt x="281927" y="24384"/>
                </a:lnTo>
                <a:close/>
              </a:path>
              <a:path w="388619" h="55244">
                <a:moveTo>
                  <a:pt x="324599" y="27432"/>
                </a:moveTo>
                <a:lnTo>
                  <a:pt x="323075" y="21336"/>
                </a:lnTo>
                <a:lnTo>
                  <a:pt x="320027" y="18288"/>
                </a:lnTo>
                <a:lnTo>
                  <a:pt x="318503" y="16764"/>
                </a:lnTo>
                <a:lnTo>
                  <a:pt x="318503" y="25908"/>
                </a:lnTo>
                <a:lnTo>
                  <a:pt x="318503" y="28956"/>
                </a:lnTo>
                <a:lnTo>
                  <a:pt x="295643" y="28956"/>
                </a:lnTo>
                <a:lnTo>
                  <a:pt x="295643" y="25908"/>
                </a:lnTo>
                <a:lnTo>
                  <a:pt x="297167" y="22860"/>
                </a:lnTo>
                <a:lnTo>
                  <a:pt x="300215" y="21336"/>
                </a:lnTo>
                <a:lnTo>
                  <a:pt x="301739" y="19812"/>
                </a:lnTo>
                <a:lnTo>
                  <a:pt x="304787" y="18288"/>
                </a:lnTo>
                <a:lnTo>
                  <a:pt x="310883" y="18288"/>
                </a:lnTo>
                <a:lnTo>
                  <a:pt x="313931" y="19812"/>
                </a:lnTo>
                <a:lnTo>
                  <a:pt x="316979" y="22860"/>
                </a:lnTo>
                <a:lnTo>
                  <a:pt x="316979" y="24384"/>
                </a:lnTo>
                <a:lnTo>
                  <a:pt x="318503" y="25908"/>
                </a:lnTo>
                <a:lnTo>
                  <a:pt x="318503" y="16764"/>
                </a:lnTo>
                <a:lnTo>
                  <a:pt x="316979" y="15240"/>
                </a:lnTo>
                <a:lnTo>
                  <a:pt x="312407" y="12192"/>
                </a:lnTo>
                <a:lnTo>
                  <a:pt x="301739" y="12192"/>
                </a:lnTo>
                <a:lnTo>
                  <a:pt x="298691" y="13716"/>
                </a:lnTo>
                <a:lnTo>
                  <a:pt x="291071" y="21336"/>
                </a:lnTo>
                <a:lnTo>
                  <a:pt x="289547" y="27432"/>
                </a:lnTo>
                <a:lnTo>
                  <a:pt x="289547" y="39624"/>
                </a:lnTo>
                <a:lnTo>
                  <a:pt x="291071" y="44196"/>
                </a:lnTo>
                <a:lnTo>
                  <a:pt x="294119" y="48768"/>
                </a:lnTo>
                <a:lnTo>
                  <a:pt x="298691" y="51816"/>
                </a:lnTo>
                <a:lnTo>
                  <a:pt x="301739" y="53340"/>
                </a:lnTo>
                <a:lnTo>
                  <a:pt x="315455" y="53340"/>
                </a:lnTo>
                <a:lnTo>
                  <a:pt x="318503" y="50292"/>
                </a:lnTo>
                <a:lnTo>
                  <a:pt x="321551" y="48768"/>
                </a:lnTo>
                <a:lnTo>
                  <a:pt x="322313" y="47244"/>
                </a:lnTo>
                <a:lnTo>
                  <a:pt x="323075" y="45720"/>
                </a:lnTo>
                <a:lnTo>
                  <a:pt x="324599" y="41148"/>
                </a:lnTo>
                <a:lnTo>
                  <a:pt x="318503" y="39624"/>
                </a:lnTo>
                <a:lnTo>
                  <a:pt x="318503" y="42672"/>
                </a:lnTo>
                <a:lnTo>
                  <a:pt x="316979" y="44196"/>
                </a:lnTo>
                <a:lnTo>
                  <a:pt x="313931" y="45720"/>
                </a:lnTo>
                <a:lnTo>
                  <a:pt x="312407" y="47244"/>
                </a:lnTo>
                <a:lnTo>
                  <a:pt x="301739" y="47244"/>
                </a:lnTo>
                <a:lnTo>
                  <a:pt x="300215" y="44196"/>
                </a:lnTo>
                <a:lnTo>
                  <a:pt x="297167" y="42672"/>
                </a:lnTo>
                <a:lnTo>
                  <a:pt x="295643" y="39624"/>
                </a:lnTo>
                <a:lnTo>
                  <a:pt x="295643" y="35052"/>
                </a:lnTo>
                <a:lnTo>
                  <a:pt x="324599" y="35052"/>
                </a:lnTo>
                <a:lnTo>
                  <a:pt x="324599" y="28956"/>
                </a:lnTo>
                <a:lnTo>
                  <a:pt x="324599" y="27432"/>
                </a:lnTo>
                <a:close/>
              </a:path>
              <a:path w="388619" h="55244">
                <a:moveTo>
                  <a:pt x="353555" y="15240"/>
                </a:moveTo>
                <a:lnTo>
                  <a:pt x="352031" y="13716"/>
                </a:lnTo>
                <a:lnTo>
                  <a:pt x="348983" y="12192"/>
                </a:lnTo>
                <a:lnTo>
                  <a:pt x="344411" y="12192"/>
                </a:lnTo>
                <a:lnTo>
                  <a:pt x="342887" y="13716"/>
                </a:lnTo>
                <a:lnTo>
                  <a:pt x="341363" y="13716"/>
                </a:lnTo>
                <a:lnTo>
                  <a:pt x="341363" y="15240"/>
                </a:lnTo>
                <a:lnTo>
                  <a:pt x="339839" y="16764"/>
                </a:lnTo>
                <a:lnTo>
                  <a:pt x="336791" y="18288"/>
                </a:lnTo>
                <a:lnTo>
                  <a:pt x="336791" y="13716"/>
                </a:lnTo>
                <a:lnTo>
                  <a:pt x="332219" y="13716"/>
                </a:lnTo>
                <a:lnTo>
                  <a:pt x="332219" y="53340"/>
                </a:lnTo>
                <a:lnTo>
                  <a:pt x="338315" y="53340"/>
                </a:lnTo>
                <a:lnTo>
                  <a:pt x="338315" y="28956"/>
                </a:lnTo>
                <a:lnTo>
                  <a:pt x="339839" y="25908"/>
                </a:lnTo>
                <a:lnTo>
                  <a:pt x="339839" y="22860"/>
                </a:lnTo>
                <a:lnTo>
                  <a:pt x="342887" y="19812"/>
                </a:lnTo>
                <a:lnTo>
                  <a:pt x="344411" y="19812"/>
                </a:lnTo>
                <a:lnTo>
                  <a:pt x="344411" y="18288"/>
                </a:lnTo>
                <a:lnTo>
                  <a:pt x="348983" y="18288"/>
                </a:lnTo>
                <a:lnTo>
                  <a:pt x="352031" y="21336"/>
                </a:lnTo>
                <a:lnTo>
                  <a:pt x="353555" y="15240"/>
                </a:lnTo>
                <a:close/>
              </a:path>
              <a:path w="388619" h="55244">
                <a:moveTo>
                  <a:pt x="388620" y="39636"/>
                </a:moveTo>
                <a:lnTo>
                  <a:pt x="387096" y="36588"/>
                </a:lnTo>
                <a:lnTo>
                  <a:pt x="387096" y="35064"/>
                </a:lnTo>
                <a:lnTo>
                  <a:pt x="384048" y="32016"/>
                </a:lnTo>
                <a:lnTo>
                  <a:pt x="382524" y="32016"/>
                </a:lnTo>
                <a:lnTo>
                  <a:pt x="381000" y="30492"/>
                </a:lnTo>
                <a:lnTo>
                  <a:pt x="377952" y="30492"/>
                </a:lnTo>
                <a:lnTo>
                  <a:pt x="373380" y="28968"/>
                </a:lnTo>
                <a:lnTo>
                  <a:pt x="370332" y="27444"/>
                </a:lnTo>
                <a:lnTo>
                  <a:pt x="365760" y="27444"/>
                </a:lnTo>
                <a:lnTo>
                  <a:pt x="365760" y="25920"/>
                </a:lnTo>
                <a:lnTo>
                  <a:pt x="364236" y="25920"/>
                </a:lnTo>
                <a:lnTo>
                  <a:pt x="364236" y="21348"/>
                </a:lnTo>
                <a:lnTo>
                  <a:pt x="365760" y="19824"/>
                </a:lnTo>
                <a:lnTo>
                  <a:pt x="367284" y="19824"/>
                </a:lnTo>
                <a:lnTo>
                  <a:pt x="368808" y="18300"/>
                </a:lnTo>
                <a:lnTo>
                  <a:pt x="374904" y="18300"/>
                </a:lnTo>
                <a:lnTo>
                  <a:pt x="376428" y="19824"/>
                </a:lnTo>
                <a:lnTo>
                  <a:pt x="377952" y="19824"/>
                </a:lnTo>
                <a:lnTo>
                  <a:pt x="381000" y="22872"/>
                </a:lnTo>
                <a:lnTo>
                  <a:pt x="381000" y="24396"/>
                </a:lnTo>
                <a:lnTo>
                  <a:pt x="387096" y="22872"/>
                </a:lnTo>
                <a:lnTo>
                  <a:pt x="385572" y="21348"/>
                </a:lnTo>
                <a:lnTo>
                  <a:pt x="385572" y="18300"/>
                </a:lnTo>
                <a:lnTo>
                  <a:pt x="384048" y="16776"/>
                </a:lnTo>
                <a:lnTo>
                  <a:pt x="384048" y="15252"/>
                </a:lnTo>
                <a:lnTo>
                  <a:pt x="381000" y="15252"/>
                </a:lnTo>
                <a:lnTo>
                  <a:pt x="379476" y="13728"/>
                </a:lnTo>
                <a:lnTo>
                  <a:pt x="377952" y="13728"/>
                </a:lnTo>
                <a:lnTo>
                  <a:pt x="374904" y="12204"/>
                </a:lnTo>
                <a:lnTo>
                  <a:pt x="367284" y="12204"/>
                </a:lnTo>
                <a:lnTo>
                  <a:pt x="365760" y="13728"/>
                </a:lnTo>
                <a:lnTo>
                  <a:pt x="364236" y="13728"/>
                </a:lnTo>
                <a:lnTo>
                  <a:pt x="358140" y="19824"/>
                </a:lnTo>
                <a:lnTo>
                  <a:pt x="358140" y="27444"/>
                </a:lnTo>
                <a:lnTo>
                  <a:pt x="359664" y="28968"/>
                </a:lnTo>
                <a:lnTo>
                  <a:pt x="359664" y="30492"/>
                </a:lnTo>
                <a:lnTo>
                  <a:pt x="362712" y="33540"/>
                </a:lnTo>
                <a:lnTo>
                  <a:pt x="364236" y="33540"/>
                </a:lnTo>
                <a:lnTo>
                  <a:pt x="373380" y="36588"/>
                </a:lnTo>
                <a:lnTo>
                  <a:pt x="376428" y="38112"/>
                </a:lnTo>
                <a:lnTo>
                  <a:pt x="379476" y="38112"/>
                </a:lnTo>
                <a:lnTo>
                  <a:pt x="382524" y="41160"/>
                </a:lnTo>
                <a:lnTo>
                  <a:pt x="382524" y="44208"/>
                </a:lnTo>
                <a:lnTo>
                  <a:pt x="381000" y="44208"/>
                </a:lnTo>
                <a:lnTo>
                  <a:pt x="377952" y="47256"/>
                </a:lnTo>
                <a:lnTo>
                  <a:pt x="367284" y="47256"/>
                </a:lnTo>
                <a:lnTo>
                  <a:pt x="362712" y="42684"/>
                </a:lnTo>
                <a:lnTo>
                  <a:pt x="362712" y="39636"/>
                </a:lnTo>
                <a:lnTo>
                  <a:pt x="356616" y="41160"/>
                </a:lnTo>
                <a:lnTo>
                  <a:pt x="356616" y="45732"/>
                </a:lnTo>
                <a:lnTo>
                  <a:pt x="358140" y="48780"/>
                </a:lnTo>
                <a:lnTo>
                  <a:pt x="361188" y="50304"/>
                </a:lnTo>
                <a:lnTo>
                  <a:pt x="364236" y="53352"/>
                </a:lnTo>
                <a:lnTo>
                  <a:pt x="377952" y="53352"/>
                </a:lnTo>
                <a:lnTo>
                  <a:pt x="381000" y="51828"/>
                </a:lnTo>
                <a:lnTo>
                  <a:pt x="382524" y="51828"/>
                </a:lnTo>
                <a:lnTo>
                  <a:pt x="385572" y="50304"/>
                </a:lnTo>
                <a:lnTo>
                  <a:pt x="385572" y="47256"/>
                </a:lnTo>
                <a:lnTo>
                  <a:pt x="388620" y="44208"/>
                </a:lnTo>
                <a:lnTo>
                  <a:pt x="388620" y="3963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" name="object 5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298191" y="1874519"/>
            <a:ext cx="905255" cy="57912"/>
          </a:xfrm>
          <a:prstGeom prst="rect">
            <a:avLst/>
          </a:prstGeom>
        </p:spPr>
      </p:pic>
      <p:grpSp>
        <p:nvGrpSpPr>
          <p:cNvPr id="59" name="object 59" descr=""/>
          <p:cNvGrpSpPr/>
          <p:nvPr/>
        </p:nvGrpSpPr>
        <p:grpSpPr>
          <a:xfrm>
            <a:off x="5423916" y="185928"/>
            <a:ext cx="5034280" cy="3561715"/>
            <a:chOff x="5423916" y="185928"/>
            <a:chExt cx="5034280" cy="3561715"/>
          </a:xfrm>
        </p:grpSpPr>
        <p:sp>
          <p:nvSpPr>
            <p:cNvPr id="60" name="object 60" descr=""/>
            <p:cNvSpPr/>
            <p:nvPr/>
          </p:nvSpPr>
          <p:spPr>
            <a:xfrm>
              <a:off x="5426964" y="18897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26964" y="835151"/>
              <a:ext cx="4695443" cy="36575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63967" y="3323843"/>
              <a:ext cx="1150620" cy="39624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16567" y="3179064"/>
              <a:ext cx="1319783" cy="192024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44895" y="676655"/>
              <a:ext cx="2010156" cy="128016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7668768" y="676655"/>
              <a:ext cx="657225" cy="127000"/>
            </a:xfrm>
            <a:custGeom>
              <a:avLst/>
              <a:gdLst/>
              <a:ahLst/>
              <a:cxnLst/>
              <a:rect l="l" t="t" r="r" b="b"/>
              <a:pathLst>
                <a:path w="657225" h="127000">
                  <a:moveTo>
                    <a:pt x="71628" y="86360"/>
                  </a:moveTo>
                  <a:lnTo>
                    <a:pt x="12192" y="86360"/>
                  </a:lnTo>
                  <a:lnTo>
                    <a:pt x="12192" y="54610"/>
                  </a:lnTo>
                  <a:lnTo>
                    <a:pt x="67056" y="54610"/>
                  </a:lnTo>
                  <a:lnTo>
                    <a:pt x="67056" y="43180"/>
                  </a:lnTo>
                  <a:lnTo>
                    <a:pt x="12192" y="43180"/>
                  </a:lnTo>
                  <a:lnTo>
                    <a:pt x="12192" y="13970"/>
                  </a:lnTo>
                  <a:lnTo>
                    <a:pt x="70104" y="13970"/>
                  </a:lnTo>
                  <a:lnTo>
                    <a:pt x="70104" y="1270"/>
                  </a:lnTo>
                  <a:lnTo>
                    <a:pt x="0" y="1270"/>
                  </a:lnTo>
                  <a:lnTo>
                    <a:pt x="0" y="13970"/>
                  </a:lnTo>
                  <a:lnTo>
                    <a:pt x="0" y="43180"/>
                  </a:lnTo>
                  <a:lnTo>
                    <a:pt x="0" y="54610"/>
                  </a:lnTo>
                  <a:lnTo>
                    <a:pt x="0" y="86360"/>
                  </a:lnTo>
                  <a:lnTo>
                    <a:pt x="0" y="99060"/>
                  </a:lnTo>
                  <a:lnTo>
                    <a:pt x="71628" y="99060"/>
                  </a:lnTo>
                  <a:lnTo>
                    <a:pt x="71628" y="86360"/>
                  </a:lnTo>
                  <a:close/>
                </a:path>
                <a:path w="657225" h="127000">
                  <a:moveTo>
                    <a:pt x="147828" y="27432"/>
                  </a:moveTo>
                  <a:lnTo>
                    <a:pt x="134112" y="27432"/>
                  </a:lnTo>
                  <a:lnTo>
                    <a:pt x="120396" y="45720"/>
                  </a:lnTo>
                  <a:lnTo>
                    <a:pt x="118872" y="48768"/>
                  </a:lnTo>
                  <a:lnTo>
                    <a:pt x="115824" y="51816"/>
                  </a:lnTo>
                  <a:lnTo>
                    <a:pt x="114300" y="50292"/>
                  </a:lnTo>
                  <a:lnTo>
                    <a:pt x="112776" y="47244"/>
                  </a:lnTo>
                  <a:lnTo>
                    <a:pt x="109728" y="44196"/>
                  </a:lnTo>
                  <a:lnTo>
                    <a:pt x="97536" y="27432"/>
                  </a:lnTo>
                  <a:lnTo>
                    <a:pt x="83820" y="27432"/>
                  </a:lnTo>
                  <a:lnTo>
                    <a:pt x="108204" y="62484"/>
                  </a:lnTo>
                  <a:lnTo>
                    <a:pt x="82296" y="99060"/>
                  </a:lnTo>
                  <a:lnTo>
                    <a:pt x="96012" y="99060"/>
                  </a:lnTo>
                  <a:lnTo>
                    <a:pt x="115824" y="73152"/>
                  </a:lnTo>
                  <a:lnTo>
                    <a:pt x="117348" y="77724"/>
                  </a:lnTo>
                  <a:lnTo>
                    <a:pt x="132588" y="99060"/>
                  </a:lnTo>
                  <a:lnTo>
                    <a:pt x="147828" y="99060"/>
                  </a:lnTo>
                  <a:lnTo>
                    <a:pt x="121920" y="62484"/>
                  </a:lnTo>
                  <a:lnTo>
                    <a:pt x="147828" y="27432"/>
                  </a:lnTo>
                  <a:close/>
                </a:path>
                <a:path w="657225" h="127000">
                  <a:moveTo>
                    <a:pt x="217919" y="99060"/>
                  </a:moveTo>
                  <a:lnTo>
                    <a:pt x="216395" y="96012"/>
                  </a:lnTo>
                  <a:lnTo>
                    <a:pt x="214871" y="91440"/>
                  </a:lnTo>
                  <a:lnTo>
                    <a:pt x="214871" y="89916"/>
                  </a:lnTo>
                  <a:lnTo>
                    <a:pt x="214871" y="88392"/>
                  </a:lnTo>
                  <a:lnTo>
                    <a:pt x="214871" y="65532"/>
                  </a:lnTo>
                  <a:lnTo>
                    <a:pt x="214871" y="47244"/>
                  </a:lnTo>
                  <a:lnTo>
                    <a:pt x="213347" y="44196"/>
                  </a:lnTo>
                  <a:lnTo>
                    <a:pt x="213347" y="38100"/>
                  </a:lnTo>
                  <a:lnTo>
                    <a:pt x="211823" y="35052"/>
                  </a:lnTo>
                  <a:lnTo>
                    <a:pt x="210299" y="33528"/>
                  </a:lnTo>
                  <a:lnTo>
                    <a:pt x="208775" y="30480"/>
                  </a:lnTo>
                  <a:lnTo>
                    <a:pt x="205727" y="28956"/>
                  </a:lnTo>
                  <a:lnTo>
                    <a:pt x="201155" y="27432"/>
                  </a:lnTo>
                  <a:lnTo>
                    <a:pt x="198107" y="25908"/>
                  </a:lnTo>
                  <a:lnTo>
                    <a:pt x="175247" y="25908"/>
                  </a:lnTo>
                  <a:lnTo>
                    <a:pt x="170675" y="27432"/>
                  </a:lnTo>
                  <a:lnTo>
                    <a:pt x="166103" y="30480"/>
                  </a:lnTo>
                  <a:lnTo>
                    <a:pt x="163055" y="32004"/>
                  </a:lnTo>
                  <a:lnTo>
                    <a:pt x="156959" y="38100"/>
                  </a:lnTo>
                  <a:lnTo>
                    <a:pt x="155435" y="42672"/>
                  </a:lnTo>
                  <a:lnTo>
                    <a:pt x="155435" y="47244"/>
                  </a:lnTo>
                  <a:lnTo>
                    <a:pt x="167627" y="48768"/>
                  </a:lnTo>
                  <a:lnTo>
                    <a:pt x="167627" y="44196"/>
                  </a:lnTo>
                  <a:lnTo>
                    <a:pt x="172199" y="39624"/>
                  </a:lnTo>
                  <a:lnTo>
                    <a:pt x="175247" y="38100"/>
                  </a:lnTo>
                  <a:lnTo>
                    <a:pt x="190487" y="38100"/>
                  </a:lnTo>
                  <a:lnTo>
                    <a:pt x="195059" y="39624"/>
                  </a:lnTo>
                  <a:lnTo>
                    <a:pt x="201155" y="42672"/>
                  </a:lnTo>
                  <a:lnTo>
                    <a:pt x="202679" y="45720"/>
                  </a:lnTo>
                  <a:lnTo>
                    <a:pt x="202679" y="51816"/>
                  </a:lnTo>
                  <a:lnTo>
                    <a:pt x="202679" y="65532"/>
                  </a:lnTo>
                  <a:lnTo>
                    <a:pt x="201155" y="68580"/>
                  </a:lnTo>
                  <a:lnTo>
                    <a:pt x="201155" y="76200"/>
                  </a:lnTo>
                  <a:lnTo>
                    <a:pt x="199631" y="77724"/>
                  </a:lnTo>
                  <a:lnTo>
                    <a:pt x="198107" y="80772"/>
                  </a:lnTo>
                  <a:lnTo>
                    <a:pt x="195059" y="83820"/>
                  </a:lnTo>
                  <a:lnTo>
                    <a:pt x="188963" y="86868"/>
                  </a:lnTo>
                  <a:lnTo>
                    <a:pt x="184391" y="88392"/>
                  </a:lnTo>
                  <a:lnTo>
                    <a:pt x="175247" y="88392"/>
                  </a:lnTo>
                  <a:lnTo>
                    <a:pt x="170675" y="86868"/>
                  </a:lnTo>
                  <a:lnTo>
                    <a:pt x="169151" y="85344"/>
                  </a:lnTo>
                  <a:lnTo>
                    <a:pt x="166103" y="83820"/>
                  </a:lnTo>
                  <a:lnTo>
                    <a:pt x="166103" y="76200"/>
                  </a:lnTo>
                  <a:lnTo>
                    <a:pt x="167627" y="74676"/>
                  </a:lnTo>
                  <a:lnTo>
                    <a:pt x="167627" y="73152"/>
                  </a:lnTo>
                  <a:lnTo>
                    <a:pt x="169151" y="71628"/>
                  </a:lnTo>
                  <a:lnTo>
                    <a:pt x="172199" y="71628"/>
                  </a:lnTo>
                  <a:lnTo>
                    <a:pt x="173723" y="70104"/>
                  </a:lnTo>
                  <a:lnTo>
                    <a:pt x="176771" y="70104"/>
                  </a:lnTo>
                  <a:lnTo>
                    <a:pt x="182867" y="68580"/>
                  </a:lnTo>
                  <a:lnTo>
                    <a:pt x="190487" y="68580"/>
                  </a:lnTo>
                  <a:lnTo>
                    <a:pt x="198107" y="67056"/>
                  </a:lnTo>
                  <a:lnTo>
                    <a:pt x="202679" y="65532"/>
                  </a:lnTo>
                  <a:lnTo>
                    <a:pt x="202679" y="51816"/>
                  </a:lnTo>
                  <a:lnTo>
                    <a:pt x="201155" y="53340"/>
                  </a:lnTo>
                  <a:lnTo>
                    <a:pt x="198107" y="54864"/>
                  </a:lnTo>
                  <a:lnTo>
                    <a:pt x="190487" y="56388"/>
                  </a:lnTo>
                  <a:lnTo>
                    <a:pt x="181343" y="57912"/>
                  </a:lnTo>
                  <a:lnTo>
                    <a:pt x="172199" y="57912"/>
                  </a:lnTo>
                  <a:lnTo>
                    <a:pt x="170675" y="59436"/>
                  </a:lnTo>
                  <a:lnTo>
                    <a:pt x="167627" y="59436"/>
                  </a:lnTo>
                  <a:lnTo>
                    <a:pt x="161531" y="62484"/>
                  </a:lnTo>
                  <a:lnTo>
                    <a:pt x="156959" y="67056"/>
                  </a:lnTo>
                  <a:lnTo>
                    <a:pt x="153911" y="73152"/>
                  </a:lnTo>
                  <a:lnTo>
                    <a:pt x="153911" y="85344"/>
                  </a:lnTo>
                  <a:lnTo>
                    <a:pt x="155435" y="91440"/>
                  </a:lnTo>
                  <a:lnTo>
                    <a:pt x="160007" y="94488"/>
                  </a:lnTo>
                  <a:lnTo>
                    <a:pt x="163055" y="99060"/>
                  </a:lnTo>
                  <a:lnTo>
                    <a:pt x="169151" y="100584"/>
                  </a:lnTo>
                  <a:lnTo>
                    <a:pt x="181343" y="100584"/>
                  </a:lnTo>
                  <a:lnTo>
                    <a:pt x="190487" y="97536"/>
                  </a:lnTo>
                  <a:lnTo>
                    <a:pt x="193535" y="96012"/>
                  </a:lnTo>
                  <a:lnTo>
                    <a:pt x="202679" y="89916"/>
                  </a:lnTo>
                  <a:lnTo>
                    <a:pt x="202679" y="96012"/>
                  </a:lnTo>
                  <a:lnTo>
                    <a:pt x="205727" y="99060"/>
                  </a:lnTo>
                  <a:lnTo>
                    <a:pt x="217919" y="99060"/>
                  </a:lnTo>
                  <a:close/>
                </a:path>
                <a:path w="657225" h="127000">
                  <a:moveTo>
                    <a:pt x="327660" y="41148"/>
                  </a:moveTo>
                  <a:lnTo>
                    <a:pt x="324612" y="35052"/>
                  </a:lnTo>
                  <a:lnTo>
                    <a:pt x="316992" y="27432"/>
                  </a:lnTo>
                  <a:lnTo>
                    <a:pt x="312420" y="25908"/>
                  </a:lnTo>
                  <a:lnTo>
                    <a:pt x="297180" y="25908"/>
                  </a:lnTo>
                  <a:lnTo>
                    <a:pt x="289560" y="30480"/>
                  </a:lnTo>
                  <a:lnTo>
                    <a:pt x="283464" y="39624"/>
                  </a:lnTo>
                  <a:lnTo>
                    <a:pt x="281940" y="35052"/>
                  </a:lnTo>
                  <a:lnTo>
                    <a:pt x="280416" y="32004"/>
                  </a:lnTo>
                  <a:lnTo>
                    <a:pt x="277368" y="28956"/>
                  </a:lnTo>
                  <a:lnTo>
                    <a:pt x="274320" y="27432"/>
                  </a:lnTo>
                  <a:lnTo>
                    <a:pt x="269748" y="25908"/>
                  </a:lnTo>
                  <a:lnTo>
                    <a:pt x="260604" y="25908"/>
                  </a:lnTo>
                  <a:lnTo>
                    <a:pt x="256032" y="27432"/>
                  </a:lnTo>
                  <a:lnTo>
                    <a:pt x="252984" y="28956"/>
                  </a:lnTo>
                  <a:lnTo>
                    <a:pt x="246888" y="35052"/>
                  </a:lnTo>
                  <a:lnTo>
                    <a:pt x="245364" y="39624"/>
                  </a:lnTo>
                  <a:lnTo>
                    <a:pt x="245364" y="27432"/>
                  </a:lnTo>
                  <a:lnTo>
                    <a:pt x="233172" y="27432"/>
                  </a:lnTo>
                  <a:lnTo>
                    <a:pt x="233172" y="99060"/>
                  </a:lnTo>
                  <a:lnTo>
                    <a:pt x="245364" y="99060"/>
                  </a:lnTo>
                  <a:lnTo>
                    <a:pt x="245364" y="51816"/>
                  </a:lnTo>
                  <a:lnTo>
                    <a:pt x="246888" y="48768"/>
                  </a:lnTo>
                  <a:lnTo>
                    <a:pt x="248412" y="44196"/>
                  </a:lnTo>
                  <a:lnTo>
                    <a:pt x="249936" y="42672"/>
                  </a:lnTo>
                  <a:lnTo>
                    <a:pt x="252984" y="41148"/>
                  </a:lnTo>
                  <a:lnTo>
                    <a:pt x="256032" y="38100"/>
                  </a:lnTo>
                  <a:lnTo>
                    <a:pt x="265176" y="38100"/>
                  </a:lnTo>
                  <a:lnTo>
                    <a:pt x="271272" y="41148"/>
                  </a:lnTo>
                  <a:lnTo>
                    <a:pt x="272796" y="44196"/>
                  </a:lnTo>
                  <a:lnTo>
                    <a:pt x="274320" y="48768"/>
                  </a:lnTo>
                  <a:lnTo>
                    <a:pt x="274320" y="99060"/>
                  </a:lnTo>
                  <a:lnTo>
                    <a:pt x="286512" y="99060"/>
                  </a:lnTo>
                  <a:lnTo>
                    <a:pt x="286512" y="51816"/>
                  </a:lnTo>
                  <a:lnTo>
                    <a:pt x="288036" y="45720"/>
                  </a:lnTo>
                  <a:lnTo>
                    <a:pt x="294132" y="39624"/>
                  </a:lnTo>
                  <a:lnTo>
                    <a:pt x="297180" y="38100"/>
                  </a:lnTo>
                  <a:lnTo>
                    <a:pt x="307848" y="38100"/>
                  </a:lnTo>
                  <a:lnTo>
                    <a:pt x="313944" y="44196"/>
                  </a:lnTo>
                  <a:lnTo>
                    <a:pt x="313944" y="47244"/>
                  </a:lnTo>
                  <a:lnTo>
                    <a:pt x="315468" y="50292"/>
                  </a:lnTo>
                  <a:lnTo>
                    <a:pt x="315468" y="99060"/>
                  </a:lnTo>
                  <a:lnTo>
                    <a:pt x="327660" y="99060"/>
                  </a:lnTo>
                  <a:lnTo>
                    <a:pt x="327660" y="41148"/>
                  </a:lnTo>
                  <a:close/>
                </a:path>
                <a:path w="657225" h="127000">
                  <a:moveTo>
                    <a:pt x="406895" y="56388"/>
                  </a:moveTo>
                  <a:lnTo>
                    <a:pt x="405371" y="48768"/>
                  </a:lnTo>
                  <a:lnTo>
                    <a:pt x="402323" y="44196"/>
                  </a:lnTo>
                  <a:lnTo>
                    <a:pt x="400799" y="38100"/>
                  </a:lnTo>
                  <a:lnTo>
                    <a:pt x="397751" y="33528"/>
                  </a:lnTo>
                  <a:lnTo>
                    <a:pt x="394703" y="31496"/>
                  </a:lnTo>
                  <a:lnTo>
                    <a:pt x="394703" y="54864"/>
                  </a:lnTo>
                  <a:lnTo>
                    <a:pt x="394703" y="71628"/>
                  </a:lnTo>
                  <a:lnTo>
                    <a:pt x="391655" y="77724"/>
                  </a:lnTo>
                  <a:lnTo>
                    <a:pt x="385559" y="86868"/>
                  </a:lnTo>
                  <a:lnTo>
                    <a:pt x="380987" y="88392"/>
                  </a:lnTo>
                  <a:lnTo>
                    <a:pt x="370319" y="88392"/>
                  </a:lnTo>
                  <a:lnTo>
                    <a:pt x="365747" y="86868"/>
                  </a:lnTo>
                  <a:lnTo>
                    <a:pt x="359651" y="77724"/>
                  </a:lnTo>
                  <a:lnTo>
                    <a:pt x="358127" y="71628"/>
                  </a:lnTo>
                  <a:lnTo>
                    <a:pt x="358127" y="54864"/>
                  </a:lnTo>
                  <a:lnTo>
                    <a:pt x="359651" y="48768"/>
                  </a:lnTo>
                  <a:lnTo>
                    <a:pt x="362699" y="44196"/>
                  </a:lnTo>
                  <a:lnTo>
                    <a:pt x="367271" y="39624"/>
                  </a:lnTo>
                  <a:lnTo>
                    <a:pt x="371843" y="38100"/>
                  </a:lnTo>
                  <a:lnTo>
                    <a:pt x="380987" y="38100"/>
                  </a:lnTo>
                  <a:lnTo>
                    <a:pt x="385559" y="39624"/>
                  </a:lnTo>
                  <a:lnTo>
                    <a:pt x="388607" y="44196"/>
                  </a:lnTo>
                  <a:lnTo>
                    <a:pt x="393179" y="48768"/>
                  </a:lnTo>
                  <a:lnTo>
                    <a:pt x="394703" y="54864"/>
                  </a:lnTo>
                  <a:lnTo>
                    <a:pt x="394703" y="31496"/>
                  </a:lnTo>
                  <a:lnTo>
                    <a:pt x="388607" y="27432"/>
                  </a:lnTo>
                  <a:lnTo>
                    <a:pt x="384035" y="25908"/>
                  </a:lnTo>
                  <a:lnTo>
                    <a:pt x="373367" y="25908"/>
                  </a:lnTo>
                  <a:lnTo>
                    <a:pt x="368795" y="27432"/>
                  </a:lnTo>
                  <a:lnTo>
                    <a:pt x="365747" y="28956"/>
                  </a:lnTo>
                  <a:lnTo>
                    <a:pt x="359651" y="35052"/>
                  </a:lnTo>
                  <a:lnTo>
                    <a:pt x="358127" y="39624"/>
                  </a:lnTo>
                  <a:lnTo>
                    <a:pt x="358127" y="27432"/>
                  </a:lnTo>
                  <a:lnTo>
                    <a:pt x="345935" y="27432"/>
                  </a:lnTo>
                  <a:lnTo>
                    <a:pt x="345935" y="126492"/>
                  </a:lnTo>
                  <a:lnTo>
                    <a:pt x="358127" y="126492"/>
                  </a:lnTo>
                  <a:lnTo>
                    <a:pt x="358127" y="89916"/>
                  </a:lnTo>
                  <a:lnTo>
                    <a:pt x="359651" y="92964"/>
                  </a:lnTo>
                  <a:lnTo>
                    <a:pt x="362699" y="94488"/>
                  </a:lnTo>
                  <a:lnTo>
                    <a:pt x="365747" y="97536"/>
                  </a:lnTo>
                  <a:lnTo>
                    <a:pt x="371843" y="100584"/>
                  </a:lnTo>
                  <a:lnTo>
                    <a:pt x="380987" y="100584"/>
                  </a:lnTo>
                  <a:lnTo>
                    <a:pt x="387083" y="99060"/>
                  </a:lnTo>
                  <a:lnTo>
                    <a:pt x="396227" y="92964"/>
                  </a:lnTo>
                  <a:lnTo>
                    <a:pt x="398259" y="89916"/>
                  </a:lnTo>
                  <a:lnTo>
                    <a:pt x="399275" y="88392"/>
                  </a:lnTo>
                  <a:lnTo>
                    <a:pt x="405371" y="76200"/>
                  </a:lnTo>
                  <a:lnTo>
                    <a:pt x="406895" y="70104"/>
                  </a:lnTo>
                  <a:lnTo>
                    <a:pt x="406895" y="56388"/>
                  </a:lnTo>
                  <a:close/>
                </a:path>
                <a:path w="657225" h="127000">
                  <a:moveTo>
                    <a:pt x="434327" y="0"/>
                  </a:moveTo>
                  <a:lnTo>
                    <a:pt x="420624" y="0"/>
                  </a:lnTo>
                  <a:lnTo>
                    <a:pt x="420624" y="99060"/>
                  </a:lnTo>
                  <a:lnTo>
                    <a:pt x="434327" y="99060"/>
                  </a:lnTo>
                  <a:lnTo>
                    <a:pt x="434327" y="0"/>
                  </a:lnTo>
                  <a:close/>
                </a:path>
                <a:path w="657225" h="127000">
                  <a:moveTo>
                    <a:pt x="513588" y="64008"/>
                  </a:moveTo>
                  <a:lnTo>
                    <a:pt x="513016" y="55422"/>
                  </a:lnTo>
                  <a:lnTo>
                    <a:pt x="512889" y="54864"/>
                  </a:lnTo>
                  <a:lnTo>
                    <a:pt x="511302" y="47815"/>
                  </a:lnTo>
                  <a:lnTo>
                    <a:pt x="508444" y="41084"/>
                  </a:lnTo>
                  <a:lnTo>
                    <a:pt x="506463" y="38100"/>
                  </a:lnTo>
                  <a:lnTo>
                    <a:pt x="504444" y="35052"/>
                  </a:lnTo>
                  <a:lnTo>
                    <a:pt x="501396" y="32004"/>
                  </a:lnTo>
                  <a:lnTo>
                    <a:pt x="501396" y="50292"/>
                  </a:lnTo>
                  <a:lnTo>
                    <a:pt x="501396" y="54864"/>
                  </a:lnTo>
                  <a:lnTo>
                    <a:pt x="458724" y="54864"/>
                  </a:lnTo>
                  <a:lnTo>
                    <a:pt x="461772" y="45720"/>
                  </a:lnTo>
                  <a:lnTo>
                    <a:pt x="466344" y="42672"/>
                  </a:lnTo>
                  <a:lnTo>
                    <a:pt x="469392" y="39624"/>
                  </a:lnTo>
                  <a:lnTo>
                    <a:pt x="475488" y="38100"/>
                  </a:lnTo>
                  <a:lnTo>
                    <a:pt x="487680" y="38100"/>
                  </a:lnTo>
                  <a:lnTo>
                    <a:pt x="492252" y="39624"/>
                  </a:lnTo>
                  <a:lnTo>
                    <a:pt x="496824" y="44196"/>
                  </a:lnTo>
                  <a:lnTo>
                    <a:pt x="499872" y="45720"/>
                  </a:lnTo>
                  <a:lnTo>
                    <a:pt x="501396" y="50292"/>
                  </a:lnTo>
                  <a:lnTo>
                    <a:pt x="501396" y="32004"/>
                  </a:lnTo>
                  <a:lnTo>
                    <a:pt x="498348" y="28956"/>
                  </a:lnTo>
                  <a:lnTo>
                    <a:pt x="490728" y="25908"/>
                  </a:lnTo>
                  <a:lnTo>
                    <a:pt x="481584" y="25908"/>
                  </a:lnTo>
                  <a:lnTo>
                    <a:pt x="449008" y="47815"/>
                  </a:lnTo>
                  <a:lnTo>
                    <a:pt x="446532" y="64008"/>
                  </a:lnTo>
                  <a:lnTo>
                    <a:pt x="447116" y="71729"/>
                  </a:lnTo>
                  <a:lnTo>
                    <a:pt x="474129" y="100012"/>
                  </a:lnTo>
                  <a:lnTo>
                    <a:pt x="481584" y="100584"/>
                  </a:lnTo>
                  <a:lnTo>
                    <a:pt x="490728" y="100584"/>
                  </a:lnTo>
                  <a:lnTo>
                    <a:pt x="496824" y="99060"/>
                  </a:lnTo>
                  <a:lnTo>
                    <a:pt x="502920" y="94488"/>
                  </a:lnTo>
                  <a:lnTo>
                    <a:pt x="507492" y="91440"/>
                  </a:lnTo>
                  <a:lnTo>
                    <a:pt x="509778" y="88392"/>
                  </a:lnTo>
                  <a:lnTo>
                    <a:pt x="512064" y="85344"/>
                  </a:lnTo>
                  <a:lnTo>
                    <a:pt x="513588" y="79248"/>
                  </a:lnTo>
                  <a:lnTo>
                    <a:pt x="501396" y="77724"/>
                  </a:lnTo>
                  <a:lnTo>
                    <a:pt x="499872" y="80772"/>
                  </a:lnTo>
                  <a:lnTo>
                    <a:pt x="496824" y="83820"/>
                  </a:lnTo>
                  <a:lnTo>
                    <a:pt x="490728" y="86868"/>
                  </a:lnTo>
                  <a:lnTo>
                    <a:pt x="486156" y="88392"/>
                  </a:lnTo>
                  <a:lnTo>
                    <a:pt x="475488" y="88392"/>
                  </a:lnTo>
                  <a:lnTo>
                    <a:pt x="470916" y="86868"/>
                  </a:lnTo>
                  <a:lnTo>
                    <a:pt x="466344" y="82296"/>
                  </a:lnTo>
                  <a:lnTo>
                    <a:pt x="461772" y="79248"/>
                  </a:lnTo>
                  <a:lnTo>
                    <a:pt x="461670" y="78867"/>
                  </a:lnTo>
                  <a:lnTo>
                    <a:pt x="458724" y="67056"/>
                  </a:lnTo>
                  <a:lnTo>
                    <a:pt x="513588" y="67056"/>
                  </a:lnTo>
                  <a:lnTo>
                    <a:pt x="513588" y="64008"/>
                  </a:lnTo>
                  <a:close/>
                </a:path>
                <a:path w="657225" h="127000">
                  <a:moveTo>
                    <a:pt x="626351" y="64008"/>
                  </a:moveTo>
                  <a:lnTo>
                    <a:pt x="614159" y="64008"/>
                  </a:lnTo>
                  <a:lnTo>
                    <a:pt x="614159" y="25908"/>
                  </a:lnTo>
                  <a:lnTo>
                    <a:pt x="614159" y="3048"/>
                  </a:lnTo>
                  <a:lnTo>
                    <a:pt x="605015" y="3048"/>
                  </a:lnTo>
                  <a:lnTo>
                    <a:pt x="601967" y="6985"/>
                  </a:lnTo>
                  <a:lnTo>
                    <a:pt x="601967" y="25908"/>
                  </a:lnTo>
                  <a:lnTo>
                    <a:pt x="601967" y="64008"/>
                  </a:lnTo>
                  <a:lnTo>
                    <a:pt x="571487" y="64008"/>
                  </a:lnTo>
                  <a:lnTo>
                    <a:pt x="601967" y="25908"/>
                  </a:lnTo>
                  <a:lnTo>
                    <a:pt x="601967" y="6985"/>
                  </a:lnTo>
                  <a:lnTo>
                    <a:pt x="557771" y="64008"/>
                  </a:lnTo>
                  <a:lnTo>
                    <a:pt x="557771" y="76200"/>
                  </a:lnTo>
                  <a:lnTo>
                    <a:pt x="601967" y="76200"/>
                  </a:lnTo>
                  <a:lnTo>
                    <a:pt x="601967" y="99060"/>
                  </a:lnTo>
                  <a:lnTo>
                    <a:pt x="614159" y="99060"/>
                  </a:lnTo>
                  <a:lnTo>
                    <a:pt x="614159" y="76200"/>
                  </a:lnTo>
                  <a:lnTo>
                    <a:pt x="626351" y="76200"/>
                  </a:lnTo>
                  <a:lnTo>
                    <a:pt x="626351" y="64008"/>
                  </a:lnTo>
                  <a:close/>
                </a:path>
                <a:path w="657225" h="127000">
                  <a:moveTo>
                    <a:pt x="656844" y="85344"/>
                  </a:moveTo>
                  <a:lnTo>
                    <a:pt x="643128" y="85344"/>
                  </a:lnTo>
                  <a:lnTo>
                    <a:pt x="643128" y="99060"/>
                  </a:lnTo>
                  <a:lnTo>
                    <a:pt x="656844" y="99060"/>
                  </a:lnTo>
                  <a:lnTo>
                    <a:pt x="656844" y="8534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345424" y="678179"/>
              <a:ext cx="106680" cy="124967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335268" y="1042416"/>
              <a:ext cx="2837687" cy="196596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6524244" y="1325879"/>
              <a:ext cx="866140" cy="83820"/>
            </a:xfrm>
            <a:custGeom>
              <a:avLst/>
              <a:gdLst/>
              <a:ahLst/>
              <a:cxnLst/>
              <a:rect l="l" t="t" r="r" b="b"/>
              <a:pathLst>
                <a:path w="866140" h="83819">
                  <a:moveTo>
                    <a:pt x="63995" y="47244"/>
                  </a:moveTo>
                  <a:lnTo>
                    <a:pt x="54851" y="45720"/>
                  </a:lnTo>
                  <a:lnTo>
                    <a:pt x="53327" y="51816"/>
                  </a:lnTo>
                  <a:lnTo>
                    <a:pt x="51803" y="56388"/>
                  </a:lnTo>
                  <a:lnTo>
                    <a:pt x="47231" y="59436"/>
                  </a:lnTo>
                  <a:lnTo>
                    <a:pt x="44183" y="62484"/>
                  </a:lnTo>
                  <a:lnTo>
                    <a:pt x="39611" y="64008"/>
                  </a:lnTo>
                  <a:lnTo>
                    <a:pt x="30467" y="64008"/>
                  </a:lnTo>
                  <a:lnTo>
                    <a:pt x="27419" y="62484"/>
                  </a:lnTo>
                  <a:lnTo>
                    <a:pt x="24371" y="59436"/>
                  </a:lnTo>
                  <a:lnTo>
                    <a:pt x="19799" y="57912"/>
                  </a:lnTo>
                  <a:lnTo>
                    <a:pt x="18275" y="54864"/>
                  </a:lnTo>
                  <a:lnTo>
                    <a:pt x="13703" y="41148"/>
                  </a:lnTo>
                  <a:lnTo>
                    <a:pt x="13703" y="25908"/>
                  </a:lnTo>
                  <a:lnTo>
                    <a:pt x="16751" y="16764"/>
                  </a:lnTo>
                  <a:lnTo>
                    <a:pt x="25895" y="7620"/>
                  </a:lnTo>
                  <a:lnTo>
                    <a:pt x="44183" y="7620"/>
                  </a:lnTo>
                  <a:lnTo>
                    <a:pt x="47231" y="10668"/>
                  </a:lnTo>
                  <a:lnTo>
                    <a:pt x="50279" y="12192"/>
                  </a:lnTo>
                  <a:lnTo>
                    <a:pt x="53327" y="21336"/>
                  </a:lnTo>
                  <a:lnTo>
                    <a:pt x="62471" y="19812"/>
                  </a:lnTo>
                  <a:lnTo>
                    <a:pt x="60947" y="13716"/>
                  </a:lnTo>
                  <a:lnTo>
                    <a:pt x="57899" y="7620"/>
                  </a:lnTo>
                  <a:lnTo>
                    <a:pt x="48755" y="1524"/>
                  </a:lnTo>
                  <a:lnTo>
                    <a:pt x="42659" y="0"/>
                  </a:lnTo>
                  <a:lnTo>
                    <a:pt x="24371" y="0"/>
                  </a:lnTo>
                  <a:lnTo>
                    <a:pt x="15227" y="6096"/>
                  </a:lnTo>
                  <a:lnTo>
                    <a:pt x="10655" y="10668"/>
                  </a:lnTo>
                  <a:lnTo>
                    <a:pt x="9131" y="15240"/>
                  </a:lnTo>
                  <a:lnTo>
                    <a:pt x="6083" y="21336"/>
                  </a:lnTo>
                  <a:lnTo>
                    <a:pt x="4559" y="27432"/>
                  </a:lnTo>
                  <a:lnTo>
                    <a:pt x="4559" y="41148"/>
                  </a:lnTo>
                  <a:lnTo>
                    <a:pt x="28943" y="71628"/>
                  </a:lnTo>
                  <a:lnTo>
                    <a:pt x="42659" y="71628"/>
                  </a:lnTo>
                  <a:lnTo>
                    <a:pt x="48755" y="68580"/>
                  </a:lnTo>
                  <a:lnTo>
                    <a:pt x="53327" y="65532"/>
                  </a:lnTo>
                  <a:lnTo>
                    <a:pt x="59423" y="60960"/>
                  </a:lnTo>
                  <a:lnTo>
                    <a:pt x="62471" y="54864"/>
                  </a:lnTo>
                  <a:lnTo>
                    <a:pt x="63995" y="47244"/>
                  </a:lnTo>
                  <a:close/>
                </a:path>
                <a:path w="866140" h="83819">
                  <a:moveTo>
                    <a:pt x="83820" y="0"/>
                  </a:moveTo>
                  <a:lnTo>
                    <a:pt x="73152" y="0"/>
                  </a:lnTo>
                  <a:lnTo>
                    <a:pt x="73152" y="70104"/>
                  </a:lnTo>
                  <a:lnTo>
                    <a:pt x="83820" y="70104"/>
                  </a:lnTo>
                  <a:lnTo>
                    <a:pt x="83820" y="0"/>
                  </a:lnTo>
                  <a:close/>
                </a:path>
                <a:path w="866140" h="83819">
                  <a:moveTo>
                    <a:pt x="137160" y="67056"/>
                  </a:moveTo>
                  <a:lnTo>
                    <a:pt x="135636" y="65532"/>
                  </a:lnTo>
                  <a:lnTo>
                    <a:pt x="135636" y="62484"/>
                  </a:lnTo>
                  <a:lnTo>
                    <a:pt x="134112" y="60960"/>
                  </a:lnTo>
                  <a:lnTo>
                    <a:pt x="134112" y="45720"/>
                  </a:lnTo>
                  <a:lnTo>
                    <a:pt x="134112" y="25908"/>
                  </a:lnTo>
                  <a:lnTo>
                    <a:pt x="131064" y="22860"/>
                  </a:lnTo>
                  <a:lnTo>
                    <a:pt x="131064" y="21336"/>
                  </a:lnTo>
                  <a:lnTo>
                    <a:pt x="128016" y="19812"/>
                  </a:lnTo>
                  <a:lnTo>
                    <a:pt x="126492" y="19812"/>
                  </a:lnTo>
                  <a:lnTo>
                    <a:pt x="123444" y="18288"/>
                  </a:lnTo>
                  <a:lnTo>
                    <a:pt x="108204" y="18288"/>
                  </a:lnTo>
                  <a:lnTo>
                    <a:pt x="105156" y="19812"/>
                  </a:lnTo>
                  <a:lnTo>
                    <a:pt x="100584" y="19812"/>
                  </a:lnTo>
                  <a:lnTo>
                    <a:pt x="99060" y="22860"/>
                  </a:lnTo>
                  <a:lnTo>
                    <a:pt x="96012" y="25908"/>
                  </a:lnTo>
                  <a:lnTo>
                    <a:pt x="94488" y="28956"/>
                  </a:lnTo>
                  <a:lnTo>
                    <a:pt x="92964" y="33528"/>
                  </a:lnTo>
                  <a:lnTo>
                    <a:pt x="102108" y="35052"/>
                  </a:lnTo>
                  <a:lnTo>
                    <a:pt x="103632" y="30480"/>
                  </a:lnTo>
                  <a:lnTo>
                    <a:pt x="108204" y="25908"/>
                  </a:lnTo>
                  <a:lnTo>
                    <a:pt x="121920" y="25908"/>
                  </a:lnTo>
                  <a:lnTo>
                    <a:pt x="124968" y="28956"/>
                  </a:lnTo>
                  <a:lnTo>
                    <a:pt x="124968" y="38100"/>
                  </a:lnTo>
                  <a:lnTo>
                    <a:pt x="124968" y="45720"/>
                  </a:lnTo>
                  <a:lnTo>
                    <a:pt x="124968" y="53340"/>
                  </a:lnTo>
                  <a:lnTo>
                    <a:pt x="123444" y="56388"/>
                  </a:lnTo>
                  <a:lnTo>
                    <a:pt x="123444" y="57912"/>
                  </a:lnTo>
                  <a:lnTo>
                    <a:pt x="121920" y="59436"/>
                  </a:lnTo>
                  <a:lnTo>
                    <a:pt x="115824" y="62484"/>
                  </a:lnTo>
                  <a:lnTo>
                    <a:pt x="114300" y="64008"/>
                  </a:lnTo>
                  <a:lnTo>
                    <a:pt x="108204" y="64008"/>
                  </a:lnTo>
                  <a:lnTo>
                    <a:pt x="105156" y="62484"/>
                  </a:lnTo>
                  <a:lnTo>
                    <a:pt x="100584" y="57912"/>
                  </a:lnTo>
                  <a:lnTo>
                    <a:pt x="100584" y="54864"/>
                  </a:lnTo>
                  <a:lnTo>
                    <a:pt x="102108" y="53340"/>
                  </a:lnTo>
                  <a:lnTo>
                    <a:pt x="102108" y="51816"/>
                  </a:lnTo>
                  <a:lnTo>
                    <a:pt x="103632" y="51816"/>
                  </a:lnTo>
                  <a:lnTo>
                    <a:pt x="103632" y="50292"/>
                  </a:lnTo>
                  <a:lnTo>
                    <a:pt x="105156" y="50292"/>
                  </a:lnTo>
                  <a:lnTo>
                    <a:pt x="106680" y="48768"/>
                  </a:lnTo>
                  <a:lnTo>
                    <a:pt x="112776" y="48768"/>
                  </a:lnTo>
                  <a:lnTo>
                    <a:pt x="118872" y="47244"/>
                  </a:lnTo>
                  <a:lnTo>
                    <a:pt x="121920" y="45720"/>
                  </a:lnTo>
                  <a:lnTo>
                    <a:pt x="124968" y="45720"/>
                  </a:lnTo>
                  <a:lnTo>
                    <a:pt x="124968" y="38100"/>
                  </a:lnTo>
                  <a:lnTo>
                    <a:pt x="121920" y="38100"/>
                  </a:lnTo>
                  <a:lnTo>
                    <a:pt x="117348" y="39624"/>
                  </a:lnTo>
                  <a:lnTo>
                    <a:pt x="111252" y="41148"/>
                  </a:lnTo>
                  <a:lnTo>
                    <a:pt x="103632" y="41148"/>
                  </a:lnTo>
                  <a:lnTo>
                    <a:pt x="102108" y="42672"/>
                  </a:lnTo>
                  <a:lnTo>
                    <a:pt x="99060" y="42672"/>
                  </a:lnTo>
                  <a:lnTo>
                    <a:pt x="92964" y="48768"/>
                  </a:lnTo>
                  <a:lnTo>
                    <a:pt x="92964" y="51816"/>
                  </a:lnTo>
                  <a:lnTo>
                    <a:pt x="91440" y="53340"/>
                  </a:lnTo>
                  <a:lnTo>
                    <a:pt x="91440" y="60960"/>
                  </a:lnTo>
                  <a:lnTo>
                    <a:pt x="92964" y="64008"/>
                  </a:lnTo>
                  <a:lnTo>
                    <a:pt x="99060" y="70104"/>
                  </a:lnTo>
                  <a:lnTo>
                    <a:pt x="103632" y="71628"/>
                  </a:lnTo>
                  <a:lnTo>
                    <a:pt x="111252" y="71628"/>
                  </a:lnTo>
                  <a:lnTo>
                    <a:pt x="117348" y="68580"/>
                  </a:lnTo>
                  <a:lnTo>
                    <a:pt x="120396" y="68580"/>
                  </a:lnTo>
                  <a:lnTo>
                    <a:pt x="124968" y="64008"/>
                  </a:lnTo>
                  <a:lnTo>
                    <a:pt x="126492" y="65532"/>
                  </a:lnTo>
                  <a:lnTo>
                    <a:pt x="126492" y="67056"/>
                  </a:lnTo>
                  <a:lnTo>
                    <a:pt x="128016" y="70104"/>
                  </a:lnTo>
                  <a:lnTo>
                    <a:pt x="137160" y="70104"/>
                  </a:lnTo>
                  <a:lnTo>
                    <a:pt x="137160" y="67056"/>
                  </a:lnTo>
                  <a:close/>
                </a:path>
                <a:path w="866140" h="83819">
                  <a:moveTo>
                    <a:pt x="184391" y="48768"/>
                  </a:moveTo>
                  <a:lnTo>
                    <a:pt x="181343" y="45720"/>
                  </a:lnTo>
                  <a:lnTo>
                    <a:pt x="178295" y="44196"/>
                  </a:lnTo>
                  <a:lnTo>
                    <a:pt x="176771" y="42672"/>
                  </a:lnTo>
                  <a:lnTo>
                    <a:pt x="173723" y="41148"/>
                  </a:lnTo>
                  <a:lnTo>
                    <a:pt x="164579" y="38100"/>
                  </a:lnTo>
                  <a:lnTo>
                    <a:pt x="161531" y="38100"/>
                  </a:lnTo>
                  <a:lnTo>
                    <a:pt x="158483" y="36576"/>
                  </a:lnTo>
                  <a:lnTo>
                    <a:pt x="156959" y="36576"/>
                  </a:lnTo>
                  <a:lnTo>
                    <a:pt x="155435" y="35052"/>
                  </a:lnTo>
                  <a:lnTo>
                    <a:pt x="155435" y="33528"/>
                  </a:lnTo>
                  <a:lnTo>
                    <a:pt x="153911" y="32004"/>
                  </a:lnTo>
                  <a:lnTo>
                    <a:pt x="153911" y="30480"/>
                  </a:lnTo>
                  <a:lnTo>
                    <a:pt x="158483" y="25908"/>
                  </a:lnTo>
                  <a:lnTo>
                    <a:pt x="169151" y="25908"/>
                  </a:lnTo>
                  <a:lnTo>
                    <a:pt x="172199" y="28956"/>
                  </a:lnTo>
                  <a:lnTo>
                    <a:pt x="172199" y="33528"/>
                  </a:lnTo>
                  <a:lnTo>
                    <a:pt x="181343" y="32004"/>
                  </a:lnTo>
                  <a:lnTo>
                    <a:pt x="181343" y="25908"/>
                  </a:lnTo>
                  <a:lnTo>
                    <a:pt x="179819" y="24384"/>
                  </a:lnTo>
                  <a:lnTo>
                    <a:pt x="178295" y="21336"/>
                  </a:lnTo>
                  <a:lnTo>
                    <a:pt x="175247" y="19812"/>
                  </a:lnTo>
                  <a:lnTo>
                    <a:pt x="173723" y="19812"/>
                  </a:lnTo>
                  <a:lnTo>
                    <a:pt x="170675" y="18288"/>
                  </a:lnTo>
                  <a:lnTo>
                    <a:pt x="155435" y="18288"/>
                  </a:lnTo>
                  <a:lnTo>
                    <a:pt x="153911" y="19812"/>
                  </a:lnTo>
                  <a:lnTo>
                    <a:pt x="152387" y="19812"/>
                  </a:lnTo>
                  <a:lnTo>
                    <a:pt x="146291" y="25908"/>
                  </a:lnTo>
                  <a:lnTo>
                    <a:pt x="146291" y="27432"/>
                  </a:lnTo>
                  <a:lnTo>
                    <a:pt x="144767" y="30480"/>
                  </a:lnTo>
                  <a:lnTo>
                    <a:pt x="144767" y="35052"/>
                  </a:lnTo>
                  <a:lnTo>
                    <a:pt x="146291" y="36576"/>
                  </a:lnTo>
                  <a:lnTo>
                    <a:pt x="147815" y="39624"/>
                  </a:lnTo>
                  <a:lnTo>
                    <a:pt x="150863" y="42672"/>
                  </a:lnTo>
                  <a:lnTo>
                    <a:pt x="153911" y="44196"/>
                  </a:lnTo>
                  <a:lnTo>
                    <a:pt x="155435" y="45720"/>
                  </a:lnTo>
                  <a:lnTo>
                    <a:pt x="169151" y="50292"/>
                  </a:lnTo>
                  <a:lnTo>
                    <a:pt x="170675" y="50292"/>
                  </a:lnTo>
                  <a:lnTo>
                    <a:pt x="172199" y="51816"/>
                  </a:lnTo>
                  <a:lnTo>
                    <a:pt x="175247" y="51816"/>
                  </a:lnTo>
                  <a:lnTo>
                    <a:pt x="175247" y="59436"/>
                  </a:lnTo>
                  <a:lnTo>
                    <a:pt x="172199" y="62484"/>
                  </a:lnTo>
                  <a:lnTo>
                    <a:pt x="169151" y="64008"/>
                  </a:lnTo>
                  <a:lnTo>
                    <a:pt x="161531" y="64008"/>
                  </a:lnTo>
                  <a:lnTo>
                    <a:pt x="158483" y="62484"/>
                  </a:lnTo>
                  <a:lnTo>
                    <a:pt x="155435" y="59436"/>
                  </a:lnTo>
                  <a:lnTo>
                    <a:pt x="152387" y="53340"/>
                  </a:lnTo>
                  <a:lnTo>
                    <a:pt x="143243" y="54864"/>
                  </a:lnTo>
                  <a:lnTo>
                    <a:pt x="144767" y="59436"/>
                  </a:lnTo>
                  <a:lnTo>
                    <a:pt x="147815" y="64008"/>
                  </a:lnTo>
                  <a:lnTo>
                    <a:pt x="153911" y="70104"/>
                  </a:lnTo>
                  <a:lnTo>
                    <a:pt x="158483" y="71628"/>
                  </a:lnTo>
                  <a:lnTo>
                    <a:pt x="169151" y="71628"/>
                  </a:lnTo>
                  <a:lnTo>
                    <a:pt x="181343" y="65532"/>
                  </a:lnTo>
                  <a:lnTo>
                    <a:pt x="182105" y="64008"/>
                  </a:lnTo>
                  <a:lnTo>
                    <a:pt x="182867" y="62484"/>
                  </a:lnTo>
                  <a:lnTo>
                    <a:pt x="184391" y="60960"/>
                  </a:lnTo>
                  <a:lnTo>
                    <a:pt x="184391" y="48768"/>
                  </a:lnTo>
                  <a:close/>
                </a:path>
                <a:path w="866140" h="83819">
                  <a:moveTo>
                    <a:pt x="233172" y="51816"/>
                  </a:moveTo>
                  <a:lnTo>
                    <a:pt x="231648" y="48768"/>
                  </a:lnTo>
                  <a:lnTo>
                    <a:pt x="227076" y="44196"/>
                  </a:lnTo>
                  <a:lnTo>
                    <a:pt x="220980" y="41148"/>
                  </a:lnTo>
                  <a:lnTo>
                    <a:pt x="211836" y="38100"/>
                  </a:lnTo>
                  <a:lnTo>
                    <a:pt x="208788" y="38100"/>
                  </a:lnTo>
                  <a:lnTo>
                    <a:pt x="205740" y="36576"/>
                  </a:lnTo>
                  <a:lnTo>
                    <a:pt x="204216" y="36576"/>
                  </a:lnTo>
                  <a:lnTo>
                    <a:pt x="202692" y="35052"/>
                  </a:lnTo>
                  <a:lnTo>
                    <a:pt x="202692" y="28956"/>
                  </a:lnTo>
                  <a:lnTo>
                    <a:pt x="205740" y="25908"/>
                  </a:lnTo>
                  <a:lnTo>
                    <a:pt x="216408" y="25908"/>
                  </a:lnTo>
                  <a:lnTo>
                    <a:pt x="219456" y="28956"/>
                  </a:lnTo>
                  <a:lnTo>
                    <a:pt x="219456" y="30480"/>
                  </a:lnTo>
                  <a:lnTo>
                    <a:pt x="220980" y="33528"/>
                  </a:lnTo>
                  <a:lnTo>
                    <a:pt x="230124" y="32004"/>
                  </a:lnTo>
                  <a:lnTo>
                    <a:pt x="228600" y="27432"/>
                  </a:lnTo>
                  <a:lnTo>
                    <a:pt x="228600" y="25908"/>
                  </a:lnTo>
                  <a:lnTo>
                    <a:pt x="227076" y="24384"/>
                  </a:lnTo>
                  <a:lnTo>
                    <a:pt x="225552" y="21336"/>
                  </a:lnTo>
                  <a:lnTo>
                    <a:pt x="222504" y="19812"/>
                  </a:lnTo>
                  <a:lnTo>
                    <a:pt x="220980" y="19812"/>
                  </a:lnTo>
                  <a:lnTo>
                    <a:pt x="217932" y="18288"/>
                  </a:lnTo>
                  <a:lnTo>
                    <a:pt x="202692" y="18288"/>
                  </a:lnTo>
                  <a:lnTo>
                    <a:pt x="201168" y="19812"/>
                  </a:lnTo>
                  <a:lnTo>
                    <a:pt x="199644" y="19812"/>
                  </a:lnTo>
                  <a:lnTo>
                    <a:pt x="193548" y="25908"/>
                  </a:lnTo>
                  <a:lnTo>
                    <a:pt x="193548" y="36576"/>
                  </a:lnTo>
                  <a:lnTo>
                    <a:pt x="195072" y="39624"/>
                  </a:lnTo>
                  <a:lnTo>
                    <a:pt x="198120" y="42672"/>
                  </a:lnTo>
                  <a:lnTo>
                    <a:pt x="201168" y="44196"/>
                  </a:lnTo>
                  <a:lnTo>
                    <a:pt x="202692" y="45720"/>
                  </a:lnTo>
                  <a:lnTo>
                    <a:pt x="216408" y="50292"/>
                  </a:lnTo>
                  <a:lnTo>
                    <a:pt x="217932" y="50292"/>
                  </a:lnTo>
                  <a:lnTo>
                    <a:pt x="219456" y="51816"/>
                  </a:lnTo>
                  <a:lnTo>
                    <a:pt x="222504" y="51816"/>
                  </a:lnTo>
                  <a:lnTo>
                    <a:pt x="224028" y="53340"/>
                  </a:lnTo>
                  <a:lnTo>
                    <a:pt x="224028" y="57912"/>
                  </a:lnTo>
                  <a:lnTo>
                    <a:pt x="219456" y="62484"/>
                  </a:lnTo>
                  <a:lnTo>
                    <a:pt x="216408" y="64008"/>
                  </a:lnTo>
                  <a:lnTo>
                    <a:pt x="208788" y="64008"/>
                  </a:lnTo>
                  <a:lnTo>
                    <a:pt x="205740" y="62484"/>
                  </a:lnTo>
                  <a:lnTo>
                    <a:pt x="202692" y="59436"/>
                  </a:lnTo>
                  <a:lnTo>
                    <a:pt x="201168" y="56388"/>
                  </a:lnTo>
                  <a:lnTo>
                    <a:pt x="201168" y="53340"/>
                  </a:lnTo>
                  <a:lnTo>
                    <a:pt x="192024" y="54864"/>
                  </a:lnTo>
                  <a:lnTo>
                    <a:pt x="192024" y="59436"/>
                  </a:lnTo>
                  <a:lnTo>
                    <a:pt x="195072" y="64008"/>
                  </a:lnTo>
                  <a:lnTo>
                    <a:pt x="201168" y="70104"/>
                  </a:lnTo>
                  <a:lnTo>
                    <a:pt x="205740" y="71628"/>
                  </a:lnTo>
                  <a:lnTo>
                    <a:pt x="216408" y="71628"/>
                  </a:lnTo>
                  <a:lnTo>
                    <a:pt x="228600" y="65532"/>
                  </a:lnTo>
                  <a:lnTo>
                    <a:pt x="229362" y="64008"/>
                  </a:lnTo>
                  <a:lnTo>
                    <a:pt x="230124" y="62484"/>
                  </a:lnTo>
                  <a:lnTo>
                    <a:pt x="231648" y="60960"/>
                  </a:lnTo>
                  <a:lnTo>
                    <a:pt x="233172" y="57912"/>
                  </a:lnTo>
                  <a:lnTo>
                    <a:pt x="233172" y="51816"/>
                  </a:lnTo>
                  <a:close/>
                </a:path>
                <a:path w="866140" h="83819">
                  <a:moveTo>
                    <a:pt x="236220" y="79248"/>
                  </a:moveTo>
                  <a:lnTo>
                    <a:pt x="0" y="79248"/>
                  </a:lnTo>
                  <a:lnTo>
                    <a:pt x="0" y="83820"/>
                  </a:lnTo>
                  <a:lnTo>
                    <a:pt x="236220" y="83820"/>
                  </a:lnTo>
                  <a:lnTo>
                    <a:pt x="236220" y="79248"/>
                  </a:lnTo>
                  <a:close/>
                </a:path>
                <a:path w="866140" h="83819">
                  <a:moveTo>
                    <a:pt x="780275" y="47244"/>
                  </a:moveTo>
                  <a:lnTo>
                    <a:pt x="771131" y="45720"/>
                  </a:lnTo>
                  <a:lnTo>
                    <a:pt x="769607" y="51816"/>
                  </a:lnTo>
                  <a:lnTo>
                    <a:pt x="766559" y="56388"/>
                  </a:lnTo>
                  <a:lnTo>
                    <a:pt x="763511" y="59436"/>
                  </a:lnTo>
                  <a:lnTo>
                    <a:pt x="760463" y="62484"/>
                  </a:lnTo>
                  <a:lnTo>
                    <a:pt x="755891" y="64008"/>
                  </a:lnTo>
                  <a:lnTo>
                    <a:pt x="746747" y="64008"/>
                  </a:lnTo>
                  <a:lnTo>
                    <a:pt x="743699" y="62484"/>
                  </a:lnTo>
                  <a:lnTo>
                    <a:pt x="740651" y="59436"/>
                  </a:lnTo>
                  <a:lnTo>
                    <a:pt x="736079" y="57912"/>
                  </a:lnTo>
                  <a:lnTo>
                    <a:pt x="734555" y="54864"/>
                  </a:lnTo>
                  <a:lnTo>
                    <a:pt x="731507" y="50292"/>
                  </a:lnTo>
                  <a:lnTo>
                    <a:pt x="729983" y="45720"/>
                  </a:lnTo>
                  <a:lnTo>
                    <a:pt x="729983" y="25908"/>
                  </a:lnTo>
                  <a:lnTo>
                    <a:pt x="733031" y="16764"/>
                  </a:lnTo>
                  <a:lnTo>
                    <a:pt x="742175" y="7620"/>
                  </a:lnTo>
                  <a:lnTo>
                    <a:pt x="760463" y="7620"/>
                  </a:lnTo>
                  <a:lnTo>
                    <a:pt x="761987" y="10668"/>
                  </a:lnTo>
                  <a:lnTo>
                    <a:pt x="765035" y="12192"/>
                  </a:lnTo>
                  <a:lnTo>
                    <a:pt x="768083" y="16764"/>
                  </a:lnTo>
                  <a:lnTo>
                    <a:pt x="769607" y="21336"/>
                  </a:lnTo>
                  <a:lnTo>
                    <a:pt x="778751" y="19812"/>
                  </a:lnTo>
                  <a:lnTo>
                    <a:pt x="777227" y="13716"/>
                  </a:lnTo>
                  <a:lnTo>
                    <a:pt x="774179" y="7620"/>
                  </a:lnTo>
                  <a:lnTo>
                    <a:pt x="765035" y="1524"/>
                  </a:lnTo>
                  <a:lnTo>
                    <a:pt x="758939" y="0"/>
                  </a:lnTo>
                  <a:lnTo>
                    <a:pt x="740651" y="0"/>
                  </a:lnTo>
                  <a:lnTo>
                    <a:pt x="731507" y="6096"/>
                  </a:lnTo>
                  <a:lnTo>
                    <a:pt x="726935" y="10668"/>
                  </a:lnTo>
                  <a:lnTo>
                    <a:pt x="723887" y="15240"/>
                  </a:lnTo>
                  <a:lnTo>
                    <a:pt x="720839" y="27432"/>
                  </a:lnTo>
                  <a:lnTo>
                    <a:pt x="720839" y="41148"/>
                  </a:lnTo>
                  <a:lnTo>
                    <a:pt x="745223" y="71628"/>
                  </a:lnTo>
                  <a:lnTo>
                    <a:pt x="758939" y="71628"/>
                  </a:lnTo>
                  <a:lnTo>
                    <a:pt x="765035" y="68580"/>
                  </a:lnTo>
                  <a:lnTo>
                    <a:pt x="769607" y="65532"/>
                  </a:lnTo>
                  <a:lnTo>
                    <a:pt x="774179" y="60960"/>
                  </a:lnTo>
                  <a:lnTo>
                    <a:pt x="778751" y="54864"/>
                  </a:lnTo>
                  <a:lnTo>
                    <a:pt x="780275" y="47244"/>
                  </a:lnTo>
                  <a:close/>
                </a:path>
                <a:path w="866140" h="83819">
                  <a:moveTo>
                    <a:pt x="841248" y="13716"/>
                  </a:moveTo>
                  <a:lnTo>
                    <a:pt x="838962" y="9144"/>
                  </a:lnTo>
                  <a:lnTo>
                    <a:pt x="838200" y="7620"/>
                  </a:lnTo>
                  <a:lnTo>
                    <a:pt x="835152" y="4572"/>
                  </a:lnTo>
                  <a:lnTo>
                    <a:pt x="832104" y="3048"/>
                  </a:lnTo>
                  <a:lnTo>
                    <a:pt x="832104" y="15240"/>
                  </a:lnTo>
                  <a:lnTo>
                    <a:pt x="832104" y="27432"/>
                  </a:lnTo>
                  <a:lnTo>
                    <a:pt x="829056" y="28956"/>
                  </a:lnTo>
                  <a:lnTo>
                    <a:pt x="827532" y="32004"/>
                  </a:lnTo>
                  <a:lnTo>
                    <a:pt x="822960" y="33528"/>
                  </a:lnTo>
                  <a:lnTo>
                    <a:pt x="800100" y="33528"/>
                  </a:lnTo>
                  <a:lnTo>
                    <a:pt x="800100" y="9144"/>
                  </a:lnTo>
                  <a:lnTo>
                    <a:pt x="827532" y="9144"/>
                  </a:lnTo>
                  <a:lnTo>
                    <a:pt x="829056" y="10668"/>
                  </a:lnTo>
                  <a:lnTo>
                    <a:pt x="830580" y="13716"/>
                  </a:lnTo>
                  <a:lnTo>
                    <a:pt x="832104" y="15240"/>
                  </a:lnTo>
                  <a:lnTo>
                    <a:pt x="832104" y="3048"/>
                  </a:lnTo>
                  <a:lnTo>
                    <a:pt x="829056" y="1524"/>
                  </a:lnTo>
                  <a:lnTo>
                    <a:pt x="790956" y="1524"/>
                  </a:lnTo>
                  <a:lnTo>
                    <a:pt x="790956" y="70104"/>
                  </a:lnTo>
                  <a:lnTo>
                    <a:pt x="800100" y="70104"/>
                  </a:lnTo>
                  <a:lnTo>
                    <a:pt x="800100" y="41148"/>
                  </a:lnTo>
                  <a:lnTo>
                    <a:pt x="827532" y="41148"/>
                  </a:lnTo>
                  <a:lnTo>
                    <a:pt x="833628" y="38100"/>
                  </a:lnTo>
                  <a:lnTo>
                    <a:pt x="836676" y="35052"/>
                  </a:lnTo>
                  <a:lnTo>
                    <a:pt x="837692" y="33528"/>
                  </a:lnTo>
                  <a:lnTo>
                    <a:pt x="839724" y="30480"/>
                  </a:lnTo>
                  <a:lnTo>
                    <a:pt x="841248" y="25908"/>
                  </a:lnTo>
                  <a:lnTo>
                    <a:pt x="841248" y="13716"/>
                  </a:lnTo>
                  <a:close/>
                </a:path>
                <a:path w="866140" h="83819">
                  <a:moveTo>
                    <a:pt x="865632" y="0"/>
                  </a:moveTo>
                  <a:lnTo>
                    <a:pt x="854951" y="0"/>
                  </a:lnTo>
                  <a:lnTo>
                    <a:pt x="854951" y="70104"/>
                  </a:lnTo>
                  <a:lnTo>
                    <a:pt x="865632" y="70104"/>
                  </a:lnTo>
                  <a:lnTo>
                    <a:pt x="865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91628" y="1325879"/>
              <a:ext cx="457200" cy="320040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7240524" y="1405128"/>
              <a:ext cx="157480" cy="5080"/>
            </a:xfrm>
            <a:custGeom>
              <a:avLst/>
              <a:gdLst/>
              <a:ahLst/>
              <a:cxnLst/>
              <a:rect l="l" t="t" r="r" b="b"/>
              <a:pathLst>
                <a:path w="157479" h="5080">
                  <a:moveTo>
                    <a:pt x="156972" y="4572"/>
                  </a:moveTo>
                  <a:lnTo>
                    <a:pt x="0" y="4572"/>
                  </a:lnTo>
                  <a:lnTo>
                    <a:pt x="0" y="0"/>
                  </a:lnTo>
                  <a:lnTo>
                    <a:pt x="156972" y="0"/>
                  </a:lnTo>
                  <a:lnTo>
                    <a:pt x="156972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595871" y="1450848"/>
              <a:ext cx="64008" cy="68580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7303008" y="1450848"/>
              <a:ext cx="24765" cy="68580"/>
            </a:xfrm>
            <a:custGeom>
              <a:avLst/>
              <a:gdLst/>
              <a:ahLst/>
              <a:cxnLst/>
              <a:rect l="l" t="t" r="r" b="b"/>
              <a:pathLst>
                <a:path w="24765" h="68580">
                  <a:moveTo>
                    <a:pt x="24383" y="68580"/>
                  </a:moveTo>
                  <a:lnTo>
                    <a:pt x="15239" y="68580"/>
                  </a:lnTo>
                  <a:lnTo>
                    <a:pt x="15239" y="15240"/>
                  </a:lnTo>
                  <a:lnTo>
                    <a:pt x="13715" y="18288"/>
                  </a:lnTo>
                  <a:lnTo>
                    <a:pt x="10667" y="19812"/>
                  </a:lnTo>
                  <a:lnTo>
                    <a:pt x="9143" y="21336"/>
                  </a:lnTo>
                  <a:lnTo>
                    <a:pt x="0" y="25908"/>
                  </a:lnTo>
                  <a:lnTo>
                    <a:pt x="0" y="18288"/>
                  </a:lnTo>
                  <a:lnTo>
                    <a:pt x="9143" y="12192"/>
                  </a:lnTo>
                  <a:lnTo>
                    <a:pt x="18287" y="3048"/>
                  </a:lnTo>
                  <a:lnTo>
                    <a:pt x="18287" y="0"/>
                  </a:lnTo>
                  <a:lnTo>
                    <a:pt x="24383" y="0"/>
                  </a:lnTo>
                  <a:lnTo>
                    <a:pt x="24383" y="68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596884" y="1325879"/>
              <a:ext cx="455675" cy="320040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6338316" y="1575815"/>
              <a:ext cx="1000125" cy="373380"/>
            </a:xfrm>
            <a:custGeom>
              <a:avLst/>
              <a:gdLst/>
              <a:ahLst/>
              <a:cxnLst/>
              <a:rect l="l" t="t" r="r" b="b"/>
              <a:pathLst>
                <a:path w="1000125" h="373380">
                  <a:moveTo>
                    <a:pt x="45707" y="338328"/>
                  </a:moveTo>
                  <a:lnTo>
                    <a:pt x="44183" y="335280"/>
                  </a:lnTo>
                  <a:lnTo>
                    <a:pt x="44183" y="332232"/>
                  </a:lnTo>
                  <a:lnTo>
                    <a:pt x="42659" y="329184"/>
                  </a:lnTo>
                  <a:lnTo>
                    <a:pt x="41135" y="327660"/>
                  </a:lnTo>
                  <a:lnTo>
                    <a:pt x="39611" y="324612"/>
                  </a:lnTo>
                  <a:lnTo>
                    <a:pt x="36563" y="323088"/>
                  </a:lnTo>
                  <a:lnTo>
                    <a:pt x="36563" y="335280"/>
                  </a:lnTo>
                  <a:lnTo>
                    <a:pt x="36563" y="358140"/>
                  </a:lnTo>
                  <a:lnTo>
                    <a:pt x="30467" y="364236"/>
                  </a:lnTo>
                  <a:lnTo>
                    <a:pt x="27419" y="365760"/>
                  </a:lnTo>
                  <a:lnTo>
                    <a:pt x="21323" y="365760"/>
                  </a:lnTo>
                  <a:lnTo>
                    <a:pt x="16751" y="364236"/>
                  </a:lnTo>
                  <a:lnTo>
                    <a:pt x="15227" y="359664"/>
                  </a:lnTo>
                  <a:lnTo>
                    <a:pt x="13703" y="356616"/>
                  </a:lnTo>
                  <a:lnTo>
                    <a:pt x="12179" y="352044"/>
                  </a:lnTo>
                  <a:lnTo>
                    <a:pt x="12179" y="339852"/>
                  </a:lnTo>
                  <a:lnTo>
                    <a:pt x="13703" y="335280"/>
                  </a:lnTo>
                  <a:lnTo>
                    <a:pt x="16751" y="332232"/>
                  </a:lnTo>
                  <a:lnTo>
                    <a:pt x="18275" y="329184"/>
                  </a:lnTo>
                  <a:lnTo>
                    <a:pt x="21323" y="327660"/>
                  </a:lnTo>
                  <a:lnTo>
                    <a:pt x="28943" y="327660"/>
                  </a:lnTo>
                  <a:lnTo>
                    <a:pt x="31991" y="329184"/>
                  </a:lnTo>
                  <a:lnTo>
                    <a:pt x="33515" y="332232"/>
                  </a:lnTo>
                  <a:lnTo>
                    <a:pt x="36563" y="335280"/>
                  </a:lnTo>
                  <a:lnTo>
                    <a:pt x="36563" y="323088"/>
                  </a:lnTo>
                  <a:lnTo>
                    <a:pt x="35039" y="321564"/>
                  </a:lnTo>
                  <a:lnTo>
                    <a:pt x="31991" y="320040"/>
                  </a:lnTo>
                  <a:lnTo>
                    <a:pt x="21323" y="320040"/>
                  </a:lnTo>
                  <a:lnTo>
                    <a:pt x="16751" y="323088"/>
                  </a:lnTo>
                  <a:lnTo>
                    <a:pt x="12179" y="327660"/>
                  </a:lnTo>
                  <a:lnTo>
                    <a:pt x="12179" y="303276"/>
                  </a:lnTo>
                  <a:lnTo>
                    <a:pt x="3035" y="303276"/>
                  </a:lnTo>
                  <a:lnTo>
                    <a:pt x="3035" y="371856"/>
                  </a:lnTo>
                  <a:lnTo>
                    <a:pt x="12179" y="371856"/>
                  </a:lnTo>
                  <a:lnTo>
                    <a:pt x="12179" y="365760"/>
                  </a:lnTo>
                  <a:lnTo>
                    <a:pt x="15227" y="370332"/>
                  </a:lnTo>
                  <a:lnTo>
                    <a:pt x="19799" y="373380"/>
                  </a:lnTo>
                  <a:lnTo>
                    <a:pt x="31991" y="373380"/>
                  </a:lnTo>
                  <a:lnTo>
                    <a:pt x="36563" y="370332"/>
                  </a:lnTo>
                  <a:lnTo>
                    <a:pt x="39611" y="365760"/>
                  </a:lnTo>
                  <a:lnTo>
                    <a:pt x="44183" y="361188"/>
                  </a:lnTo>
                  <a:lnTo>
                    <a:pt x="45707" y="355092"/>
                  </a:lnTo>
                  <a:lnTo>
                    <a:pt x="45707" y="338328"/>
                  </a:lnTo>
                  <a:close/>
                </a:path>
                <a:path w="1000125" h="373380">
                  <a:moveTo>
                    <a:pt x="45720" y="245364"/>
                  </a:moveTo>
                  <a:lnTo>
                    <a:pt x="44196" y="243840"/>
                  </a:lnTo>
                  <a:lnTo>
                    <a:pt x="44196" y="242316"/>
                  </a:lnTo>
                  <a:lnTo>
                    <a:pt x="42672" y="239268"/>
                  </a:lnTo>
                  <a:lnTo>
                    <a:pt x="42672" y="224028"/>
                  </a:lnTo>
                  <a:lnTo>
                    <a:pt x="42672" y="204216"/>
                  </a:lnTo>
                  <a:lnTo>
                    <a:pt x="39624" y="201168"/>
                  </a:lnTo>
                  <a:lnTo>
                    <a:pt x="39624" y="199644"/>
                  </a:lnTo>
                  <a:lnTo>
                    <a:pt x="36576" y="198120"/>
                  </a:lnTo>
                  <a:lnTo>
                    <a:pt x="35052" y="198120"/>
                  </a:lnTo>
                  <a:lnTo>
                    <a:pt x="32004" y="196596"/>
                  </a:lnTo>
                  <a:lnTo>
                    <a:pt x="16764" y="196596"/>
                  </a:lnTo>
                  <a:lnTo>
                    <a:pt x="13716" y="198120"/>
                  </a:lnTo>
                  <a:lnTo>
                    <a:pt x="9144" y="199644"/>
                  </a:lnTo>
                  <a:lnTo>
                    <a:pt x="6096" y="202692"/>
                  </a:lnTo>
                  <a:lnTo>
                    <a:pt x="4572" y="205740"/>
                  </a:lnTo>
                  <a:lnTo>
                    <a:pt x="3048" y="207264"/>
                  </a:lnTo>
                  <a:lnTo>
                    <a:pt x="1524" y="211836"/>
                  </a:lnTo>
                  <a:lnTo>
                    <a:pt x="10668" y="213360"/>
                  </a:lnTo>
                  <a:lnTo>
                    <a:pt x="12192" y="208788"/>
                  </a:lnTo>
                  <a:lnTo>
                    <a:pt x="16764" y="204216"/>
                  </a:lnTo>
                  <a:lnTo>
                    <a:pt x="30480" y="204216"/>
                  </a:lnTo>
                  <a:lnTo>
                    <a:pt x="32004" y="207264"/>
                  </a:lnTo>
                  <a:lnTo>
                    <a:pt x="33528" y="207264"/>
                  </a:lnTo>
                  <a:lnTo>
                    <a:pt x="33528" y="216408"/>
                  </a:lnTo>
                  <a:lnTo>
                    <a:pt x="33528" y="224028"/>
                  </a:lnTo>
                  <a:lnTo>
                    <a:pt x="33528" y="233172"/>
                  </a:lnTo>
                  <a:lnTo>
                    <a:pt x="32004" y="234696"/>
                  </a:lnTo>
                  <a:lnTo>
                    <a:pt x="32004" y="236220"/>
                  </a:lnTo>
                  <a:lnTo>
                    <a:pt x="30480" y="237744"/>
                  </a:lnTo>
                  <a:lnTo>
                    <a:pt x="24384" y="240792"/>
                  </a:lnTo>
                  <a:lnTo>
                    <a:pt x="22860" y="242316"/>
                  </a:lnTo>
                  <a:lnTo>
                    <a:pt x="16764" y="242316"/>
                  </a:lnTo>
                  <a:lnTo>
                    <a:pt x="13716" y="240792"/>
                  </a:lnTo>
                  <a:lnTo>
                    <a:pt x="9144" y="236220"/>
                  </a:lnTo>
                  <a:lnTo>
                    <a:pt x="9144" y="233172"/>
                  </a:lnTo>
                  <a:lnTo>
                    <a:pt x="10668" y="231648"/>
                  </a:lnTo>
                  <a:lnTo>
                    <a:pt x="10668" y="230124"/>
                  </a:lnTo>
                  <a:lnTo>
                    <a:pt x="12192" y="230124"/>
                  </a:lnTo>
                  <a:lnTo>
                    <a:pt x="12192" y="228600"/>
                  </a:lnTo>
                  <a:lnTo>
                    <a:pt x="13716" y="228600"/>
                  </a:lnTo>
                  <a:lnTo>
                    <a:pt x="15240" y="227076"/>
                  </a:lnTo>
                  <a:lnTo>
                    <a:pt x="21336" y="227076"/>
                  </a:lnTo>
                  <a:lnTo>
                    <a:pt x="27432" y="225552"/>
                  </a:lnTo>
                  <a:lnTo>
                    <a:pt x="30480" y="224028"/>
                  </a:lnTo>
                  <a:lnTo>
                    <a:pt x="33528" y="224028"/>
                  </a:lnTo>
                  <a:lnTo>
                    <a:pt x="33528" y="216408"/>
                  </a:lnTo>
                  <a:lnTo>
                    <a:pt x="30480" y="216408"/>
                  </a:lnTo>
                  <a:lnTo>
                    <a:pt x="25908" y="217932"/>
                  </a:lnTo>
                  <a:lnTo>
                    <a:pt x="19812" y="219456"/>
                  </a:lnTo>
                  <a:lnTo>
                    <a:pt x="13716" y="219456"/>
                  </a:lnTo>
                  <a:lnTo>
                    <a:pt x="12192" y="220980"/>
                  </a:lnTo>
                  <a:lnTo>
                    <a:pt x="10668" y="220980"/>
                  </a:lnTo>
                  <a:lnTo>
                    <a:pt x="7620" y="222504"/>
                  </a:lnTo>
                  <a:lnTo>
                    <a:pt x="6096" y="222504"/>
                  </a:lnTo>
                  <a:lnTo>
                    <a:pt x="3048" y="225552"/>
                  </a:lnTo>
                  <a:lnTo>
                    <a:pt x="1524" y="228600"/>
                  </a:lnTo>
                  <a:lnTo>
                    <a:pt x="1524" y="230124"/>
                  </a:lnTo>
                  <a:lnTo>
                    <a:pt x="0" y="231648"/>
                  </a:lnTo>
                  <a:lnTo>
                    <a:pt x="0" y="239268"/>
                  </a:lnTo>
                  <a:lnTo>
                    <a:pt x="1524" y="242316"/>
                  </a:lnTo>
                  <a:lnTo>
                    <a:pt x="7620" y="248412"/>
                  </a:lnTo>
                  <a:lnTo>
                    <a:pt x="12192" y="249936"/>
                  </a:lnTo>
                  <a:lnTo>
                    <a:pt x="19812" y="249936"/>
                  </a:lnTo>
                  <a:lnTo>
                    <a:pt x="22860" y="248412"/>
                  </a:lnTo>
                  <a:lnTo>
                    <a:pt x="25908" y="248412"/>
                  </a:lnTo>
                  <a:lnTo>
                    <a:pt x="32004" y="245364"/>
                  </a:lnTo>
                  <a:lnTo>
                    <a:pt x="33528" y="242316"/>
                  </a:lnTo>
                  <a:lnTo>
                    <a:pt x="35052" y="243840"/>
                  </a:lnTo>
                  <a:lnTo>
                    <a:pt x="35052" y="246888"/>
                  </a:lnTo>
                  <a:lnTo>
                    <a:pt x="36576" y="248412"/>
                  </a:lnTo>
                  <a:lnTo>
                    <a:pt x="45720" y="248412"/>
                  </a:lnTo>
                  <a:lnTo>
                    <a:pt x="45720" y="245364"/>
                  </a:lnTo>
                  <a:close/>
                </a:path>
                <a:path w="1000125" h="373380">
                  <a:moveTo>
                    <a:pt x="68580" y="362712"/>
                  </a:moveTo>
                  <a:lnTo>
                    <a:pt x="57912" y="362712"/>
                  </a:lnTo>
                  <a:lnTo>
                    <a:pt x="57912" y="373380"/>
                  </a:lnTo>
                  <a:lnTo>
                    <a:pt x="68580" y="373380"/>
                  </a:lnTo>
                  <a:lnTo>
                    <a:pt x="68580" y="362712"/>
                  </a:lnTo>
                  <a:close/>
                </a:path>
                <a:path w="1000125" h="373380">
                  <a:moveTo>
                    <a:pt x="68580" y="237744"/>
                  </a:moveTo>
                  <a:lnTo>
                    <a:pt x="57912" y="237744"/>
                  </a:lnTo>
                  <a:lnTo>
                    <a:pt x="57912" y="248412"/>
                  </a:lnTo>
                  <a:lnTo>
                    <a:pt x="68580" y="248412"/>
                  </a:lnTo>
                  <a:lnTo>
                    <a:pt x="68580" y="237744"/>
                  </a:lnTo>
                  <a:close/>
                </a:path>
                <a:path w="1000125" h="373380">
                  <a:moveTo>
                    <a:pt x="321551" y="44196"/>
                  </a:moveTo>
                  <a:lnTo>
                    <a:pt x="318503" y="38100"/>
                  </a:lnTo>
                  <a:lnTo>
                    <a:pt x="316979" y="36576"/>
                  </a:lnTo>
                  <a:lnTo>
                    <a:pt x="315455" y="35052"/>
                  </a:lnTo>
                  <a:lnTo>
                    <a:pt x="312407" y="33528"/>
                  </a:lnTo>
                  <a:lnTo>
                    <a:pt x="312407" y="45720"/>
                  </a:lnTo>
                  <a:lnTo>
                    <a:pt x="312407" y="50292"/>
                  </a:lnTo>
                  <a:lnTo>
                    <a:pt x="310883" y="53340"/>
                  </a:lnTo>
                  <a:lnTo>
                    <a:pt x="310883" y="54864"/>
                  </a:lnTo>
                  <a:lnTo>
                    <a:pt x="309359" y="56388"/>
                  </a:lnTo>
                  <a:lnTo>
                    <a:pt x="309359" y="57912"/>
                  </a:lnTo>
                  <a:lnTo>
                    <a:pt x="307835" y="57912"/>
                  </a:lnTo>
                  <a:lnTo>
                    <a:pt x="306311" y="59436"/>
                  </a:lnTo>
                  <a:lnTo>
                    <a:pt x="301739" y="59436"/>
                  </a:lnTo>
                  <a:lnTo>
                    <a:pt x="301739" y="60960"/>
                  </a:lnTo>
                  <a:lnTo>
                    <a:pt x="280403" y="60960"/>
                  </a:lnTo>
                  <a:lnTo>
                    <a:pt x="280403" y="36576"/>
                  </a:lnTo>
                  <a:lnTo>
                    <a:pt x="304787" y="36576"/>
                  </a:lnTo>
                  <a:lnTo>
                    <a:pt x="306311" y="38100"/>
                  </a:lnTo>
                  <a:lnTo>
                    <a:pt x="309359" y="39624"/>
                  </a:lnTo>
                  <a:lnTo>
                    <a:pt x="309359" y="41148"/>
                  </a:lnTo>
                  <a:lnTo>
                    <a:pt x="310883" y="42672"/>
                  </a:lnTo>
                  <a:lnTo>
                    <a:pt x="312407" y="45720"/>
                  </a:lnTo>
                  <a:lnTo>
                    <a:pt x="312407" y="33528"/>
                  </a:lnTo>
                  <a:lnTo>
                    <a:pt x="307835" y="32004"/>
                  </a:lnTo>
                  <a:lnTo>
                    <a:pt x="312407" y="30480"/>
                  </a:lnTo>
                  <a:lnTo>
                    <a:pt x="313169" y="28956"/>
                  </a:lnTo>
                  <a:lnTo>
                    <a:pt x="313931" y="27432"/>
                  </a:lnTo>
                  <a:lnTo>
                    <a:pt x="315455" y="25908"/>
                  </a:lnTo>
                  <a:lnTo>
                    <a:pt x="318503" y="19812"/>
                  </a:lnTo>
                  <a:lnTo>
                    <a:pt x="318503" y="13716"/>
                  </a:lnTo>
                  <a:lnTo>
                    <a:pt x="315455" y="7620"/>
                  </a:lnTo>
                  <a:lnTo>
                    <a:pt x="313931" y="4572"/>
                  </a:lnTo>
                  <a:lnTo>
                    <a:pt x="309359" y="2286"/>
                  </a:lnTo>
                  <a:lnTo>
                    <a:pt x="309359" y="15240"/>
                  </a:lnTo>
                  <a:lnTo>
                    <a:pt x="309359" y="19812"/>
                  </a:lnTo>
                  <a:lnTo>
                    <a:pt x="307835" y="22860"/>
                  </a:lnTo>
                  <a:lnTo>
                    <a:pt x="307835" y="24384"/>
                  </a:lnTo>
                  <a:lnTo>
                    <a:pt x="304787" y="27432"/>
                  </a:lnTo>
                  <a:lnTo>
                    <a:pt x="301739" y="27432"/>
                  </a:lnTo>
                  <a:lnTo>
                    <a:pt x="300215" y="28956"/>
                  </a:lnTo>
                  <a:lnTo>
                    <a:pt x="280403" y="28956"/>
                  </a:lnTo>
                  <a:lnTo>
                    <a:pt x="280403" y="7620"/>
                  </a:lnTo>
                  <a:lnTo>
                    <a:pt x="303263" y="7620"/>
                  </a:lnTo>
                  <a:lnTo>
                    <a:pt x="307835" y="12192"/>
                  </a:lnTo>
                  <a:lnTo>
                    <a:pt x="307835" y="13716"/>
                  </a:lnTo>
                  <a:lnTo>
                    <a:pt x="309359" y="15240"/>
                  </a:lnTo>
                  <a:lnTo>
                    <a:pt x="309359" y="2286"/>
                  </a:lnTo>
                  <a:lnTo>
                    <a:pt x="304787" y="0"/>
                  </a:lnTo>
                  <a:lnTo>
                    <a:pt x="271259" y="0"/>
                  </a:lnTo>
                  <a:lnTo>
                    <a:pt x="271259" y="68580"/>
                  </a:lnTo>
                  <a:lnTo>
                    <a:pt x="300215" y="68580"/>
                  </a:lnTo>
                  <a:lnTo>
                    <a:pt x="304787" y="67056"/>
                  </a:lnTo>
                  <a:lnTo>
                    <a:pt x="307835" y="67056"/>
                  </a:lnTo>
                  <a:lnTo>
                    <a:pt x="309359" y="65532"/>
                  </a:lnTo>
                  <a:lnTo>
                    <a:pt x="312407" y="65532"/>
                  </a:lnTo>
                  <a:lnTo>
                    <a:pt x="313931" y="64008"/>
                  </a:lnTo>
                  <a:lnTo>
                    <a:pt x="316979" y="62484"/>
                  </a:lnTo>
                  <a:lnTo>
                    <a:pt x="317741" y="60960"/>
                  </a:lnTo>
                  <a:lnTo>
                    <a:pt x="318503" y="59436"/>
                  </a:lnTo>
                  <a:lnTo>
                    <a:pt x="318503" y="57912"/>
                  </a:lnTo>
                  <a:lnTo>
                    <a:pt x="321551" y="51816"/>
                  </a:lnTo>
                  <a:lnTo>
                    <a:pt x="321551" y="44196"/>
                  </a:lnTo>
                  <a:close/>
                </a:path>
                <a:path w="1000125" h="373380">
                  <a:moveTo>
                    <a:pt x="999744" y="13716"/>
                  </a:moveTo>
                  <a:lnTo>
                    <a:pt x="998220" y="9144"/>
                  </a:lnTo>
                  <a:lnTo>
                    <a:pt x="990600" y="1524"/>
                  </a:lnTo>
                  <a:lnTo>
                    <a:pt x="986028" y="0"/>
                  </a:lnTo>
                  <a:lnTo>
                    <a:pt x="973836" y="0"/>
                  </a:lnTo>
                  <a:lnTo>
                    <a:pt x="967740" y="1524"/>
                  </a:lnTo>
                  <a:lnTo>
                    <a:pt x="961644" y="7620"/>
                  </a:lnTo>
                  <a:lnTo>
                    <a:pt x="958596" y="12192"/>
                  </a:lnTo>
                  <a:lnTo>
                    <a:pt x="958596" y="18288"/>
                  </a:lnTo>
                  <a:lnTo>
                    <a:pt x="967740" y="19812"/>
                  </a:lnTo>
                  <a:lnTo>
                    <a:pt x="967740" y="15240"/>
                  </a:lnTo>
                  <a:lnTo>
                    <a:pt x="969264" y="12192"/>
                  </a:lnTo>
                  <a:lnTo>
                    <a:pt x="970788" y="10668"/>
                  </a:lnTo>
                  <a:lnTo>
                    <a:pt x="972312" y="7620"/>
                  </a:lnTo>
                  <a:lnTo>
                    <a:pt x="984504" y="7620"/>
                  </a:lnTo>
                  <a:lnTo>
                    <a:pt x="989076" y="12192"/>
                  </a:lnTo>
                  <a:lnTo>
                    <a:pt x="990600" y="15240"/>
                  </a:lnTo>
                  <a:lnTo>
                    <a:pt x="990600" y="21336"/>
                  </a:lnTo>
                  <a:lnTo>
                    <a:pt x="989076" y="24384"/>
                  </a:lnTo>
                  <a:lnTo>
                    <a:pt x="986028" y="27432"/>
                  </a:lnTo>
                  <a:lnTo>
                    <a:pt x="984504" y="30480"/>
                  </a:lnTo>
                  <a:lnTo>
                    <a:pt x="979932" y="36576"/>
                  </a:lnTo>
                  <a:lnTo>
                    <a:pt x="972312" y="42672"/>
                  </a:lnTo>
                  <a:lnTo>
                    <a:pt x="967740" y="45720"/>
                  </a:lnTo>
                  <a:lnTo>
                    <a:pt x="961644" y="51816"/>
                  </a:lnTo>
                  <a:lnTo>
                    <a:pt x="958596" y="57912"/>
                  </a:lnTo>
                  <a:lnTo>
                    <a:pt x="957072" y="62484"/>
                  </a:lnTo>
                  <a:lnTo>
                    <a:pt x="957072" y="68580"/>
                  </a:lnTo>
                  <a:lnTo>
                    <a:pt x="999744" y="68580"/>
                  </a:lnTo>
                  <a:lnTo>
                    <a:pt x="999744" y="59436"/>
                  </a:lnTo>
                  <a:lnTo>
                    <a:pt x="969264" y="59436"/>
                  </a:lnTo>
                  <a:lnTo>
                    <a:pt x="969264" y="57912"/>
                  </a:lnTo>
                  <a:lnTo>
                    <a:pt x="972312" y="54864"/>
                  </a:lnTo>
                  <a:lnTo>
                    <a:pt x="972312" y="53340"/>
                  </a:lnTo>
                  <a:lnTo>
                    <a:pt x="979932" y="45720"/>
                  </a:lnTo>
                  <a:lnTo>
                    <a:pt x="986028" y="41148"/>
                  </a:lnTo>
                  <a:lnTo>
                    <a:pt x="990600" y="38100"/>
                  </a:lnTo>
                  <a:lnTo>
                    <a:pt x="992124" y="35052"/>
                  </a:lnTo>
                  <a:lnTo>
                    <a:pt x="995172" y="32004"/>
                  </a:lnTo>
                  <a:lnTo>
                    <a:pt x="998220" y="25908"/>
                  </a:lnTo>
                  <a:lnTo>
                    <a:pt x="998220" y="24384"/>
                  </a:lnTo>
                  <a:lnTo>
                    <a:pt x="999744" y="21336"/>
                  </a:lnTo>
                  <a:lnTo>
                    <a:pt x="999744" y="13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525767" y="1754123"/>
              <a:ext cx="2506980" cy="336804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6338303" y="2020823"/>
              <a:ext cx="64135" cy="53340"/>
            </a:xfrm>
            <a:custGeom>
              <a:avLst/>
              <a:gdLst/>
              <a:ahLst/>
              <a:cxnLst/>
              <a:rect l="l" t="t" r="r" b="b"/>
              <a:pathLst>
                <a:path w="64135" h="53339">
                  <a:moveTo>
                    <a:pt x="44196" y="35052"/>
                  </a:moveTo>
                  <a:lnTo>
                    <a:pt x="35052" y="33528"/>
                  </a:lnTo>
                  <a:lnTo>
                    <a:pt x="35052" y="38100"/>
                  </a:lnTo>
                  <a:lnTo>
                    <a:pt x="33528" y="41148"/>
                  </a:lnTo>
                  <a:lnTo>
                    <a:pt x="32004" y="42672"/>
                  </a:lnTo>
                  <a:lnTo>
                    <a:pt x="25908" y="45720"/>
                  </a:lnTo>
                  <a:lnTo>
                    <a:pt x="19812" y="45720"/>
                  </a:lnTo>
                  <a:lnTo>
                    <a:pt x="15240" y="44196"/>
                  </a:lnTo>
                  <a:lnTo>
                    <a:pt x="13716" y="41148"/>
                  </a:lnTo>
                  <a:lnTo>
                    <a:pt x="10668" y="38100"/>
                  </a:lnTo>
                  <a:lnTo>
                    <a:pt x="9144" y="33528"/>
                  </a:lnTo>
                  <a:lnTo>
                    <a:pt x="9144" y="19812"/>
                  </a:lnTo>
                  <a:lnTo>
                    <a:pt x="10668" y="15240"/>
                  </a:lnTo>
                  <a:lnTo>
                    <a:pt x="16764" y="9144"/>
                  </a:lnTo>
                  <a:lnTo>
                    <a:pt x="19812" y="7620"/>
                  </a:lnTo>
                  <a:lnTo>
                    <a:pt x="28956" y="7620"/>
                  </a:lnTo>
                  <a:lnTo>
                    <a:pt x="32004" y="10668"/>
                  </a:lnTo>
                  <a:lnTo>
                    <a:pt x="33528" y="13716"/>
                  </a:lnTo>
                  <a:lnTo>
                    <a:pt x="33528" y="16764"/>
                  </a:lnTo>
                  <a:lnTo>
                    <a:pt x="42672" y="15240"/>
                  </a:lnTo>
                  <a:lnTo>
                    <a:pt x="42672" y="10668"/>
                  </a:lnTo>
                  <a:lnTo>
                    <a:pt x="39624" y="6096"/>
                  </a:lnTo>
                  <a:lnTo>
                    <a:pt x="36576" y="3048"/>
                  </a:lnTo>
                  <a:lnTo>
                    <a:pt x="33528" y="1524"/>
                  </a:lnTo>
                  <a:lnTo>
                    <a:pt x="28956" y="0"/>
                  </a:lnTo>
                  <a:lnTo>
                    <a:pt x="18288" y="0"/>
                  </a:lnTo>
                  <a:lnTo>
                    <a:pt x="15240" y="1524"/>
                  </a:lnTo>
                  <a:lnTo>
                    <a:pt x="10668" y="3048"/>
                  </a:lnTo>
                  <a:lnTo>
                    <a:pt x="7620" y="4572"/>
                  </a:lnTo>
                  <a:lnTo>
                    <a:pt x="4572" y="7620"/>
                  </a:lnTo>
                  <a:lnTo>
                    <a:pt x="0" y="21336"/>
                  </a:lnTo>
                  <a:lnTo>
                    <a:pt x="0" y="35052"/>
                  </a:lnTo>
                  <a:lnTo>
                    <a:pt x="3048" y="41148"/>
                  </a:lnTo>
                  <a:lnTo>
                    <a:pt x="7620" y="45720"/>
                  </a:lnTo>
                  <a:lnTo>
                    <a:pt x="10668" y="50292"/>
                  </a:lnTo>
                  <a:lnTo>
                    <a:pt x="16764" y="53340"/>
                  </a:lnTo>
                  <a:lnTo>
                    <a:pt x="28956" y="53340"/>
                  </a:lnTo>
                  <a:lnTo>
                    <a:pt x="33528" y="51816"/>
                  </a:lnTo>
                  <a:lnTo>
                    <a:pt x="38100" y="48768"/>
                  </a:lnTo>
                  <a:lnTo>
                    <a:pt x="41148" y="45720"/>
                  </a:lnTo>
                  <a:lnTo>
                    <a:pt x="44196" y="41148"/>
                  </a:lnTo>
                  <a:lnTo>
                    <a:pt x="44196" y="35052"/>
                  </a:lnTo>
                  <a:close/>
                </a:path>
                <a:path w="64135" h="53339">
                  <a:moveTo>
                    <a:pt x="64008" y="41148"/>
                  </a:moveTo>
                  <a:lnTo>
                    <a:pt x="53340" y="41148"/>
                  </a:lnTo>
                  <a:lnTo>
                    <a:pt x="53340" y="51816"/>
                  </a:lnTo>
                  <a:lnTo>
                    <a:pt x="64008" y="51816"/>
                  </a:lnTo>
                  <a:lnTo>
                    <a:pt x="64008" y="41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338316" y="2182367"/>
              <a:ext cx="370331" cy="71628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6338303" y="2380487"/>
              <a:ext cx="69215" cy="414655"/>
            </a:xfrm>
            <a:custGeom>
              <a:avLst/>
              <a:gdLst/>
              <a:ahLst/>
              <a:cxnLst/>
              <a:rect l="l" t="t" r="r" b="b"/>
              <a:pathLst>
                <a:path w="69214" h="414655">
                  <a:moveTo>
                    <a:pt x="44196" y="396240"/>
                  </a:moveTo>
                  <a:lnTo>
                    <a:pt x="35052" y="394716"/>
                  </a:lnTo>
                  <a:lnTo>
                    <a:pt x="35052" y="399288"/>
                  </a:lnTo>
                  <a:lnTo>
                    <a:pt x="33528" y="402336"/>
                  </a:lnTo>
                  <a:lnTo>
                    <a:pt x="32004" y="403860"/>
                  </a:lnTo>
                  <a:lnTo>
                    <a:pt x="25908" y="406908"/>
                  </a:lnTo>
                  <a:lnTo>
                    <a:pt x="19812" y="406908"/>
                  </a:lnTo>
                  <a:lnTo>
                    <a:pt x="15240" y="405384"/>
                  </a:lnTo>
                  <a:lnTo>
                    <a:pt x="13716" y="402336"/>
                  </a:lnTo>
                  <a:lnTo>
                    <a:pt x="10668" y="399288"/>
                  </a:lnTo>
                  <a:lnTo>
                    <a:pt x="9144" y="394716"/>
                  </a:lnTo>
                  <a:lnTo>
                    <a:pt x="9144" y="381000"/>
                  </a:lnTo>
                  <a:lnTo>
                    <a:pt x="10668" y="376428"/>
                  </a:lnTo>
                  <a:lnTo>
                    <a:pt x="16764" y="370332"/>
                  </a:lnTo>
                  <a:lnTo>
                    <a:pt x="19812" y="368808"/>
                  </a:lnTo>
                  <a:lnTo>
                    <a:pt x="28956" y="368808"/>
                  </a:lnTo>
                  <a:lnTo>
                    <a:pt x="32004" y="371856"/>
                  </a:lnTo>
                  <a:lnTo>
                    <a:pt x="33528" y="374904"/>
                  </a:lnTo>
                  <a:lnTo>
                    <a:pt x="33528" y="377952"/>
                  </a:lnTo>
                  <a:lnTo>
                    <a:pt x="42672" y="376428"/>
                  </a:lnTo>
                  <a:lnTo>
                    <a:pt x="42672" y="371856"/>
                  </a:lnTo>
                  <a:lnTo>
                    <a:pt x="39624" y="367284"/>
                  </a:lnTo>
                  <a:lnTo>
                    <a:pt x="36576" y="364236"/>
                  </a:lnTo>
                  <a:lnTo>
                    <a:pt x="33528" y="362712"/>
                  </a:lnTo>
                  <a:lnTo>
                    <a:pt x="28956" y="361188"/>
                  </a:lnTo>
                  <a:lnTo>
                    <a:pt x="15240" y="361188"/>
                  </a:lnTo>
                  <a:lnTo>
                    <a:pt x="10668" y="364236"/>
                  </a:lnTo>
                  <a:lnTo>
                    <a:pt x="7620" y="365760"/>
                  </a:lnTo>
                  <a:lnTo>
                    <a:pt x="4572" y="368808"/>
                  </a:lnTo>
                  <a:lnTo>
                    <a:pt x="0" y="382524"/>
                  </a:lnTo>
                  <a:lnTo>
                    <a:pt x="0" y="396240"/>
                  </a:lnTo>
                  <a:lnTo>
                    <a:pt x="3048" y="402336"/>
                  </a:lnTo>
                  <a:lnTo>
                    <a:pt x="7620" y="406908"/>
                  </a:lnTo>
                  <a:lnTo>
                    <a:pt x="10668" y="411480"/>
                  </a:lnTo>
                  <a:lnTo>
                    <a:pt x="16764" y="414528"/>
                  </a:lnTo>
                  <a:lnTo>
                    <a:pt x="28956" y="414528"/>
                  </a:lnTo>
                  <a:lnTo>
                    <a:pt x="33528" y="413004"/>
                  </a:lnTo>
                  <a:lnTo>
                    <a:pt x="38100" y="409956"/>
                  </a:lnTo>
                  <a:lnTo>
                    <a:pt x="41148" y="405384"/>
                  </a:lnTo>
                  <a:lnTo>
                    <a:pt x="44196" y="402336"/>
                  </a:lnTo>
                  <a:lnTo>
                    <a:pt x="44196" y="396240"/>
                  </a:lnTo>
                  <a:close/>
                </a:path>
                <a:path w="69214" h="414655">
                  <a:moveTo>
                    <a:pt x="45720" y="256032"/>
                  </a:moveTo>
                  <a:lnTo>
                    <a:pt x="44196" y="252984"/>
                  </a:lnTo>
                  <a:lnTo>
                    <a:pt x="44196" y="249936"/>
                  </a:lnTo>
                  <a:lnTo>
                    <a:pt x="41148" y="243840"/>
                  </a:lnTo>
                  <a:lnTo>
                    <a:pt x="39624" y="242316"/>
                  </a:lnTo>
                  <a:lnTo>
                    <a:pt x="36576" y="240792"/>
                  </a:lnTo>
                  <a:lnTo>
                    <a:pt x="36576" y="252984"/>
                  </a:lnTo>
                  <a:lnTo>
                    <a:pt x="36576" y="274320"/>
                  </a:lnTo>
                  <a:lnTo>
                    <a:pt x="30480" y="280416"/>
                  </a:lnTo>
                  <a:lnTo>
                    <a:pt x="27432" y="281940"/>
                  </a:lnTo>
                  <a:lnTo>
                    <a:pt x="21336" y="281940"/>
                  </a:lnTo>
                  <a:lnTo>
                    <a:pt x="16764" y="280416"/>
                  </a:lnTo>
                  <a:lnTo>
                    <a:pt x="15240" y="275844"/>
                  </a:lnTo>
                  <a:lnTo>
                    <a:pt x="12192" y="269748"/>
                  </a:lnTo>
                  <a:lnTo>
                    <a:pt x="12192" y="257556"/>
                  </a:lnTo>
                  <a:lnTo>
                    <a:pt x="13716" y="252984"/>
                  </a:lnTo>
                  <a:lnTo>
                    <a:pt x="16764" y="249936"/>
                  </a:lnTo>
                  <a:lnTo>
                    <a:pt x="18288" y="246888"/>
                  </a:lnTo>
                  <a:lnTo>
                    <a:pt x="21336" y="243840"/>
                  </a:lnTo>
                  <a:lnTo>
                    <a:pt x="28956" y="243840"/>
                  </a:lnTo>
                  <a:lnTo>
                    <a:pt x="32004" y="245364"/>
                  </a:lnTo>
                  <a:lnTo>
                    <a:pt x="33528" y="249936"/>
                  </a:lnTo>
                  <a:lnTo>
                    <a:pt x="36576" y="252984"/>
                  </a:lnTo>
                  <a:lnTo>
                    <a:pt x="36576" y="240792"/>
                  </a:lnTo>
                  <a:lnTo>
                    <a:pt x="35052" y="239268"/>
                  </a:lnTo>
                  <a:lnTo>
                    <a:pt x="28956" y="236220"/>
                  </a:lnTo>
                  <a:lnTo>
                    <a:pt x="21336" y="236220"/>
                  </a:lnTo>
                  <a:lnTo>
                    <a:pt x="16764" y="239268"/>
                  </a:lnTo>
                  <a:lnTo>
                    <a:pt x="12192" y="243840"/>
                  </a:lnTo>
                  <a:lnTo>
                    <a:pt x="12192" y="219456"/>
                  </a:lnTo>
                  <a:lnTo>
                    <a:pt x="3048" y="219456"/>
                  </a:lnTo>
                  <a:lnTo>
                    <a:pt x="3048" y="288036"/>
                  </a:lnTo>
                  <a:lnTo>
                    <a:pt x="12192" y="288036"/>
                  </a:lnTo>
                  <a:lnTo>
                    <a:pt x="12192" y="281940"/>
                  </a:lnTo>
                  <a:lnTo>
                    <a:pt x="15240" y="288036"/>
                  </a:lnTo>
                  <a:lnTo>
                    <a:pt x="19812" y="289560"/>
                  </a:lnTo>
                  <a:lnTo>
                    <a:pt x="32004" y="289560"/>
                  </a:lnTo>
                  <a:lnTo>
                    <a:pt x="36576" y="288036"/>
                  </a:lnTo>
                  <a:lnTo>
                    <a:pt x="39624" y="283464"/>
                  </a:lnTo>
                  <a:lnTo>
                    <a:pt x="44196" y="278892"/>
                  </a:lnTo>
                  <a:lnTo>
                    <a:pt x="45720" y="271272"/>
                  </a:lnTo>
                  <a:lnTo>
                    <a:pt x="45720" y="256032"/>
                  </a:lnTo>
                  <a:close/>
                </a:path>
                <a:path w="69214" h="414655">
                  <a:moveTo>
                    <a:pt x="45732" y="50292"/>
                  </a:moveTo>
                  <a:lnTo>
                    <a:pt x="44208" y="47244"/>
                  </a:lnTo>
                  <a:lnTo>
                    <a:pt x="44208" y="45720"/>
                  </a:lnTo>
                  <a:lnTo>
                    <a:pt x="42684" y="42672"/>
                  </a:lnTo>
                  <a:lnTo>
                    <a:pt x="42684" y="9144"/>
                  </a:lnTo>
                  <a:lnTo>
                    <a:pt x="41922" y="7620"/>
                  </a:lnTo>
                  <a:lnTo>
                    <a:pt x="41160" y="6096"/>
                  </a:lnTo>
                  <a:lnTo>
                    <a:pt x="39636" y="4572"/>
                  </a:lnTo>
                  <a:lnTo>
                    <a:pt x="39636" y="3048"/>
                  </a:lnTo>
                  <a:lnTo>
                    <a:pt x="36588" y="3048"/>
                  </a:lnTo>
                  <a:lnTo>
                    <a:pt x="35064" y="1524"/>
                  </a:lnTo>
                  <a:lnTo>
                    <a:pt x="32016" y="0"/>
                  </a:lnTo>
                  <a:lnTo>
                    <a:pt x="16776" y="0"/>
                  </a:lnTo>
                  <a:lnTo>
                    <a:pt x="13728" y="1524"/>
                  </a:lnTo>
                  <a:lnTo>
                    <a:pt x="9156" y="3048"/>
                  </a:lnTo>
                  <a:lnTo>
                    <a:pt x="6108" y="6096"/>
                  </a:lnTo>
                  <a:lnTo>
                    <a:pt x="1536" y="15240"/>
                  </a:lnTo>
                  <a:lnTo>
                    <a:pt x="10680" y="16764"/>
                  </a:lnTo>
                  <a:lnTo>
                    <a:pt x="13728" y="10668"/>
                  </a:lnTo>
                  <a:lnTo>
                    <a:pt x="16776" y="7620"/>
                  </a:lnTo>
                  <a:lnTo>
                    <a:pt x="30492" y="7620"/>
                  </a:lnTo>
                  <a:lnTo>
                    <a:pt x="32016" y="10668"/>
                  </a:lnTo>
                  <a:lnTo>
                    <a:pt x="33540" y="12192"/>
                  </a:lnTo>
                  <a:lnTo>
                    <a:pt x="33540" y="19812"/>
                  </a:lnTo>
                  <a:lnTo>
                    <a:pt x="33540" y="27432"/>
                  </a:lnTo>
                  <a:lnTo>
                    <a:pt x="33540" y="36576"/>
                  </a:lnTo>
                  <a:lnTo>
                    <a:pt x="32016" y="38100"/>
                  </a:lnTo>
                  <a:lnTo>
                    <a:pt x="32016" y="39624"/>
                  </a:lnTo>
                  <a:lnTo>
                    <a:pt x="30492" y="42672"/>
                  </a:lnTo>
                  <a:lnTo>
                    <a:pt x="27444" y="42672"/>
                  </a:lnTo>
                  <a:lnTo>
                    <a:pt x="24396" y="44196"/>
                  </a:lnTo>
                  <a:lnTo>
                    <a:pt x="22872" y="45720"/>
                  </a:lnTo>
                  <a:lnTo>
                    <a:pt x="16776" y="45720"/>
                  </a:lnTo>
                  <a:lnTo>
                    <a:pt x="13728" y="44196"/>
                  </a:lnTo>
                  <a:lnTo>
                    <a:pt x="12204" y="42672"/>
                  </a:lnTo>
                  <a:lnTo>
                    <a:pt x="10680" y="42672"/>
                  </a:lnTo>
                  <a:lnTo>
                    <a:pt x="9156" y="39624"/>
                  </a:lnTo>
                  <a:lnTo>
                    <a:pt x="9156" y="36576"/>
                  </a:lnTo>
                  <a:lnTo>
                    <a:pt x="12204" y="33528"/>
                  </a:lnTo>
                  <a:lnTo>
                    <a:pt x="12204" y="32004"/>
                  </a:lnTo>
                  <a:lnTo>
                    <a:pt x="13728" y="32004"/>
                  </a:lnTo>
                  <a:lnTo>
                    <a:pt x="15252" y="30480"/>
                  </a:lnTo>
                  <a:lnTo>
                    <a:pt x="21348" y="30480"/>
                  </a:lnTo>
                  <a:lnTo>
                    <a:pt x="27444" y="28956"/>
                  </a:lnTo>
                  <a:lnTo>
                    <a:pt x="30492" y="28956"/>
                  </a:lnTo>
                  <a:lnTo>
                    <a:pt x="33540" y="27432"/>
                  </a:lnTo>
                  <a:lnTo>
                    <a:pt x="33540" y="19812"/>
                  </a:lnTo>
                  <a:lnTo>
                    <a:pt x="30492" y="21336"/>
                  </a:lnTo>
                  <a:lnTo>
                    <a:pt x="25920" y="21336"/>
                  </a:lnTo>
                  <a:lnTo>
                    <a:pt x="19824" y="22860"/>
                  </a:lnTo>
                  <a:lnTo>
                    <a:pt x="13728" y="22860"/>
                  </a:lnTo>
                  <a:lnTo>
                    <a:pt x="12204" y="24384"/>
                  </a:lnTo>
                  <a:lnTo>
                    <a:pt x="10680" y="24384"/>
                  </a:lnTo>
                  <a:lnTo>
                    <a:pt x="7632" y="25908"/>
                  </a:lnTo>
                  <a:lnTo>
                    <a:pt x="6108" y="27432"/>
                  </a:lnTo>
                  <a:lnTo>
                    <a:pt x="4584" y="27432"/>
                  </a:lnTo>
                  <a:lnTo>
                    <a:pt x="3060" y="28956"/>
                  </a:lnTo>
                  <a:lnTo>
                    <a:pt x="1536" y="32004"/>
                  </a:lnTo>
                  <a:lnTo>
                    <a:pt x="1536" y="33528"/>
                  </a:lnTo>
                  <a:lnTo>
                    <a:pt x="12" y="36576"/>
                  </a:lnTo>
                  <a:lnTo>
                    <a:pt x="12" y="42672"/>
                  </a:lnTo>
                  <a:lnTo>
                    <a:pt x="1536" y="45720"/>
                  </a:lnTo>
                  <a:lnTo>
                    <a:pt x="7632" y="51816"/>
                  </a:lnTo>
                  <a:lnTo>
                    <a:pt x="12204" y="53340"/>
                  </a:lnTo>
                  <a:lnTo>
                    <a:pt x="19824" y="53340"/>
                  </a:lnTo>
                  <a:lnTo>
                    <a:pt x="22872" y="51816"/>
                  </a:lnTo>
                  <a:lnTo>
                    <a:pt x="25920" y="51816"/>
                  </a:lnTo>
                  <a:lnTo>
                    <a:pt x="32016" y="48768"/>
                  </a:lnTo>
                  <a:lnTo>
                    <a:pt x="33540" y="45720"/>
                  </a:lnTo>
                  <a:lnTo>
                    <a:pt x="35064" y="47244"/>
                  </a:lnTo>
                  <a:lnTo>
                    <a:pt x="35064" y="50292"/>
                  </a:lnTo>
                  <a:lnTo>
                    <a:pt x="36588" y="51816"/>
                  </a:lnTo>
                  <a:lnTo>
                    <a:pt x="45732" y="51816"/>
                  </a:lnTo>
                  <a:lnTo>
                    <a:pt x="45732" y="50292"/>
                  </a:lnTo>
                  <a:close/>
                </a:path>
                <a:path w="69214" h="414655">
                  <a:moveTo>
                    <a:pt x="64008" y="402336"/>
                  </a:moveTo>
                  <a:lnTo>
                    <a:pt x="53340" y="402336"/>
                  </a:lnTo>
                  <a:lnTo>
                    <a:pt x="53340" y="413004"/>
                  </a:lnTo>
                  <a:lnTo>
                    <a:pt x="64008" y="413004"/>
                  </a:lnTo>
                  <a:lnTo>
                    <a:pt x="64008" y="402336"/>
                  </a:lnTo>
                  <a:close/>
                </a:path>
                <a:path w="69214" h="414655">
                  <a:moveTo>
                    <a:pt x="68592" y="278904"/>
                  </a:moveTo>
                  <a:lnTo>
                    <a:pt x="57924" y="278904"/>
                  </a:lnTo>
                  <a:lnTo>
                    <a:pt x="57924" y="289560"/>
                  </a:lnTo>
                  <a:lnTo>
                    <a:pt x="68592" y="289560"/>
                  </a:lnTo>
                  <a:lnTo>
                    <a:pt x="68592" y="278904"/>
                  </a:lnTo>
                  <a:close/>
                </a:path>
                <a:path w="69214" h="414655">
                  <a:moveTo>
                    <a:pt x="68592" y="41148"/>
                  </a:moveTo>
                  <a:lnTo>
                    <a:pt x="57924" y="41148"/>
                  </a:lnTo>
                  <a:lnTo>
                    <a:pt x="57924" y="51816"/>
                  </a:lnTo>
                  <a:lnTo>
                    <a:pt x="68592" y="51816"/>
                  </a:lnTo>
                  <a:lnTo>
                    <a:pt x="68592" y="41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528815" y="2359151"/>
              <a:ext cx="2348484" cy="774192"/>
            </a:xfrm>
            <a:prstGeom prst="rect">
              <a:avLst/>
            </a:prstGeom>
          </p:spPr>
        </p:pic>
      </p:grpSp>
      <p:grpSp>
        <p:nvGrpSpPr>
          <p:cNvPr id="80" name="object 80" descr=""/>
          <p:cNvGrpSpPr/>
          <p:nvPr/>
        </p:nvGrpSpPr>
        <p:grpSpPr>
          <a:xfrm>
            <a:off x="234695" y="3813048"/>
            <a:ext cx="5034280" cy="3561715"/>
            <a:chOff x="234695" y="3813048"/>
            <a:chExt cx="5034280" cy="3561715"/>
          </a:xfrm>
        </p:grpSpPr>
        <p:sp>
          <p:nvSpPr>
            <p:cNvPr id="81" name="object 81" descr=""/>
            <p:cNvSpPr/>
            <p:nvPr/>
          </p:nvSpPr>
          <p:spPr>
            <a:xfrm>
              <a:off x="237743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37743" y="4462272"/>
              <a:ext cx="4693919" cy="38100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174747" y="6950964"/>
              <a:ext cx="1150619" cy="39623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927348" y="6806184"/>
              <a:ext cx="1318259" cy="192023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55675" y="4303776"/>
              <a:ext cx="2025395" cy="128016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1324355" y="4681727"/>
              <a:ext cx="2851785" cy="1339850"/>
            </a:xfrm>
            <a:custGeom>
              <a:avLst/>
              <a:gdLst/>
              <a:ahLst/>
              <a:cxnLst/>
              <a:rect l="l" t="t" r="r" b="b"/>
              <a:pathLst>
                <a:path w="2851785" h="1339850">
                  <a:moveTo>
                    <a:pt x="717804" y="0"/>
                  </a:moveTo>
                  <a:lnTo>
                    <a:pt x="717804" y="1339595"/>
                  </a:lnTo>
                </a:path>
                <a:path w="2851785" h="1339850">
                  <a:moveTo>
                    <a:pt x="1426463" y="0"/>
                  </a:moveTo>
                  <a:lnTo>
                    <a:pt x="1426463" y="1339595"/>
                  </a:lnTo>
                </a:path>
                <a:path w="2851785" h="1339850">
                  <a:moveTo>
                    <a:pt x="2135124" y="0"/>
                  </a:moveTo>
                  <a:lnTo>
                    <a:pt x="2135124" y="1339595"/>
                  </a:lnTo>
                </a:path>
                <a:path w="2851785" h="1339850">
                  <a:moveTo>
                    <a:pt x="0" y="377952"/>
                  </a:moveTo>
                  <a:lnTo>
                    <a:pt x="2851404" y="377952"/>
                  </a:lnTo>
                </a:path>
                <a:path w="2851785" h="1339850">
                  <a:moveTo>
                    <a:pt x="0" y="617220"/>
                  </a:moveTo>
                  <a:lnTo>
                    <a:pt x="2851404" y="617220"/>
                  </a:lnTo>
                </a:path>
                <a:path w="2851785" h="1339850">
                  <a:moveTo>
                    <a:pt x="0" y="856488"/>
                  </a:moveTo>
                  <a:lnTo>
                    <a:pt x="2851404" y="856488"/>
                  </a:lnTo>
                </a:path>
                <a:path w="2851785" h="1339850">
                  <a:moveTo>
                    <a:pt x="0" y="1094232"/>
                  </a:moveTo>
                  <a:lnTo>
                    <a:pt x="2851404" y="1094232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324355" y="4681727"/>
              <a:ext cx="2851785" cy="1339850"/>
            </a:xfrm>
            <a:custGeom>
              <a:avLst/>
              <a:gdLst/>
              <a:ahLst/>
              <a:cxnLst/>
              <a:rect l="l" t="t" r="r" b="b"/>
              <a:pathLst>
                <a:path w="2851785" h="1339850">
                  <a:moveTo>
                    <a:pt x="7620" y="0"/>
                  </a:moveTo>
                  <a:lnTo>
                    <a:pt x="7620" y="1339595"/>
                  </a:lnTo>
                </a:path>
                <a:path w="2851785" h="1339850">
                  <a:moveTo>
                    <a:pt x="2843784" y="0"/>
                  </a:moveTo>
                  <a:lnTo>
                    <a:pt x="2843784" y="1339595"/>
                  </a:lnTo>
                </a:path>
                <a:path w="2851785" h="1339850">
                  <a:moveTo>
                    <a:pt x="0" y="6096"/>
                  </a:moveTo>
                  <a:lnTo>
                    <a:pt x="2851404" y="6096"/>
                  </a:lnTo>
                </a:path>
                <a:path w="2851785" h="1339850">
                  <a:moveTo>
                    <a:pt x="0" y="1331975"/>
                  </a:moveTo>
                  <a:lnTo>
                    <a:pt x="2851404" y="1331975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535679" y="4783836"/>
              <a:ext cx="562356" cy="184403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889504" y="4785359"/>
              <a:ext cx="435863" cy="182880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179319" y="4785359"/>
              <a:ext cx="438912" cy="182880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753611" y="5146547"/>
              <a:ext cx="108204" cy="70104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029711" y="5146547"/>
              <a:ext cx="149352" cy="7010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346959" y="5146547"/>
              <a:ext cx="96012" cy="70104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77696" y="5146548"/>
              <a:ext cx="348995" cy="86868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752600" y="5146548"/>
              <a:ext cx="64008" cy="68580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3733799" y="5385816"/>
              <a:ext cx="24765" cy="68580"/>
            </a:xfrm>
            <a:custGeom>
              <a:avLst/>
              <a:gdLst/>
              <a:ahLst/>
              <a:cxnLst/>
              <a:rect l="l" t="t" r="r" b="b"/>
              <a:pathLst>
                <a:path w="24764" h="68579">
                  <a:moveTo>
                    <a:pt x="24384" y="68580"/>
                  </a:moveTo>
                  <a:lnTo>
                    <a:pt x="15240" y="68580"/>
                  </a:lnTo>
                  <a:lnTo>
                    <a:pt x="15240" y="15240"/>
                  </a:lnTo>
                  <a:lnTo>
                    <a:pt x="12192" y="16764"/>
                  </a:lnTo>
                  <a:lnTo>
                    <a:pt x="10668" y="18288"/>
                  </a:lnTo>
                  <a:lnTo>
                    <a:pt x="7620" y="19812"/>
                  </a:lnTo>
                  <a:lnTo>
                    <a:pt x="4572" y="22859"/>
                  </a:lnTo>
                  <a:lnTo>
                    <a:pt x="1524" y="24384"/>
                  </a:lnTo>
                  <a:lnTo>
                    <a:pt x="0" y="24384"/>
                  </a:lnTo>
                  <a:lnTo>
                    <a:pt x="0" y="16764"/>
                  </a:lnTo>
                  <a:lnTo>
                    <a:pt x="3048" y="13716"/>
                  </a:lnTo>
                  <a:lnTo>
                    <a:pt x="7620" y="12192"/>
                  </a:lnTo>
                  <a:lnTo>
                    <a:pt x="16764" y="3048"/>
                  </a:lnTo>
                  <a:lnTo>
                    <a:pt x="18288" y="0"/>
                  </a:lnTo>
                  <a:lnTo>
                    <a:pt x="24384" y="0"/>
                  </a:lnTo>
                  <a:lnTo>
                    <a:pt x="24384" y="6858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779519" y="5385816"/>
              <a:ext cx="121920" cy="70104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3037332" y="5385816"/>
              <a:ext cx="24765" cy="68580"/>
            </a:xfrm>
            <a:custGeom>
              <a:avLst/>
              <a:gdLst/>
              <a:ahLst/>
              <a:cxnLst/>
              <a:rect l="l" t="t" r="r" b="b"/>
              <a:pathLst>
                <a:path w="24764" h="68579">
                  <a:moveTo>
                    <a:pt x="24383" y="68580"/>
                  </a:moveTo>
                  <a:lnTo>
                    <a:pt x="15239" y="68580"/>
                  </a:lnTo>
                  <a:lnTo>
                    <a:pt x="15239" y="15240"/>
                  </a:lnTo>
                  <a:lnTo>
                    <a:pt x="13715" y="16764"/>
                  </a:lnTo>
                  <a:lnTo>
                    <a:pt x="7619" y="19812"/>
                  </a:lnTo>
                  <a:lnTo>
                    <a:pt x="3047" y="24384"/>
                  </a:lnTo>
                  <a:lnTo>
                    <a:pt x="0" y="24384"/>
                  </a:lnTo>
                  <a:lnTo>
                    <a:pt x="0" y="16764"/>
                  </a:lnTo>
                  <a:lnTo>
                    <a:pt x="4571" y="13716"/>
                  </a:lnTo>
                  <a:lnTo>
                    <a:pt x="7619" y="12192"/>
                  </a:lnTo>
                  <a:lnTo>
                    <a:pt x="12191" y="9144"/>
                  </a:lnTo>
                  <a:lnTo>
                    <a:pt x="15239" y="6096"/>
                  </a:lnTo>
                  <a:lnTo>
                    <a:pt x="18287" y="0"/>
                  </a:lnTo>
                  <a:lnTo>
                    <a:pt x="24383" y="0"/>
                  </a:lnTo>
                  <a:lnTo>
                    <a:pt x="24383" y="6858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083051" y="5385816"/>
              <a:ext cx="96012" cy="70104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2302764" y="5385816"/>
              <a:ext cx="24765" cy="68580"/>
            </a:xfrm>
            <a:custGeom>
              <a:avLst/>
              <a:gdLst/>
              <a:ahLst/>
              <a:cxnLst/>
              <a:rect l="l" t="t" r="r" b="b"/>
              <a:pathLst>
                <a:path w="24764" h="68579">
                  <a:moveTo>
                    <a:pt x="24383" y="68580"/>
                  </a:moveTo>
                  <a:lnTo>
                    <a:pt x="15239" y="68580"/>
                  </a:lnTo>
                  <a:lnTo>
                    <a:pt x="15239" y="15240"/>
                  </a:lnTo>
                  <a:lnTo>
                    <a:pt x="12191" y="16764"/>
                  </a:lnTo>
                  <a:lnTo>
                    <a:pt x="10667" y="18288"/>
                  </a:lnTo>
                  <a:lnTo>
                    <a:pt x="7619" y="19812"/>
                  </a:lnTo>
                  <a:lnTo>
                    <a:pt x="4571" y="22859"/>
                  </a:lnTo>
                  <a:lnTo>
                    <a:pt x="1523" y="24384"/>
                  </a:lnTo>
                  <a:lnTo>
                    <a:pt x="0" y="24384"/>
                  </a:lnTo>
                  <a:lnTo>
                    <a:pt x="0" y="16764"/>
                  </a:lnTo>
                  <a:lnTo>
                    <a:pt x="4571" y="13716"/>
                  </a:lnTo>
                  <a:lnTo>
                    <a:pt x="7619" y="12192"/>
                  </a:lnTo>
                  <a:lnTo>
                    <a:pt x="16763" y="3048"/>
                  </a:lnTo>
                  <a:lnTo>
                    <a:pt x="18287" y="0"/>
                  </a:lnTo>
                  <a:lnTo>
                    <a:pt x="24383" y="0"/>
                  </a:lnTo>
                  <a:lnTo>
                    <a:pt x="24383" y="6858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348484" y="5385816"/>
              <a:ext cx="147827" cy="70104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77696" y="5385816"/>
              <a:ext cx="348995" cy="86868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1764792" y="5385816"/>
              <a:ext cx="50800" cy="68580"/>
            </a:xfrm>
            <a:custGeom>
              <a:avLst/>
              <a:gdLst/>
              <a:ahLst/>
              <a:cxnLst/>
              <a:rect l="l" t="t" r="r" b="b"/>
              <a:pathLst>
                <a:path w="50800" h="68579">
                  <a:moveTo>
                    <a:pt x="30480" y="68580"/>
                  </a:moveTo>
                  <a:lnTo>
                    <a:pt x="0" y="68580"/>
                  </a:lnTo>
                  <a:lnTo>
                    <a:pt x="0" y="0"/>
                  </a:lnTo>
                  <a:lnTo>
                    <a:pt x="35052" y="0"/>
                  </a:lnTo>
                  <a:lnTo>
                    <a:pt x="44196" y="4572"/>
                  </a:lnTo>
                  <a:lnTo>
                    <a:pt x="45720" y="7620"/>
                  </a:lnTo>
                  <a:lnTo>
                    <a:pt x="9144" y="7620"/>
                  </a:lnTo>
                  <a:lnTo>
                    <a:pt x="9144" y="28956"/>
                  </a:lnTo>
                  <a:lnTo>
                    <a:pt x="42672" y="28956"/>
                  </a:lnTo>
                  <a:lnTo>
                    <a:pt x="41148" y="30480"/>
                  </a:lnTo>
                  <a:lnTo>
                    <a:pt x="38100" y="32004"/>
                  </a:lnTo>
                  <a:lnTo>
                    <a:pt x="42672" y="32004"/>
                  </a:lnTo>
                  <a:lnTo>
                    <a:pt x="45720" y="35052"/>
                  </a:lnTo>
                  <a:lnTo>
                    <a:pt x="46482" y="36576"/>
                  </a:lnTo>
                  <a:lnTo>
                    <a:pt x="9144" y="36576"/>
                  </a:lnTo>
                  <a:lnTo>
                    <a:pt x="9144" y="60960"/>
                  </a:lnTo>
                  <a:lnTo>
                    <a:pt x="46482" y="60960"/>
                  </a:lnTo>
                  <a:lnTo>
                    <a:pt x="45720" y="62484"/>
                  </a:lnTo>
                  <a:lnTo>
                    <a:pt x="42672" y="65532"/>
                  </a:lnTo>
                  <a:lnTo>
                    <a:pt x="39624" y="65532"/>
                  </a:lnTo>
                  <a:lnTo>
                    <a:pt x="36576" y="67056"/>
                  </a:lnTo>
                  <a:lnTo>
                    <a:pt x="33528" y="67056"/>
                  </a:lnTo>
                  <a:lnTo>
                    <a:pt x="30480" y="68580"/>
                  </a:lnTo>
                  <a:close/>
                </a:path>
                <a:path w="50800" h="68579">
                  <a:moveTo>
                    <a:pt x="42672" y="28956"/>
                  </a:moveTo>
                  <a:lnTo>
                    <a:pt x="27432" y="28956"/>
                  </a:lnTo>
                  <a:lnTo>
                    <a:pt x="30480" y="27432"/>
                  </a:lnTo>
                  <a:lnTo>
                    <a:pt x="35052" y="27432"/>
                  </a:lnTo>
                  <a:lnTo>
                    <a:pt x="36576" y="25908"/>
                  </a:lnTo>
                  <a:lnTo>
                    <a:pt x="36576" y="24384"/>
                  </a:lnTo>
                  <a:lnTo>
                    <a:pt x="38100" y="22860"/>
                  </a:lnTo>
                  <a:lnTo>
                    <a:pt x="38100" y="13716"/>
                  </a:lnTo>
                  <a:lnTo>
                    <a:pt x="36576" y="12192"/>
                  </a:lnTo>
                  <a:lnTo>
                    <a:pt x="36576" y="9144"/>
                  </a:lnTo>
                  <a:lnTo>
                    <a:pt x="35052" y="9144"/>
                  </a:lnTo>
                  <a:lnTo>
                    <a:pt x="33528" y="7620"/>
                  </a:lnTo>
                  <a:lnTo>
                    <a:pt x="45720" y="7620"/>
                  </a:lnTo>
                  <a:lnTo>
                    <a:pt x="47244" y="10668"/>
                  </a:lnTo>
                  <a:lnTo>
                    <a:pt x="47244" y="22860"/>
                  </a:lnTo>
                  <a:lnTo>
                    <a:pt x="45720" y="24384"/>
                  </a:lnTo>
                  <a:lnTo>
                    <a:pt x="44196" y="27432"/>
                  </a:lnTo>
                  <a:lnTo>
                    <a:pt x="42672" y="28956"/>
                  </a:lnTo>
                  <a:close/>
                </a:path>
                <a:path w="50800" h="68579">
                  <a:moveTo>
                    <a:pt x="46482" y="60960"/>
                  </a:moveTo>
                  <a:lnTo>
                    <a:pt x="30480" y="60960"/>
                  </a:lnTo>
                  <a:lnTo>
                    <a:pt x="32004" y="59436"/>
                  </a:lnTo>
                  <a:lnTo>
                    <a:pt x="36576" y="59436"/>
                  </a:lnTo>
                  <a:lnTo>
                    <a:pt x="36576" y="57912"/>
                  </a:lnTo>
                  <a:lnTo>
                    <a:pt x="38100" y="57912"/>
                  </a:lnTo>
                  <a:lnTo>
                    <a:pt x="41148" y="54864"/>
                  </a:lnTo>
                  <a:lnTo>
                    <a:pt x="41148" y="42672"/>
                  </a:lnTo>
                  <a:lnTo>
                    <a:pt x="35052" y="36576"/>
                  </a:lnTo>
                  <a:lnTo>
                    <a:pt x="46482" y="36576"/>
                  </a:lnTo>
                  <a:lnTo>
                    <a:pt x="47244" y="38100"/>
                  </a:lnTo>
                  <a:lnTo>
                    <a:pt x="50292" y="41148"/>
                  </a:lnTo>
                  <a:lnTo>
                    <a:pt x="50292" y="54864"/>
                  </a:lnTo>
                  <a:lnTo>
                    <a:pt x="48768" y="56388"/>
                  </a:lnTo>
                  <a:lnTo>
                    <a:pt x="46482" y="60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3733799" y="5623560"/>
              <a:ext cx="24765" cy="68580"/>
            </a:xfrm>
            <a:custGeom>
              <a:avLst/>
              <a:gdLst/>
              <a:ahLst/>
              <a:cxnLst/>
              <a:rect l="l" t="t" r="r" b="b"/>
              <a:pathLst>
                <a:path w="24764" h="68579">
                  <a:moveTo>
                    <a:pt x="24384" y="68580"/>
                  </a:moveTo>
                  <a:lnTo>
                    <a:pt x="15240" y="68580"/>
                  </a:lnTo>
                  <a:lnTo>
                    <a:pt x="15240" y="15240"/>
                  </a:lnTo>
                  <a:lnTo>
                    <a:pt x="12192" y="16764"/>
                  </a:lnTo>
                  <a:lnTo>
                    <a:pt x="10668" y="19812"/>
                  </a:lnTo>
                  <a:lnTo>
                    <a:pt x="1524" y="24384"/>
                  </a:lnTo>
                  <a:lnTo>
                    <a:pt x="0" y="25908"/>
                  </a:lnTo>
                  <a:lnTo>
                    <a:pt x="0" y="16764"/>
                  </a:lnTo>
                  <a:lnTo>
                    <a:pt x="3048" y="15240"/>
                  </a:lnTo>
                  <a:lnTo>
                    <a:pt x="7620" y="12192"/>
                  </a:lnTo>
                  <a:lnTo>
                    <a:pt x="16764" y="3048"/>
                  </a:lnTo>
                  <a:lnTo>
                    <a:pt x="18288" y="0"/>
                  </a:lnTo>
                  <a:lnTo>
                    <a:pt x="24384" y="0"/>
                  </a:lnTo>
                  <a:lnTo>
                    <a:pt x="24384" y="6858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779519" y="5623560"/>
              <a:ext cx="121920" cy="70104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3037332" y="5623560"/>
              <a:ext cx="24765" cy="68580"/>
            </a:xfrm>
            <a:custGeom>
              <a:avLst/>
              <a:gdLst/>
              <a:ahLst/>
              <a:cxnLst/>
              <a:rect l="l" t="t" r="r" b="b"/>
              <a:pathLst>
                <a:path w="24764" h="68579">
                  <a:moveTo>
                    <a:pt x="24383" y="68580"/>
                  </a:moveTo>
                  <a:lnTo>
                    <a:pt x="15239" y="68580"/>
                  </a:lnTo>
                  <a:lnTo>
                    <a:pt x="15239" y="15240"/>
                  </a:lnTo>
                  <a:lnTo>
                    <a:pt x="10667" y="19812"/>
                  </a:lnTo>
                  <a:lnTo>
                    <a:pt x="4571" y="22859"/>
                  </a:lnTo>
                  <a:lnTo>
                    <a:pt x="3047" y="24384"/>
                  </a:lnTo>
                  <a:lnTo>
                    <a:pt x="0" y="25908"/>
                  </a:lnTo>
                  <a:lnTo>
                    <a:pt x="0" y="16764"/>
                  </a:lnTo>
                  <a:lnTo>
                    <a:pt x="4571" y="15240"/>
                  </a:lnTo>
                  <a:lnTo>
                    <a:pt x="7619" y="12192"/>
                  </a:lnTo>
                  <a:lnTo>
                    <a:pt x="12191" y="9144"/>
                  </a:lnTo>
                  <a:lnTo>
                    <a:pt x="15239" y="6096"/>
                  </a:lnTo>
                  <a:lnTo>
                    <a:pt x="18287" y="0"/>
                  </a:lnTo>
                  <a:lnTo>
                    <a:pt x="24383" y="0"/>
                  </a:lnTo>
                  <a:lnTo>
                    <a:pt x="24383" y="6858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083051" y="5623560"/>
              <a:ext cx="96012" cy="70104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2302764" y="5623560"/>
              <a:ext cx="24765" cy="68580"/>
            </a:xfrm>
            <a:custGeom>
              <a:avLst/>
              <a:gdLst/>
              <a:ahLst/>
              <a:cxnLst/>
              <a:rect l="l" t="t" r="r" b="b"/>
              <a:pathLst>
                <a:path w="24764" h="68579">
                  <a:moveTo>
                    <a:pt x="24383" y="68580"/>
                  </a:moveTo>
                  <a:lnTo>
                    <a:pt x="15239" y="68580"/>
                  </a:lnTo>
                  <a:lnTo>
                    <a:pt x="15239" y="15240"/>
                  </a:lnTo>
                  <a:lnTo>
                    <a:pt x="12191" y="16764"/>
                  </a:lnTo>
                  <a:lnTo>
                    <a:pt x="10667" y="19812"/>
                  </a:lnTo>
                  <a:lnTo>
                    <a:pt x="1523" y="24384"/>
                  </a:lnTo>
                  <a:lnTo>
                    <a:pt x="0" y="25908"/>
                  </a:lnTo>
                  <a:lnTo>
                    <a:pt x="0" y="16764"/>
                  </a:lnTo>
                  <a:lnTo>
                    <a:pt x="4571" y="15240"/>
                  </a:lnTo>
                  <a:lnTo>
                    <a:pt x="16763" y="3048"/>
                  </a:lnTo>
                  <a:lnTo>
                    <a:pt x="18287" y="0"/>
                  </a:lnTo>
                  <a:lnTo>
                    <a:pt x="24383" y="0"/>
                  </a:lnTo>
                  <a:lnTo>
                    <a:pt x="24383" y="6858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348484" y="5623560"/>
              <a:ext cx="147827" cy="70104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377696" y="5623559"/>
              <a:ext cx="348995" cy="86868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1761744" y="5622035"/>
              <a:ext cx="59690" cy="71755"/>
            </a:xfrm>
            <a:custGeom>
              <a:avLst/>
              <a:gdLst/>
              <a:ahLst/>
              <a:cxnLst/>
              <a:rect l="l" t="t" r="r" b="b"/>
              <a:pathLst>
                <a:path w="59689" h="71754">
                  <a:moveTo>
                    <a:pt x="39623" y="71628"/>
                  </a:moveTo>
                  <a:lnTo>
                    <a:pt x="24383" y="71628"/>
                  </a:lnTo>
                  <a:lnTo>
                    <a:pt x="19811" y="70104"/>
                  </a:lnTo>
                  <a:lnTo>
                    <a:pt x="10667" y="64008"/>
                  </a:lnTo>
                  <a:lnTo>
                    <a:pt x="6095" y="59436"/>
                  </a:lnTo>
                  <a:lnTo>
                    <a:pt x="4571" y="53340"/>
                  </a:lnTo>
                  <a:lnTo>
                    <a:pt x="1523" y="48768"/>
                  </a:lnTo>
                  <a:lnTo>
                    <a:pt x="0" y="42672"/>
                  </a:lnTo>
                  <a:lnTo>
                    <a:pt x="0" y="28956"/>
                  </a:lnTo>
                  <a:lnTo>
                    <a:pt x="1523" y="21336"/>
                  </a:lnTo>
                  <a:lnTo>
                    <a:pt x="4571" y="16764"/>
                  </a:lnTo>
                  <a:lnTo>
                    <a:pt x="7619" y="10668"/>
                  </a:lnTo>
                  <a:lnTo>
                    <a:pt x="10667" y="7620"/>
                  </a:lnTo>
                  <a:lnTo>
                    <a:pt x="16763" y="4572"/>
                  </a:lnTo>
                  <a:lnTo>
                    <a:pt x="21335" y="1524"/>
                  </a:lnTo>
                  <a:lnTo>
                    <a:pt x="25907" y="0"/>
                  </a:lnTo>
                  <a:lnTo>
                    <a:pt x="39623" y="0"/>
                  </a:lnTo>
                  <a:lnTo>
                    <a:pt x="44195" y="1524"/>
                  </a:lnTo>
                  <a:lnTo>
                    <a:pt x="48767" y="6096"/>
                  </a:lnTo>
                  <a:lnTo>
                    <a:pt x="53339" y="9144"/>
                  </a:lnTo>
                  <a:lnTo>
                    <a:pt x="56387" y="13716"/>
                  </a:lnTo>
                  <a:lnTo>
                    <a:pt x="57911" y="19812"/>
                  </a:lnTo>
                  <a:lnTo>
                    <a:pt x="48767" y="22860"/>
                  </a:lnTo>
                  <a:lnTo>
                    <a:pt x="47243" y="16764"/>
                  </a:lnTo>
                  <a:lnTo>
                    <a:pt x="45719" y="13716"/>
                  </a:lnTo>
                  <a:lnTo>
                    <a:pt x="42671" y="10668"/>
                  </a:lnTo>
                  <a:lnTo>
                    <a:pt x="36575" y="7620"/>
                  </a:lnTo>
                  <a:lnTo>
                    <a:pt x="27431" y="7620"/>
                  </a:lnTo>
                  <a:lnTo>
                    <a:pt x="22859" y="9144"/>
                  </a:lnTo>
                  <a:lnTo>
                    <a:pt x="19811" y="12192"/>
                  </a:lnTo>
                  <a:lnTo>
                    <a:pt x="15239" y="13716"/>
                  </a:lnTo>
                  <a:lnTo>
                    <a:pt x="13715" y="18288"/>
                  </a:lnTo>
                  <a:lnTo>
                    <a:pt x="12191" y="21336"/>
                  </a:lnTo>
                  <a:lnTo>
                    <a:pt x="9143" y="30480"/>
                  </a:lnTo>
                  <a:lnTo>
                    <a:pt x="9143" y="41148"/>
                  </a:lnTo>
                  <a:lnTo>
                    <a:pt x="10667" y="47244"/>
                  </a:lnTo>
                  <a:lnTo>
                    <a:pt x="12191" y="50292"/>
                  </a:lnTo>
                  <a:lnTo>
                    <a:pt x="13715" y="54864"/>
                  </a:lnTo>
                  <a:lnTo>
                    <a:pt x="16763" y="59436"/>
                  </a:lnTo>
                  <a:lnTo>
                    <a:pt x="22859" y="62484"/>
                  </a:lnTo>
                  <a:lnTo>
                    <a:pt x="27431" y="64008"/>
                  </a:lnTo>
                  <a:lnTo>
                    <a:pt x="36575" y="64008"/>
                  </a:lnTo>
                  <a:lnTo>
                    <a:pt x="41147" y="62484"/>
                  </a:lnTo>
                  <a:lnTo>
                    <a:pt x="44195" y="59436"/>
                  </a:lnTo>
                  <a:lnTo>
                    <a:pt x="47243" y="56388"/>
                  </a:lnTo>
                  <a:lnTo>
                    <a:pt x="50291" y="51816"/>
                  </a:lnTo>
                  <a:lnTo>
                    <a:pt x="50291" y="45720"/>
                  </a:lnTo>
                  <a:lnTo>
                    <a:pt x="59435" y="48768"/>
                  </a:lnTo>
                  <a:lnTo>
                    <a:pt x="57911" y="56388"/>
                  </a:lnTo>
                  <a:lnTo>
                    <a:pt x="54863" y="62484"/>
                  </a:lnTo>
                  <a:lnTo>
                    <a:pt x="50291" y="65532"/>
                  </a:lnTo>
                  <a:lnTo>
                    <a:pt x="45719" y="70104"/>
                  </a:lnTo>
                  <a:lnTo>
                    <a:pt x="39623" y="71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753611" y="5862828"/>
              <a:ext cx="120396" cy="70104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028188" y="5862827"/>
              <a:ext cx="150876" cy="70104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295144" y="5862827"/>
              <a:ext cx="201167" cy="70104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370076" y="5861304"/>
              <a:ext cx="100583" cy="70103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1505712" y="5862827"/>
              <a:ext cx="43180" cy="70485"/>
            </a:xfrm>
            <a:custGeom>
              <a:avLst/>
              <a:gdLst/>
              <a:ahLst/>
              <a:cxnLst/>
              <a:rect l="l" t="t" r="r" b="b"/>
              <a:pathLst>
                <a:path w="43180" h="70485">
                  <a:moveTo>
                    <a:pt x="9144" y="19812"/>
                  </a:moveTo>
                  <a:lnTo>
                    <a:pt x="0" y="18288"/>
                  </a:lnTo>
                  <a:lnTo>
                    <a:pt x="1524" y="12192"/>
                  </a:lnTo>
                  <a:lnTo>
                    <a:pt x="3048" y="7620"/>
                  </a:lnTo>
                  <a:lnTo>
                    <a:pt x="7620" y="4572"/>
                  </a:lnTo>
                  <a:lnTo>
                    <a:pt x="10668" y="1524"/>
                  </a:lnTo>
                  <a:lnTo>
                    <a:pt x="15240" y="0"/>
                  </a:lnTo>
                  <a:lnTo>
                    <a:pt x="27432" y="0"/>
                  </a:lnTo>
                  <a:lnTo>
                    <a:pt x="33528" y="3048"/>
                  </a:lnTo>
                  <a:lnTo>
                    <a:pt x="36576" y="6096"/>
                  </a:lnTo>
                  <a:lnTo>
                    <a:pt x="37338" y="7620"/>
                  </a:lnTo>
                  <a:lnTo>
                    <a:pt x="15240" y="7620"/>
                  </a:lnTo>
                  <a:lnTo>
                    <a:pt x="13716" y="10668"/>
                  </a:lnTo>
                  <a:lnTo>
                    <a:pt x="12192" y="12192"/>
                  </a:lnTo>
                  <a:lnTo>
                    <a:pt x="10668" y="15240"/>
                  </a:lnTo>
                  <a:lnTo>
                    <a:pt x="9144" y="19812"/>
                  </a:lnTo>
                  <a:close/>
                </a:path>
                <a:path w="43180" h="70485">
                  <a:moveTo>
                    <a:pt x="16764" y="36576"/>
                  </a:moveTo>
                  <a:lnTo>
                    <a:pt x="18288" y="28956"/>
                  </a:lnTo>
                  <a:lnTo>
                    <a:pt x="21336" y="28956"/>
                  </a:lnTo>
                  <a:lnTo>
                    <a:pt x="30480" y="24384"/>
                  </a:lnTo>
                  <a:lnTo>
                    <a:pt x="30480" y="12192"/>
                  </a:lnTo>
                  <a:lnTo>
                    <a:pt x="27432" y="10668"/>
                  </a:lnTo>
                  <a:lnTo>
                    <a:pt x="25908" y="7620"/>
                  </a:lnTo>
                  <a:lnTo>
                    <a:pt x="37338" y="7620"/>
                  </a:lnTo>
                  <a:lnTo>
                    <a:pt x="38100" y="9144"/>
                  </a:lnTo>
                  <a:lnTo>
                    <a:pt x="39624" y="10668"/>
                  </a:lnTo>
                  <a:lnTo>
                    <a:pt x="39624" y="22860"/>
                  </a:lnTo>
                  <a:lnTo>
                    <a:pt x="38100" y="25908"/>
                  </a:lnTo>
                  <a:lnTo>
                    <a:pt x="33528" y="30480"/>
                  </a:lnTo>
                  <a:lnTo>
                    <a:pt x="30480" y="32004"/>
                  </a:lnTo>
                  <a:lnTo>
                    <a:pt x="35052" y="32004"/>
                  </a:lnTo>
                  <a:lnTo>
                    <a:pt x="38100" y="33528"/>
                  </a:lnTo>
                  <a:lnTo>
                    <a:pt x="38862" y="35052"/>
                  </a:lnTo>
                  <a:lnTo>
                    <a:pt x="18288" y="35052"/>
                  </a:lnTo>
                  <a:lnTo>
                    <a:pt x="16764" y="36576"/>
                  </a:lnTo>
                  <a:close/>
                </a:path>
                <a:path w="43180" h="70485">
                  <a:moveTo>
                    <a:pt x="38100" y="62484"/>
                  </a:moveTo>
                  <a:lnTo>
                    <a:pt x="25908" y="62484"/>
                  </a:lnTo>
                  <a:lnTo>
                    <a:pt x="28956" y="60960"/>
                  </a:lnTo>
                  <a:lnTo>
                    <a:pt x="30480" y="57912"/>
                  </a:lnTo>
                  <a:lnTo>
                    <a:pt x="33528" y="54864"/>
                  </a:lnTo>
                  <a:lnTo>
                    <a:pt x="33528" y="41148"/>
                  </a:lnTo>
                  <a:lnTo>
                    <a:pt x="30480" y="39624"/>
                  </a:lnTo>
                  <a:lnTo>
                    <a:pt x="28956" y="36576"/>
                  </a:lnTo>
                  <a:lnTo>
                    <a:pt x="25908" y="35052"/>
                  </a:lnTo>
                  <a:lnTo>
                    <a:pt x="38862" y="35052"/>
                  </a:lnTo>
                  <a:lnTo>
                    <a:pt x="39624" y="36576"/>
                  </a:lnTo>
                  <a:lnTo>
                    <a:pt x="42672" y="39624"/>
                  </a:lnTo>
                  <a:lnTo>
                    <a:pt x="42672" y="54864"/>
                  </a:lnTo>
                  <a:lnTo>
                    <a:pt x="41148" y="59436"/>
                  </a:lnTo>
                  <a:lnTo>
                    <a:pt x="38100" y="62484"/>
                  </a:lnTo>
                  <a:close/>
                </a:path>
                <a:path w="43180" h="70485">
                  <a:moveTo>
                    <a:pt x="27432" y="70104"/>
                  </a:moveTo>
                  <a:lnTo>
                    <a:pt x="15240" y="70104"/>
                  </a:lnTo>
                  <a:lnTo>
                    <a:pt x="10668" y="68580"/>
                  </a:lnTo>
                  <a:lnTo>
                    <a:pt x="7620" y="64008"/>
                  </a:lnTo>
                  <a:lnTo>
                    <a:pt x="3048" y="60960"/>
                  </a:lnTo>
                  <a:lnTo>
                    <a:pt x="0" y="51816"/>
                  </a:lnTo>
                  <a:lnTo>
                    <a:pt x="9144" y="50292"/>
                  </a:lnTo>
                  <a:lnTo>
                    <a:pt x="10668" y="54864"/>
                  </a:lnTo>
                  <a:lnTo>
                    <a:pt x="12192" y="57912"/>
                  </a:lnTo>
                  <a:lnTo>
                    <a:pt x="15240" y="60960"/>
                  </a:lnTo>
                  <a:lnTo>
                    <a:pt x="18288" y="62484"/>
                  </a:lnTo>
                  <a:lnTo>
                    <a:pt x="38100" y="62484"/>
                  </a:lnTo>
                  <a:lnTo>
                    <a:pt x="33528" y="67056"/>
                  </a:lnTo>
                  <a:lnTo>
                    <a:pt x="27432" y="701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584959" y="5862827"/>
              <a:ext cx="246887" cy="86868"/>
            </a:xfrm>
            <a:prstGeom prst="rect">
              <a:avLst/>
            </a:prstGeom>
          </p:spPr>
        </p:pic>
        <p:sp>
          <p:nvSpPr>
            <p:cNvPr id="118" name="object 118" descr=""/>
            <p:cNvSpPr/>
            <p:nvPr/>
          </p:nvSpPr>
          <p:spPr>
            <a:xfrm>
              <a:off x="1357884" y="6236207"/>
              <a:ext cx="3080385" cy="429895"/>
            </a:xfrm>
            <a:custGeom>
              <a:avLst/>
              <a:gdLst/>
              <a:ahLst/>
              <a:cxnLst/>
              <a:rect l="l" t="t" r="r" b="b"/>
              <a:pathLst>
                <a:path w="3080385" h="429895">
                  <a:moveTo>
                    <a:pt x="3080004" y="429768"/>
                  </a:moveTo>
                  <a:lnTo>
                    <a:pt x="0" y="429768"/>
                  </a:lnTo>
                  <a:lnTo>
                    <a:pt x="0" y="0"/>
                  </a:lnTo>
                  <a:lnTo>
                    <a:pt x="3080004" y="0"/>
                  </a:lnTo>
                  <a:lnTo>
                    <a:pt x="3080004" y="429768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787651" y="6307836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144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9144" y="0"/>
                  </a:lnTo>
                  <a:lnTo>
                    <a:pt x="9144" y="914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400556" y="6284976"/>
              <a:ext cx="2927603" cy="330708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3563111" y="5062727"/>
              <a:ext cx="498475" cy="727075"/>
            </a:xfrm>
            <a:custGeom>
              <a:avLst/>
              <a:gdLst/>
              <a:ahLst/>
              <a:cxnLst/>
              <a:rect l="l" t="t" r="r" b="b"/>
              <a:pathLst>
                <a:path w="498475" h="727075">
                  <a:moveTo>
                    <a:pt x="0" y="362712"/>
                  </a:moveTo>
                  <a:lnTo>
                    <a:pt x="2729" y="309265"/>
                  </a:lnTo>
                  <a:lnTo>
                    <a:pt x="10653" y="258202"/>
                  </a:lnTo>
                  <a:lnTo>
                    <a:pt x="23371" y="210094"/>
                  </a:lnTo>
                  <a:lnTo>
                    <a:pt x="40487" y="165510"/>
                  </a:lnTo>
                  <a:lnTo>
                    <a:pt x="61601" y="125020"/>
                  </a:lnTo>
                  <a:lnTo>
                    <a:pt x="86314" y="89195"/>
                  </a:lnTo>
                  <a:lnTo>
                    <a:pt x="114230" y="58605"/>
                  </a:lnTo>
                  <a:lnTo>
                    <a:pt x="144948" y="33821"/>
                  </a:lnTo>
                  <a:lnTo>
                    <a:pt x="213199" y="3947"/>
                  </a:lnTo>
                  <a:lnTo>
                    <a:pt x="249936" y="0"/>
                  </a:lnTo>
                  <a:lnTo>
                    <a:pt x="286636" y="3947"/>
                  </a:lnTo>
                  <a:lnTo>
                    <a:pt x="354645" y="33821"/>
                  </a:lnTo>
                  <a:lnTo>
                    <a:pt x="385183" y="58605"/>
                  </a:lnTo>
                  <a:lnTo>
                    <a:pt x="412898" y="89195"/>
                  </a:lnTo>
                  <a:lnTo>
                    <a:pt x="437405" y="125020"/>
                  </a:lnTo>
                  <a:lnTo>
                    <a:pt x="458318" y="165510"/>
                  </a:lnTo>
                  <a:lnTo>
                    <a:pt x="475254" y="210094"/>
                  </a:lnTo>
                  <a:lnTo>
                    <a:pt x="487827" y="258202"/>
                  </a:lnTo>
                  <a:lnTo>
                    <a:pt x="495653" y="309265"/>
                  </a:lnTo>
                  <a:lnTo>
                    <a:pt x="498348" y="362712"/>
                  </a:lnTo>
                  <a:lnTo>
                    <a:pt x="495653" y="416537"/>
                  </a:lnTo>
                  <a:lnTo>
                    <a:pt x="487827" y="467910"/>
                  </a:lnTo>
                  <a:lnTo>
                    <a:pt x="475254" y="516267"/>
                  </a:lnTo>
                  <a:lnTo>
                    <a:pt x="458318" y="561044"/>
                  </a:lnTo>
                  <a:lnTo>
                    <a:pt x="437405" y="601680"/>
                  </a:lnTo>
                  <a:lnTo>
                    <a:pt x="412898" y="637609"/>
                  </a:lnTo>
                  <a:lnTo>
                    <a:pt x="385183" y="668268"/>
                  </a:lnTo>
                  <a:lnTo>
                    <a:pt x="354645" y="693096"/>
                  </a:lnTo>
                  <a:lnTo>
                    <a:pt x="286636" y="722998"/>
                  </a:lnTo>
                  <a:lnTo>
                    <a:pt x="249936" y="726948"/>
                  </a:lnTo>
                  <a:lnTo>
                    <a:pt x="213199" y="722998"/>
                  </a:lnTo>
                  <a:lnTo>
                    <a:pt x="144948" y="693096"/>
                  </a:lnTo>
                  <a:lnTo>
                    <a:pt x="114230" y="668268"/>
                  </a:lnTo>
                  <a:lnTo>
                    <a:pt x="86314" y="637609"/>
                  </a:lnTo>
                  <a:lnTo>
                    <a:pt x="61601" y="601680"/>
                  </a:lnTo>
                  <a:lnTo>
                    <a:pt x="40487" y="561044"/>
                  </a:lnTo>
                  <a:lnTo>
                    <a:pt x="23371" y="516267"/>
                  </a:lnTo>
                  <a:lnTo>
                    <a:pt x="10653" y="467910"/>
                  </a:lnTo>
                  <a:lnTo>
                    <a:pt x="2729" y="416537"/>
                  </a:lnTo>
                  <a:lnTo>
                    <a:pt x="0" y="362712"/>
                  </a:lnTo>
                </a:path>
              </a:pathLst>
            </a:custGeom>
            <a:ln w="6096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491484" y="6097523"/>
              <a:ext cx="1021080" cy="80772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4023360" y="5647944"/>
              <a:ext cx="399415" cy="390525"/>
            </a:xfrm>
            <a:custGeom>
              <a:avLst/>
              <a:gdLst/>
              <a:ahLst/>
              <a:cxnLst/>
              <a:rect l="l" t="t" r="r" b="b"/>
              <a:pathLst>
                <a:path w="399414" h="390525">
                  <a:moveTo>
                    <a:pt x="13715" y="41148"/>
                  </a:moveTo>
                  <a:lnTo>
                    <a:pt x="0" y="0"/>
                  </a:lnTo>
                  <a:lnTo>
                    <a:pt x="39623" y="13715"/>
                  </a:lnTo>
                  <a:lnTo>
                    <a:pt x="32427" y="21335"/>
                  </a:lnTo>
                  <a:lnTo>
                    <a:pt x="24383" y="21335"/>
                  </a:lnTo>
                  <a:lnTo>
                    <a:pt x="19811" y="24383"/>
                  </a:lnTo>
                  <a:lnTo>
                    <a:pt x="24889" y="29317"/>
                  </a:lnTo>
                  <a:lnTo>
                    <a:pt x="13715" y="41148"/>
                  </a:lnTo>
                  <a:close/>
                </a:path>
                <a:path w="399414" h="390525">
                  <a:moveTo>
                    <a:pt x="24889" y="29317"/>
                  </a:moveTo>
                  <a:lnTo>
                    <a:pt x="19811" y="24383"/>
                  </a:lnTo>
                  <a:lnTo>
                    <a:pt x="24383" y="21335"/>
                  </a:lnTo>
                  <a:lnTo>
                    <a:pt x="28570" y="25420"/>
                  </a:lnTo>
                  <a:lnTo>
                    <a:pt x="24889" y="29317"/>
                  </a:lnTo>
                  <a:close/>
                </a:path>
                <a:path w="399414" h="390525">
                  <a:moveTo>
                    <a:pt x="28570" y="25420"/>
                  </a:moveTo>
                  <a:lnTo>
                    <a:pt x="24383" y="21335"/>
                  </a:lnTo>
                  <a:lnTo>
                    <a:pt x="32427" y="21335"/>
                  </a:lnTo>
                  <a:lnTo>
                    <a:pt x="28570" y="25420"/>
                  </a:lnTo>
                  <a:close/>
                </a:path>
                <a:path w="399414" h="390525">
                  <a:moveTo>
                    <a:pt x="396239" y="390144"/>
                  </a:moveTo>
                  <a:lnTo>
                    <a:pt x="24889" y="29317"/>
                  </a:lnTo>
                  <a:lnTo>
                    <a:pt x="28570" y="25420"/>
                  </a:lnTo>
                  <a:lnTo>
                    <a:pt x="399287" y="387096"/>
                  </a:lnTo>
                  <a:lnTo>
                    <a:pt x="396239" y="390144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4" name="object 124" descr=""/>
          <p:cNvGrpSpPr/>
          <p:nvPr/>
        </p:nvGrpSpPr>
        <p:grpSpPr>
          <a:xfrm>
            <a:off x="5423916" y="3813048"/>
            <a:ext cx="5034280" cy="3561715"/>
            <a:chOff x="5423916" y="3813048"/>
            <a:chExt cx="5034280" cy="3561715"/>
          </a:xfrm>
        </p:grpSpPr>
        <p:sp>
          <p:nvSpPr>
            <p:cNvPr id="125" name="object 125" descr=""/>
            <p:cNvSpPr/>
            <p:nvPr/>
          </p:nvSpPr>
          <p:spPr>
            <a:xfrm>
              <a:off x="5426964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426964" y="4462272"/>
              <a:ext cx="4695443" cy="38100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363967" y="6950964"/>
              <a:ext cx="1150620" cy="39623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16567" y="6806184"/>
              <a:ext cx="1319783" cy="192023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640324" y="4303776"/>
              <a:ext cx="1033271" cy="126491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8423148" y="5369052"/>
              <a:ext cx="212090" cy="245745"/>
            </a:xfrm>
            <a:custGeom>
              <a:avLst/>
              <a:gdLst/>
              <a:ahLst/>
              <a:cxnLst/>
              <a:rect l="l" t="t" r="r" b="b"/>
              <a:pathLst>
                <a:path w="212090" h="245745">
                  <a:moveTo>
                    <a:pt x="211835" y="245364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8118348" y="5146548"/>
              <a:ext cx="134112" cy="173736"/>
            </a:xfrm>
            <a:prstGeom prst="rect">
              <a:avLst/>
            </a:prstGeom>
          </p:spPr>
        </p:pic>
        <p:sp>
          <p:nvSpPr>
            <p:cNvPr id="132" name="object 132" descr=""/>
            <p:cNvSpPr/>
            <p:nvPr/>
          </p:nvSpPr>
          <p:spPr>
            <a:xfrm>
              <a:off x="7915655" y="4910328"/>
              <a:ext cx="212090" cy="250190"/>
            </a:xfrm>
            <a:custGeom>
              <a:avLst/>
              <a:gdLst/>
              <a:ahLst/>
              <a:cxnLst/>
              <a:rect l="l" t="t" r="r" b="b"/>
              <a:pathLst>
                <a:path w="212090" h="250189">
                  <a:moveTo>
                    <a:pt x="211836" y="249935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990587" y="4701540"/>
              <a:ext cx="2273935" cy="1873250"/>
            </a:xfrm>
            <a:custGeom>
              <a:avLst/>
              <a:gdLst/>
              <a:ahLst/>
              <a:cxnLst/>
              <a:rect l="l" t="t" r="r" b="b"/>
              <a:pathLst>
                <a:path w="2273934" h="1873250">
                  <a:moveTo>
                    <a:pt x="0" y="626363"/>
                  </a:moveTo>
                  <a:lnTo>
                    <a:pt x="2273808" y="626363"/>
                  </a:lnTo>
                </a:path>
                <a:path w="2273934" h="1873250">
                  <a:moveTo>
                    <a:pt x="0" y="1246631"/>
                  </a:moveTo>
                  <a:lnTo>
                    <a:pt x="2273808" y="1246631"/>
                  </a:lnTo>
                </a:path>
                <a:path w="2273934" h="1873250">
                  <a:moveTo>
                    <a:pt x="755904" y="1872995"/>
                  </a:moveTo>
                  <a:lnTo>
                    <a:pt x="755904" y="0"/>
                  </a:lnTo>
                </a:path>
                <a:path w="2273934" h="1873250">
                  <a:moveTo>
                    <a:pt x="1517904" y="1872995"/>
                  </a:moveTo>
                  <a:lnTo>
                    <a:pt x="1517904" y="0"/>
                  </a:lnTo>
                </a:path>
              </a:pathLst>
            </a:custGeom>
            <a:ln w="6096">
              <a:solidFill>
                <a:srgbClr val="9595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990587" y="4701540"/>
              <a:ext cx="2273935" cy="1873250"/>
            </a:xfrm>
            <a:custGeom>
              <a:avLst/>
              <a:gdLst/>
              <a:ahLst/>
              <a:cxnLst/>
              <a:rect l="l" t="t" r="r" b="b"/>
              <a:pathLst>
                <a:path w="2273934" h="1873250">
                  <a:moveTo>
                    <a:pt x="1897380" y="1872995"/>
                  </a:moveTo>
                  <a:lnTo>
                    <a:pt x="1897380" y="0"/>
                  </a:lnTo>
                </a:path>
                <a:path w="2273934" h="1873250">
                  <a:moveTo>
                    <a:pt x="1136904" y="1872995"/>
                  </a:moveTo>
                  <a:lnTo>
                    <a:pt x="1136904" y="0"/>
                  </a:lnTo>
                </a:path>
                <a:path w="2273934" h="1873250">
                  <a:moveTo>
                    <a:pt x="0" y="208788"/>
                  </a:moveTo>
                  <a:lnTo>
                    <a:pt x="2273808" y="208788"/>
                  </a:lnTo>
                </a:path>
                <a:path w="2273934" h="1873250">
                  <a:moveTo>
                    <a:pt x="0" y="417575"/>
                  </a:moveTo>
                  <a:lnTo>
                    <a:pt x="2273808" y="417575"/>
                  </a:lnTo>
                </a:path>
                <a:path w="2273934" h="1873250">
                  <a:moveTo>
                    <a:pt x="0" y="829056"/>
                  </a:moveTo>
                  <a:lnTo>
                    <a:pt x="2273808" y="829056"/>
                  </a:lnTo>
                </a:path>
                <a:path w="2273934" h="1873250">
                  <a:moveTo>
                    <a:pt x="0" y="1037843"/>
                  </a:moveTo>
                  <a:lnTo>
                    <a:pt x="2273808" y="1037843"/>
                  </a:lnTo>
                </a:path>
                <a:path w="2273934" h="1873250">
                  <a:moveTo>
                    <a:pt x="0" y="1455420"/>
                  </a:moveTo>
                  <a:lnTo>
                    <a:pt x="2273808" y="1455420"/>
                  </a:lnTo>
                </a:path>
                <a:path w="2273934" h="1873250">
                  <a:moveTo>
                    <a:pt x="0" y="1664208"/>
                  </a:moveTo>
                  <a:lnTo>
                    <a:pt x="2273808" y="1664208"/>
                  </a:lnTo>
                </a:path>
                <a:path w="2273934" h="1873250">
                  <a:moveTo>
                    <a:pt x="374904" y="1872995"/>
                  </a:moveTo>
                  <a:lnTo>
                    <a:pt x="374904" y="0"/>
                  </a:lnTo>
                </a:path>
              </a:pathLst>
            </a:custGeom>
            <a:ln w="6096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990587" y="4701540"/>
              <a:ext cx="2278380" cy="1877695"/>
            </a:xfrm>
            <a:custGeom>
              <a:avLst/>
              <a:gdLst/>
              <a:ahLst/>
              <a:cxnLst/>
              <a:rect l="l" t="t" r="r" b="b"/>
              <a:pathLst>
                <a:path w="2278379" h="1877695">
                  <a:moveTo>
                    <a:pt x="2278380" y="0"/>
                  </a:moveTo>
                  <a:lnTo>
                    <a:pt x="0" y="0"/>
                  </a:lnTo>
                  <a:lnTo>
                    <a:pt x="0" y="1877567"/>
                  </a:lnTo>
                  <a:lnTo>
                    <a:pt x="2278380" y="1877567"/>
                  </a:lnTo>
                  <a:lnTo>
                    <a:pt x="2278380" y="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929628" y="6618732"/>
              <a:ext cx="2413000" cy="48895"/>
            </a:xfrm>
            <a:custGeom>
              <a:avLst/>
              <a:gdLst/>
              <a:ahLst/>
              <a:cxnLst/>
              <a:rect l="l" t="t" r="r" b="b"/>
              <a:pathLst>
                <a:path w="2413000" h="48895">
                  <a:moveTo>
                    <a:pt x="18288" y="0"/>
                  </a:moveTo>
                  <a:lnTo>
                    <a:pt x="13716" y="0"/>
                  </a:lnTo>
                  <a:lnTo>
                    <a:pt x="13716" y="3048"/>
                  </a:lnTo>
                  <a:lnTo>
                    <a:pt x="10668" y="4572"/>
                  </a:lnTo>
                  <a:lnTo>
                    <a:pt x="9144" y="7620"/>
                  </a:lnTo>
                  <a:lnTo>
                    <a:pt x="0" y="12192"/>
                  </a:lnTo>
                  <a:lnTo>
                    <a:pt x="0" y="18288"/>
                  </a:lnTo>
                  <a:lnTo>
                    <a:pt x="1524" y="18288"/>
                  </a:lnTo>
                  <a:lnTo>
                    <a:pt x="4572" y="16764"/>
                  </a:lnTo>
                  <a:lnTo>
                    <a:pt x="6096" y="15240"/>
                  </a:lnTo>
                  <a:lnTo>
                    <a:pt x="9144" y="13716"/>
                  </a:lnTo>
                  <a:lnTo>
                    <a:pt x="10668" y="12192"/>
                  </a:lnTo>
                  <a:lnTo>
                    <a:pt x="12192" y="12192"/>
                  </a:lnTo>
                  <a:lnTo>
                    <a:pt x="12192" y="48768"/>
                  </a:lnTo>
                  <a:lnTo>
                    <a:pt x="18288" y="48768"/>
                  </a:lnTo>
                  <a:lnTo>
                    <a:pt x="18288" y="0"/>
                  </a:lnTo>
                  <a:close/>
                </a:path>
                <a:path w="2413000" h="48895">
                  <a:moveTo>
                    <a:pt x="64008" y="13716"/>
                  </a:moveTo>
                  <a:lnTo>
                    <a:pt x="60198" y="6096"/>
                  </a:lnTo>
                  <a:lnTo>
                    <a:pt x="59436" y="4572"/>
                  </a:lnTo>
                  <a:lnTo>
                    <a:pt x="57912" y="3810"/>
                  </a:lnTo>
                  <a:lnTo>
                    <a:pt x="57912" y="10668"/>
                  </a:lnTo>
                  <a:lnTo>
                    <a:pt x="57912" y="22860"/>
                  </a:lnTo>
                  <a:lnTo>
                    <a:pt x="56388" y="24384"/>
                  </a:lnTo>
                  <a:lnTo>
                    <a:pt x="53340" y="25908"/>
                  </a:lnTo>
                  <a:lnTo>
                    <a:pt x="42672" y="25908"/>
                  </a:lnTo>
                  <a:lnTo>
                    <a:pt x="39624" y="22860"/>
                  </a:lnTo>
                  <a:lnTo>
                    <a:pt x="38100" y="19812"/>
                  </a:lnTo>
                  <a:lnTo>
                    <a:pt x="38100" y="13716"/>
                  </a:lnTo>
                  <a:lnTo>
                    <a:pt x="39624" y="12192"/>
                  </a:lnTo>
                  <a:lnTo>
                    <a:pt x="41148" y="9144"/>
                  </a:lnTo>
                  <a:lnTo>
                    <a:pt x="42672" y="7620"/>
                  </a:lnTo>
                  <a:lnTo>
                    <a:pt x="45720" y="6096"/>
                  </a:lnTo>
                  <a:lnTo>
                    <a:pt x="51816" y="6096"/>
                  </a:lnTo>
                  <a:lnTo>
                    <a:pt x="54864" y="7620"/>
                  </a:lnTo>
                  <a:lnTo>
                    <a:pt x="57912" y="10668"/>
                  </a:lnTo>
                  <a:lnTo>
                    <a:pt x="57912" y="3810"/>
                  </a:lnTo>
                  <a:lnTo>
                    <a:pt x="53340" y="1524"/>
                  </a:lnTo>
                  <a:lnTo>
                    <a:pt x="51816" y="0"/>
                  </a:lnTo>
                  <a:lnTo>
                    <a:pt x="44196" y="0"/>
                  </a:lnTo>
                  <a:lnTo>
                    <a:pt x="39624" y="1524"/>
                  </a:lnTo>
                  <a:lnTo>
                    <a:pt x="33528" y="7620"/>
                  </a:lnTo>
                  <a:lnTo>
                    <a:pt x="32004" y="12192"/>
                  </a:lnTo>
                  <a:lnTo>
                    <a:pt x="32004" y="21336"/>
                  </a:lnTo>
                  <a:lnTo>
                    <a:pt x="33528" y="25908"/>
                  </a:lnTo>
                  <a:lnTo>
                    <a:pt x="39624" y="32004"/>
                  </a:lnTo>
                  <a:lnTo>
                    <a:pt x="51816" y="32004"/>
                  </a:lnTo>
                  <a:lnTo>
                    <a:pt x="53340" y="30480"/>
                  </a:lnTo>
                  <a:lnTo>
                    <a:pt x="56388" y="30480"/>
                  </a:lnTo>
                  <a:lnTo>
                    <a:pt x="57912" y="28956"/>
                  </a:lnTo>
                  <a:lnTo>
                    <a:pt x="57912" y="36576"/>
                  </a:lnTo>
                  <a:lnTo>
                    <a:pt x="56388" y="38100"/>
                  </a:lnTo>
                  <a:lnTo>
                    <a:pt x="56388" y="39624"/>
                  </a:lnTo>
                  <a:lnTo>
                    <a:pt x="53340" y="42672"/>
                  </a:lnTo>
                  <a:lnTo>
                    <a:pt x="42672" y="42672"/>
                  </a:lnTo>
                  <a:lnTo>
                    <a:pt x="41148" y="41148"/>
                  </a:lnTo>
                  <a:lnTo>
                    <a:pt x="41148" y="39624"/>
                  </a:lnTo>
                  <a:lnTo>
                    <a:pt x="39624" y="36576"/>
                  </a:lnTo>
                  <a:lnTo>
                    <a:pt x="33528" y="36576"/>
                  </a:lnTo>
                  <a:lnTo>
                    <a:pt x="35052" y="41148"/>
                  </a:lnTo>
                  <a:lnTo>
                    <a:pt x="36576" y="44196"/>
                  </a:lnTo>
                  <a:lnTo>
                    <a:pt x="41148" y="48768"/>
                  </a:lnTo>
                  <a:lnTo>
                    <a:pt x="54864" y="48768"/>
                  </a:lnTo>
                  <a:lnTo>
                    <a:pt x="60960" y="42672"/>
                  </a:lnTo>
                  <a:lnTo>
                    <a:pt x="62484" y="38100"/>
                  </a:lnTo>
                  <a:lnTo>
                    <a:pt x="64008" y="35052"/>
                  </a:lnTo>
                  <a:lnTo>
                    <a:pt x="64008" y="13716"/>
                  </a:lnTo>
                  <a:close/>
                </a:path>
                <a:path w="2413000" h="48895">
                  <a:moveTo>
                    <a:pt x="102095" y="32004"/>
                  </a:moveTo>
                  <a:lnTo>
                    <a:pt x="100571" y="28956"/>
                  </a:lnTo>
                  <a:lnTo>
                    <a:pt x="99047" y="27432"/>
                  </a:lnTo>
                  <a:lnTo>
                    <a:pt x="97523" y="24384"/>
                  </a:lnTo>
                  <a:lnTo>
                    <a:pt x="95999" y="22860"/>
                  </a:lnTo>
                  <a:lnTo>
                    <a:pt x="95999" y="32004"/>
                  </a:lnTo>
                  <a:lnTo>
                    <a:pt x="95999" y="36576"/>
                  </a:lnTo>
                  <a:lnTo>
                    <a:pt x="94475" y="39624"/>
                  </a:lnTo>
                  <a:lnTo>
                    <a:pt x="91427" y="42672"/>
                  </a:lnTo>
                  <a:lnTo>
                    <a:pt x="80759" y="42672"/>
                  </a:lnTo>
                  <a:lnTo>
                    <a:pt x="76187" y="38100"/>
                  </a:lnTo>
                  <a:lnTo>
                    <a:pt x="76187" y="28956"/>
                  </a:lnTo>
                  <a:lnTo>
                    <a:pt x="77711" y="27432"/>
                  </a:lnTo>
                  <a:lnTo>
                    <a:pt x="80759" y="25908"/>
                  </a:lnTo>
                  <a:lnTo>
                    <a:pt x="82283" y="24384"/>
                  </a:lnTo>
                  <a:lnTo>
                    <a:pt x="89903" y="24384"/>
                  </a:lnTo>
                  <a:lnTo>
                    <a:pt x="94475" y="28956"/>
                  </a:lnTo>
                  <a:lnTo>
                    <a:pt x="95999" y="32004"/>
                  </a:lnTo>
                  <a:lnTo>
                    <a:pt x="95999" y="22860"/>
                  </a:lnTo>
                  <a:lnTo>
                    <a:pt x="92951" y="21336"/>
                  </a:lnTo>
                  <a:lnTo>
                    <a:pt x="95999" y="21336"/>
                  </a:lnTo>
                  <a:lnTo>
                    <a:pt x="99047" y="18288"/>
                  </a:lnTo>
                  <a:lnTo>
                    <a:pt x="100571" y="16764"/>
                  </a:lnTo>
                  <a:lnTo>
                    <a:pt x="100571" y="9144"/>
                  </a:lnTo>
                  <a:lnTo>
                    <a:pt x="99047" y="6096"/>
                  </a:lnTo>
                  <a:lnTo>
                    <a:pt x="95999" y="4572"/>
                  </a:lnTo>
                  <a:lnTo>
                    <a:pt x="94475" y="1524"/>
                  </a:lnTo>
                  <a:lnTo>
                    <a:pt x="94475" y="10668"/>
                  </a:lnTo>
                  <a:lnTo>
                    <a:pt x="94475" y="15240"/>
                  </a:lnTo>
                  <a:lnTo>
                    <a:pt x="91427" y="18288"/>
                  </a:lnTo>
                  <a:lnTo>
                    <a:pt x="80759" y="18288"/>
                  </a:lnTo>
                  <a:lnTo>
                    <a:pt x="79235" y="16764"/>
                  </a:lnTo>
                  <a:lnTo>
                    <a:pt x="77711" y="16764"/>
                  </a:lnTo>
                  <a:lnTo>
                    <a:pt x="77711" y="9144"/>
                  </a:lnTo>
                  <a:lnTo>
                    <a:pt x="79235" y="9144"/>
                  </a:lnTo>
                  <a:lnTo>
                    <a:pt x="82283" y="6096"/>
                  </a:lnTo>
                  <a:lnTo>
                    <a:pt x="88379" y="6096"/>
                  </a:lnTo>
                  <a:lnTo>
                    <a:pt x="91427" y="7620"/>
                  </a:lnTo>
                  <a:lnTo>
                    <a:pt x="94475" y="10668"/>
                  </a:lnTo>
                  <a:lnTo>
                    <a:pt x="94475" y="1524"/>
                  </a:lnTo>
                  <a:lnTo>
                    <a:pt x="89903" y="0"/>
                  </a:lnTo>
                  <a:lnTo>
                    <a:pt x="80759" y="0"/>
                  </a:lnTo>
                  <a:lnTo>
                    <a:pt x="77711" y="1524"/>
                  </a:lnTo>
                  <a:lnTo>
                    <a:pt x="73139" y="6096"/>
                  </a:lnTo>
                  <a:lnTo>
                    <a:pt x="71615" y="9144"/>
                  </a:lnTo>
                  <a:lnTo>
                    <a:pt x="71615" y="16764"/>
                  </a:lnTo>
                  <a:lnTo>
                    <a:pt x="76187" y="21336"/>
                  </a:lnTo>
                  <a:lnTo>
                    <a:pt x="79235" y="21336"/>
                  </a:lnTo>
                  <a:lnTo>
                    <a:pt x="73139" y="24384"/>
                  </a:lnTo>
                  <a:lnTo>
                    <a:pt x="71615" y="25908"/>
                  </a:lnTo>
                  <a:lnTo>
                    <a:pt x="70091" y="28956"/>
                  </a:lnTo>
                  <a:lnTo>
                    <a:pt x="70091" y="38100"/>
                  </a:lnTo>
                  <a:lnTo>
                    <a:pt x="71615" y="42672"/>
                  </a:lnTo>
                  <a:lnTo>
                    <a:pt x="77711" y="48768"/>
                  </a:lnTo>
                  <a:lnTo>
                    <a:pt x="94475" y="48768"/>
                  </a:lnTo>
                  <a:lnTo>
                    <a:pt x="100571" y="42672"/>
                  </a:lnTo>
                  <a:lnTo>
                    <a:pt x="102095" y="38100"/>
                  </a:lnTo>
                  <a:lnTo>
                    <a:pt x="102095" y="32004"/>
                  </a:lnTo>
                  <a:close/>
                </a:path>
                <a:path w="2413000" h="48895">
                  <a:moveTo>
                    <a:pt x="138684" y="16764"/>
                  </a:moveTo>
                  <a:lnTo>
                    <a:pt x="137160" y="13716"/>
                  </a:lnTo>
                  <a:lnTo>
                    <a:pt x="137160" y="10668"/>
                  </a:lnTo>
                  <a:lnTo>
                    <a:pt x="135636" y="9144"/>
                  </a:lnTo>
                  <a:lnTo>
                    <a:pt x="134112" y="6096"/>
                  </a:lnTo>
                  <a:lnTo>
                    <a:pt x="134112" y="4572"/>
                  </a:lnTo>
                  <a:lnTo>
                    <a:pt x="132588" y="3048"/>
                  </a:lnTo>
                  <a:lnTo>
                    <a:pt x="132588" y="18288"/>
                  </a:lnTo>
                  <a:lnTo>
                    <a:pt x="132588" y="33528"/>
                  </a:lnTo>
                  <a:lnTo>
                    <a:pt x="131064" y="38100"/>
                  </a:lnTo>
                  <a:lnTo>
                    <a:pt x="129540" y="39624"/>
                  </a:lnTo>
                  <a:lnTo>
                    <a:pt x="128016" y="42672"/>
                  </a:lnTo>
                  <a:lnTo>
                    <a:pt x="117348" y="42672"/>
                  </a:lnTo>
                  <a:lnTo>
                    <a:pt x="115824" y="39624"/>
                  </a:lnTo>
                  <a:lnTo>
                    <a:pt x="114300" y="38100"/>
                  </a:lnTo>
                  <a:lnTo>
                    <a:pt x="112776" y="33528"/>
                  </a:lnTo>
                  <a:lnTo>
                    <a:pt x="112776" y="18288"/>
                  </a:lnTo>
                  <a:lnTo>
                    <a:pt x="114300" y="12192"/>
                  </a:lnTo>
                  <a:lnTo>
                    <a:pt x="115824" y="10668"/>
                  </a:lnTo>
                  <a:lnTo>
                    <a:pt x="117348" y="7620"/>
                  </a:lnTo>
                  <a:lnTo>
                    <a:pt x="120396" y="6096"/>
                  </a:lnTo>
                  <a:lnTo>
                    <a:pt x="124968" y="6096"/>
                  </a:lnTo>
                  <a:lnTo>
                    <a:pt x="128016" y="7620"/>
                  </a:lnTo>
                  <a:lnTo>
                    <a:pt x="129540" y="10668"/>
                  </a:lnTo>
                  <a:lnTo>
                    <a:pt x="131064" y="12192"/>
                  </a:lnTo>
                  <a:lnTo>
                    <a:pt x="132588" y="18288"/>
                  </a:lnTo>
                  <a:lnTo>
                    <a:pt x="132588" y="3048"/>
                  </a:lnTo>
                  <a:lnTo>
                    <a:pt x="129540" y="3048"/>
                  </a:lnTo>
                  <a:lnTo>
                    <a:pt x="128016" y="1524"/>
                  </a:lnTo>
                  <a:lnTo>
                    <a:pt x="124968" y="0"/>
                  </a:lnTo>
                  <a:lnTo>
                    <a:pt x="118872" y="0"/>
                  </a:lnTo>
                  <a:lnTo>
                    <a:pt x="115824" y="1524"/>
                  </a:lnTo>
                  <a:lnTo>
                    <a:pt x="114300" y="3048"/>
                  </a:lnTo>
                  <a:lnTo>
                    <a:pt x="111252" y="4572"/>
                  </a:lnTo>
                  <a:lnTo>
                    <a:pt x="108204" y="10668"/>
                  </a:lnTo>
                  <a:lnTo>
                    <a:pt x="106680" y="15240"/>
                  </a:lnTo>
                  <a:lnTo>
                    <a:pt x="106680" y="33528"/>
                  </a:lnTo>
                  <a:lnTo>
                    <a:pt x="108204" y="41148"/>
                  </a:lnTo>
                  <a:lnTo>
                    <a:pt x="111252" y="45720"/>
                  </a:lnTo>
                  <a:lnTo>
                    <a:pt x="114300" y="48768"/>
                  </a:lnTo>
                  <a:lnTo>
                    <a:pt x="129540" y="48768"/>
                  </a:lnTo>
                  <a:lnTo>
                    <a:pt x="131064" y="47244"/>
                  </a:lnTo>
                  <a:lnTo>
                    <a:pt x="134112" y="45720"/>
                  </a:lnTo>
                  <a:lnTo>
                    <a:pt x="135636" y="42672"/>
                  </a:lnTo>
                  <a:lnTo>
                    <a:pt x="137160" y="39624"/>
                  </a:lnTo>
                  <a:lnTo>
                    <a:pt x="138684" y="35052"/>
                  </a:lnTo>
                  <a:lnTo>
                    <a:pt x="138684" y="16764"/>
                  </a:lnTo>
                  <a:close/>
                </a:path>
                <a:path w="2413000" h="48895">
                  <a:moveTo>
                    <a:pt x="2299703" y="10668"/>
                  </a:moveTo>
                  <a:lnTo>
                    <a:pt x="2298179" y="7620"/>
                  </a:lnTo>
                  <a:lnTo>
                    <a:pt x="2296655" y="6096"/>
                  </a:lnTo>
                  <a:lnTo>
                    <a:pt x="2292083" y="1524"/>
                  </a:lnTo>
                  <a:lnTo>
                    <a:pt x="2289035" y="0"/>
                  </a:lnTo>
                  <a:lnTo>
                    <a:pt x="2279891" y="0"/>
                  </a:lnTo>
                  <a:lnTo>
                    <a:pt x="2275319" y="1524"/>
                  </a:lnTo>
                  <a:lnTo>
                    <a:pt x="2273795" y="4572"/>
                  </a:lnTo>
                  <a:lnTo>
                    <a:pt x="2270747" y="6096"/>
                  </a:lnTo>
                  <a:lnTo>
                    <a:pt x="2269223" y="10668"/>
                  </a:lnTo>
                  <a:lnTo>
                    <a:pt x="2269223" y="13716"/>
                  </a:lnTo>
                  <a:lnTo>
                    <a:pt x="2275319" y="15240"/>
                  </a:lnTo>
                  <a:lnTo>
                    <a:pt x="2275319" y="10668"/>
                  </a:lnTo>
                  <a:lnTo>
                    <a:pt x="2278367" y="7620"/>
                  </a:lnTo>
                  <a:lnTo>
                    <a:pt x="2281415" y="6096"/>
                  </a:lnTo>
                  <a:lnTo>
                    <a:pt x="2285987" y="6096"/>
                  </a:lnTo>
                  <a:lnTo>
                    <a:pt x="2289035" y="7620"/>
                  </a:lnTo>
                  <a:lnTo>
                    <a:pt x="2293607" y="12192"/>
                  </a:lnTo>
                  <a:lnTo>
                    <a:pt x="2293607" y="16764"/>
                  </a:lnTo>
                  <a:lnTo>
                    <a:pt x="2292083" y="19812"/>
                  </a:lnTo>
                  <a:lnTo>
                    <a:pt x="2276843" y="35052"/>
                  </a:lnTo>
                  <a:lnTo>
                    <a:pt x="2273795" y="36576"/>
                  </a:lnTo>
                  <a:lnTo>
                    <a:pt x="2272271" y="38100"/>
                  </a:lnTo>
                  <a:lnTo>
                    <a:pt x="2270747" y="41148"/>
                  </a:lnTo>
                  <a:lnTo>
                    <a:pt x="2269223" y="42672"/>
                  </a:lnTo>
                  <a:lnTo>
                    <a:pt x="2267699" y="45720"/>
                  </a:lnTo>
                  <a:lnTo>
                    <a:pt x="2267699" y="48768"/>
                  </a:lnTo>
                  <a:lnTo>
                    <a:pt x="2299703" y="48768"/>
                  </a:lnTo>
                  <a:lnTo>
                    <a:pt x="2299703" y="42672"/>
                  </a:lnTo>
                  <a:lnTo>
                    <a:pt x="2276843" y="42672"/>
                  </a:lnTo>
                  <a:lnTo>
                    <a:pt x="2276843" y="41148"/>
                  </a:lnTo>
                  <a:lnTo>
                    <a:pt x="2278367" y="39624"/>
                  </a:lnTo>
                  <a:lnTo>
                    <a:pt x="2279891" y="39624"/>
                  </a:lnTo>
                  <a:lnTo>
                    <a:pt x="2295131" y="24384"/>
                  </a:lnTo>
                  <a:lnTo>
                    <a:pt x="2296655" y="21336"/>
                  </a:lnTo>
                  <a:lnTo>
                    <a:pt x="2298179" y="19812"/>
                  </a:lnTo>
                  <a:lnTo>
                    <a:pt x="2298179" y="18288"/>
                  </a:lnTo>
                  <a:lnTo>
                    <a:pt x="2299703" y="16764"/>
                  </a:lnTo>
                  <a:lnTo>
                    <a:pt x="2299703" y="10668"/>
                  </a:lnTo>
                  <a:close/>
                </a:path>
                <a:path w="2413000" h="48895">
                  <a:moveTo>
                    <a:pt x="2337816" y="19812"/>
                  </a:moveTo>
                  <a:lnTo>
                    <a:pt x="2336292" y="16764"/>
                  </a:lnTo>
                  <a:lnTo>
                    <a:pt x="2336292" y="13716"/>
                  </a:lnTo>
                  <a:lnTo>
                    <a:pt x="2334768" y="10668"/>
                  </a:lnTo>
                  <a:lnTo>
                    <a:pt x="2334768" y="9144"/>
                  </a:lnTo>
                  <a:lnTo>
                    <a:pt x="2333244" y="6096"/>
                  </a:lnTo>
                  <a:lnTo>
                    <a:pt x="2331720" y="4572"/>
                  </a:lnTo>
                  <a:lnTo>
                    <a:pt x="2331720" y="18288"/>
                  </a:lnTo>
                  <a:lnTo>
                    <a:pt x="2331720" y="33528"/>
                  </a:lnTo>
                  <a:lnTo>
                    <a:pt x="2330196" y="38100"/>
                  </a:lnTo>
                  <a:lnTo>
                    <a:pt x="2328672" y="39624"/>
                  </a:lnTo>
                  <a:lnTo>
                    <a:pt x="2327148" y="42672"/>
                  </a:lnTo>
                  <a:lnTo>
                    <a:pt x="2316480" y="42672"/>
                  </a:lnTo>
                  <a:lnTo>
                    <a:pt x="2314956" y="39624"/>
                  </a:lnTo>
                  <a:lnTo>
                    <a:pt x="2311908" y="38100"/>
                  </a:lnTo>
                  <a:lnTo>
                    <a:pt x="2311908" y="12192"/>
                  </a:lnTo>
                  <a:lnTo>
                    <a:pt x="2318004" y="6096"/>
                  </a:lnTo>
                  <a:lnTo>
                    <a:pt x="2324100" y="6096"/>
                  </a:lnTo>
                  <a:lnTo>
                    <a:pt x="2327148" y="7620"/>
                  </a:lnTo>
                  <a:lnTo>
                    <a:pt x="2328672" y="10668"/>
                  </a:lnTo>
                  <a:lnTo>
                    <a:pt x="2330196" y="12192"/>
                  </a:lnTo>
                  <a:lnTo>
                    <a:pt x="2331720" y="18288"/>
                  </a:lnTo>
                  <a:lnTo>
                    <a:pt x="2331720" y="4572"/>
                  </a:lnTo>
                  <a:lnTo>
                    <a:pt x="2330196" y="3048"/>
                  </a:lnTo>
                  <a:lnTo>
                    <a:pt x="2328672" y="3048"/>
                  </a:lnTo>
                  <a:lnTo>
                    <a:pt x="2325624" y="1524"/>
                  </a:lnTo>
                  <a:lnTo>
                    <a:pt x="2324100" y="0"/>
                  </a:lnTo>
                  <a:lnTo>
                    <a:pt x="2318004" y="0"/>
                  </a:lnTo>
                  <a:lnTo>
                    <a:pt x="2311908" y="3048"/>
                  </a:lnTo>
                  <a:lnTo>
                    <a:pt x="2310384" y="4572"/>
                  </a:lnTo>
                  <a:lnTo>
                    <a:pt x="2307336" y="10668"/>
                  </a:lnTo>
                  <a:lnTo>
                    <a:pt x="2305812" y="15240"/>
                  </a:lnTo>
                  <a:lnTo>
                    <a:pt x="2305812" y="33528"/>
                  </a:lnTo>
                  <a:lnTo>
                    <a:pt x="2307336" y="41148"/>
                  </a:lnTo>
                  <a:lnTo>
                    <a:pt x="2310384" y="45720"/>
                  </a:lnTo>
                  <a:lnTo>
                    <a:pt x="2313432" y="48768"/>
                  </a:lnTo>
                  <a:lnTo>
                    <a:pt x="2327148" y="48768"/>
                  </a:lnTo>
                  <a:lnTo>
                    <a:pt x="2333244" y="45720"/>
                  </a:lnTo>
                  <a:lnTo>
                    <a:pt x="2334768" y="42672"/>
                  </a:lnTo>
                  <a:lnTo>
                    <a:pt x="2334768" y="39624"/>
                  </a:lnTo>
                  <a:lnTo>
                    <a:pt x="2337816" y="30480"/>
                  </a:lnTo>
                  <a:lnTo>
                    <a:pt x="2337816" y="19812"/>
                  </a:lnTo>
                  <a:close/>
                </a:path>
                <a:path w="2413000" h="48895">
                  <a:moveTo>
                    <a:pt x="2365248" y="0"/>
                  </a:moveTo>
                  <a:lnTo>
                    <a:pt x="2362200" y="0"/>
                  </a:lnTo>
                  <a:lnTo>
                    <a:pt x="2360676" y="3048"/>
                  </a:lnTo>
                  <a:lnTo>
                    <a:pt x="2356104" y="7620"/>
                  </a:lnTo>
                  <a:lnTo>
                    <a:pt x="2346960" y="12192"/>
                  </a:lnTo>
                  <a:lnTo>
                    <a:pt x="2346960" y="18288"/>
                  </a:lnTo>
                  <a:lnTo>
                    <a:pt x="2348484" y="18288"/>
                  </a:lnTo>
                  <a:lnTo>
                    <a:pt x="2351532" y="16764"/>
                  </a:lnTo>
                  <a:lnTo>
                    <a:pt x="2353056" y="15240"/>
                  </a:lnTo>
                  <a:lnTo>
                    <a:pt x="2356104" y="13716"/>
                  </a:lnTo>
                  <a:lnTo>
                    <a:pt x="2357628" y="12192"/>
                  </a:lnTo>
                  <a:lnTo>
                    <a:pt x="2359152" y="12192"/>
                  </a:lnTo>
                  <a:lnTo>
                    <a:pt x="2359152" y="48768"/>
                  </a:lnTo>
                  <a:lnTo>
                    <a:pt x="2365248" y="48768"/>
                  </a:lnTo>
                  <a:lnTo>
                    <a:pt x="2365248" y="0"/>
                  </a:lnTo>
                  <a:close/>
                </a:path>
                <a:path w="2413000" h="48895">
                  <a:moveTo>
                    <a:pt x="2412479" y="19812"/>
                  </a:moveTo>
                  <a:lnTo>
                    <a:pt x="2410955" y="16764"/>
                  </a:lnTo>
                  <a:lnTo>
                    <a:pt x="2410955" y="13716"/>
                  </a:lnTo>
                  <a:lnTo>
                    <a:pt x="2409431" y="10668"/>
                  </a:lnTo>
                  <a:lnTo>
                    <a:pt x="2409431" y="9144"/>
                  </a:lnTo>
                  <a:lnTo>
                    <a:pt x="2407907" y="6096"/>
                  </a:lnTo>
                  <a:lnTo>
                    <a:pt x="2406383" y="4572"/>
                  </a:lnTo>
                  <a:lnTo>
                    <a:pt x="2406383" y="18288"/>
                  </a:lnTo>
                  <a:lnTo>
                    <a:pt x="2406383" y="33528"/>
                  </a:lnTo>
                  <a:lnTo>
                    <a:pt x="2404859" y="38100"/>
                  </a:lnTo>
                  <a:lnTo>
                    <a:pt x="2400287" y="42672"/>
                  </a:lnTo>
                  <a:lnTo>
                    <a:pt x="2391143" y="42672"/>
                  </a:lnTo>
                  <a:lnTo>
                    <a:pt x="2386571" y="38100"/>
                  </a:lnTo>
                  <a:lnTo>
                    <a:pt x="2386571" y="12192"/>
                  </a:lnTo>
                  <a:lnTo>
                    <a:pt x="2392667" y="6096"/>
                  </a:lnTo>
                  <a:lnTo>
                    <a:pt x="2398763" y="6096"/>
                  </a:lnTo>
                  <a:lnTo>
                    <a:pt x="2401811" y="7620"/>
                  </a:lnTo>
                  <a:lnTo>
                    <a:pt x="2403335" y="10668"/>
                  </a:lnTo>
                  <a:lnTo>
                    <a:pt x="2404859" y="12192"/>
                  </a:lnTo>
                  <a:lnTo>
                    <a:pt x="2406383" y="18288"/>
                  </a:lnTo>
                  <a:lnTo>
                    <a:pt x="2406383" y="4572"/>
                  </a:lnTo>
                  <a:lnTo>
                    <a:pt x="2404859" y="3048"/>
                  </a:lnTo>
                  <a:lnTo>
                    <a:pt x="2403335" y="3048"/>
                  </a:lnTo>
                  <a:lnTo>
                    <a:pt x="2400287" y="1524"/>
                  </a:lnTo>
                  <a:lnTo>
                    <a:pt x="2398763" y="0"/>
                  </a:lnTo>
                  <a:lnTo>
                    <a:pt x="2392667" y="0"/>
                  </a:lnTo>
                  <a:lnTo>
                    <a:pt x="2386571" y="3048"/>
                  </a:lnTo>
                  <a:lnTo>
                    <a:pt x="2385047" y="4572"/>
                  </a:lnTo>
                  <a:lnTo>
                    <a:pt x="2381999" y="10668"/>
                  </a:lnTo>
                  <a:lnTo>
                    <a:pt x="2380475" y="15240"/>
                  </a:lnTo>
                  <a:lnTo>
                    <a:pt x="2380475" y="33528"/>
                  </a:lnTo>
                  <a:lnTo>
                    <a:pt x="2381999" y="41148"/>
                  </a:lnTo>
                  <a:lnTo>
                    <a:pt x="2385047" y="45720"/>
                  </a:lnTo>
                  <a:lnTo>
                    <a:pt x="2388095" y="48768"/>
                  </a:lnTo>
                  <a:lnTo>
                    <a:pt x="2401811" y="48768"/>
                  </a:lnTo>
                  <a:lnTo>
                    <a:pt x="2404859" y="47244"/>
                  </a:lnTo>
                  <a:lnTo>
                    <a:pt x="2409431" y="42672"/>
                  </a:lnTo>
                  <a:lnTo>
                    <a:pt x="2409431" y="39624"/>
                  </a:lnTo>
                  <a:lnTo>
                    <a:pt x="2412479" y="30480"/>
                  </a:lnTo>
                  <a:lnTo>
                    <a:pt x="2412479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685532" y="6618732"/>
              <a:ext cx="899160" cy="166116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569963" y="4994148"/>
              <a:ext cx="2467356" cy="1335023"/>
            </a:xfrm>
            <a:prstGeom prst="rect">
              <a:avLst/>
            </a:prstGeom>
          </p:spPr>
        </p:pic>
        <p:sp>
          <p:nvSpPr>
            <p:cNvPr id="139" name="object 139" descr=""/>
            <p:cNvSpPr/>
            <p:nvPr/>
          </p:nvSpPr>
          <p:spPr>
            <a:xfrm>
              <a:off x="6667500" y="4684776"/>
              <a:ext cx="276225" cy="1922145"/>
            </a:xfrm>
            <a:custGeom>
              <a:avLst/>
              <a:gdLst/>
              <a:ahLst/>
              <a:cxnLst/>
              <a:rect l="l" t="t" r="r" b="b"/>
              <a:pathLst>
                <a:path w="276225" h="1922145">
                  <a:moveTo>
                    <a:pt x="47244" y="1872996"/>
                  </a:moveTo>
                  <a:lnTo>
                    <a:pt x="36576" y="1872996"/>
                  </a:lnTo>
                  <a:lnTo>
                    <a:pt x="25908" y="1906524"/>
                  </a:lnTo>
                  <a:lnTo>
                    <a:pt x="25908" y="1909572"/>
                  </a:lnTo>
                  <a:lnTo>
                    <a:pt x="24384" y="1912620"/>
                  </a:lnTo>
                  <a:lnTo>
                    <a:pt x="24384" y="1914144"/>
                  </a:lnTo>
                  <a:lnTo>
                    <a:pt x="22860" y="1912620"/>
                  </a:lnTo>
                  <a:lnTo>
                    <a:pt x="22860" y="1911096"/>
                  </a:lnTo>
                  <a:lnTo>
                    <a:pt x="21336" y="1906524"/>
                  </a:lnTo>
                  <a:lnTo>
                    <a:pt x="10668" y="1872996"/>
                  </a:lnTo>
                  <a:lnTo>
                    <a:pt x="0" y="1872996"/>
                  </a:lnTo>
                  <a:lnTo>
                    <a:pt x="0" y="1921764"/>
                  </a:lnTo>
                  <a:lnTo>
                    <a:pt x="6096" y="1921764"/>
                  </a:lnTo>
                  <a:lnTo>
                    <a:pt x="6096" y="1879092"/>
                  </a:lnTo>
                  <a:lnTo>
                    <a:pt x="19812" y="1921764"/>
                  </a:lnTo>
                  <a:lnTo>
                    <a:pt x="27432" y="1921764"/>
                  </a:lnTo>
                  <a:lnTo>
                    <a:pt x="41148" y="1879092"/>
                  </a:lnTo>
                  <a:lnTo>
                    <a:pt x="41148" y="1921764"/>
                  </a:lnTo>
                  <a:lnTo>
                    <a:pt x="47244" y="1921764"/>
                  </a:lnTo>
                  <a:lnTo>
                    <a:pt x="47244" y="1872996"/>
                  </a:lnTo>
                  <a:close/>
                </a:path>
                <a:path w="276225" h="1922145">
                  <a:moveTo>
                    <a:pt x="48755" y="9144"/>
                  </a:moveTo>
                  <a:lnTo>
                    <a:pt x="47231" y="7620"/>
                  </a:lnTo>
                  <a:lnTo>
                    <a:pt x="47231" y="6096"/>
                  </a:lnTo>
                  <a:lnTo>
                    <a:pt x="47231" y="4572"/>
                  </a:lnTo>
                  <a:lnTo>
                    <a:pt x="44183" y="1524"/>
                  </a:lnTo>
                  <a:lnTo>
                    <a:pt x="42659" y="1524"/>
                  </a:lnTo>
                  <a:lnTo>
                    <a:pt x="42659" y="10668"/>
                  </a:lnTo>
                  <a:lnTo>
                    <a:pt x="42659" y="18288"/>
                  </a:lnTo>
                  <a:lnTo>
                    <a:pt x="41135" y="19812"/>
                  </a:lnTo>
                  <a:lnTo>
                    <a:pt x="35039" y="22860"/>
                  </a:lnTo>
                  <a:lnTo>
                    <a:pt x="18275" y="22860"/>
                  </a:lnTo>
                  <a:lnTo>
                    <a:pt x="18275" y="6096"/>
                  </a:lnTo>
                  <a:lnTo>
                    <a:pt x="39611" y="6096"/>
                  </a:lnTo>
                  <a:lnTo>
                    <a:pt x="41135" y="7620"/>
                  </a:lnTo>
                  <a:lnTo>
                    <a:pt x="41135" y="9144"/>
                  </a:lnTo>
                  <a:lnTo>
                    <a:pt x="42659" y="10668"/>
                  </a:lnTo>
                  <a:lnTo>
                    <a:pt x="42659" y="1524"/>
                  </a:lnTo>
                  <a:lnTo>
                    <a:pt x="39611" y="0"/>
                  </a:lnTo>
                  <a:lnTo>
                    <a:pt x="12179" y="0"/>
                  </a:lnTo>
                  <a:lnTo>
                    <a:pt x="12179" y="48768"/>
                  </a:lnTo>
                  <a:lnTo>
                    <a:pt x="18275" y="48768"/>
                  </a:lnTo>
                  <a:lnTo>
                    <a:pt x="18275" y="28956"/>
                  </a:lnTo>
                  <a:lnTo>
                    <a:pt x="38087" y="28956"/>
                  </a:lnTo>
                  <a:lnTo>
                    <a:pt x="42659" y="27432"/>
                  </a:lnTo>
                  <a:lnTo>
                    <a:pt x="45707" y="24384"/>
                  </a:lnTo>
                  <a:lnTo>
                    <a:pt x="46469" y="22860"/>
                  </a:lnTo>
                  <a:lnTo>
                    <a:pt x="48755" y="18288"/>
                  </a:lnTo>
                  <a:lnTo>
                    <a:pt x="48755" y="9144"/>
                  </a:lnTo>
                  <a:close/>
                </a:path>
                <a:path w="276225" h="1922145">
                  <a:moveTo>
                    <a:pt x="91440" y="1872996"/>
                  </a:moveTo>
                  <a:lnTo>
                    <a:pt x="59436" y="1872996"/>
                  </a:lnTo>
                  <a:lnTo>
                    <a:pt x="59436" y="1921764"/>
                  </a:lnTo>
                  <a:lnTo>
                    <a:pt x="65532" y="1921764"/>
                  </a:lnTo>
                  <a:lnTo>
                    <a:pt x="65532" y="1898904"/>
                  </a:lnTo>
                  <a:lnTo>
                    <a:pt x="86868" y="1898904"/>
                  </a:lnTo>
                  <a:lnTo>
                    <a:pt x="86868" y="1892808"/>
                  </a:lnTo>
                  <a:lnTo>
                    <a:pt x="65532" y="1892808"/>
                  </a:lnTo>
                  <a:lnTo>
                    <a:pt x="65532" y="1879092"/>
                  </a:lnTo>
                  <a:lnTo>
                    <a:pt x="91440" y="1879092"/>
                  </a:lnTo>
                  <a:lnTo>
                    <a:pt x="91440" y="1872996"/>
                  </a:lnTo>
                  <a:close/>
                </a:path>
                <a:path w="276225" h="1922145">
                  <a:moveTo>
                    <a:pt x="91440" y="0"/>
                  </a:moveTo>
                  <a:lnTo>
                    <a:pt x="59436" y="0"/>
                  </a:lnTo>
                  <a:lnTo>
                    <a:pt x="59436" y="48768"/>
                  </a:lnTo>
                  <a:lnTo>
                    <a:pt x="65532" y="48768"/>
                  </a:lnTo>
                  <a:lnTo>
                    <a:pt x="65532" y="25908"/>
                  </a:lnTo>
                  <a:lnTo>
                    <a:pt x="86868" y="25908"/>
                  </a:lnTo>
                  <a:lnTo>
                    <a:pt x="86868" y="19812"/>
                  </a:lnTo>
                  <a:lnTo>
                    <a:pt x="65532" y="19812"/>
                  </a:lnTo>
                  <a:lnTo>
                    <a:pt x="65532" y="6096"/>
                  </a:lnTo>
                  <a:lnTo>
                    <a:pt x="91440" y="6096"/>
                  </a:lnTo>
                  <a:lnTo>
                    <a:pt x="91440" y="0"/>
                  </a:lnTo>
                  <a:close/>
                </a:path>
                <a:path w="276225" h="1922145">
                  <a:moveTo>
                    <a:pt x="132575" y="1915680"/>
                  </a:moveTo>
                  <a:lnTo>
                    <a:pt x="108191" y="1915680"/>
                  </a:lnTo>
                  <a:lnTo>
                    <a:pt x="108191" y="1872996"/>
                  </a:lnTo>
                  <a:lnTo>
                    <a:pt x="102095" y="1872996"/>
                  </a:lnTo>
                  <a:lnTo>
                    <a:pt x="102095" y="1921764"/>
                  </a:lnTo>
                  <a:lnTo>
                    <a:pt x="132575" y="1921764"/>
                  </a:lnTo>
                  <a:lnTo>
                    <a:pt x="132575" y="1915680"/>
                  </a:lnTo>
                  <a:close/>
                </a:path>
                <a:path w="276225" h="1922145">
                  <a:moveTo>
                    <a:pt x="132575" y="42672"/>
                  </a:moveTo>
                  <a:lnTo>
                    <a:pt x="108191" y="42672"/>
                  </a:lnTo>
                  <a:lnTo>
                    <a:pt x="108191" y="0"/>
                  </a:lnTo>
                  <a:lnTo>
                    <a:pt x="102095" y="0"/>
                  </a:lnTo>
                  <a:lnTo>
                    <a:pt x="102095" y="48768"/>
                  </a:lnTo>
                  <a:lnTo>
                    <a:pt x="132575" y="48768"/>
                  </a:lnTo>
                  <a:lnTo>
                    <a:pt x="132575" y="42672"/>
                  </a:lnTo>
                  <a:close/>
                </a:path>
                <a:path w="276225" h="1922145">
                  <a:moveTo>
                    <a:pt x="182867" y="15240"/>
                  </a:moveTo>
                  <a:lnTo>
                    <a:pt x="181343" y="10668"/>
                  </a:lnTo>
                  <a:lnTo>
                    <a:pt x="178295" y="7620"/>
                  </a:lnTo>
                  <a:lnTo>
                    <a:pt x="177533" y="6096"/>
                  </a:lnTo>
                  <a:lnTo>
                    <a:pt x="176771" y="4572"/>
                  </a:lnTo>
                  <a:lnTo>
                    <a:pt x="176771" y="16764"/>
                  </a:lnTo>
                  <a:lnTo>
                    <a:pt x="176771" y="28956"/>
                  </a:lnTo>
                  <a:lnTo>
                    <a:pt x="175247" y="33528"/>
                  </a:lnTo>
                  <a:lnTo>
                    <a:pt x="172199" y="36576"/>
                  </a:lnTo>
                  <a:lnTo>
                    <a:pt x="169151" y="41148"/>
                  </a:lnTo>
                  <a:lnTo>
                    <a:pt x="164579" y="42672"/>
                  </a:lnTo>
                  <a:lnTo>
                    <a:pt x="155435" y="42672"/>
                  </a:lnTo>
                  <a:lnTo>
                    <a:pt x="150863" y="41148"/>
                  </a:lnTo>
                  <a:lnTo>
                    <a:pt x="147815" y="38100"/>
                  </a:lnTo>
                  <a:lnTo>
                    <a:pt x="144767" y="33528"/>
                  </a:lnTo>
                  <a:lnTo>
                    <a:pt x="141719" y="30480"/>
                  </a:lnTo>
                  <a:lnTo>
                    <a:pt x="141719" y="18288"/>
                  </a:lnTo>
                  <a:lnTo>
                    <a:pt x="144767" y="12192"/>
                  </a:lnTo>
                  <a:lnTo>
                    <a:pt x="147815" y="9144"/>
                  </a:lnTo>
                  <a:lnTo>
                    <a:pt x="150863" y="7620"/>
                  </a:lnTo>
                  <a:lnTo>
                    <a:pt x="155435" y="6096"/>
                  </a:lnTo>
                  <a:lnTo>
                    <a:pt x="166103" y="6096"/>
                  </a:lnTo>
                  <a:lnTo>
                    <a:pt x="172199" y="9144"/>
                  </a:lnTo>
                  <a:lnTo>
                    <a:pt x="173723" y="12192"/>
                  </a:lnTo>
                  <a:lnTo>
                    <a:pt x="175247" y="13716"/>
                  </a:lnTo>
                  <a:lnTo>
                    <a:pt x="176771" y="16764"/>
                  </a:lnTo>
                  <a:lnTo>
                    <a:pt x="176771" y="4572"/>
                  </a:lnTo>
                  <a:lnTo>
                    <a:pt x="172199" y="3048"/>
                  </a:lnTo>
                  <a:lnTo>
                    <a:pt x="169151" y="0"/>
                  </a:lnTo>
                  <a:lnTo>
                    <a:pt x="152387" y="0"/>
                  </a:lnTo>
                  <a:lnTo>
                    <a:pt x="147815" y="1524"/>
                  </a:lnTo>
                  <a:lnTo>
                    <a:pt x="138671" y="10668"/>
                  </a:lnTo>
                  <a:lnTo>
                    <a:pt x="135623" y="16764"/>
                  </a:lnTo>
                  <a:lnTo>
                    <a:pt x="135623" y="28956"/>
                  </a:lnTo>
                  <a:lnTo>
                    <a:pt x="137147" y="32004"/>
                  </a:lnTo>
                  <a:lnTo>
                    <a:pt x="138671" y="36576"/>
                  </a:lnTo>
                  <a:lnTo>
                    <a:pt x="141719" y="39624"/>
                  </a:lnTo>
                  <a:lnTo>
                    <a:pt x="143243" y="42672"/>
                  </a:lnTo>
                  <a:lnTo>
                    <a:pt x="147815" y="45720"/>
                  </a:lnTo>
                  <a:lnTo>
                    <a:pt x="150863" y="47244"/>
                  </a:lnTo>
                  <a:lnTo>
                    <a:pt x="155435" y="48768"/>
                  </a:lnTo>
                  <a:lnTo>
                    <a:pt x="164579" y="48768"/>
                  </a:lnTo>
                  <a:lnTo>
                    <a:pt x="167627" y="47244"/>
                  </a:lnTo>
                  <a:lnTo>
                    <a:pt x="172199" y="45720"/>
                  </a:lnTo>
                  <a:lnTo>
                    <a:pt x="175247" y="42672"/>
                  </a:lnTo>
                  <a:lnTo>
                    <a:pt x="178295" y="41148"/>
                  </a:lnTo>
                  <a:lnTo>
                    <a:pt x="179819" y="36576"/>
                  </a:lnTo>
                  <a:lnTo>
                    <a:pt x="182867" y="33528"/>
                  </a:lnTo>
                  <a:lnTo>
                    <a:pt x="182867" y="15240"/>
                  </a:lnTo>
                  <a:close/>
                </a:path>
                <a:path w="276225" h="1922145">
                  <a:moveTo>
                    <a:pt x="184391" y="1892808"/>
                  </a:moveTo>
                  <a:lnTo>
                    <a:pt x="181343" y="1883664"/>
                  </a:lnTo>
                  <a:lnTo>
                    <a:pt x="178295" y="1880616"/>
                  </a:lnTo>
                  <a:lnTo>
                    <a:pt x="178295" y="1892808"/>
                  </a:lnTo>
                  <a:lnTo>
                    <a:pt x="178295" y="1901952"/>
                  </a:lnTo>
                  <a:lnTo>
                    <a:pt x="175247" y="1906524"/>
                  </a:lnTo>
                  <a:lnTo>
                    <a:pt x="172199" y="1909572"/>
                  </a:lnTo>
                  <a:lnTo>
                    <a:pt x="169151" y="1914144"/>
                  </a:lnTo>
                  <a:lnTo>
                    <a:pt x="164579" y="1915668"/>
                  </a:lnTo>
                  <a:lnTo>
                    <a:pt x="155435" y="1915668"/>
                  </a:lnTo>
                  <a:lnTo>
                    <a:pt x="150863" y="1914144"/>
                  </a:lnTo>
                  <a:lnTo>
                    <a:pt x="147815" y="1909572"/>
                  </a:lnTo>
                  <a:lnTo>
                    <a:pt x="144767" y="1906524"/>
                  </a:lnTo>
                  <a:lnTo>
                    <a:pt x="143243" y="1903476"/>
                  </a:lnTo>
                  <a:lnTo>
                    <a:pt x="143243" y="1891284"/>
                  </a:lnTo>
                  <a:lnTo>
                    <a:pt x="144767" y="1885188"/>
                  </a:lnTo>
                  <a:lnTo>
                    <a:pt x="147815" y="1882140"/>
                  </a:lnTo>
                  <a:lnTo>
                    <a:pt x="150863" y="1880616"/>
                  </a:lnTo>
                  <a:lnTo>
                    <a:pt x="155435" y="1879092"/>
                  </a:lnTo>
                  <a:lnTo>
                    <a:pt x="166103" y="1879092"/>
                  </a:lnTo>
                  <a:lnTo>
                    <a:pt x="172199" y="1882140"/>
                  </a:lnTo>
                  <a:lnTo>
                    <a:pt x="173723" y="1883664"/>
                  </a:lnTo>
                  <a:lnTo>
                    <a:pt x="178295" y="1892808"/>
                  </a:lnTo>
                  <a:lnTo>
                    <a:pt x="178295" y="1880616"/>
                  </a:lnTo>
                  <a:lnTo>
                    <a:pt x="177533" y="1879092"/>
                  </a:lnTo>
                  <a:lnTo>
                    <a:pt x="176771" y="1877568"/>
                  </a:lnTo>
                  <a:lnTo>
                    <a:pt x="172199" y="1876044"/>
                  </a:lnTo>
                  <a:lnTo>
                    <a:pt x="169151" y="1872996"/>
                  </a:lnTo>
                  <a:lnTo>
                    <a:pt x="153911" y="1872996"/>
                  </a:lnTo>
                  <a:lnTo>
                    <a:pt x="147815" y="1874520"/>
                  </a:lnTo>
                  <a:lnTo>
                    <a:pt x="138671" y="1883664"/>
                  </a:lnTo>
                  <a:lnTo>
                    <a:pt x="137147" y="1889760"/>
                  </a:lnTo>
                  <a:lnTo>
                    <a:pt x="137147" y="1905000"/>
                  </a:lnTo>
                  <a:lnTo>
                    <a:pt x="138671" y="1909572"/>
                  </a:lnTo>
                  <a:lnTo>
                    <a:pt x="141719" y="1912620"/>
                  </a:lnTo>
                  <a:lnTo>
                    <a:pt x="143243" y="1915668"/>
                  </a:lnTo>
                  <a:lnTo>
                    <a:pt x="147815" y="1917192"/>
                  </a:lnTo>
                  <a:lnTo>
                    <a:pt x="150863" y="1920240"/>
                  </a:lnTo>
                  <a:lnTo>
                    <a:pt x="155435" y="1921764"/>
                  </a:lnTo>
                  <a:lnTo>
                    <a:pt x="164579" y="1921764"/>
                  </a:lnTo>
                  <a:lnTo>
                    <a:pt x="167627" y="1920240"/>
                  </a:lnTo>
                  <a:lnTo>
                    <a:pt x="172199" y="1918716"/>
                  </a:lnTo>
                  <a:lnTo>
                    <a:pt x="175247" y="1915668"/>
                  </a:lnTo>
                  <a:lnTo>
                    <a:pt x="178295" y="1914144"/>
                  </a:lnTo>
                  <a:lnTo>
                    <a:pt x="181343" y="1909572"/>
                  </a:lnTo>
                  <a:lnTo>
                    <a:pt x="182867" y="1906524"/>
                  </a:lnTo>
                  <a:lnTo>
                    <a:pt x="184391" y="1901952"/>
                  </a:lnTo>
                  <a:lnTo>
                    <a:pt x="184391" y="1892808"/>
                  </a:lnTo>
                  <a:close/>
                </a:path>
                <a:path w="276225" h="1922145">
                  <a:moveTo>
                    <a:pt x="228587" y="1883664"/>
                  </a:moveTo>
                  <a:lnTo>
                    <a:pt x="227063" y="1882140"/>
                  </a:lnTo>
                  <a:lnTo>
                    <a:pt x="227063" y="1879092"/>
                  </a:lnTo>
                  <a:lnTo>
                    <a:pt x="222491" y="1874520"/>
                  </a:lnTo>
                  <a:lnTo>
                    <a:pt x="222491" y="1885188"/>
                  </a:lnTo>
                  <a:lnTo>
                    <a:pt x="222491" y="1889760"/>
                  </a:lnTo>
                  <a:lnTo>
                    <a:pt x="217919" y="1894332"/>
                  </a:lnTo>
                  <a:lnTo>
                    <a:pt x="214871" y="1895856"/>
                  </a:lnTo>
                  <a:lnTo>
                    <a:pt x="198107" y="1895856"/>
                  </a:lnTo>
                  <a:lnTo>
                    <a:pt x="198107" y="1879092"/>
                  </a:lnTo>
                  <a:lnTo>
                    <a:pt x="217919" y="1879092"/>
                  </a:lnTo>
                  <a:lnTo>
                    <a:pt x="220967" y="1882140"/>
                  </a:lnTo>
                  <a:lnTo>
                    <a:pt x="220967" y="1883664"/>
                  </a:lnTo>
                  <a:lnTo>
                    <a:pt x="222491" y="1885188"/>
                  </a:lnTo>
                  <a:lnTo>
                    <a:pt x="222491" y="1874520"/>
                  </a:lnTo>
                  <a:lnTo>
                    <a:pt x="220967" y="1874520"/>
                  </a:lnTo>
                  <a:lnTo>
                    <a:pt x="219443" y="1872996"/>
                  </a:lnTo>
                  <a:lnTo>
                    <a:pt x="192011" y="1872996"/>
                  </a:lnTo>
                  <a:lnTo>
                    <a:pt x="192011" y="1921764"/>
                  </a:lnTo>
                  <a:lnTo>
                    <a:pt x="198107" y="1921764"/>
                  </a:lnTo>
                  <a:lnTo>
                    <a:pt x="198107" y="1901952"/>
                  </a:lnTo>
                  <a:lnTo>
                    <a:pt x="216395" y="1901952"/>
                  </a:lnTo>
                  <a:lnTo>
                    <a:pt x="222491" y="1900428"/>
                  </a:lnTo>
                  <a:lnTo>
                    <a:pt x="224015" y="1897380"/>
                  </a:lnTo>
                  <a:lnTo>
                    <a:pt x="225539" y="1895856"/>
                  </a:lnTo>
                  <a:lnTo>
                    <a:pt x="227063" y="1894332"/>
                  </a:lnTo>
                  <a:lnTo>
                    <a:pt x="228587" y="1891284"/>
                  </a:lnTo>
                  <a:lnTo>
                    <a:pt x="228587" y="1883664"/>
                  </a:lnTo>
                  <a:close/>
                </a:path>
                <a:path w="276225" h="1922145">
                  <a:moveTo>
                    <a:pt x="228587" y="10668"/>
                  </a:moveTo>
                  <a:lnTo>
                    <a:pt x="227063" y="9144"/>
                  </a:lnTo>
                  <a:lnTo>
                    <a:pt x="227063" y="7620"/>
                  </a:lnTo>
                  <a:lnTo>
                    <a:pt x="226301" y="6096"/>
                  </a:lnTo>
                  <a:lnTo>
                    <a:pt x="225539" y="4572"/>
                  </a:lnTo>
                  <a:lnTo>
                    <a:pt x="222491" y="1524"/>
                  </a:lnTo>
                  <a:lnTo>
                    <a:pt x="222491" y="12192"/>
                  </a:lnTo>
                  <a:lnTo>
                    <a:pt x="222491" y="16764"/>
                  </a:lnTo>
                  <a:lnTo>
                    <a:pt x="217919" y="21336"/>
                  </a:lnTo>
                  <a:lnTo>
                    <a:pt x="214871" y="22860"/>
                  </a:lnTo>
                  <a:lnTo>
                    <a:pt x="198107" y="22860"/>
                  </a:lnTo>
                  <a:lnTo>
                    <a:pt x="198107" y="6096"/>
                  </a:lnTo>
                  <a:lnTo>
                    <a:pt x="217919" y="6096"/>
                  </a:lnTo>
                  <a:lnTo>
                    <a:pt x="220967" y="9144"/>
                  </a:lnTo>
                  <a:lnTo>
                    <a:pt x="220967" y="10668"/>
                  </a:lnTo>
                  <a:lnTo>
                    <a:pt x="222491" y="12192"/>
                  </a:lnTo>
                  <a:lnTo>
                    <a:pt x="222491" y="1524"/>
                  </a:lnTo>
                  <a:lnTo>
                    <a:pt x="220967" y="1524"/>
                  </a:lnTo>
                  <a:lnTo>
                    <a:pt x="219443" y="0"/>
                  </a:lnTo>
                  <a:lnTo>
                    <a:pt x="192011" y="0"/>
                  </a:lnTo>
                  <a:lnTo>
                    <a:pt x="192011" y="48768"/>
                  </a:lnTo>
                  <a:lnTo>
                    <a:pt x="198107" y="48768"/>
                  </a:lnTo>
                  <a:lnTo>
                    <a:pt x="198107" y="28956"/>
                  </a:lnTo>
                  <a:lnTo>
                    <a:pt x="216395" y="28956"/>
                  </a:lnTo>
                  <a:lnTo>
                    <a:pt x="220967" y="27432"/>
                  </a:lnTo>
                  <a:lnTo>
                    <a:pt x="225539" y="22860"/>
                  </a:lnTo>
                  <a:lnTo>
                    <a:pt x="227063" y="21336"/>
                  </a:lnTo>
                  <a:lnTo>
                    <a:pt x="228587" y="18288"/>
                  </a:lnTo>
                  <a:lnTo>
                    <a:pt x="228587" y="10668"/>
                  </a:lnTo>
                  <a:close/>
                </a:path>
                <a:path w="276225" h="1922145">
                  <a:moveTo>
                    <a:pt x="275831" y="1901964"/>
                  </a:moveTo>
                  <a:lnTo>
                    <a:pt x="271259" y="1897392"/>
                  </a:lnTo>
                  <a:lnTo>
                    <a:pt x="268211" y="1895868"/>
                  </a:lnTo>
                  <a:lnTo>
                    <a:pt x="266687" y="1894344"/>
                  </a:lnTo>
                  <a:lnTo>
                    <a:pt x="262115" y="1894344"/>
                  </a:lnTo>
                  <a:lnTo>
                    <a:pt x="256019" y="1892820"/>
                  </a:lnTo>
                  <a:lnTo>
                    <a:pt x="251447" y="1891296"/>
                  </a:lnTo>
                  <a:lnTo>
                    <a:pt x="248399" y="1889772"/>
                  </a:lnTo>
                  <a:lnTo>
                    <a:pt x="246875" y="1889772"/>
                  </a:lnTo>
                  <a:lnTo>
                    <a:pt x="243827" y="1886724"/>
                  </a:lnTo>
                  <a:lnTo>
                    <a:pt x="243827" y="1883676"/>
                  </a:lnTo>
                  <a:lnTo>
                    <a:pt x="246875" y="1880628"/>
                  </a:lnTo>
                  <a:lnTo>
                    <a:pt x="249923" y="1879104"/>
                  </a:lnTo>
                  <a:lnTo>
                    <a:pt x="263639" y="1879104"/>
                  </a:lnTo>
                  <a:lnTo>
                    <a:pt x="266687" y="1882152"/>
                  </a:lnTo>
                  <a:lnTo>
                    <a:pt x="268211" y="1885200"/>
                  </a:lnTo>
                  <a:lnTo>
                    <a:pt x="268211" y="1888248"/>
                  </a:lnTo>
                  <a:lnTo>
                    <a:pt x="274307" y="1888248"/>
                  </a:lnTo>
                  <a:lnTo>
                    <a:pt x="274307" y="1882152"/>
                  </a:lnTo>
                  <a:lnTo>
                    <a:pt x="272783" y="1879104"/>
                  </a:lnTo>
                  <a:lnTo>
                    <a:pt x="271259" y="1877580"/>
                  </a:lnTo>
                  <a:lnTo>
                    <a:pt x="265163" y="1874532"/>
                  </a:lnTo>
                  <a:lnTo>
                    <a:pt x="263639" y="1873008"/>
                  </a:lnTo>
                  <a:lnTo>
                    <a:pt x="249923" y="1873008"/>
                  </a:lnTo>
                  <a:lnTo>
                    <a:pt x="246875" y="1874532"/>
                  </a:lnTo>
                  <a:lnTo>
                    <a:pt x="243827" y="1874532"/>
                  </a:lnTo>
                  <a:lnTo>
                    <a:pt x="242303" y="1876056"/>
                  </a:lnTo>
                  <a:lnTo>
                    <a:pt x="240779" y="1879104"/>
                  </a:lnTo>
                  <a:lnTo>
                    <a:pt x="239255" y="1880628"/>
                  </a:lnTo>
                  <a:lnTo>
                    <a:pt x="237731" y="1883676"/>
                  </a:lnTo>
                  <a:lnTo>
                    <a:pt x="237731" y="1888248"/>
                  </a:lnTo>
                  <a:lnTo>
                    <a:pt x="240779" y="1891296"/>
                  </a:lnTo>
                  <a:lnTo>
                    <a:pt x="240779" y="1892820"/>
                  </a:lnTo>
                  <a:lnTo>
                    <a:pt x="242303" y="1894344"/>
                  </a:lnTo>
                  <a:lnTo>
                    <a:pt x="245351" y="1895868"/>
                  </a:lnTo>
                  <a:lnTo>
                    <a:pt x="246875" y="1895868"/>
                  </a:lnTo>
                  <a:lnTo>
                    <a:pt x="249923" y="1897392"/>
                  </a:lnTo>
                  <a:lnTo>
                    <a:pt x="254495" y="1898916"/>
                  </a:lnTo>
                  <a:lnTo>
                    <a:pt x="260591" y="1898916"/>
                  </a:lnTo>
                  <a:lnTo>
                    <a:pt x="266687" y="1901964"/>
                  </a:lnTo>
                  <a:lnTo>
                    <a:pt x="268211" y="1901964"/>
                  </a:lnTo>
                  <a:lnTo>
                    <a:pt x="268211" y="1903488"/>
                  </a:lnTo>
                  <a:lnTo>
                    <a:pt x="269735" y="1905012"/>
                  </a:lnTo>
                  <a:lnTo>
                    <a:pt x="269735" y="1909584"/>
                  </a:lnTo>
                  <a:lnTo>
                    <a:pt x="268211" y="1911108"/>
                  </a:lnTo>
                  <a:lnTo>
                    <a:pt x="268211" y="1912632"/>
                  </a:lnTo>
                  <a:lnTo>
                    <a:pt x="266687" y="1912632"/>
                  </a:lnTo>
                  <a:lnTo>
                    <a:pt x="265163" y="1914156"/>
                  </a:lnTo>
                  <a:lnTo>
                    <a:pt x="262115" y="1914156"/>
                  </a:lnTo>
                  <a:lnTo>
                    <a:pt x="260591" y="1915680"/>
                  </a:lnTo>
                  <a:lnTo>
                    <a:pt x="254495" y="1915680"/>
                  </a:lnTo>
                  <a:lnTo>
                    <a:pt x="252971" y="1914156"/>
                  </a:lnTo>
                  <a:lnTo>
                    <a:pt x="249923" y="1914156"/>
                  </a:lnTo>
                  <a:lnTo>
                    <a:pt x="243827" y="1908060"/>
                  </a:lnTo>
                  <a:lnTo>
                    <a:pt x="243827" y="1905012"/>
                  </a:lnTo>
                  <a:lnTo>
                    <a:pt x="242303" y="1903488"/>
                  </a:lnTo>
                  <a:lnTo>
                    <a:pt x="236207" y="1903488"/>
                  </a:lnTo>
                  <a:lnTo>
                    <a:pt x="236207" y="1906536"/>
                  </a:lnTo>
                  <a:lnTo>
                    <a:pt x="240779" y="1915680"/>
                  </a:lnTo>
                  <a:lnTo>
                    <a:pt x="252971" y="1921776"/>
                  </a:lnTo>
                  <a:lnTo>
                    <a:pt x="262115" y="1921776"/>
                  </a:lnTo>
                  <a:lnTo>
                    <a:pt x="268211" y="1918728"/>
                  </a:lnTo>
                  <a:lnTo>
                    <a:pt x="271259" y="1918728"/>
                  </a:lnTo>
                  <a:lnTo>
                    <a:pt x="272783" y="1915680"/>
                  </a:lnTo>
                  <a:lnTo>
                    <a:pt x="275831" y="1912632"/>
                  </a:lnTo>
                  <a:lnTo>
                    <a:pt x="275831" y="1901964"/>
                  </a:lnTo>
                  <a:close/>
                </a:path>
                <a:path w="276225" h="1922145">
                  <a:moveTo>
                    <a:pt x="275831" y="28956"/>
                  </a:moveTo>
                  <a:lnTo>
                    <a:pt x="271259" y="24384"/>
                  </a:lnTo>
                  <a:lnTo>
                    <a:pt x="268211" y="22860"/>
                  </a:lnTo>
                  <a:lnTo>
                    <a:pt x="266687" y="21336"/>
                  </a:lnTo>
                  <a:lnTo>
                    <a:pt x="262115" y="21336"/>
                  </a:lnTo>
                  <a:lnTo>
                    <a:pt x="256019" y="19812"/>
                  </a:lnTo>
                  <a:lnTo>
                    <a:pt x="251447" y="18288"/>
                  </a:lnTo>
                  <a:lnTo>
                    <a:pt x="248399" y="16764"/>
                  </a:lnTo>
                  <a:lnTo>
                    <a:pt x="246875" y="16764"/>
                  </a:lnTo>
                  <a:lnTo>
                    <a:pt x="243827" y="13716"/>
                  </a:lnTo>
                  <a:lnTo>
                    <a:pt x="243827" y="10668"/>
                  </a:lnTo>
                  <a:lnTo>
                    <a:pt x="248399" y="6096"/>
                  </a:lnTo>
                  <a:lnTo>
                    <a:pt x="263639" y="6096"/>
                  </a:lnTo>
                  <a:lnTo>
                    <a:pt x="266687" y="9144"/>
                  </a:lnTo>
                  <a:lnTo>
                    <a:pt x="268211" y="12192"/>
                  </a:lnTo>
                  <a:lnTo>
                    <a:pt x="268211" y="15240"/>
                  </a:lnTo>
                  <a:lnTo>
                    <a:pt x="274307" y="15240"/>
                  </a:lnTo>
                  <a:lnTo>
                    <a:pt x="274307" y="9144"/>
                  </a:lnTo>
                  <a:lnTo>
                    <a:pt x="272783" y="6096"/>
                  </a:lnTo>
                  <a:lnTo>
                    <a:pt x="271259" y="4572"/>
                  </a:lnTo>
                  <a:lnTo>
                    <a:pt x="265163" y="1524"/>
                  </a:lnTo>
                  <a:lnTo>
                    <a:pt x="263639" y="0"/>
                  </a:lnTo>
                  <a:lnTo>
                    <a:pt x="249923" y="0"/>
                  </a:lnTo>
                  <a:lnTo>
                    <a:pt x="246875" y="1524"/>
                  </a:lnTo>
                  <a:lnTo>
                    <a:pt x="243827" y="1524"/>
                  </a:lnTo>
                  <a:lnTo>
                    <a:pt x="242303" y="3048"/>
                  </a:lnTo>
                  <a:lnTo>
                    <a:pt x="240779" y="6096"/>
                  </a:lnTo>
                  <a:lnTo>
                    <a:pt x="239255" y="7620"/>
                  </a:lnTo>
                  <a:lnTo>
                    <a:pt x="237731" y="10668"/>
                  </a:lnTo>
                  <a:lnTo>
                    <a:pt x="237731" y="15240"/>
                  </a:lnTo>
                  <a:lnTo>
                    <a:pt x="239255" y="16764"/>
                  </a:lnTo>
                  <a:lnTo>
                    <a:pt x="239255" y="18288"/>
                  </a:lnTo>
                  <a:lnTo>
                    <a:pt x="242303" y="21336"/>
                  </a:lnTo>
                  <a:lnTo>
                    <a:pt x="245351" y="22860"/>
                  </a:lnTo>
                  <a:lnTo>
                    <a:pt x="246875" y="24384"/>
                  </a:lnTo>
                  <a:lnTo>
                    <a:pt x="249923" y="24384"/>
                  </a:lnTo>
                  <a:lnTo>
                    <a:pt x="254495" y="25908"/>
                  </a:lnTo>
                  <a:lnTo>
                    <a:pt x="259067" y="25908"/>
                  </a:lnTo>
                  <a:lnTo>
                    <a:pt x="262115" y="27432"/>
                  </a:lnTo>
                  <a:lnTo>
                    <a:pt x="263639" y="27432"/>
                  </a:lnTo>
                  <a:lnTo>
                    <a:pt x="266687" y="28956"/>
                  </a:lnTo>
                  <a:lnTo>
                    <a:pt x="268211" y="28956"/>
                  </a:lnTo>
                  <a:lnTo>
                    <a:pt x="268211" y="30480"/>
                  </a:lnTo>
                  <a:lnTo>
                    <a:pt x="269735" y="32004"/>
                  </a:lnTo>
                  <a:lnTo>
                    <a:pt x="269735" y="36576"/>
                  </a:lnTo>
                  <a:lnTo>
                    <a:pt x="268211" y="38100"/>
                  </a:lnTo>
                  <a:lnTo>
                    <a:pt x="268211" y="39624"/>
                  </a:lnTo>
                  <a:lnTo>
                    <a:pt x="266687" y="39624"/>
                  </a:lnTo>
                  <a:lnTo>
                    <a:pt x="265163" y="41148"/>
                  </a:lnTo>
                  <a:lnTo>
                    <a:pt x="262115" y="41148"/>
                  </a:lnTo>
                  <a:lnTo>
                    <a:pt x="260591" y="42672"/>
                  </a:lnTo>
                  <a:lnTo>
                    <a:pt x="254495" y="42672"/>
                  </a:lnTo>
                  <a:lnTo>
                    <a:pt x="252971" y="41148"/>
                  </a:lnTo>
                  <a:lnTo>
                    <a:pt x="249923" y="41148"/>
                  </a:lnTo>
                  <a:lnTo>
                    <a:pt x="248399" y="39624"/>
                  </a:lnTo>
                  <a:lnTo>
                    <a:pt x="245351" y="38100"/>
                  </a:lnTo>
                  <a:lnTo>
                    <a:pt x="245351" y="36576"/>
                  </a:lnTo>
                  <a:lnTo>
                    <a:pt x="243827" y="35052"/>
                  </a:lnTo>
                  <a:lnTo>
                    <a:pt x="243827" y="32004"/>
                  </a:lnTo>
                  <a:lnTo>
                    <a:pt x="242303" y="30480"/>
                  </a:lnTo>
                  <a:lnTo>
                    <a:pt x="236207" y="30480"/>
                  </a:lnTo>
                  <a:lnTo>
                    <a:pt x="236207" y="33528"/>
                  </a:lnTo>
                  <a:lnTo>
                    <a:pt x="240779" y="42672"/>
                  </a:lnTo>
                  <a:lnTo>
                    <a:pt x="252971" y="48768"/>
                  </a:lnTo>
                  <a:lnTo>
                    <a:pt x="262115" y="48768"/>
                  </a:lnTo>
                  <a:lnTo>
                    <a:pt x="268211" y="45720"/>
                  </a:lnTo>
                  <a:lnTo>
                    <a:pt x="269735" y="45720"/>
                  </a:lnTo>
                  <a:lnTo>
                    <a:pt x="272783" y="42672"/>
                  </a:lnTo>
                  <a:lnTo>
                    <a:pt x="275831" y="39624"/>
                  </a:lnTo>
                  <a:lnTo>
                    <a:pt x="275831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7772400" y="4745736"/>
              <a:ext cx="533399" cy="141732"/>
            </a:xfrm>
            <a:prstGeom prst="rect">
              <a:avLst/>
            </a:prstGeom>
          </p:spPr>
        </p:pic>
        <p:sp>
          <p:nvSpPr>
            <p:cNvPr id="141" name="object 141" descr=""/>
            <p:cNvSpPr/>
            <p:nvPr/>
          </p:nvSpPr>
          <p:spPr>
            <a:xfrm>
              <a:off x="8316468" y="4745736"/>
              <a:ext cx="7620" cy="50800"/>
            </a:xfrm>
            <a:custGeom>
              <a:avLst/>
              <a:gdLst/>
              <a:ahLst/>
              <a:cxnLst/>
              <a:rect l="l" t="t" r="r" b="b"/>
              <a:pathLst>
                <a:path w="7620" h="50800">
                  <a:moveTo>
                    <a:pt x="7619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7619" y="0"/>
                  </a:lnTo>
                  <a:lnTo>
                    <a:pt x="7619" y="502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4524" y="2868167"/>
            <a:ext cx="4101465" cy="502920"/>
            <a:chOff x="1144524" y="2868167"/>
            <a:chExt cx="4101465" cy="502920"/>
          </a:xfrm>
        </p:grpSpPr>
        <p:sp>
          <p:nvSpPr>
            <p:cNvPr id="3" name="object 3" descr=""/>
            <p:cNvSpPr/>
            <p:nvPr/>
          </p:nvSpPr>
          <p:spPr>
            <a:xfrm>
              <a:off x="1144524" y="2868167"/>
              <a:ext cx="3211195" cy="302260"/>
            </a:xfrm>
            <a:custGeom>
              <a:avLst/>
              <a:gdLst/>
              <a:ahLst/>
              <a:cxnLst/>
              <a:rect l="l" t="t" r="r" b="b"/>
              <a:pathLst>
                <a:path w="3211195" h="302260">
                  <a:moveTo>
                    <a:pt x="3211067" y="301751"/>
                  </a:moveTo>
                  <a:lnTo>
                    <a:pt x="0" y="301751"/>
                  </a:lnTo>
                  <a:lnTo>
                    <a:pt x="0" y="0"/>
                  </a:lnTo>
                  <a:lnTo>
                    <a:pt x="3211067" y="0"/>
                  </a:lnTo>
                  <a:lnTo>
                    <a:pt x="3211067" y="301751"/>
                  </a:lnTo>
                  <a:close/>
                </a:path>
              </a:pathLst>
            </a:custGeom>
            <a:solidFill>
              <a:srgbClr val="CCFF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4" y="2915411"/>
              <a:ext cx="2660903" cy="22707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6867" y="2916935"/>
              <a:ext cx="370331" cy="777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869436" y="3041903"/>
              <a:ext cx="35560" cy="78105"/>
            </a:xfrm>
            <a:custGeom>
              <a:avLst/>
              <a:gdLst/>
              <a:ahLst/>
              <a:cxnLst/>
              <a:rect l="l" t="t" r="r" b="b"/>
              <a:pathLst>
                <a:path w="35560" h="78105">
                  <a:moveTo>
                    <a:pt x="10655" y="0"/>
                  </a:moveTo>
                  <a:lnTo>
                    <a:pt x="0" y="0"/>
                  </a:lnTo>
                  <a:lnTo>
                    <a:pt x="0" y="77724"/>
                  </a:lnTo>
                  <a:lnTo>
                    <a:pt x="10655" y="77724"/>
                  </a:lnTo>
                  <a:lnTo>
                    <a:pt x="10655" y="0"/>
                  </a:lnTo>
                  <a:close/>
                </a:path>
                <a:path w="35560" h="78105">
                  <a:moveTo>
                    <a:pt x="35052" y="67056"/>
                  </a:moveTo>
                  <a:lnTo>
                    <a:pt x="24384" y="67056"/>
                  </a:lnTo>
                  <a:lnTo>
                    <a:pt x="24384" y="77724"/>
                  </a:lnTo>
                  <a:lnTo>
                    <a:pt x="35052" y="77724"/>
                  </a:lnTo>
                  <a:lnTo>
                    <a:pt x="35052" y="67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448055" y="676656"/>
            <a:ext cx="1123315" cy="100965"/>
            <a:chOff x="448055" y="676656"/>
            <a:chExt cx="1123315" cy="10096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5" y="676656"/>
              <a:ext cx="1091184" cy="100583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57527" y="676656"/>
              <a:ext cx="13970" cy="99060"/>
            </a:xfrm>
            <a:custGeom>
              <a:avLst/>
              <a:gdLst/>
              <a:ahLst/>
              <a:cxnLst/>
              <a:rect l="l" t="t" r="r" b="b"/>
              <a:pathLst>
                <a:path w="13969" h="99059">
                  <a:moveTo>
                    <a:pt x="13716" y="99060"/>
                  </a:moveTo>
                  <a:lnTo>
                    <a:pt x="0" y="99060"/>
                  </a:lnTo>
                  <a:lnTo>
                    <a:pt x="0" y="0"/>
                  </a:lnTo>
                  <a:lnTo>
                    <a:pt x="13716" y="0"/>
                  </a:lnTo>
                  <a:lnTo>
                    <a:pt x="13716" y="9906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1620011" y="676655"/>
            <a:ext cx="655320" cy="127000"/>
            <a:chOff x="1620011" y="676655"/>
            <a:chExt cx="655320" cy="127000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0011" y="676655"/>
              <a:ext cx="271271" cy="10058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11095" y="679703"/>
              <a:ext cx="364236" cy="123444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1589532" y="1097280"/>
            <a:ext cx="2712720" cy="1438910"/>
          </a:xfrm>
          <a:custGeom>
            <a:avLst/>
            <a:gdLst/>
            <a:ahLst/>
            <a:cxnLst/>
            <a:rect l="l" t="t" r="r" b="b"/>
            <a:pathLst>
              <a:path w="2712720" h="1438910">
                <a:moveTo>
                  <a:pt x="851916" y="1438655"/>
                </a:moveTo>
                <a:lnTo>
                  <a:pt x="2465832" y="0"/>
                </a:lnTo>
              </a:path>
              <a:path w="2712720" h="1438910">
                <a:moveTo>
                  <a:pt x="202691" y="1438655"/>
                </a:moveTo>
                <a:lnTo>
                  <a:pt x="1557527" y="0"/>
                </a:lnTo>
              </a:path>
              <a:path w="2712720" h="1438910">
                <a:moveTo>
                  <a:pt x="51816" y="1438655"/>
                </a:moveTo>
                <a:lnTo>
                  <a:pt x="1406651" y="0"/>
                </a:lnTo>
              </a:path>
              <a:path w="2712720" h="1438910">
                <a:moveTo>
                  <a:pt x="403859" y="1438655"/>
                </a:moveTo>
                <a:lnTo>
                  <a:pt x="1961387" y="0"/>
                </a:lnTo>
              </a:path>
              <a:path w="2712720" h="1438910">
                <a:moveTo>
                  <a:pt x="0" y="234695"/>
                </a:moveTo>
                <a:lnTo>
                  <a:pt x="2712719" y="234695"/>
                </a:lnTo>
              </a:path>
            </a:pathLst>
          </a:custGeom>
          <a:ln w="7620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1767" y="1367027"/>
            <a:ext cx="89916" cy="100584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71600" y="1048512"/>
            <a:ext cx="3020568" cy="1778507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5423916" y="185928"/>
            <a:ext cx="5034280" cy="3561715"/>
            <a:chOff x="5423916" y="185928"/>
            <a:chExt cx="5034280" cy="3561715"/>
          </a:xfrm>
        </p:grpSpPr>
        <p:sp>
          <p:nvSpPr>
            <p:cNvPr id="17" name="object 17" descr=""/>
            <p:cNvSpPr/>
            <p:nvPr/>
          </p:nvSpPr>
          <p:spPr>
            <a:xfrm>
              <a:off x="5426964" y="18897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26964" y="835151"/>
              <a:ext cx="4695443" cy="3657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3967" y="3323843"/>
              <a:ext cx="1150620" cy="396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16567" y="3179064"/>
              <a:ext cx="1319783" cy="19202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6643116" y="3000755"/>
              <a:ext cx="2722245" cy="173990"/>
            </a:xfrm>
            <a:custGeom>
              <a:avLst/>
              <a:gdLst/>
              <a:ahLst/>
              <a:cxnLst/>
              <a:rect l="l" t="t" r="r" b="b"/>
              <a:pathLst>
                <a:path w="2722245" h="173989">
                  <a:moveTo>
                    <a:pt x="2721864" y="173735"/>
                  </a:moveTo>
                  <a:lnTo>
                    <a:pt x="0" y="173735"/>
                  </a:lnTo>
                  <a:lnTo>
                    <a:pt x="0" y="0"/>
                  </a:lnTo>
                  <a:lnTo>
                    <a:pt x="2721864" y="0"/>
                  </a:lnTo>
                  <a:lnTo>
                    <a:pt x="2721864" y="173735"/>
                  </a:lnTo>
                  <a:close/>
                </a:path>
              </a:pathLst>
            </a:custGeom>
            <a:solidFill>
              <a:srgbClr val="CCFF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99504" y="3048000"/>
              <a:ext cx="644651" cy="82296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92924" y="3048000"/>
              <a:ext cx="1882139" cy="10210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37275" y="677926"/>
              <a:ext cx="342900" cy="9931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35040" y="676655"/>
              <a:ext cx="1952244" cy="12801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6868668" y="1078991"/>
              <a:ext cx="2272665" cy="1769745"/>
            </a:xfrm>
            <a:custGeom>
              <a:avLst/>
              <a:gdLst/>
              <a:ahLst/>
              <a:cxnLst/>
              <a:rect l="l" t="t" r="r" b="b"/>
              <a:pathLst>
                <a:path w="2272665" h="1769745">
                  <a:moveTo>
                    <a:pt x="28956" y="1662696"/>
                  </a:moveTo>
                  <a:lnTo>
                    <a:pt x="21336" y="1662696"/>
                  </a:lnTo>
                  <a:lnTo>
                    <a:pt x="9144" y="1671840"/>
                  </a:lnTo>
                  <a:lnTo>
                    <a:pt x="9144" y="1650504"/>
                  </a:lnTo>
                  <a:lnTo>
                    <a:pt x="3048" y="1650504"/>
                  </a:lnTo>
                  <a:lnTo>
                    <a:pt x="3048" y="1694700"/>
                  </a:lnTo>
                  <a:lnTo>
                    <a:pt x="9144" y="1694700"/>
                  </a:lnTo>
                  <a:lnTo>
                    <a:pt x="9144" y="1680984"/>
                  </a:lnTo>
                  <a:lnTo>
                    <a:pt x="12192" y="1677936"/>
                  </a:lnTo>
                  <a:lnTo>
                    <a:pt x="22860" y="1694700"/>
                  </a:lnTo>
                  <a:lnTo>
                    <a:pt x="28956" y="1694700"/>
                  </a:lnTo>
                  <a:lnTo>
                    <a:pt x="15240" y="1674888"/>
                  </a:lnTo>
                  <a:lnTo>
                    <a:pt x="28956" y="1662696"/>
                  </a:lnTo>
                  <a:close/>
                </a:path>
                <a:path w="2272665" h="1769745">
                  <a:moveTo>
                    <a:pt x="33528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13716" y="6096"/>
                  </a:lnTo>
                  <a:lnTo>
                    <a:pt x="13716" y="44196"/>
                  </a:lnTo>
                  <a:lnTo>
                    <a:pt x="19812" y="44196"/>
                  </a:lnTo>
                  <a:lnTo>
                    <a:pt x="19812" y="6096"/>
                  </a:lnTo>
                  <a:lnTo>
                    <a:pt x="33528" y="6096"/>
                  </a:lnTo>
                  <a:lnTo>
                    <a:pt x="33528" y="0"/>
                  </a:lnTo>
                  <a:close/>
                </a:path>
                <a:path w="2272665" h="1769745">
                  <a:moveTo>
                    <a:pt x="41135" y="559308"/>
                  </a:moveTo>
                  <a:lnTo>
                    <a:pt x="39611" y="556260"/>
                  </a:lnTo>
                  <a:lnTo>
                    <a:pt x="39611" y="553212"/>
                  </a:lnTo>
                  <a:lnTo>
                    <a:pt x="38087" y="551688"/>
                  </a:lnTo>
                  <a:lnTo>
                    <a:pt x="36563" y="550164"/>
                  </a:lnTo>
                  <a:lnTo>
                    <a:pt x="33515" y="548640"/>
                  </a:lnTo>
                  <a:lnTo>
                    <a:pt x="31991" y="547116"/>
                  </a:lnTo>
                  <a:lnTo>
                    <a:pt x="28943" y="545592"/>
                  </a:lnTo>
                  <a:lnTo>
                    <a:pt x="18275" y="545592"/>
                  </a:lnTo>
                  <a:lnTo>
                    <a:pt x="9131" y="550164"/>
                  </a:lnTo>
                  <a:lnTo>
                    <a:pt x="6083" y="553212"/>
                  </a:lnTo>
                  <a:lnTo>
                    <a:pt x="4559" y="556260"/>
                  </a:lnTo>
                  <a:lnTo>
                    <a:pt x="3035" y="560832"/>
                  </a:lnTo>
                  <a:lnTo>
                    <a:pt x="1511" y="563880"/>
                  </a:lnTo>
                  <a:lnTo>
                    <a:pt x="1511" y="573024"/>
                  </a:lnTo>
                  <a:lnTo>
                    <a:pt x="4559" y="579120"/>
                  </a:lnTo>
                  <a:lnTo>
                    <a:pt x="6083" y="583692"/>
                  </a:lnTo>
                  <a:lnTo>
                    <a:pt x="12179" y="586740"/>
                  </a:lnTo>
                  <a:lnTo>
                    <a:pt x="15227" y="589788"/>
                  </a:lnTo>
                  <a:lnTo>
                    <a:pt x="30467" y="589788"/>
                  </a:lnTo>
                  <a:lnTo>
                    <a:pt x="36563" y="586740"/>
                  </a:lnTo>
                  <a:lnTo>
                    <a:pt x="38087" y="585216"/>
                  </a:lnTo>
                  <a:lnTo>
                    <a:pt x="41135" y="583692"/>
                  </a:lnTo>
                  <a:lnTo>
                    <a:pt x="41135" y="566928"/>
                  </a:lnTo>
                  <a:lnTo>
                    <a:pt x="22847" y="566928"/>
                  </a:lnTo>
                  <a:lnTo>
                    <a:pt x="22847" y="573024"/>
                  </a:lnTo>
                  <a:lnTo>
                    <a:pt x="35039" y="573024"/>
                  </a:lnTo>
                  <a:lnTo>
                    <a:pt x="35039" y="580644"/>
                  </a:lnTo>
                  <a:lnTo>
                    <a:pt x="33515" y="580644"/>
                  </a:lnTo>
                  <a:lnTo>
                    <a:pt x="31991" y="582168"/>
                  </a:lnTo>
                  <a:lnTo>
                    <a:pt x="30467" y="582168"/>
                  </a:lnTo>
                  <a:lnTo>
                    <a:pt x="27419" y="583692"/>
                  </a:lnTo>
                  <a:lnTo>
                    <a:pt x="18275" y="583692"/>
                  </a:lnTo>
                  <a:lnTo>
                    <a:pt x="15227" y="582168"/>
                  </a:lnTo>
                  <a:lnTo>
                    <a:pt x="13703" y="580644"/>
                  </a:lnTo>
                  <a:lnTo>
                    <a:pt x="10655" y="579120"/>
                  </a:lnTo>
                  <a:lnTo>
                    <a:pt x="9131" y="577596"/>
                  </a:lnTo>
                  <a:lnTo>
                    <a:pt x="9131" y="574548"/>
                  </a:lnTo>
                  <a:lnTo>
                    <a:pt x="7607" y="571500"/>
                  </a:lnTo>
                  <a:lnTo>
                    <a:pt x="7607" y="565404"/>
                  </a:lnTo>
                  <a:lnTo>
                    <a:pt x="9131" y="562356"/>
                  </a:lnTo>
                  <a:lnTo>
                    <a:pt x="9131" y="559308"/>
                  </a:lnTo>
                  <a:lnTo>
                    <a:pt x="15227" y="553212"/>
                  </a:lnTo>
                  <a:lnTo>
                    <a:pt x="16751" y="553212"/>
                  </a:lnTo>
                  <a:lnTo>
                    <a:pt x="18275" y="551688"/>
                  </a:lnTo>
                  <a:lnTo>
                    <a:pt x="27419" y="551688"/>
                  </a:lnTo>
                  <a:lnTo>
                    <a:pt x="28943" y="553212"/>
                  </a:lnTo>
                  <a:lnTo>
                    <a:pt x="30467" y="553212"/>
                  </a:lnTo>
                  <a:lnTo>
                    <a:pt x="35039" y="557784"/>
                  </a:lnTo>
                  <a:lnTo>
                    <a:pt x="35039" y="560832"/>
                  </a:lnTo>
                  <a:lnTo>
                    <a:pt x="41135" y="559308"/>
                  </a:lnTo>
                  <a:close/>
                </a:path>
                <a:path w="2272665" h="1769745">
                  <a:moveTo>
                    <a:pt x="42659" y="1648968"/>
                  </a:moveTo>
                  <a:lnTo>
                    <a:pt x="35039" y="1648968"/>
                  </a:lnTo>
                  <a:lnTo>
                    <a:pt x="35039" y="1694700"/>
                  </a:lnTo>
                  <a:lnTo>
                    <a:pt x="42659" y="1694700"/>
                  </a:lnTo>
                  <a:lnTo>
                    <a:pt x="42659" y="1648968"/>
                  </a:lnTo>
                  <a:close/>
                </a:path>
                <a:path w="2272665" h="1769745">
                  <a:moveTo>
                    <a:pt x="44196" y="1095756"/>
                  </a:moveTo>
                  <a:lnTo>
                    <a:pt x="35052" y="1095756"/>
                  </a:lnTo>
                  <a:lnTo>
                    <a:pt x="25908" y="1126236"/>
                  </a:lnTo>
                  <a:lnTo>
                    <a:pt x="24384" y="1129284"/>
                  </a:lnTo>
                  <a:lnTo>
                    <a:pt x="24384" y="1132332"/>
                  </a:lnTo>
                  <a:lnTo>
                    <a:pt x="22860" y="1130808"/>
                  </a:lnTo>
                  <a:lnTo>
                    <a:pt x="22860" y="1129284"/>
                  </a:lnTo>
                  <a:lnTo>
                    <a:pt x="21336" y="1126236"/>
                  </a:lnTo>
                  <a:lnTo>
                    <a:pt x="12192" y="1095756"/>
                  </a:lnTo>
                  <a:lnTo>
                    <a:pt x="3048" y="1095756"/>
                  </a:lnTo>
                  <a:lnTo>
                    <a:pt x="3048" y="1139952"/>
                  </a:lnTo>
                  <a:lnTo>
                    <a:pt x="9144" y="1139952"/>
                  </a:lnTo>
                  <a:lnTo>
                    <a:pt x="9144" y="1101852"/>
                  </a:lnTo>
                  <a:lnTo>
                    <a:pt x="21336" y="1139952"/>
                  </a:lnTo>
                  <a:lnTo>
                    <a:pt x="25908" y="1139952"/>
                  </a:lnTo>
                  <a:lnTo>
                    <a:pt x="38100" y="1101852"/>
                  </a:lnTo>
                  <a:lnTo>
                    <a:pt x="38100" y="1139952"/>
                  </a:lnTo>
                  <a:lnTo>
                    <a:pt x="44196" y="1139952"/>
                  </a:lnTo>
                  <a:lnTo>
                    <a:pt x="44196" y="1095756"/>
                  </a:lnTo>
                  <a:close/>
                </a:path>
                <a:path w="2272665" h="1769745">
                  <a:moveTo>
                    <a:pt x="48755" y="0"/>
                  </a:moveTo>
                  <a:lnTo>
                    <a:pt x="41148" y="0"/>
                  </a:lnTo>
                  <a:lnTo>
                    <a:pt x="41148" y="45720"/>
                  </a:lnTo>
                  <a:lnTo>
                    <a:pt x="48755" y="45720"/>
                  </a:lnTo>
                  <a:lnTo>
                    <a:pt x="48755" y="0"/>
                  </a:lnTo>
                  <a:close/>
                </a:path>
                <a:path w="2272665" h="1769745">
                  <a:moveTo>
                    <a:pt x="57912" y="545592"/>
                  </a:moveTo>
                  <a:lnTo>
                    <a:pt x="50292" y="545592"/>
                  </a:lnTo>
                  <a:lnTo>
                    <a:pt x="50292" y="591312"/>
                  </a:lnTo>
                  <a:lnTo>
                    <a:pt x="57912" y="591312"/>
                  </a:lnTo>
                  <a:lnTo>
                    <a:pt x="57912" y="545592"/>
                  </a:lnTo>
                  <a:close/>
                </a:path>
                <a:path w="2272665" h="1769745">
                  <a:moveTo>
                    <a:pt x="60960" y="1094232"/>
                  </a:moveTo>
                  <a:lnTo>
                    <a:pt x="53327" y="1094232"/>
                  </a:lnTo>
                  <a:lnTo>
                    <a:pt x="53327" y="1139952"/>
                  </a:lnTo>
                  <a:lnTo>
                    <a:pt x="60960" y="1139952"/>
                  </a:lnTo>
                  <a:lnTo>
                    <a:pt x="60960" y="1094232"/>
                  </a:lnTo>
                  <a:close/>
                </a:path>
                <a:path w="2272665" h="1769745">
                  <a:moveTo>
                    <a:pt x="83807" y="1659648"/>
                  </a:moveTo>
                  <a:lnTo>
                    <a:pt x="82283" y="1656600"/>
                  </a:lnTo>
                  <a:lnTo>
                    <a:pt x="82283" y="1655076"/>
                  </a:lnTo>
                  <a:lnTo>
                    <a:pt x="79235" y="1652028"/>
                  </a:lnTo>
                  <a:lnTo>
                    <a:pt x="77711" y="1652028"/>
                  </a:lnTo>
                  <a:lnTo>
                    <a:pt x="77711" y="1659648"/>
                  </a:lnTo>
                  <a:lnTo>
                    <a:pt x="77711" y="1667268"/>
                  </a:lnTo>
                  <a:lnTo>
                    <a:pt x="74663" y="1670316"/>
                  </a:lnTo>
                  <a:lnTo>
                    <a:pt x="71615" y="1671840"/>
                  </a:lnTo>
                  <a:lnTo>
                    <a:pt x="56375" y="1671840"/>
                  </a:lnTo>
                  <a:lnTo>
                    <a:pt x="56375" y="1656600"/>
                  </a:lnTo>
                  <a:lnTo>
                    <a:pt x="74663" y="1656600"/>
                  </a:lnTo>
                  <a:lnTo>
                    <a:pt x="76187" y="1658124"/>
                  </a:lnTo>
                  <a:lnTo>
                    <a:pt x="76187" y="1659648"/>
                  </a:lnTo>
                  <a:lnTo>
                    <a:pt x="77711" y="1659648"/>
                  </a:lnTo>
                  <a:lnTo>
                    <a:pt x="77711" y="1652028"/>
                  </a:lnTo>
                  <a:lnTo>
                    <a:pt x="76187" y="1650504"/>
                  </a:lnTo>
                  <a:lnTo>
                    <a:pt x="50279" y="1650504"/>
                  </a:lnTo>
                  <a:lnTo>
                    <a:pt x="50279" y="1694700"/>
                  </a:lnTo>
                  <a:lnTo>
                    <a:pt x="56375" y="1694700"/>
                  </a:lnTo>
                  <a:lnTo>
                    <a:pt x="56375" y="1677936"/>
                  </a:lnTo>
                  <a:lnTo>
                    <a:pt x="73139" y="1677936"/>
                  </a:lnTo>
                  <a:lnTo>
                    <a:pt x="77711" y="1676412"/>
                  </a:lnTo>
                  <a:lnTo>
                    <a:pt x="80759" y="1673364"/>
                  </a:lnTo>
                  <a:lnTo>
                    <a:pt x="81521" y="1671840"/>
                  </a:lnTo>
                  <a:lnTo>
                    <a:pt x="83807" y="1667268"/>
                  </a:lnTo>
                  <a:lnTo>
                    <a:pt x="83807" y="1659648"/>
                  </a:lnTo>
                  <a:close/>
                </a:path>
                <a:path w="2272665" h="1769745">
                  <a:moveTo>
                    <a:pt x="88392" y="9144"/>
                  </a:moveTo>
                  <a:lnTo>
                    <a:pt x="85344" y="6096"/>
                  </a:lnTo>
                  <a:lnTo>
                    <a:pt x="85344" y="4572"/>
                  </a:lnTo>
                  <a:lnTo>
                    <a:pt x="82296" y="1524"/>
                  </a:lnTo>
                  <a:lnTo>
                    <a:pt x="82296" y="10668"/>
                  </a:lnTo>
                  <a:lnTo>
                    <a:pt x="82296" y="16764"/>
                  </a:lnTo>
                  <a:lnTo>
                    <a:pt x="77724" y="21336"/>
                  </a:lnTo>
                  <a:lnTo>
                    <a:pt x="60960" y="21336"/>
                  </a:lnTo>
                  <a:lnTo>
                    <a:pt x="60960" y="6096"/>
                  </a:lnTo>
                  <a:lnTo>
                    <a:pt x="76200" y="6096"/>
                  </a:lnTo>
                  <a:lnTo>
                    <a:pt x="77724" y="7620"/>
                  </a:lnTo>
                  <a:lnTo>
                    <a:pt x="79248" y="7620"/>
                  </a:lnTo>
                  <a:lnTo>
                    <a:pt x="82296" y="10668"/>
                  </a:lnTo>
                  <a:lnTo>
                    <a:pt x="82296" y="1524"/>
                  </a:lnTo>
                  <a:lnTo>
                    <a:pt x="77724" y="1524"/>
                  </a:lnTo>
                  <a:lnTo>
                    <a:pt x="76200" y="0"/>
                  </a:lnTo>
                  <a:lnTo>
                    <a:pt x="54864" y="0"/>
                  </a:lnTo>
                  <a:lnTo>
                    <a:pt x="54864" y="44196"/>
                  </a:lnTo>
                  <a:lnTo>
                    <a:pt x="60960" y="44196"/>
                  </a:lnTo>
                  <a:lnTo>
                    <a:pt x="60960" y="27432"/>
                  </a:lnTo>
                  <a:lnTo>
                    <a:pt x="77724" y="27432"/>
                  </a:lnTo>
                  <a:lnTo>
                    <a:pt x="82296" y="25908"/>
                  </a:lnTo>
                  <a:lnTo>
                    <a:pt x="85344" y="24384"/>
                  </a:lnTo>
                  <a:lnTo>
                    <a:pt x="86868" y="21336"/>
                  </a:lnTo>
                  <a:lnTo>
                    <a:pt x="88392" y="18288"/>
                  </a:lnTo>
                  <a:lnTo>
                    <a:pt x="88392" y="9144"/>
                  </a:lnTo>
                  <a:close/>
                </a:path>
                <a:path w="2272665" h="1769745">
                  <a:moveTo>
                    <a:pt x="97523" y="554736"/>
                  </a:moveTo>
                  <a:lnTo>
                    <a:pt x="95999" y="553212"/>
                  </a:lnTo>
                  <a:lnTo>
                    <a:pt x="95999" y="551688"/>
                  </a:lnTo>
                  <a:lnTo>
                    <a:pt x="91427" y="547116"/>
                  </a:lnTo>
                  <a:lnTo>
                    <a:pt x="91427" y="556260"/>
                  </a:lnTo>
                  <a:lnTo>
                    <a:pt x="91427" y="563880"/>
                  </a:lnTo>
                  <a:lnTo>
                    <a:pt x="88379" y="566928"/>
                  </a:lnTo>
                  <a:lnTo>
                    <a:pt x="70091" y="566928"/>
                  </a:lnTo>
                  <a:lnTo>
                    <a:pt x="70091" y="551688"/>
                  </a:lnTo>
                  <a:lnTo>
                    <a:pt x="86855" y="551688"/>
                  </a:lnTo>
                  <a:lnTo>
                    <a:pt x="88379" y="553212"/>
                  </a:lnTo>
                  <a:lnTo>
                    <a:pt x="89903" y="553212"/>
                  </a:lnTo>
                  <a:lnTo>
                    <a:pt x="89903" y="554736"/>
                  </a:lnTo>
                  <a:lnTo>
                    <a:pt x="91427" y="556260"/>
                  </a:lnTo>
                  <a:lnTo>
                    <a:pt x="91427" y="547116"/>
                  </a:lnTo>
                  <a:lnTo>
                    <a:pt x="89903" y="547116"/>
                  </a:lnTo>
                  <a:lnTo>
                    <a:pt x="88379" y="545592"/>
                  </a:lnTo>
                  <a:lnTo>
                    <a:pt x="63995" y="545592"/>
                  </a:lnTo>
                  <a:lnTo>
                    <a:pt x="63995" y="589788"/>
                  </a:lnTo>
                  <a:lnTo>
                    <a:pt x="70091" y="589788"/>
                  </a:lnTo>
                  <a:lnTo>
                    <a:pt x="70091" y="573024"/>
                  </a:lnTo>
                  <a:lnTo>
                    <a:pt x="88379" y="573024"/>
                  </a:lnTo>
                  <a:lnTo>
                    <a:pt x="91427" y="571500"/>
                  </a:lnTo>
                  <a:lnTo>
                    <a:pt x="94475" y="568452"/>
                  </a:lnTo>
                  <a:lnTo>
                    <a:pt x="97523" y="566928"/>
                  </a:lnTo>
                  <a:lnTo>
                    <a:pt x="97523" y="554736"/>
                  </a:lnTo>
                  <a:close/>
                </a:path>
                <a:path w="2272665" h="1769745">
                  <a:moveTo>
                    <a:pt x="103619" y="1106424"/>
                  </a:moveTo>
                  <a:lnTo>
                    <a:pt x="102095" y="1104900"/>
                  </a:lnTo>
                  <a:lnTo>
                    <a:pt x="102095" y="1101852"/>
                  </a:lnTo>
                  <a:lnTo>
                    <a:pt x="97523" y="1097280"/>
                  </a:lnTo>
                  <a:lnTo>
                    <a:pt x="97523" y="1107948"/>
                  </a:lnTo>
                  <a:lnTo>
                    <a:pt x="97523" y="1110996"/>
                  </a:lnTo>
                  <a:lnTo>
                    <a:pt x="95999" y="1114044"/>
                  </a:lnTo>
                  <a:lnTo>
                    <a:pt x="94475" y="1114044"/>
                  </a:lnTo>
                  <a:lnTo>
                    <a:pt x="92951" y="1115568"/>
                  </a:lnTo>
                  <a:lnTo>
                    <a:pt x="89903" y="1117092"/>
                  </a:lnTo>
                  <a:lnTo>
                    <a:pt x="76187" y="1117092"/>
                  </a:lnTo>
                  <a:lnTo>
                    <a:pt x="76187" y="1101852"/>
                  </a:lnTo>
                  <a:lnTo>
                    <a:pt x="92951" y="1101852"/>
                  </a:lnTo>
                  <a:lnTo>
                    <a:pt x="95999" y="1104900"/>
                  </a:lnTo>
                  <a:lnTo>
                    <a:pt x="95999" y="1106424"/>
                  </a:lnTo>
                  <a:lnTo>
                    <a:pt x="97523" y="1107948"/>
                  </a:lnTo>
                  <a:lnTo>
                    <a:pt x="97523" y="1097280"/>
                  </a:lnTo>
                  <a:lnTo>
                    <a:pt x="95999" y="1097280"/>
                  </a:lnTo>
                  <a:lnTo>
                    <a:pt x="94475" y="1095756"/>
                  </a:lnTo>
                  <a:lnTo>
                    <a:pt x="70091" y="1095756"/>
                  </a:lnTo>
                  <a:lnTo>
                    <a:pt x="70091" y="1139952"/>
                  </a:lnTo>
                  <a:lnTo>
                    <a:pt x="76187" y="1139952"/>
                  </a:lnTo>
                  <a:lnTo>
                    <a:pt x="76187" y="1123188"/>
                  </a:lnTo>
                  <a:lnTo>
                    <a:pt x="92951" y="1123188"/>
                  </a:lnTo>
                  <a:lnTo>
                    <a:pt x="97523" y="1121664"/>
                  </a:lnTo>
                  <a:lnTo>
                    <a:pt x="99047" y="1118616"/>
                  </a:lnTo>
                  <a:lnTo>
                    <a:pt x="100571" y="1117092"/>
                  </a:lnTo>
                  <a:lnTo>
                    <a:pt x="102095" y="1115568"/>
                  </a:lnTo>
                  <a:lnTo>
                    <a:pt x="103619" y="1112520"/>
                  </a:lnTo>
                  <a:lnTo>
                    <a:pt x="103619" y="1106424"/>
                  </a:lnTo>
                  <a:close/>
                </a:path>
                <a:path w="2272665" h="1769745">
                  <a:moveTo>
                    <a:pt x="126479" y="1677924"/>
                  </a:moveTo>
                  <a:lnTo>
                    <a:pt x="124955" y="1674876"/>
                  </a:lnTo>
                  <a:lnTo>
                    <a:pt x="121907" y="1671828"/>
                  </a:lnTo>
                  <a:lnTo>
                    <a:pt x="118859" y="1671828"/>
                  </a:lnTo>
                  <a:lnTo>
                    <a:pt x="117335" y="1670304"/>
                  </a:lnTo>
                  <a:lnTo>
                    <a:pt x="114287" y="1668780"/>
                  </a:lnTo>
                  <a:lnTo>
                    <a:pt x="109715" y="1668780"/>
                  </a:lnTo>
                  <a:lnTo>
                    <a:pt x="105143" y="1667256"/>
                  </a:lnTo>
                  <a:lnTo>
                    <a:pt x="102095" y="1667256"/>
                  </a:lnTo>
                  <a:lnTo>
                    <a:pt x="99047" y="1664208"/>
                  </a:lnTo>
                  <a:lnTo>
                    <a:pt x="99047" y="1661160"/>
                  </a:lnTo>
                  <a:lnTo>
                    <a:pt x="103619" y="1656588"/>
                  </a:lnTo>
                  <a:lnTo>
                    <a:pt x="114287" y="1656588"/>
                  </a:lnTo>
                  <a:lnTo>
                    <a:pt x="118859" y="1661160"/>
                  </a:lnTo>
                  <a:lnTo>
                    <a:pt x="118859" y="1664208"/>
                  </a:lnTo>
                  <a:lnTo>
                    <a:pt x="124955" y="1664208"/>
                  </a:lnTo>
                  <a:lnTo>
                    <a:pt x="124955" y="1658112"/>
                  </a:lnTo>
                  <a:lnTo>
                    <a:pt x="123431" y="1656588"/>
                  </a:lnTo>
                  <a:lnTo>
                    <a:pt x="121907" y="1655064"/>
                  </a:lnTo>
                  <a:lnTo>
                    <a:pt x="120383" y="1652016"/>
                  </a:lnTo>
                  <a:lnTo>
                    <a:pt x="117335" y="1652016"/>
                  </a:lnTo>
                  <a:lnTo>
                    <a:pt x="114287" y="1650492"/>
                  </a:lnTo>
                  <a:lnTo>
                    <a:pt x="103619" y="1650492"/>
                  </a:lnTo>
                  <a:lnTo>
                    <a:pt x="100571" y="1652016"/>
                  </a:lnTo>
                  <a:lnTo>
                    <a:pt x="97523" y="1652016"/>
                  </a:lnTo>
                  <a:lnTo>
                    <a:pt x="94475" y="1655064"/>
                  </a:lnTo>
                  <a:lnTo>
                    <a:pt x="94475" y="1658112"/>
                  </a:lnTo>
                  <a:lnTo>
                    <a:pt x="92951" y="1659636"/>
                  </a:lnTo>
                  <a:lnTo>
                    <a:pt x="92951" y="1665732"/>
                  </a:lnTo>
                  <a:lnTo>
                    <a:pt x="97523" y="1670304"/>
                  </a:lnTo>
                  <a:lnTo>
                    <a:pt x="99047" y="1670304"/>
                  </a:lnTo>
                  <a:lnTo>
                    <a:pt x="100571" y="1671828"/>
                  </a:lnTo>
                  <a:lnTo>
                    <a:pt x="103619" y="1673352"/>
                  </a:lnTo>
                  <a:lnTo>
                    <a:pt x="108191" y="1673352"/>
                  </a:lnTo>
                  <a:lnTo>
                    <a:pt x="111239" y="1674876"/>
                  </a:lnTo>
                  <a:lnTo>
                    <a:pt x="115811" y="1674876"/>
                  </a:lnTo>
                  <a:lnTo>
                    <a:pt x="117335" y="1676400"/>
                  </a:lnTo>
                  <a:lnTo>
                    <a:pt x="118859" y="1676400"/>
                  </a:lnTo>
                  <a:lnTo>
                    <a:pt x="118859" y="1677924"/>
                  </a:lnTo>
                  <a:lnTo>
                    <a:pt x="120383" y="1679448"/>
                  </a:lnTo>
                  <a:lnTo>
                    <a:pt x="120383" y="1684020"/>
                  </a:lnTo>
                  <a:lnTo>
                    <a:pt x="118859" y="1684020"/>
                  </a:lnTo>
                  <a:lnTo>
                    <a:pt x="118859" y="1685544"/>
                  </a:lnTo>
                  <a:lnTo>
                    <a:pt x="117335" y="1687068"/>
                  </a:lnTo>
                  <a:lnTo>
                    <a:pt x="114287" y="1687068"/>
                  </a:lnTo>
                  <a:lnTo>
                    <a:pt x="112763" y="1688592"/>
                  </a:lnTo>
                  <a:lnTo>
                    <a:pt x="108191" y="1688592"/>
                  </a:lnTo>
                  <a:lnTo>
                    <a:pt x="105143" y="1687068"/>
                  </a:lnTo>
                  <a:lnTo>
                    <a:pt x="103619" y="1687068"/>
                  </a:lnTo>
                  <a:lnTo>
                    <a:pt x="102095" y="1685544"/>
                  </a:lnTo>
                  <a:lnTo>
                    <a:pt x="100571" y="1685544"/>
                  </a:lnTo>
                  <a:lnTo>
                    <a:pt x="99047" y="1684020"/>
                  </a:lnTo>
                  <a:lnTo>
                    <a:pt x="99047" y="1682496"/>
                  </a:lnTo>
                  <a:lnTo>
                    <a:pt x="97523" y="1680972"/>
                  </a:lnTo>
                  <a:lnTo>
                    <a:pt x="97523" y="1679448"/>
                  </a:lnTo>
                  <a:lnTo>
                    <a:pt x="91427" y="1679448"/>
                  </a:lnTo>
                  <a:lnTo>
                    <a:pt x="91427" y="1682496"/>
                  </a:lnTo>
                  <a:lnTo>
                    <a:pt x="92951" y="1684020"/>
                  </a:lnTo>
                  <a:lnTo>
                    <a:pt x="95999" y="1690116"/>
                  </a:lnTo>
                  <a:lnTo>
                    <a:pt x="97523" y="1691640"/>
                  </a:lnTo>
                  <a:lnTo>
                    <a:pt x="100571" y="1691640"/>
                  </a:lnTo>
                  <a:lnTo>
                    <a:pt x="106667" y="1694688"/>
                  </a:lnTo>
                  <a:lnTo>
                    <a:pt x="114287" y="1694688"/>
                  </a:lnTo>
                  <a:lnTo>
                    <a:pt x="115811" y="1693164"/>
                  </a:lnTo>
                  <a:lnTo>
                    <a:pt x="118859" y="1693164"/>
                  </a:lnTo>
                  <a:lnTo>
                    <a:pt x="121907" y="1691640"/>
                  </a:lnTo>
                  <a:lnTo>
                    <a:pt x="124955" y="1688592"/>
                  </a:lnTo>
                  <a:lnTo>
                    <a:pt x="126479" y="1685544"/>
                  </a:lnTo>
                  <a:lnTo>
                    <a:pt x="126479" y="1677924"/>
                  </a:lnTo>
                  <a:close/>
                </a:path>
                <a:path w="2272665" h="1769745">
                  <a:moveTo>
                    <a:pt x="131064" y="27432"/>
                  </a:moveTo>
                  <a:lnTo>
                    <a:pt x="126492" y="22860"/>
                  </a:lnTo>
                  <a:lnTo>
                    <a:pt x="123444" y="21336"/>
                  </a:lnTo>
                  <a:lnTo>
                    <a:pt x="121920" y="21336"/>
                  </a:lnTo>
                  <a:lnTo>
                    <a:pt x="117348" y="19812"/>
                  </a:lnTo>
                  <a:lnTo>
                    <a:pt x="112776" y="19812"/>
                  </a:lnTo>
                  <a:lnTo>
                    <a:pt x="106680" y="16764"/>
                  </a:lnTo>
                  <a:lnTo>
                    <a:pt x="105156" y="16764"/>
                  </a:lnTo>
                  <a:lnTo>
                    <a:pt x="103632" y="15240"/>
                  </a:lnTo>
                  <a:lnTo>
                    <a:pt x="103632" y="9144"/>
                  </a:lnTo>
                  <a:lnTo>
                    <a:pt x="105156" y="9144"/>
                  </a:lnTo>
                  <a:lnTo>
                    <a:pt x="106680" y="7620"/>
                  </a:lnTo>
                  <a:lnTo>
                    <a:pt x="109728" y="6096"/>
                  </a:lnTo>
                  <a:lnTo>
                    <a:pt x="115824" y="6096"/>
                  </a:lnTo>
                  <a:lnTo>
                    <a:pt x="118872" y="7620"/>
                  </a:lnTo>
                  <a:lnTo>
                    <a:pt x="120396" y="9144"/>
                  </a:lnTo>
                  <a:lnTo>
                    <a:pt x="121920" y="9144"/>
                  </a:lnTo>
                  <a:lnTo>
                    <a:pt x="123444" y="12192"/>
                  </a:lnTo>
                  <a:lnTo>
                    <a:pt x="123444" y="13716"/>
                  </a:lnTo>
                  <a:lnTo>
                    <a:pt x="129540" y="13716"/>
                  </a:lnTo>
                  <a:lnTo>
                    <a:pt x="129540" y="12192"/>
                  </a:lnTo>
                  <a:lnTo>
                    <a:pt x="128016" y="9144"/>
                  </a:lnTo>
                  <a:lnTo>
                    <a:pt x="128016" y="7620"/>
                  </a:lnTo>
                  <a:lnTo>
                    <a:pt x="127254" y="6096"/>
                  </a:lnTo>
                  <a:lnTo>
                    <a:pt x="126492" y="4572"/>
                  </a:lnTo>
                  <a:lnTo>
                    <a:pt x="123444" y="3048"/>
                  </a:lnTo>
                  <a:lnTo>
                    <a:pt x="121920" y="1524"/>
                  </a:lnTo>
                  <a:lnTo>
                    <a:pt x="118872" y="1524"/>
                  </a:lnTo>
                  <a:lnTo>
                    <a:pt x="115824" y="0"/>
                  </a:lnTo>
                  <a:lnTo>
                    <a:pt x="109728" y="0"/>
                  </a:lnTo>
                  <a:lnTo>
                    <a:pt x="106680" y="1524"/>
                  </a:lnTo>
                  <a:lnTo>
                    <a:pt x="105156" y="1524"/>
                  </a:lnTo>
                  <a:lnTo>
                    <a:pt x="102108" y="3048"/>
                  </a:lnTo>
                  <a:lnTo>
                    <a:pt x="97536" y="7620"/>
                  </a:lnTo>
                  <a:lnTo>
                    <a:pt x="97536" y="16764"/>
                  </a:lnTo>
                  <a:lnTo>
                    <a:pt x="102108" y="21336"/>
                  </a:lnTo>
                  <a:lnTo>
                    <a:pt x="103632" y="21336"/>
                  </a:lnTo>
                  <a:lnTo>
                    <a:pt x="105156" y="22860"/>
                  </a:lnTo>
                  <a:lnTo>
                    <a:pt x="108204" y="22860"/>
                  </a:lnTo>
                  <a:lnTo>
                    <a:pt x="112776" y="24384"/>
                  </a:lnTo>
                  <a:lnTo>
                    <a:pt x="115824" y="24384"/>
                  </a:lnTo>
                  <a:lnTo>
                    <a:pt x="118872" y="25908"/>
                  </a:lnTo>
                  <a:lnTo>
                    <a:pt x="120396" y="25908"/>
                  </a:lnTo>
                  <a:lnTo>
                    <a:pt x="121920" y="27432"/>
                  </a:lnTo>
                  <a:lnTo>
                    <a:pt x="123444" y="27432"/>
                  </a:lnTo>
                  <a:lnTo>
                    <a:pt x="123444" y="28956"/>
                  </a:lnTo>
                  <a:lnTo>
                    <a:pt x="124968" y="28956"/>
                  </a:lnTo>
                  <a:lnTo>
                    <a:pt x="124968" y="33528"/>
                  </a:lnTo>
                  <a:lnTo>
                    <a:pt x="123444" y="35052"/>
                  </a:lnTo>
                  <a:lnTo>
                    <a:pt x="123444" y="36576"/>
                  </a:lnTo>
                  <a:lnTo>
                    <a:pt x="121920" y="36576"/>
                  </a:lnTo>
                  <a:lnTo>
                    <a:pt x="120396" y="38100"/>
                  </a:lnTo>
                  <a:lnTo>
                    <a:pt x="108204" y="38100"/>
                  </a:lnTo>
                  <a:lnTo>
                    <a:pt x="105156" y="35052"/>
                  </a:lnTo>
                  <a:lnTo>
                    <a:pt x="103632" y="35052"/>
                  </a:lnTo>
                  <a:lnTo>
                    <a:pt x="102108" y="33528"/>
                  </a:lnTo>
                  <a:lnTo>
                    <a:pt x="102108" y="28956"/>
                  </a:lnTo>
                  <a:lnTo>
                    <a:pt x="96012" y="28956"/>
                  </a:lnTo>
                  <a:lnTo>
                    <a:pt x="96012" y="32004"/>
                  </a:lnTo>
                  <a:lnTo>
                    <a:pt x="99060" y="38100"/>
                  </a:lnTo>
                  <a:lnTo>
                    <a:pt x="102108" y="41148"/>
                  </a:lnTo>
                  <a:lnTo>
                    <a:pt x="105156" y="42672"/>
                  </a:lnTo>
                  <a:lnTo>
                    <a:pt x="106680" y="44196"/>
                  </a:lnTo>
                  <a:lnTo>
                    <a:pt x="120396" y="44196"/>
                  </a:lnTo>
                  <a:lnTo>
                    <a:pt x="123444" y="42672"/>
                  </a:lnTo>
                  <a:lnTo>
                    <a:pt x="124968" y="42672"/>
                  </a:lnTo>
                  <a:lnTo>
                    <a:pt x="128016" y="41148"/>
                  </a:lnTo>
                  <a:lnTo>
                    <a:pt x="129540" y="38100"/>
                  </a:lnTo>
                  <a:lnTo>
                    <a:pt x="129540" y="36576"/>
                  </a:lnTo>
                  <a:lnTo>
                    <a:pt x="131064" y="35052"/>
                  </a:lnTo>
                  <a:lnTo>
                    <a:pt x="131064" y="27432"/>
                  </a:lnTo>
                  <a:close/>
                </a:path>
                <a:path w="2272665" h="1769745">
                  <a:moveTo>
                    <a:pt x="137160" y="1725168"/>
                  </a:moveTo>
                  <a:lnTo>
                    <a:pt x="134112" y="1725168"/>
                  </a:lnTo>
                  <a:lnTo>
                    <a:pt x="132588" y="1726692"/>
                  </a:lnTo>
                  <a:lnTo>
                    <a:pt x="131064" y="1729740"/>
                  </a:lnTo>
                  <a:lnTo>
                    <a:pt x="128016" y="1732788"/>
                  </a:lnTo>
                  <a:lnTo>
                    <a:pt x="121920" y="1735836"/>
                  </a:lnTo>
                  <a:lnTo>
                    <a:pt x="121920" y="1741932"/>
                  </a:lnTo>
                  <a:lnTo>
                    <a:pt x="123444" y="1740408"/>
                  </a:lnTo>
                  <a:lnTo>
                    <a:pt x="124968" y="1740408"/>
                  </a:lnTo>
                  <a:lnTo>
                    <a:pt x="126492" y="1738884"/>
                  </a:lnTo>
                  <a:lnTo>
                    <a:pt x="129540" y="1737360"/>
                  </a:lnTo>
                  <a:lnTo>
                    <a:pt x="131064" y="1735836"/>
                  </a:lnTo>
                  <a:lnTo>
                    <a:pt x="131064" y="1769364"/>
                  </a:lnTo>
                  <a:lnTo>
                    <a:pt x="137160" y="1769364"/>
                  </a:lnTo>
                  <a:lnTo>
                    <a:pt x="137160" y="1734312"/>
                  </a:lnTo>
                  <a:lnTo>
                    <a:pt x="137160" y="1725168"/>
                  </a:lnTo>
                  <a:close/>
                </a:path>
                <a:path w="2272665" h="1769745">
                  <a:moveTo>
                    <a:pt x="140195" y="573024"/>
                  </a:moveTo>
                  <a:lnTo>
                    <a:pt x="135623" y="568452"/>
                  </a:lnTo>
                  <a:lnTo>
                    <a:pt x="132575" y="566928"/>
                  </a:lnTo>
                  <a:lnTo>
                    <a:pt x="131051" y="566928"/>
                  </a:lnTo>
                  <a:lnTo>
                    <a:pt x="128003" y="565404"/>
                  </a:lnTo>
                  <a:lnTo>
                    <a:pt x="123431" y="563880"/>
                  </a:lnTo>
                  <a:lnTo>
                    <a:pt x="118859" y="563880"/>
                  </a:lnTo>
                  <a:lnTo>
                    <a:pt x="115811" y="562356"/>
                  </a:lnTo>
                  <a:lnTo>
                    <a:pt x="112763" y="559308"/>
                  </a:lnTo>
                  <a:lnTo>
                    <a:pt x="112763" y="556260"/>
                  </a:lnTo>
                  <a:lnTo>
                    <a:pt x="115811" y="553212"/>
                  </a:lnTo>
                  <a:lnTo>
                    <a:pt x="117335" y="553212"/>
                  </a:lnTo>
                  <a:lnTo>
                    <a:pt x="118859" y="551688"/>
                  </a:lnTo>
                  <a:lnTo>
                    <a:pt x="126479" y="551688"/>
                  </a:lnTo>
                  <a:lnTo>
                    <a:pt x="128003" y="553212"/>
                  </a:lnTo>
                  <a:lnTo>
                    <a:pt x="129527" y="553212"/>
                  </a:lnTo>
                  <a:lnTo>
                    <a:pt x="132575" y="554736"/>
                  </a:lnTo>
                  <a:lnTo>
                    <a:pt x="132575" y="559308"/>
                  </a:lnTo>
                  <a:lnTo>
                    <a:pt x="138671" y="559308"/>
                  </a:lnTo>
                  <a:lnTo>
                    <a:pt x="138671" y="554736"/>
                  </a:lnTo>
                  <a:lnTo>
                    <a:pt x="137147" y="551688"/>
                  </a:lnTo>
                  <a:lnTo>
                    <a:pt x="134099" y="548640"/>
                  </a:lnTo>
                  <a:lnTo>
                    <a:pt x="131051" y="547116"/>
                  </a:lnTo>
                  <a:lnTo>
                    <a:pt x="129527" y="547116"/>
                  </a:lnTo>
                  <a:lnTo>
                    <a:pt x="126479" y="545592"/>
                  </a:lnTo>
                  <a:lnTo>
                    <a:pt x="117335" y="545592"/>
                  </a:lnTo>
                  <a:lnTo>
                    <a:pt x="114287" y="547116"/>
                  </a:lnTo>
                  <a:lnTo>
                    <a:pt x="112763" y="548640"/>
                  </a:lnTo>
                  <a:lnTo>
                    <a:pt x="109715" y="550164"/>
                  </a:lnTo>
                  <a:lnTo>
                    <a:pt x="109715" y="551688"/>
                  </a:lnTo>
                  <a:lnTo>
                    <a:pt x="106667" y="554736"/>
                  </a:lnTo>
                  <a:lnTo>
                    <a:pt x="106667" y="559308"/>
                  </a:lnTo>
                  <a:lnTo>
                    <a:pt x="108191" y="560832"/>
                  </a:lnTo>
                  <a:lnTo>
                    <a:pt x="108191" y="562356"/>
                  </a:lnTo>
                  <a:lnTo>
                    <a:pt x="111239" y="565404"/>
                  </a:lnTo>
                  <a:lnTo>
                    <a:pt x="114287" y="566928"/>
                  </a:lnTo>
                  <a:lnTo>
                    <a:pt x="115811" y="568452"/>
                  </a:lnTo>
                  <a:lnTo>
                    <a:pt x="118859" y="568452"/>
                  </a:lnTo>
                  <a:lnTo>
                    <a:pt x="121907" y="569976"/>
                  </a:lnTo>
                  <a:lnTo>
                    <a:pt x="126479" y="569976"/>
                  </a:lnTo>
                  <a:lnTo>
                    <a:pt x="128003" y="571500"/>
                  </a:lnTo>
                  <a:lnTo>
                    <a:pt x="131051" y="571500"/>
                  </a:lnTo>
                  <a:lnTo>
                    <a:pt x="134099" y="574548"/>
                  </a:lnTo>
                  <a:lnTo>
                    <a:pt x="134099" y="580644"/>
                  </a:lnTo>
                  <a:lnTo>
                    <a:pt x="132575" y="582168"/>
                  </a:lnTo>
                  <a:lnTo>
                    <a:pt x="131051" y="582168"/>
                  </a:lnTo>
                  <a:lnTo>
                    <a:pt x="129527" y="583692"/>
                  </a:lnTo>
                  <a:lnTo>
                    <a:pt x="120383" y="583692"/>
                  </a:lnTo>
                  <a:lnTo>
                    <a:pt x="117335" y="582168"/>
                  </a:lnTo>
                  <a:lnTo>
                    <a:pt x="115811" y="582168"/>
                  </a:lnTo>
                  <a:lnTo>
                    <a:pt x="114287" y="580644"/>
                  </a:lnTo>
                  <a:lnTo>
                    <a:pt x="114287" y="579120"/>
                  </a:lnTo>
                  <a:lnTo>
                    <a:pt x="112763" y="579120"/>
                  </a:lnTo>
                  <a:lnTo>
                    <a:pt x="112763" y="576072"/>
                  </a:lnTo>
                  <a:lnTo>
                    <a:pt x="111239" y="574548"/>
                  </a:lnTo>
                  <a:lnTo>
                    <a:pt x="105143" y="574548"/>
                  </a:lnTo>
                  <a:lnTo>
                    <a:pt x="105143" y="577596"/>
                  </a:lnTo>
                  <a:lnTo>
                    <a:pt x="106667" y="580644"/>
                  </a:lnTo>
                  <a:lnTo>
                    <a:pt x="108191" y="582168"/>
                  </a:lnTo>
                  <a:lnTo>
                    <a:pt x="109715" y="585216"/>
                  </a:lnTo>
                  <a:lnTo>
                    <a:pt x="111239" y="586740"/>
                  </a:lnTo>
                  <a:lnTo>
                    <a:pt x="117335" y="589788"/>
                  </a:lnTo>
                  <a:lnTo>
                    <a:pt x="131051" y="589788"/>
                  </a:lnTo>
                  <a:lnTo>
                    <a:pt x="132575" y="588264"/>
                  </a:lnTo>
                  <a:lnTo>
                    <a:pt x="135623" y="586740"/>
                  </a:lnTo>
                  <a:lnTo>
                    <a:pt x="138671" y="583692"/>
                  </a:lnTo>
                  <a:lnTo>
                    <a:pt x="140195" y="582168"/>
                  </a:lnTo>
                  <a:lnTo>
                    <a:pt x="140195" y="573024"/>
                  </a:lnTo>
                  <a:close/>
                </a:path>
                <a:path w="2272665" h="1769745">
                  <a:moveTo>
                    <a:pt x="144780" y="1123188"/>
                  </a:moveTo>
                  <a:lnTo>
                    <a:pt x="143256" y="1120140"/>
                  </a:lnTo>
                  <a:lnTo>
                    <a:pt x="140208" y="1117092"/>
                  </a:lnTo>
                  <a:lnTo>
                    <a:pt x="137160" y="1117092"/>
                  </a:lnTo>
                  <a:lnTo>
                    <a:pt x="135636" y="1115568"/>
                  </a:lnTo>
                  <a:lnTo>
                    <a:pt x="132588" y="1115568"/>
                  </a:lnTo>
                  <a:lnTo>
                    <a:pt x="123444" y="1112520"/>
                  </a:lnTo>
                  <a:lnTo>
                    <a:pt x="120396" y="1112520"/>
                  </a:lnTo>
                  <a:lnTo>
                    <a:pt x="118872" y="1110996"/>
                  </a:lnTo>
                  <a:lnTo>
                    <a:pt x="118872" y="1109472"/>
                  </a:lnTo>
                  <a:lnTo>
                    <a:pt x="117348" y="1109472"/>
                  </a:lnTo>
                  <a:lnTo>
                    <a:pt x="117348" y="1106424"/>
                  </a:lnTo>
                  <a:lnTo>
                    <a:pt x="121920" y="1101852"/>
                  </a:lnTo>
                  <a:lnTo>
                    <a:pt x="132588" y="1101852"/>
                  </a:lnTo>
                  <a:lnTo>
                    <a:pt x="137160" y="1106424"/>
                  </a:lnTo>
                  <a:lnTo>
                    <a:pt x="137160" y="1109472"/>
                  </a:lnTo>
                  <a:lnTo>
                    <a:pt x="143256" y="1109472"/>
                  </a:lnTo>
                  <a:lnTo>
                    <a:pt x="143256" y="1103376"/>
                  </a:lnTo>
                  <a:lnTo>
                    <a:pt x="141732" y="1101852"/>
                  </a:lnTo>
                  <a:lnTo>
                    <a:pt x="138684" y="1098804"/>
                  </a:lnTo>
                  <a:lnTo>
                    <a:pt x="132588" y="1095756"/>
                  </a:lnTo>
                  <a:lnTo>
                    <a:pt x="121920" y="1095756"/>
                  </a:lnTo>
                  <a:lnTo>
                    <a:pt x="118872" y="1097280"/>
                  </a:lnTo>
                  <a:lnTo>
                    <a:pt x="115824" y="1097280"/>
                  </a:lnTo>
                  <a:lnTo>
                    <a:pt x="114300" y="1098804"/>
                  </a:lnTo>
                  <a:lnTo>
                    <a:pt x="112776" y="1101852"/>
                  </a:lnTo>
                  <a:lnTo>
                    <a:pt x="112776" y="1103376"/>
                  </a:lnTo>
                  <a:lnTo>
                    <a:pt x="111252" y="1104900"/>
                  </a:lnTo>
                  <a:lnTo>
                    <a:pt x="111252" y="1109472"/>
                  </a:lnTo>
                  <a:lnTo>
                    <a:pt x="112776" y="1110996"/>
                  </a:lnTo>
                  <a:lnTo>
                    <a:pt x="112776" y="1112520"/>
                  </a:lnTo>
                  <a:lnTo>
                    <a:pt x="117348" y="1117092"/>
                  </a:lnTo>
                  <a:lnTo>
                    <a:pt x="120396" y="1117092"/>
                  </a:lnTo>
                  <a:lnTo>
                    <a:pt x="121920" y="1118616"/>
                  </a:lnTo>
                  <a:lnTo>
                    <a:pt x="126492" y="1118616"/>
                  </a:lnTo>
                  <a:lnTo>
                    <a:pt x="129540" y="1120140"/>
                  </a:lnTo>
                  <a:lnTo>
                    <a:pt x="132588" y="1120140"/>
                  </a:lnTo>
                  <a:lnTo>
                    <a:pt x="134112" y="1121664"/>
                  </a:lnTo>
                  <a:lnTo>
                    <a:pt x="135636" y="1121664"/>
                  </a:lnTo>
                  <a:lnTo>
                    <a:pt x="138684" y="1124712"/>
                  </a:lnTo>
                  <a:lnTo>
                    <a:pt x="138684" y="1129284"/>
                  </a:lnTo>
                  <a:lnTo>
                    <a:pt x="135636" y="1132332"/>
                  </a:lnTo>
                  <a:lnTo>
                    <a:pt x="134112" y="1132332"/>
                  </a:lnTo>
                  <a:lnTo>
                    <a:pt x="132588" y="1133856"/>
                  </a:lnTo>
                  <a:lnTo>
                    <a:pt x="123444" y="1133856"/>
                  </a:lnTo>
                  <a:lnTo>
                    <a:pt x="120396" y="1130808"/>
                  </a:lnTo>
                  <a:lnTo>
                    <a:pt x="118872" y="1130808"/>
                  </a:lnTo>
                  <a:lnTo>
                    <a:pt x="117348" y="1129284"/>
                  </a:lnTo>
                  <a:lnTo>
                    <a:pt x="117348" y="1127760"/>
                  </a:lnTo>
                  <a:lnTo>
                    <a:pt x="115824" y="1126236"/>
                  </a:lnTo>
                  <a:lnTo>
                    <a:pt x="115824" y="1124712"/>
                  </a:lnTo>
                  <a:lnTo>
                    <a:pt x="109728" y="1124712"/>
                  </a:lnTo>
                  <a:lnTo>
                    <a:pt x="109728" y="1127760"/>
                  </a:lnTo>
                  <a:lnTo>
                    <a:pt x="111252" y="1130808"/>
                  </a:lnTo>
                  <a:lnTo>
                    <a:pt x="112776" y="1132332"/>
                  </a:lnTo>
                  <a:lnTo>
                    <a:pt x="114300" y="1135380"/>
                  </a:lnTo>
                  <a:lnTo>
                    <a:pt x="115824" y="1136904"/>
                  </a:lnTo>
                  <a:lnTo>
                    <a:pt x="118872" y="1138428"/>
                  </a:lnTo>
                  <a:lnTo>
                    <a:pt x="121920" y="1138428"/>
                  </a:lnTo>
                  <a:lnTo>
                    <a:pt x="124968" y="1139952"/>
                  </a:lnTo>
                  <a:lnTo>
                    <a:pt x="132588" y="1139952"/>
                  </a:lnTo>
                  <a:lnTo>
                    <a:pt x="134112" y="1138428"/>
                  </a:lnTo>
                  <a:lnTo>
                    <a:pt x="137160" y="1138428"/>
                  </a:lnTo>
                  <a:lnTo>
                    <a:pt x="140208" y="1136904"/>
                  </a:lnTo>
                  <a:lnTo>
                    <a:pt x="143256" y="1133856"/>
                  </a:lnTo>
                  <a:lnTo>
                    <a:pt x="144780" y="1130808"/>
                  </a:lnTo>
                  <a:lnTo>
                    <a:pt x="144780" y="1123188"/>
                  </a:lnTo>
                  <a:close/>
                </a:path>
                <a:path w="2272665" h="1769745">
                  <a:moveTo>
                    <a:pt x="179832" y="1737360"/>
                  </a:moveTo>
                  <a:lnTo>
                    <a:pt x="176784" y="1731264"/>
                  </a:lnTo>
                  <a:lnTo>
                    <a:pt x="175260" y="1729740"/>
                  </a:lnTo>
                  <a:lnTo>
                    <a:pt x="173736" y="1728978"/>
                  </a:lnTo>
                  <a:lnTo>
                    <a:pt x="173736" y="1735836"/>
                  </a:lnTo>
                  <a:lnTo>
                    <a:pt x="173736" y="1744980"/>
                  </a:lnTo>
                  <a:lnTo>
                    <a:pt x="170688" y="1748028"/>
                  </a:lnTo>
                  <a:lnTo>
                    <a:pt x="161544" y="1748028"/>
                  </a:lnTo>
                  <a:lnTo>
                    <a:pt x="158496" y="1744980"/>
                  </a:lnTo>
                  <a:lnTo>
                    <a:pt x="158496" y="1735836"/>
                  </a:lnTo>
                  <a:lnTo>
                    <a:pt x="163068" y="1731264"/>
                  </a:lnTo>
                  <a:lnTo>
                    <a:pt x="169164" y="1731264"/>
                  </a:lnTo>
                  <a:lnTo>
                    <a:pt x="173736" y="1735836"/>
                  </a:lnTo>
                  <a:lnTo>
                    <a:pt x="173736" y="1728978"/>
                  </a:lnTo>
                  <a:lnTo>
                    <a:pt x="172212" y="1728216"/>
                  </a:lnTo>
                  <a:lnTo>
                    <a:pt x="170688" y="1726692"/>
                  </a:lnTo>
                  <a:lnTo>
                    <a:pt x="167640" y="1725168"/>
                  </a:lnTo>
                  <a:lnTo>
                    <a:pt x="161544" y="1725168"/>
                  </a:lnTo>
                  <a:lnTo>
                    <a:pt x="158496" y="1726692"/>
                  </a:lnTo>
                  <a:lnTo>
                    <a:pt x="153924" y="1731264"/>
                  </a:lnTo>
                  <a:lnTo>
                    <a:pt x="152400" y="1735836"/>
                  </a:lnTo>
                  <a:lnTo>
                    <a:pt x="152400" y="1743456"/>
                  </a:lnTo>
                  <a:lnTo>
                    <a:pt x="153924" y="1748028"/>
                  </a:lnTo>
                  <a:lnTo>
                    <a:pt x="158496" y="1752600"/>
                  </a:lnTo>
                  <a:lnTo>
                    <a:pt x="161544" y="1754124"/>
                  </a:lnTo>
                  <a:lnTo>
                    <a:pt x="167640" y="1754124"/>
                  </a:lnTo>
                  <a:lnTo>
                    <a:pt x="173736" y="1748028"/>
                  </a:lnTo>
                  <a:lnTo>
                    <a:pt x="173736" y="1755648"/>
                  </a:lnTo>
                  <a:lnTo>
                    <a:pt x="172212" y="1757172"/>
                  </a:lnTo>
                  <a:lnTo>
                    <a:pt x="172212" y="1760220"/>
                  </a:lnTo>
                  <a:lnTo>
                    <a:pt x="170688" y="1760220"/>
                  </a:lnTo>
                  <a:lnTo>
                    <a:pt x="170688" y="1761744"/>
                  </a:lnTo>
                  <a:lnTo>
                    <a:pt x="169164" y="1761744"/>
                  </a:lnTo>
                  <a:lnTo>
                    <a:pt x="167640" y="1763268"/>
                  </a:lnTo>
                  <a:lnTo>
                    <a:pt x="161544" y="1763268"/>
                  </a:lnTo>
                  <a:lnTo>
                    <a:pt x="158496" y="1760220"/>
                  </a:lnTo>
                  <a:lnTo>
                    <a:pt x="158496" y="1758696"/>
                  </a:lnTo>
                  <a:lnTo>
                    <a:pt x="152400" y="1758696"/>
                  </a:lnTo>
                  <a:lnTo>
                    <a:pt x="152400" y="1761744"/>
                  </a:lnTo>
                  <a:lnTo>
                    <a:pt x="153924" y="1764792"/>
                  </a:lnTo>
                  <a:lnTo>
                    <a:pt x="155448" y="1766316"/>
                  </a:lnTo>
                  <a:lnTo>
                    <a:pt x="161544" y="1769364"/>
                  </a:lnTo>
                  <a:lnTo>
                    <a:pt x="167640" y="1769364"/>
                  </a:lnTo>
                  <a:lnTo>
                    <a:pt x="170688" y="1767840"/>
                  </a:lnTo>
                  <a:lnTo>
                    <a:pt x="172212" y="1766316"/>
                  </a:lnTo>
                  <a:lnTo>
                    <a:pt x="175260" y="1764792"/>
                  </a:lnTo>
                  <a:lnTo>
                    <a:pt x="176784" y="1763268"/>
                  </a:lnTo>
                  <a:lnTo>
                    <a:pt x="178308" y="1758696"/>
                  </a:lnTo>
                  <a:lnTo>
                    <a:pt x="179832" y="1755648"/>
                  </a:lnTo>
                  <a:lnTo>
                    <a:pt x="179832" y="1737360"/>
                  </a:lnTo>
                  <a:close/>
                </a:path>
                <a:path w="2272665" h="1769745">
                  <a:moveTo>
                    <a:pt x="213347" y="1754124"/>
                  </a:moveTo>
                  <a:lnTo>
                    <a:pt x="211823" y="1751076"/>
                  </a:lnTo>
                  <a:lnTo>
                    <a:pt x="210299" y="1749552"/>
                  </a:lnTo>
                  <a:lnTo>
                    <a:pt x="209537" y="1748028"/>
                  </a:lnTo>
                  <a:lnTo>
                    <a:pt x="208775" y="1746504"/>
                  </a:lnTo>
                  <a:lnTo>
                    <a:pt x="207251" y="1744980"/>
                  </a:lnTo>
                  <a:lnTo>
                    <a:pt x="207251" y="1754124"/>
                  </a:lnTo>
                  <a:lnTo>
                    <a:pt x="207251" y="1758696"/>
                  </a:lnTo>
                  <a:lnTo>
                    <a:pt x="204203" y="1761744"/>
                  </a:lnTo>
                  <a:lnTo>
                    <a:pt x="204203" y="1763268"/>
                  </a:lnTo>
                  <a:lnTo>
                    <a:pt x="196583" y="1763268"/>
                  </a:lnTo>
                  <a:lnTo>
                    <a:pt x="195059" y="1761744"/>
                  </a:lnTo>
                  <a:lnTo>
                    <a:pt x="193535" y="1761744"/>
                  </a:lnTo>
                  <a:lnTo>
                    <a:pt x="192011" y="1760220"/>
                  </a:lnTo>
                  <a:lnTo>
                    <a:pt x="192011" y="1751076"/>
                  </a:lnTo>
                  <a:lnTo>
                    <a:pt x="193535" y="1749552"/>
                  </a:lnTo>
                  <a:lnTo>
                    <a:pt x="195059" y="1749552"/>
                  </a:lnTo>
                  <a:lnTo>
                    <a:pt x="196583" y="1748028"/>
                  </a:lnTo>
                  <a:lnTo>
                    <a:pt x="201155" y="1748028"/>
                  </a:lnTo>
                  <a:lnTo>
                    <a:pt x="204203" y="1749552"/>
                  </a:lnTo>
                  <a:lnTo>
                    <a:pt x="205727" y="1751076"/>
                  </a:lnTo>
                  <a:lnTo>
                    <a:pt x="207251" y="1754124"/>
                  </a:lnTo>
                  <a:lnTo>
                    <a:pt x="207251" y="1744980"/>
                  </a:lnTo>
                  <a:lnTo>
                    <a:pt x="204203" y="1744980"/>
                  </a:lnTo>
                  <a:lnTo>
                    <a:pt x="207251" y="1743456"/>
                  </a:lnTo>
                  <a:lnTo>
                    <a:pt x="208775" y="1743456"/>
                  </a:lnTo>
                  <a:lnTo>
                    <a:pt x="208775" y="1741932"/>
                  </a:lnTo>
                  <a:lnTo>
                    <a:pt x="211823" y="1738884"/>
                  </a:lnTo>
                  <a:lnTo>
                    <a:pt x="211823" y="1732788"/>
                  </a:lnTo>
                  <a:lnTo>
                    <a:pt x="210299" y="1731264"/>
                  </a:lnTo>
                  <a:lnTo>
                    <a:pt x="205727" y="1726692"/>
                  </a:lnTo>
                  <a:lnTo>
                    <a:pt x="205727" y="1735836"/>
                  </a:lnTo>
                  <a:lnTo>
                    <a:pt x="205727" y="1738884"/>
                  </a:lnTo>
                  <a:lnTo>
                    <a:pt x="204203" y="1738884"/>
                  </a:lnTo>
                  <a:lnTo>
                    <a:pt x="204203" y="1740408"/>
                  </a:lnTo>
                  <a:lnTo>
                    <a:pt x="202679" y="1741932"/>
                  </a:lnTo>
                  <a:lnTo>
                    <a:pt x="195059" y="1741932"/>
                  </a:lnTo>
                  <a:lnTo>
                    <a:pt x="193535" y="1740408"/>
                  </a:lnTo>
                  <a:lnTo>
                    <a:pt x="193535" y="1734312"/>
                  </a:lnTo>
                  <a:lnTo>
                    <a:pt x="195059" y="1732788"/>
                  </a:lnTo>
                  <a:lnTo>
                    <a:pt x="195059" y="1731264"/>
                  </a:lnTo>
                  <a:lnTo>
                    <a:pt x="202679" y="1731264"/>
                  </a:lnTo>
                  <a:lnTo>
                    <a:pt x="204203" y="1732788"/>
                  </a:lnTo>
                  <a:lnTo>
                    <a:pt x="204203" y="1734312"/>
                  </a:lnTo>
                  <a:lnTo>
                    <a:pt x="205727" y="1735836"/>
                  </a:lnTo>
                  <a:lnTo>
                    <a:pt x="205727" y="1726692"/>
                  </a:lnTo>
                  <a:lnTo>
                    <a:pt x="202679" y="1725168"/>
                  </a:lnTo>
                  <a:lnTo>
                    <a:pt x="195059" y="1725168"/>
                  </a:lnTo>
                  <a:lnTo>
                    <a:pt x="192011" y="1726692"/>
                  </a:lnTo>
                  <a:lnTo>
                    <a:pt x="190487" y="1728216"/>
                  </a:lnTo>
                  <a:lnTo>
                    <a:pt x="187439" y="1729740"/>
                  </a:lnTo>
                  <a:lnTo>
                    <a:pt x="187439" y="1740408"/>
                  </a:lnTo>
                  <a:lnTo>
                    <a:pt x="188963" y="1741932"/>
                  </a:lnTo>
                  <a:lnTo>
                    <a:pt x="188963" y="1743456"/>
                  </a:lnTo>
                  <a:lnTo>
                    <a:pt x="192011" y="1743456"/>
                  </a:lnTo>
                  <a:lnTo>
                    <a:pt x="193535" y="1744980"/>
                  </a:lnTo>
                  <a:lnTo>
                    <a:pt x="190487" y="1744980"/>
                  </a:lnTo>
                  <a:lnTo>
                    <a:pt x="187439" y="1748028"/>
                  </a:lnTo>
                  <a:lnTo>
                    <a:pt x="185915" y="1751076"/>
                  </a:lnTo>
                  <a:lnTo>
                    <a:pt x="185915" y="1763268"/>
                  </a:lnTo>
                  <a:lnTo>
                    <a:pt x="188963" y="1766316"/>
                  </a:lnTo>
                  <a:lnTo>
                    <a:pt x="195059" y="1769364"/>
                  </a:lnTo>
                  <a:lnTo>
                    <a:pt x="202679" y="1769364"/>
                  </a:lnTo>
                  <a:lnTo>
                    <a:pt x="208775" y="1766316"/>
                  </a:lnTo>
                  <a:lnTo>
                    <a:pt x="211823" y="1763268"/>
                  </a:lnTo>
                  <a:lnTo>
                    <a:pt x="213347" y="1760220"/>
                  </a:lnTo>
                  <a:lnTo>
                    <a:pt x="213347" y="1754124"/>
                  </a:lnTo>
                  <a:close/>
                </a:path>
                <a:path w="2272665" h="1769745">
                  <a:moveTo>
                    <a:pt x="245351" y="1737360"/>
                  </a:moveTo>
                  <a:lnTo>
                    <a:pt x="243827" y="1734312"/>
                  </a:lnTo>
                  <a:lnTo>
                    <a:pt x="243827" y="1732788"/>
                  </a:lnTo>
                  <a:lnTo>
                    <a:pt x="242303" y="1731264"/>
                  </a:lnTo>
                  <a:lnTo>
                    <a:pt x="242303" y="1728216"/>
                  </a:lnTo>
                  <a:lnTo>
                    <a:pt x="240779" y="1728216"/>
                  </a:lnTo>
                  <a:lnTo>
                    <a:pt x="239255" y="1727454"/>
                  </a:lnTo>
                  <a:lnTo>
                    <a:pt x="239255" y="1737360"/>
                  </a:lnTo>
                  <a:lnTo>
                    <a:pt x="239255" y="1758696"/>
                  </a:lnTo>
                  <a:lnTo>
                    <a:pt x="234683" y="1763268"/>
                  </a:lnTo>
                  <a:lnTo>
                    <a:pt x="230111" y="1763268"/>
                  </a:lnTo>
                  <a:lnTo>
                    <a:pt x="225539" y="1758696"/>
                  </a:lnTo>
                  <a:lnTo>
                    <a:pt x="224015" y="1754124"/>
                  </a:lnTo>
                  <a:lnTo>
                    <a:pt x="224015" y="1740408"/>
                  </a:lnTo>
                  <a:lnTo>
                    <a:pt x="225539" y="1735836"/>
                  </a:lnTo>
                  <a:lnTo>
                    <a:pt x="230111" y="1731264"/>
                  </a:lnTo>
                  <a:lnTo>
                    <a:pt x="234683" y="1731264"/>
                  </a:lnTo>
                  <a:lnTo>
                    <a:pt x="237731" y="1734312"/>
                  </a:lnTo>
                  <a:lnTo>
                    <a:pt x="239255" y="1737360"/>
                  </a:lnTo>
                  <a:lnTo>
                    <a:pt x="239255" y="1727454"/>
                  </a:lnTo>
                  <a:lnTo>
                    <a:pt x="237731" y="1726692"/>
                  </a:lnTo>
                  <a:lnTo>
                    <a:pt x="236207" y="1725168"/>
                  </a:lnTo>
                  <a:lnTo>
                    <a:pt x="228587" y="1725168"/>
                  </a:lnTo>
                  <a:lnTo>
                    <a:pt x="227063" y="1726692"/>
                  </a:lnTo>
                  <a:lnTo>
                    <a:pt x="224015" y="1726692"/>
                  </a:lnTo>
                  <a:lnTo>
                    <a:pt x="222491" y="1728216"/>
                  </a:lnTo>
                  <a:lnTo>
                    <a:pt x="219443" y="1734312"/>
                  </a:lnTo>
                  <a:lnTo>
                    <a:pt x="219443" y="1737360"/>
                  </a:lnTo>
                  <a:lnTo>
                    <a:pt x="217919" y="1741932"/>
                  </a:lnTo>
                  <a:lnTo>
                    <a:pt x="217919" y="1755648"/>
                  </a:lnTo>
                  <a:lnTo>
                    <a:pt x="219443" y="1761744"/>
                  </a:lnTo>
                  <a:lnTo>
                    <a:pt x="222491" y="1766316"/>
                  </a:lnTo>
                  <a:lnTo>
                    <a:pt x="228587" y="1769364"/>
                  </a:lnTo>
                  <a:lnTo>
                    <a:pt x="237731" y="1769364"/>
                  </a:lnTo>
                  <a:lnTo>
                    <a:pt x="239255" y="1767840"/>
                  </a:lnTo>
                  <a:lnTo>
                    <a:pt x="242303" y="1766316"/>
                  </a:lnTo>
                  <a:lnTo>
                    <a:pt x="243827" y="1763268"/>
                  </a:lnTo>
                  <a:lnTo>
                    <a:pt x="243827" y="1760220"/>
                  </a:lnTo>
                  <a:lnTo>
                    <a:pt x="245351" y="1757172"/>
                  </a:lnTo>
                  <a:lnTo>
                    <a:pt x="245351" y="1737360"/>
                  </a:lnTo>
                  <a:close/>
                </a:path>
                <a:path w="2272665" h="1769745">
                  <a:moveTo>
                    <a:pt x="2173211" y="1731264"/>
                  </a:moveTo>
                  <a:lnTo>
                    <a:pt x="2170163" y="1728216"/>
                  </a:lnTo>
                  <a:lnTo>
                    <a:pt x="2164067" y="1725168"/>
                  </a:lnTo>
                  <a:lnTo>
                    <a:pt x="2154923" y="1725168"/>
                  </a:lnTo>
                  <a:lnTo>
                    <a:pt x="2148827" y="1728216"/>
                  </a:lnTo>
                  <a:lnTo>
                    <a:pt x="2147303" y="1729740"/>
                  </a:lnTo>
                  <a:lnTo>
                    <a:pt x="2145779" y="1732788"/>
                  </a:lnTo>
                  <a:lnTo>
                    <a:pt x="2144255" y="1737360"/>
                  </a:lnTo>
                  <a:lnTo>
                    <a:pt x="2150351" y="1737360"/>
                  </a:lnTo>
                  <a:lnTo>
                    <a:pt x="2150351" y="1735836"/>
                  </a:lnTo>
                  <a:lnTo>
                    <a:pt x="2154923" y="1731264"/>
                  </a:lnTo>
                  <a:lnTo>
                    <a:pt x="2164067" y="1731264"/>
                  </a:lnTo>
                  <a:lnTo>
                    <a:pt x="2167115" y="1734312"/>
                  </a:lnTo>
                  <a:lnTo>
                    <a:pt x="2167115" y="1741932"/>
                  </a:lnTo>
                  <a:lnTo>
                    <a:pt x="2165591" y="1743456"/>
                  </a:lnTo>
                  <a:lnTo>
                    <a:pt x="2164067" y="1746504"/>
                  </a:lnTo>
                  <a:lnTo>
                    <a:pt x="2154923" y="1752600"/>
                  </a:lnTo>
                  <a:lnTo>
                    <a:pt x="2148827" y="1758696"/>
                  </a:lnTo>
                  <a:lnTo>
                    <a:pt x="2147303" y="1761744"/>
                  </a:lnTo>
                  <a:lnTo>
                    <a:pt x="2145779" y="1763268"/>
                  </a:lnTo>
                  <a:lnTo>
                    <a:pt x="2145779" y="1764792"/>
                  </a:lnTo>
                  <a:lnTo>
                    <a:pt x="2144255" y="1766316"/>
                  </a:lnTo>
                  <a:lnTo>
                    <a:pt x="2144255" y="1769364"/>
                  </a:lnTo>
                  <a:lnTo>
                    <a:pt x="2173211" y="1769364"/>
                  </a:lnTo>
                  <a:lnTo>
                    <a:pt x="2173211" y="1763268"/>
                  </a:lnTo>
                  <a:lnTo>
                    <a:pt x="2151875" y="1763268"/>
                  </a:lnTo>
                  <a:lnTo>
                    <a:pt x="2154923" y="1760220"/>
                  </a:lnTo>
                  <a:lnTo>
                    <a:pt x="2156447" y="1760220"/>
                  </a:lnTo>
                  <a:lnTo>
                    <a:pt x="2171687" y="1744980"/>
                  </a:lnTo>
                  <a:lnTo>
                    <a:pt x="2173211" y="1741932"/>
                  </a:lnTo>
                  <a:lnTo>
                    <a:pt x="2173211" y="1731264"/>
                  </a:lnTo>
                  <a:close/>
                </a:path>
                <a:path w="2272665" h="1769745">
                  <a:moveTo>
                    <a:pt x="2206752" y="1738884"/>
                  </a:moveTo>
                  <a:lnTo>
                    <a:pt x="2205228" y="1737360"/>
                  </a:lnTo>
                  <a:lnTo>
                    <a:pt x="2205228" y="1734312"/>
                  </a:lnTo>
                  <a:lnTo>
                    <a:pt x="2203704" y="1732788"/>
                  </a:lnTo>
                  <a:lnTo>
                    <a:pt x="2203704" y="1731264"/>
                  </a:lnTo>
                  <a:lnTo>
                    <a:pt x="2202180" y="1728216"/>
                  </a:lnTo>
                  <a:lnTo>
                    <a:pt x="2200656" y="1728216"/>
                  </a:lnTo>
                  <a:lnTo>
                    <a:pt x="2200656" y="1737360"/>
                  </a:lnTo>
                  <a:lnTo>
                    <a:pt x="2200656" y="1758696"/>
                  </a:lnTo>
                  <a:lnTo>
                    <a:pt x="2197608" y="1761744"/>
                  </a:lnTo>
                  <a:lnTo>
                    <a:pt x="2194560" y="1763268"/>
                  </a:lnTo>
                  <a:lnTo>
                    <a:pt x="2191512" y="1763268"/>
                  </a:lnTo>
                  <a:lnTo>
                    <a:pt x="2188464" y="1761744"/>
                  </a:lnTo>
                  <a:lnTo>
                    <a:pt x="2185416" y="1758696"/>
                  </a:lnTo>
                  <a:lnTo>
                    <a:pt x="2185416" y="1735836"/>
                  </a:lnTo>
                  <a:lnTo>
                    <a:pt x="2188464" y="1732788"/>
                  </a:lnTo>
                  <a:lnTo>
                    <a:pt x="2191512" y="1731264"/>
                  </a:lnTo>
                  <a:lnTo>
                    <a:pt x="2196084" y="1731264"/>
                  </a:lnTo>
                  <a:lnTo>
                    <a:pt x="2199132" y="1734312"/>
                  </a:lnTo>
                  <a:lnTo>
                    <a:pt x="2200656" y="1737360"/>
                  </a:lnTo>
                  <a:lnTo>
                    <a:pt x="2200656" y="1728216"/>
                  </a:lnTo>
                  <a:lnTo>
                    <a:pt x="2197608" y="1725168"/>
                  </a:lnTo>
                  <a:lnTo>
                    <a:pt x="2189988" y="1725168"/>
                  </a:lnTo>
                  <a:lnTo>
                    <a:pt x="2186940" y="1726692"/>
                  </a:lnTo>
                  <a:lnTo>
                    <a:pt x="2185416" y="1726692"/>
                  </a:lnTo>
                  <a:lnTo>
                    <a:pt x="2183892" y="1728216"/>
                  </a:lnTo>
                  <a:lnTo>
                    <a:pt x="2179320" y="1737360"/>
                  </a:lnTo>
                  <a:lnTo>
                    <a:pt x="2179320" y="1755648"/>
                  </a:lnTo>
                  <a:lnTo>
                    <a:pt x="2180844" y="1761744"/>
                  </a:lnTo>
                  <a:lnTo>
                    <a:pt x="2183892" y="1766316"/>
                  </a:lnTo>
                  <a:lnTo>
                    <a:pt x="2185416" y="1767840"/>
                  </a:lnTo>
                  <a:lnTo>
                    <a:pt x="2188464" y="1769364"/>
                  </a:lnTo>
                  <a:lnTo>
                    <a:pt x="2199132" y="1769364"/>
                  </a:lnTo>
                  <a:lnTo>
                    <a:pt x="2202180" y="1766316"/>
                  </a:lnTo>
                  <a:lnTo>
                    <a:pt x="2203704" y="1763268"/>
                  </a:lnTo>
                  <a:lnTo>
                    <a:pt x="2206752" y="1757172"/>
                  </a:lnTo>
                  <a:lnTo>
                    <a:pt x="2206752" y="1738884"/>
                  </a:lnTo>
                  <a:close/>
                </a:path>
                <a:path w="2272665" h="1769745">
                  <a:moveTo>
                    <a:pt x="2231123" y="1725168"/>
                  </a:moveTo>
                  <a:lnTo>
                    <a:pt x="2226551" y="1725168"/>
                  </a:lnTo>
                  <a:lnTo>
                    <a:pt x="2226551" y="1726692"/>
                  </a:lnTo>
                  <a:lnTo>
                    <a:pt x="2225027" y="1729740"/>
                  </a:lnTo>
                  <a:lnTo>
                    <a:pt x="2221979" y="1731264"/>
                  </a:lnTo>
                  <a:lnTo>
                    <a:pt x="2220455" y="1732788"/>
                  </a:lnTo>
                  <a:lnTo>
                    <a:pt x="2217407" y="1734312"/>
                  </a:lnTo>
                  <a:lnTo>
                    <a:pt x="2215883" y="1735836"/>
                  </a:lnTo>
                  <a:lnTo>
                    <a:pt x="2215883" y="1741932"/>
                  </a:lnTo>
                  <a:lnTo>
                    <a:pt x="2217407" y="1740408"/>
                  </a:lnTo>
                  <a:lnTo>
                    <a:pt x="2218931" y="1740408"/>
                  </a:lnTo>
                  <a:lnTo>
                    <a:pt x="2225027" y="1734312"/>
                  </a:lnTo>
                  <a:lnTo>
                    <a:pt x="2225027" y="1769364"/>
                  </a:lnTo>
                  <a:lnTo>
                    <a:pt x="2231123" y="1769364"/>
                  </a:lnTo>
                  <a:lnTo>
                    <a:pt x="2231123" y="1725168"/>
                  </a:lnTo>
                  <a:close/>
                </a:path>
                <a:path w="2272665" h="1769745">
                  <a:moveTo>
                    <a:pt x="2272284" y="1737360"/>
                  </a:moveTo>
                  <a:lnTo>
                    <a:pt x="2270760" y="1734312"/>
                  </a:lnTo>
                  <a:lnTo>
                    <a:pt x="2270760" y="1732788"/>
                  </a:lnTo>
                  <a:lnTo>
                    <a:pt x="2269236" y="1731264"/>
                  </a:lnTo>
                  <a:lnTo>
                    <a:pt x="2269236" y="1728216"/>
                  </a:lnTo>
                  <a:lnTo>
                    <a:pt x="2267712" y="1728216"/>
                  </a:lnTo>
                  <a:lnTo>
                    <a:pt x="2266188" y="1727454"/>
                  </a:lnTo>
                  <a:lnTo>
                    <a:pt x="2266188" y="1737360"/>
                  </a:lnTo>
                  <a:lnTo>
                    <a:pt x="2266188" y="1758696"/>
                  </a:lnTo>
                  <a:lnTo>
                    <a:pt x="2261616" y="1763268"/>
                  </a:lnTo>
                  <a:lnTo>
                    <a:pt x="2257044" y="1763268"/>
                  </a:lnTo>
                  <a:lnTo>
                    <a:pt x="2252472" y="1758696"/>
                  </a:lnTo>
                  <a:lnTo>
                    <a:pt x="2250948" y="1754124"/>
                  </a:lnTo>
                  <a:lnTo>
                    <a:pt x="2250948" y="1740408"/>
                  </a:lnTo>
                  <a:lnTo>
                    <a:pt x="2252472" y="1735836"/>
                  </a:lnTo>
                  <a:lnTo>
                    <a:pt x="2257044" y="1731264"/>
                  </a:lnTo>
                  <a:lnTo>
                    <a:pt x="2261616" y="1731264"/>
                  </a:lnTo>
                  <a:lnTo>
                    <a:pt x="2264664" y="1734312"/>
                  </a:lnTo>
                  <a:lnTo>
                    <a:pt x="2266188" y="1737360"/>
                  </a:lnTo>
                  <a:lnTo>
                    <a:pt x="2266188" y="1727454"/>
                  </a:lnTo>
                  <a:lnTo>
                    <a:pt x="2264664" y="1726692"/>
                  </a:lnTo>
                  <a:lnTo>
                    <a:pt x="2263140" y="1725168"/>
                  </a:lnTo>
                  <a:lnTo>
                    <a:pt x="2255520" y="1725168"/>
                  </a:lnTo>
                  <a:lnTo>
                    <a:pt x="2253996" y="1726692"/>
                  </a:lnTo>
                  <a:lnTo>
                    <a:pt x="2250948" y="1726692"/>
                  </a:lnTo>
                  <a:lnTo>
                    <a:pt x="2249424" y="1728216"/>
                  </a:lnTo>
                  <a:lnTo>
                    <a:pt x="2246376" y="1734312"/>
                  </a:lnTo>
                  <a:lnTo>
                    <a:pt x="2246376" y="1737360"/>
                  </a:lnTo>
                  <a:lnTo>
                    <a:pt x="2244852" y="1741932"/>
                  </a:lnTo>
                  <a:lnTo>
                    <a:pt x="2244852" y="1755648"/>
                  </a:lnTo>
                  <a:lnTo>
                    <a:pt x="2246376" y="1761744"/>
                  </a:lnTo>
                  <a:lnTo>
                    <a:pt x="2249424" y="1766316"/>
                  </a:lnTo>
                  <a:lnTo>
                    <a:pt x="2255520" y="1769364"/>
                  </a:lnTo>
                  <a:lnTo>
                    <a:pt x="2264664" y="1769364"/>
                  </a:lnTo>
                  <a:lnTo>
                    <a:pt x="2266188" y="1767840"/>
                  </a:lnTo>
                  <a:lnTo>
                    <a:pt x="2269236" y="1766316"/>
                  </a:lnTo>
                  <a:lnTo>
                    <a:pt x="2270760" y="1763268"/>
                  </a:lnTo>
                  <a:lnTo>
                    <a:pt x="2270760" y="1760220"/>
                  </a:lnTo>
                  <a:lnTo>
                    <a:pt x="2272284" y="1757172"/>
                  </a:lnTo>
                  <a:lnTo>
                    <a:pt x="2272284" y="1737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64195" y="2804159"/>
              <a:ext cx="800100" cy="14935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48272" y="1714499"/>
              <a:ext cx="53340" cy="419100"/>
            </a:xfrm>
            <a:prstGeom prst="rect">
              <a:avLst/>
            </a:prstGeom>
          </p:spPr>
        </p:pic>
      </p:grpSp>
      <p:graphicFrame>
        <p:nvGraphicFramePr>
          <p:cNvPr id="29" name="object 29" descr=""/>
          <p:cNvGraphicFramePr>
            <a:graphicFrameLocks noGrp="1"/>
          </p:cNvGraphicFramePr>
          <p:nvPr/>
        </p:nvGraphicFramePr>
        <p:xfrm>
          <a:off x="7043928" y="1074420"/>
          <a:ext cx="2108200" cy="16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0"/>
              </a:tblGrid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FBFBF"/>
                      </a:solidFill>
                      <a:prstDash val="solid"/>
                    </a:lnT>
                    <a:lnB w="6350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18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FBFBF"/>
                      </a:solidFill>
                      <a:prstDash val="solid"/>
                    </a:lnT>
                    <a:lnB w="6350">
                      <a:solidFill>
                        <a:srgbClr val="959595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959595"/>
                      </a:solidFill>
                      <a:prstDash val="solid"/>
                    </a:lnT>
                    <a:lnB w="6350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FBFBF"/>
                      </a:solidFill>
                      <a:prstDash val="solid"/>
                    </a:lnT>
                    <a:lnB w="6350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18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FBFBF"/>
                      </a:solidFill>
                      <a:prstDash val="solid"/>
                    </a:lnT>
                    <a:lnB w="6350">
                      <a:solidFill>
                        <a:srgbClr val="959595"/>
                      </a:solidFill>
                      <a:prstDash val="solid"/>
                    </a:lnB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959595"/>
                      </a:solidFill>
                      <a:prstDash val="solid"/>
                    </a:lnT>
                    <a:lnB w="6350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FBFBF"/>
                      </a:solidFill>
                      <a:prstDash val="solid"/>
                    </a:lnT>
                    <a:lnB w="6350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FBFBF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0" name="object 30" descr=""/>
          <p:cNvGrpSpPr/>
          <p:nvPr/>
        </p:nvGrpSpPr>
        <p:grpSpPr>
          <a:xfrm>
            <a:off x="7083552" y="1147572"/>
            <a:ext cx="1955800" cy="1170940"/>
            <a:chOff x="7083552" y="1147572"/>
            <a:chExt cx="1955800" cy="1170940"/>
          </a:xfrm>
        </p:grpSpPr>
        <p:sp>
          <p:nvSpPr>
            <p:cNvPr id="31" name="object 31" descr=""/>
            <p:cNvSpPr/>
            <p:nvPr/>
          </p:nvSpPr>
          <p:spPr>
            <a:xfrm>
              <a:off x="7083552" y="2289048"/>
              <a:ext cx="33655" cy="29209"/>
            </a:xfrm>
            <a:custGeom>
              <a:avLst/>
              <a:gdLst/>
              <a:ahLst/>
              <a:cxnLst/>
              <a:rect l="l" t="t" r="r" b="b"/>
              <a:pathLst>
                <a:path w="33654" h="29210">
                  <a:moveTo>
                    <a:pt x="4571" y="28955"/>
                  </a:moveTo>
                  <a:lnTo>
                    <a:pt x="0" y="18287"/>
                  </a:lnTo>
                  <a:lnTo>
                    <a:pt x="28955" y="0"/>
                  </a:lnTo>
                  <a:lnTo>
                    <a:pt x="33528" y="9143"/>
                  </a:lnTo>
                  <a:lnTo>
                    <a:pt x="4571" y="2895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39939" y="2025395"/>
              <a:ext cx="432816" cy="25907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7597127" y="1763267"/>
              <a:ext cx="431800" cy="257810"/>
            </a:xfrm>
            <a:custGeom>
              <a:avLst/>
              <a:gdLst/>
              <a:ahLst/>
              <a:cxnLst/>
              <a:rect l="l" t="t" r="r" b="b"/>
              <a:pathLst>
                <a:path w="431800" h="257810">
                  <a:moveTo>
                    <a:pt x="36588" y="239268"/>
                  </a:moveTo>
                  <a:lnTo>
                    <a:pt x="32016" y="230124"/>
                  </a:lnTo>
                  <a:lnTo>
                    <a:pt x="0" y="248412"/>
                  </a:lnTo>
                  <a:lnTo>
                    <a:pt x="4584" y="257556"/>
                  </a:lnTo>
                  <a:lnTo>
                    <a:pt x="36588" y="239268"/>
                  </a:lnTo>
                  <a:close/>
                </a:path>
                <a:path w="431800" h="257810">
                  <a:moveTo>
                    <a:pt x="92964" y="205740"/>
                  </a:moveTo>
                  <a:lnTo>
                    <a:pt x="88404" y="196596"/>
                  </a:lnTo>
                  <a:lnTo>
                    <a:pt x="56400" y="216408"/>
                  </a:lnTo>
                  <a:lnTo>
                    <a:pt x="60972" y="225552"/>
                  </a:lnTo>
                  <a:lnTo>
                    <a:pt x="92964" y="205740"/>
                  </a:lnTo>
                  <a:close/>
                </a:path>
                <a:path w="431800" h="257810">
                  <a:moveTo>
                    <a:pt x="149364" y="173736"/>
                  </a:moveTo>
                  <a:lnTo>
                    <a:pt x="144780" y="164592"/>
                  </a:lnTo>
                  <a:lnTo>
                    <a:pt x="112788" y="182880"/>
                  </a:lnTo>
                  <a:lnTo>
                    <a:pt x="117348" y="192024"/>
                  </a:lnTo>
                  <a:lnTo>
                    <a:pt x="149364" y="173736"/>
                  </a:lnTo>
                  <a:close/>
                </a:path>
                <a:path w="431800" h="257810">
                  <a:moveTo>
                    <a:pt x="205752" y="140208"/>
                  </a:moveTo>
                  <a:lnTo>
                    <a:pt x="201168" y="131064"/>
                  </a:lnTo>
                  <a:lnTo>
                    <a:pt x="169164" y="149352"/>
                  </a:lnTo>
                  <a:lnTo>
                    <a:pt x="173748" y="160020"/>
                  </a:lnTo>
                  <a:lnTo>
                    <a:pt x="205752" y="140208"/>
                  </a:lnTo>
                  <a:close/>
                </a:path>
                <a:path w="431800" h="257810">
                  <a:moveTo>
                    <a:pt x="262128" y="108204"/>
                  </a:moveTo>
                  <a:lnTo>
                    <a:pt x="257568" y="99060"/>
                  </a:lnTo>
                  <a:lnTo>
                    <a:pt x="225564" y="117348"/>
                  </a:lnTo>
                  <a:lnTo>
                    <a:pt x="230136" y="126492"/>
                  </a:lnTo>
                  <a:lnTo>
                    <a:pt x="262128" y="108204"/>
                  </a:lnTo>
                  <a:close/>
                </a:path>
                <a:path w="431800" h="257810">
                  <a:moveTo>
                    <a:pt x="318516" y="74676"/>
                  </a:moveTo>
                  <a:lnTo>
                    <a:pt x="313944" y="65532"/>
                  </a:lnTo>
                  <a:lnTo>
                    <a:pt x="281952" y="83820"/>
                  </a:lnTo>
                  <a:lnTo>
                    <a:pt x="286512" y="92964"/>
                  </a:lnTo>
                  <a:lnTo>
                    <a:pt x="318516" y="74676"/>
                  </a:lnTo>
                  <a:close/>
                </a:path>
                <a:path w="431800" h="257810">
                  <a:moveTo>
                    <a:pt x="374916" y="42672"/>
                  </a:moveTo>
                  <a:lnTo>
                    <a:pt x="370332" y="32004"/>
                  </a:lnTo>
                  <a:lnTo>
                    <a:pt x="338328" y="51816"/>
                  </a:lnTo>
                  <a:lnTo>
                    <a:pt x="342900" y="60960"/>
                  </a:lnTo>
                  <a:lnTo>
                    <a:pt x="374916" y="42672"/>
                  </a:lnTo>
                  <a:close/>
                </a:path>
                <a:path w="431800" h="257810">
                  <a:moveTo>
                    <a:pt x="431304" y="9144"/>
                  </a:moveTo>
                  <a:lnTo>
                    <a:pt x="426732" y="0"/>
                  </a:lnTo>
                  <a:lnTo>
                    <a:pt x="394716" y="18288"/>
                  </a:lnTo>
                  <a:lnTo>
                    <a:pt x="399300" y="27432"/>
                  </a:lnTo>
                  <a:lnTo>
                    <a:pt x="431304" y="914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52816" y="1499615"/>
              <a:ext cx="432816" cy="259079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508492" y="1235963"/>
              <a:ext cx="432815" cy="259080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8964155" y="1184147"/>
              <a:ext cx="71755" cy="47625"/>
            </a:xfrm>
            <a:custGeom>
              <a:avLst/>
              <a:gdLst/>
              <a:ahLst/>
              <a:cxnLst/>
              <a:rect l="l" t="t" r="r" b="b"/>
              <a:pathLst>
                <a:path w="71754" h="47625">
                  <a:moveTo>
                    <a:pt x="38100" y="28956"/>
                  </a:moveTo>
                  <a:lnTo>
                    <a:pt x="33540" y="19812"/>
                  </a:lnTo>
                  <a:lnTo>
                    <a:pt x="0" y="38100"/>
                  </a:lnTo>
                  <a:lnTo>
                    <a:pt x="6108" y="47244"/>
                  </a:lnTo>
                  <a:lnTo>
                    <a:pt x="38100" y="28956"/>
                  </a:lnTo>
                  <a:close/>
                </a:path>
                <a:path w="71754" h="47625">
                  <a:moveTo>
                    <a:pt x="71640" y="10668"/>
                  </a:moveTo>
                  <a:lnTo>
                    <a:pt x="67056" y="0"/>
                  </a:lnTo>
                  <a:lnTo>
                    <a:pt x="56388" y="6096"/>
                  </a:lnTo>
                  <a:lnTo>
                    <a:pt x="62484" y="15240"/>
                  </a:lnTo>
                  <a:lnTo>
                    <a:pt x="71640" y="1066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83552" y="1147572"/>
              <a:ext cx="1955292" cy="1132331"/>
            </a:xfrm>
            <a:prstGeom prst="rect">
              <a:avLst/>
            </a:prstGeom>
          </p:spPr>
        </p:pic>
      </p:grpSp>
      <p:grpSp>
        <p:nvGrpSpPr>
          <p:cNvPr id="38" name="object 38" descr=""/>
          <p:cNvGrpSpPr/>
          <p:nvPr/>
        </p:nvGrpSpPr>
        <p:grpSpPr>
          <a:xfrm>
            <a:off x="234695" y="3813048"/>
            <a:ext cx="5034280" cy="3561715"/>
            <a:chOff x="234695" y="3813048"/>
            <a:chExt cx="5034280" cy="3561715"/>
          </a:xfrm>
        </p:grpSpPr>
        <p:sp>
          <p:nvSpPr>
            <p:cNvPr id="39" name="object 39" descr=""/>
            <p:cNvSpPr/>
            <p:nvPr/>
          </p:nvSpPr>
          <p:spPr>
            <a:xfrm>
              <a:off x="237743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7743" y="4462272"/>
              <a:ext cx="4693919" cy="38100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74747" y="6950964"/>
              <a:ext cx="1150619" cy="3962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27348" y="6806184"/>
              <a:ext cx="1318259" cy="192023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385060" y="4305300"/>
              <a:ext cx="742188" cy="99060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2627" y="4573523"/>
              <a:ext cx="2403347" cy="86868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3484" y="4748783"/>
              <a:ext cx="2191512" cy="88392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46531" y="4985003"/>
              <a:ext cx="4431792" cy="224028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27048" y="5317236"/>
              <a:ext cx="147827" cy="7010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764792" y="5315712"/>
              <a:ext cx="1129283" cy="88392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49579" y="5577839"/>
              <a:ext cx="3105911" cy="88392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27048" y="5829300"/>
              <a:ext cx="1109471" cy="460248"/>
            </a:xfrm>
            <a:prstGeom prst="rect">
              <a:avLst/>
            </a:prstGeom>
          </p:spPr>
        </p:pic>
      </p:grpSp>
      <p:grpSp>
        <p:nvGrpSpPr>
          <p:cNvPr id="51" name="object 51" descr=""/>
          <p:cNvGrpSpPr/>
          <p:nvPr/>
        </p:nvGrpSpPr>
        <p:grpSpPr>
          <a:xfrm>
            <a:off x="5423916" y="3813048"/>
            <a:ext cx="5034280" cy="3561715"/>
            <a:chOff x="5423916" y="3813048"/>
            <a:chExt cx="5034280" cy="3561715"/>
          </a:xfrm>
        </p:grpSpPr>
        <p:sp>
          <p:nvSpPr>
            <p:cNvPr id="52" name="object 52" descr=""/>
            <p:cNvSpPr/>
            <p:nvPr/>
          </p:nvSpPr>
          <p:spPr>
            <a:xfrm>
              <a:off x="5426964" y="3816096"/>
              <a:ext cx="5027930" cy="3556000"/>
            </a:xfrm>
            <a:custGeom>
              <a:avLst/>
              <a:gdLst/>
              <a:ahLst/>
              <a:cxnLst/>
              <a:rect l="l" t="t" r="r" b="b"/>
              <a:pathLst>
                <a:path w="5027930" h="3556000">
                  <a:moveTo>
                    <a:pt x="0" y="3555491"/>
                  </a:moveTo>
                  <a:lnTo>
                    <a:pt x="5027675" y="3555491"/>
                  </a:lnTo>
                  <a:lnTo>
                    <a:pt x="5027675" y="0"/>
                  </a:lnTo>
                  <a:lnTo>
                    <a:pt x="0" y="0"/>
                  </a:lnTo>
                  <a:lnTo>
                    <a:pt x="0" y="35554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426964" y="4462272"/>
              <a:ext cx="4695443" cy="38100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363967" y="6950964"/>
              <a:ext cx="1150620" cy="39623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16567" y="6806184"/>
              <a:ext cx="1319783" cy="192023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640324" y="4303776"/>
              <a:ext cx="1260348" cy="128016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950964" y="4303776"/>
              <a:ext cx="1629155" cy="126491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5641848" y="4303788"/>
              <a:ext cx="3171825" cy="334010"/>
            </a:xfrm>
            <a:custGeom>
              <a:avLst/>
              <a:gdLst/>
              <a:ahLst/>
              <a:cxnLst/>
              <a:rect l="l" t="t" r="r" b="b"/>
              <a:pathLst>
                <a:path w="3171825" h="334010">
                  <a:moveTo>
                    <a:pt x="33528" y="298704"/>
                  </a:moveTo>
                  <a:lnTo>
                    <a:pt x="0" y="298704"/>
                  </a:lnTo>
                  <a:lnTo>
                    <a:pt x="0" y="333743"/>
                  </a:lnTo>
                  <a:lnTo>
                    <a:pt x="33528" y="333743"/>
                  </a:lnTo>
                  <a:lnTo>
                    <a:pt x="33528" y="298704"/>
                  </a:lnTo>
                  <a:close/>
                </a:path>
                <a:path w="3171825" h="334010">
                  <a:moveTo>
                    <a:pt x="3028175" y="86347"/>
                  </a:moveTo>
                  <a:lnTo>
                    <a:pt x="2968739" y="86347"/>
                  </a:lnTo>
                  <a:lnTo>
                    <a:pt x="2968739" y="54597"/>
                  </a:lnTo>
                  <a:lnTo>
                    <a:pt x="3023603" y="54597"/>
                  </a:lnTo>
                  <a:lnTo>
                    <a:pt x="3023603" y="43167"/>
                  </a:lnTo>
                  <a:lnTo>
                    <a:pt x="2968739" y="43167"/>
                  </a:lnTo>
                  <a:lnTo>
                    <a:pt x="2968739" y="13957"/>
                  </a:lnTo>
                  <a:lnTo>
                    <a:pt x="3026651" y="13957"/>
                  </a:lnTo>
                  <a:lnTo>
                    <a:pt x="3026651" y="1257"/>
                  </a:lnTo>
                  <a:lnTo>
                    <a:pt x="2956547" y="1257"/>
                  </a:lnTo>
                  <a:lnTo>
                    <a:pt x="2956547" y="13957"/>
                  </a:lnTo>
                  <a:lnTo>
                    <a:pt x="2956547" y="43167"/>
                  </a:lnTo>
                  <a:lnTo>
                    <a:pt x="2956547" y="54597"/>
                  </a:lnTo>
                  <a:lnTo>
                    <a:pt x="2956547" y="86347"/>
                  </a:lnTo>
                  <a:lnTo>
                    <a:pt x="2956547" y="99047"/>
                  </a:lnTo>
                  <a:lnTo>
                    <a:pt x="3028175" y="99047"/>
                  </a:lnTo>
                  <a:lnTo>
                    <a:pt x="3028175" y="86347"/>
                  </a:lnTo>
                  <a:close/>
                </a:path>
                <a:path w="3171825" h="334010">
                  <a:moveTo>
                    <a:pt x="3128772" y="67056"/>
                  </a:moveTo>
                  <a:lnTo>
                    <a:pt x="3116580" y="64008"/>
                  </a:lnTo>
                  <a:lnTo>
                    <a:pt x="3115056" y="71628"/>
                  </a:lnTo>
                  <a:lnTo>
                    <a:pt x="3110484" y="77724"/>
                  </a:lnTo>
                  <a:lnTo>
                    <a:pt x="3105912" y="82296"/>
                  </a:lnTo>
                  <a:lnTo>
                    <a:pt x="3101340" y="86868"/>
                  </a:lnTo>
                  <a:lnTo>
                    <a:pt x="3095244" y="88392"/>
                  </a:lnTo>
                  <a:lnTo>
                    <a:pt x="3081528" y="88392"/>
                  </a:lnTo>
                  <a:lnTo>
                    <a:pt x="3075432" y="86868"/>
                  </a:lnTo>
                  <a:lnTo>
                    <a:pt x="3070860" y="83820"/>
                  </a:lnTo>
                  <a:lnTo>
                    <a:pt x="3064764" y="80772"/>
                  </a:lnTo>
                  <a:lnTo>
                    <a:pt x="3061716" y="76200"/>
                  </a:lnTo>
                  <a:lnTo>
                    <a:pt x="3058668" y="70104"/>
                  </a:lnTo>
                  <a:lnTo>
                    <a:pt x="3055620" y="57912"/>
                  </a:lnTo>
                  <a:lnTo>
                    <a:pt x="3055620" y="42672"/>
                  </a:lnTo>
                  <a:lnTo>
                    <a:pt x="3080004" y="12192"/>
                  </a:lnTo>
                  <a:lnTo>
                    <a:pt x="3095244" y="12192"/>
                  </a:lnTo>
                  <a:lnTo>
                    <a:pt x="3099816" y="13716"/>
                  </a:lnTo>
                  <a:lnTo>
                    <a:pt x="3108960" y="19812"/>
                  </a:lnTo>
                  <a:lnTo>
                    <a:pt x="3112008" y="24384"/>
                  </a:lnTo>
                  <a:lnTo>
                    <a:pt x="3115056" y="32004"/>
                  </a:lnTo>
                  <a:lnTo>
                    <a:pt x="3127248" y="28956"/>
                  </a:lnTo>
                  <a:lnTo>
                    <a:pt x="3095739" y="546"/>
                  </a:lnTo>
                  <a:lnTo>
                    <a:pt x="3089148" y="0"/>
                  </a:lnTo>
                  <a:lnTo>
                    <a:pt x="3080004" y="0"/>
                  </a:lnTo>
                  <a:lnTo>
                    <a:pt x="3072384" y="1524"/>
                  </a:lnTo>
                  <a:lnTo>
                    <a:pt x="3064764" y="6096"/>
                  </a:lnTo>
                  <a:lnTo>
                    <a:pt x="3058668" y="9144"/>
                  </a:lnTo>
                  <a:lnTo>
                    <a:pt x="3052572" y="15240"/>
                  </a:lnTo>
                  <a:lnTo>
                    <a:pt x="3049524" y="22860"/>
                  </a:lnTo>
                  <a:lnTo>
                    <a:pt x="3046641" y="28829"/>
                  </a:lnTo>
                  <a:lnTo>
                    <a:pt x="3044761" y="35242"/>
                  </a:lnTo>
                  <a:lnTo>
                    <a:pt x="3043732" y="41922"/>
                  </a:lnTo>
                  <a:lnTo>
                    <a:pt x="3043428" y="48768"/>
                  </a:lnTo>
                  <a:lnTo>
                    <a:pt x="3043707" y="55600"/>
                  </a:lnTo>
                  <a:lnTo>
                    <a:pt x="3063240" y="94488"/>
                  </a:lnTo>
                  <a:lnTo>
                    <a:pt x="3089148" y="100584"/>
                  </a:lnTo>
                  <a:lnTo>
                    <a:pt x="3095955" y="100012"/>
                  </a:lnTo>
                  <a:lnTo>
                    <a:pt x="3126168" y="74714"/>
                  </a:lnTo>
                  <a:lnTo>
                    <a:pt x="3128772" y="67056"/>
                  </a:lnTo>
                  <a:close/>
                </a:path>
                <a:path w="3171825" h="334010">
                  <a:moveTo>
                    <a:pt x="3171431" y="63995"/>
                  </a:moveTo>
                  <a:lnTo>
                    <a:pt x="3163125" y="25514"/>
                  </a:lnTo>
                  <a:lnTo>
                    <a:pt x="3147047" y="1511"/>
                  </a:lnTo>
                  <a:lnTo>
                    <a:pt x="3137903" y="1511"/>
                  </a:lnTo>
                  <a:lnTo>
                    <a:pt x="3143999" y="10655"/>
                  </a:lnTo>
                  <a:lnTo>
                    <a:pt x="3147047" y="16751"/>
                  </a:lnTo>
                  <a:lnTo>
                    <a:pt x="3159239" y="56375"/>
                  </a:lnTo>
                  <a:lnTo>
                    <a:pt x="3159239" y="63995"/>
                  </a:lnTo>
                  <a:lnTo>
                    <a:pt x="3157842" y="79768"/>
                  </a:lnTo>
                  <a:lnTo>
                    <a:pt x="3153714" y="95237"/>
                  </a:lnTo>
                  <a:lnTo>
                    <a:pt x="3147034" y="110718"/>
                  </a:lnTo>
                  <a:lnTo>
                    <a:pt x="3137903" y="126479"/>
                  </a:lnTo>
                  <a:lnTo>
                    <a:pt x="3147047" y="126479"/>
                  </a:lnTo>
                  <a:lnTo>
                    <a:pt x="3152241" y="120243"/>
                  </a:lnTo>
                  <a:lnTo>
                    <a:pt x="3156572" y="113144"/>
                  </a:lnTo>
                  <a:lnTo>
                    <a:pt x="3160344" y="105486"/>
                  </a:lnTo>
                  <a:lnTo>
                    <a:pt x="3163811" y="97523"/>
                  </a:lnTo>
                  <a:lnTo>
                    <a:pt x="3167583" y="89509"/>
                  </a:lnTo>
                  <a:lnTo>
                    <a:pt x="3169907" y="81330"/>
                  </a:lnTo>
                  <a:lnTo>
                    <a:pt x="3171101" y="72885"/>
                  </a:lnTo>
                  <a:lnTo>
                    <a:pt x="3171431" y="63995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783580" y="4579620"/>
              <a:ext cx="827531" cy="82296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5827776" y="4760976"/>
              <a:ext cx="24765" cy="169545"/>
            </a:xfrm>
            <a:custGeom>
              <a:avLst/>
              <a:gdLst/>
              <a:ahLst/>
              <a:cxnLst/>
              <a:rect l="l" t="t" r="r" b="b"/>
              <a:pathLst>
                <a:path w="24764" h="169545">
                  <a:moveTo>
                    <a:pt x="24384" y="153936"/>
                  </a:moveTo>
                  <a:lnTo>
                    <a:pt x="21336" y="147840"/>
                  </a:lnTo>
                  <a:lnTo>
                    <a:pt x="15240" y="144792"/>
                  </a:lnTo>
                  <a:lnTo>
                    <a:pt x="9144" y="144792"/>
                  </a:lnTo>
                  <a:lnTo>
                    <a:pt x="6096" y="146316"/>
                  </a:lnTo>
                  <a:lnTo>
                    <a:pt x="1524" y="150888"/>
                  </a:lnTo>
                  <a:lnTo>
                    <a:pt x="0" y="153936"/>
                  </a:lnTo>
                  <a:lnTo>
                    <a:pt x="0" y="160032"/>
                  </a:lnTo>
                  <a:lnTo>
                    <a:pt x="1524" y="163080"/>
                  </a:lnTo>
                  <a:lnTo>
                    <a:pt x="4572" y="166128"/>
                  </a:lnTo>
                  <a:lnTo>
                    <a:pt x="6096" y="167652"/>
                  </a:lnTo>
                  <a:lnTo>
                    <a:pt x="9144" y="169176"/>
                  </a:lnTo>
                  <a:lnTo>
                    <a:pt x="15240" y="169176"/>
                  </a:lnTo>
                  <a:lnTo>
                    <a:pt x="21336" y="166128"/>
                  </a:lnTo>
                  <a:lnTo>
                    <a:pt x="24384" y="160032"/>
                  </a:lnTo>
                  <a:lnTo>
                    <a:pt x="24384" y="153936"/>
                  </a:lnTo>
                  <a:close/>
                </a:path>
                <a:path w="24764" h="169545">
                  <a:moveTo>
                    <a:pt x="24384" y="9144"/>
                  </a:moveTo>
                  <a:lnTo>
                    <a:pt x="21336" y="3048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6096" y="1524"/>
                  </a:lnTo>
                  <a:lnTo>
                    <a:pt x="1524" y="6096"/>
                  </a:lnTo>
                  <a:lnTo>
                    <a:pt x="0" y="9144"/>
                  </a:lnTo>
                  <a:lnTo>
                    <a:pt x="0" y="15240"/>
                  </a:lnTo>
                  <a:lnTo>
                    <a:pt x="1524" y="18288"/>
                  </a:lnTo>
                  <a:lnTo>
                    <a:pt x="4572" y="21336"/>
                  </a:lnTo>
                  <a:lnTo>
                    <a:pt x="6096" y="22860"/>
                  </a:lnTo>
                  <a:lnTo>
                    <a:pt x="9144" y="24384"/>
                  </a:lnTo>
                  <a:lnTo>
                    <a:pt x="15240" y="24384"/>
                  </a:lnTo>
                  <a:lnTo>
                    <a:pt x="21336" y="21336"/>
                  </a:lnTo>
                  <a:lnTo>
                    <a:pt x="24384" y="15240"/>
                  </a:lnTo>
                  <a:lnTo>
                    <a:pt x="24384" y="914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939027" y="4733544"/>
              <a:ext cx="4043171" cy="361188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5641848" y="5210555"/>
              <a:ext cx="33655" cy="35560"/>
            </a:xfrm>
            <a:custGeom>
              <a:avLst/>
              <a:gdLst/>
              <a:ahLst/>
              <a:cxnLst/>
              <a:rect l="l" t="t" r="r" b="b"/>
              <a:pathLst>
                <a:path w="33654" h="35560">
                  <a:moveTo>
                    <a:pt x="33528" y="35051"/>
                  </a:moveTo>
                  <a:lnTo>
                    <a:pt x="0" y="35051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33528" y="35051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780531" y="5186172"/>
              <a:ext cx="294132" cy="83820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5827776" y="5369052"/>
              <a:ext cx="24765" cy="169545"/>
            </a:xfrm>
            <a:custGeom>
              <a:avLst/>
              <a:gdLst/>
              <a:ahLst/>
              <a:cxnLst/>
              <a:rect l="l" t="t" r="r" b="b"/>
              <a:pathLst>
                <a:path w="24764" h="169545">
                  <a:moveTo>
                    <a:pt x="24384" y="153924"/>
                  </a:moveTo>
                  <a:lnTo>
                    <a:pt x="21336" y="147828"/>
                  </a:lnTo>
                  <a:lnTo>
                    <a:pt x="15240" y="144780"/>
                  </a:lnTo>
                  <a:lnTo>
                    <a:pt x="9144" y="144780"/>
                  </a:lnTo>
                  <a:lnTo>
                    <a:pt x="6096" y="146304"/>
                  </a:lnTo>
                  <a:lnTo>
                    <a:pt x="1524" y="150876"/>
                  </a:lnTo>
                  <a:lnTo>
                    <a:pt x="0" y="153924"/>
                  </a:lnTo>
                  <a:lnTo>
                    <a:pt x="0" y="160020"/>
                  </a:lnTo>
                  <a:lnTo>
                    <a:pt x="1524" y="163068"/>
                  </a:lnTo>
                  <a:lnTo>
                    <a:pt x="4572" y="166116"/>
                  </a:lnTo>
                  <a:lnTo>
                    <a:pt x="6096" y="167640"/>
                  </a:lnTo>
                  <a:lnTo>
                    <a:pt x="9144" y="169164"/>
                  </a:lnTo>
                  <a:lnTo>
                    <a:pt x="15240" y="169164"/>
                  </a:lnTo>
                  <a:lnTo>
                    <a:pt x="21336" y="166116"/>
                  </a:lnTo>
                  <a:lnTo>
                    <a:pt x="24384" y="160020"/>
                  </a:lnTo>
                  <a:lnTo>
                    <a:pt x="24384" y="153924"/>
                  </a:lnTo>
                  <a:close/>
                </a:path>
                <a:path w="24764" h="169545">
                  <a:moveTo>
                    <a:pt x="24384" y="9144"/>
                  </a:moveTo>
                  <a:lnTo>
                    <a:pt x="21336" y="3048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6096" y="1524"/>
                  </a:lnTo>
                  <a:lnTo>
                    <a:pt x="1524" y="6096"/>
                  </a:lnTo>
                  <a:lnTo>
                    <a:pt x="0" y="9144"/>
                  </a:lnTo>
                  <a:lnTo>
                    <a:pt x="0" y="15240"/>
                  </a:lnTo>
                  <a:lnTo>
                    <a:pt x="1524" y="18288"/>
                  </a:lnTo>
                  <a:lnTo>
                    <a:pt x="4572" y="21336"/>
                  </a:lnTo>
                  <a:lnTo>
                    <a:pt x="6096" y="22860"/>
                  </a:lnTo>
                  <a:lnTo>
                    <a:pt x="9144" y="24384"/>
                  </a:lnTo>
                  <a:lnTo>
                    <a:pt x="15240" y="24384"/>
                  </a:lnTo>
                  <a:lnTo>
                    <a:pt x="21336" y="21336"/>
                  </a:lnTo>
                  <a:lnTo>
                    <a:pt x="24384" y="15240"/>
                  </a:lnTo>
                  <a:lnTo>
                    <a:pt x="24384" y="914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939027" y="5343143"/>
              <a:ext cx="3067812" cy="219456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5827776" y="5658612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5240" y="24384"/>
                  </a:moveTo>
                  <a:lnTo>
                    <a:pt x="9144" y="24384"/>
                  </a:lnTo>
                  <a:lnTo>
                    <a:pt x="6096" y="22860"/>
                  </a:lnTo>
                  <a:lnTo>
                    <a:pt x="4572" y="21336"/>
                  </a:lnTo>
                  <a:lnTo>
                    <a:pt x="1524" y="18288"/>
                  </a:lnTo>
                  <a:lnTo>
                    <a:pt x="0" y="15240"/>
                  </a:lnTo>
                  <a:lnTo>
                    <a:pt x="0" y="9144"/>
                  </a:lnTo>
                  <a:lnTo>
                    <a:pt x="1524" y="6096"/>
                  </a:lnTo>
                  <a:lnTo>
                    <a:pt x="6096" y="1524"/>
                  </a:lnTo>
                  <a:lnTo>
                    <a:pt x="9144" y="0"/>
                  </a:lnTo>
                  <a:lnTo>
                    <a:pt x="15240" y="0"/>
                  </a:lnTo>
                  <a:lnTo>
                    <a:pt x="21336" y="3048"/>
                  </a:lnTo>
                  <a:lnTo>
                    <a:pt x="24384" y="9144"/>
                  </a:lnTo>
                  <a:lnTo>
                    <a:pt x="24384" y="15240"/>
                  </a:lnTo>
                  <a:lnTo>
                    <a:pt x="21336" y="21336"/>
                  </a:lnTo>
                  <a:lnTo>
                    <a:pt x="15240" y="2438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946648" y="5631179"/>
              <a:ext cx="3732275" cy="220980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5641848" y="5803404"/>
              <a:ext cx="210820" cy="219710"/>
            </a:xfrm>
            <a:custGeom>
              <a:avLst/>
              <a:gdLst/>
              <a:ahLst/>
              <a:cxnLst/>
              <a:rect l="l" t="t" r="r" b="b"/>
              <a:pathLst>
                <a:path w="210820" h="219710">
                  <a:moveTo>
                    <a:pt x="33528" y="184404"/>
                  </a:moveTo>
                  <a:lnTo>
                    <a:pt x="0" y="184404"/>
                  </a:lnTo>
                  <a:lnTo>
                    <a:pt x="0" y="219443"/>
                  </a:lnTo>
                  <a:lnTo>
                    <a:pt x="33528" y="219443"/>
                  </a:lnTo>
                  <a:lnTo>
                    <a:pt x="33528" y="184404"/>
                  </a:lnTo>
                  <a:close/>
                </a:path>
                <a:path w="210820" h="219710">
                  <a:moveTo>
                    <a:pt x="210312" y="9144"/>
                  </a:moveTo>
                  <a:lnTo>
                    <a:pt x="207264" y="3048"/>
                  </a:lnTo>
                  <a:lnTo>
                    <a:pt x="201168" y="0"/>
                  </a:lnTo>
                  <a:lnTo>
                    <a:pt x="195072" y="0"/>
                  </a:lnTo>
                  <a:lnTo>
                    <a:pt x="192024" y="1524"/>
                  </a:lnTo>
                  <a:lnTo>
                    <a:pt x="187452" y="6096"/>
                  </a:lnTo>
                  <a:lnTo>
                    <a:pt x="185928" y="9144"/>
                  </a:lnTo>
                  <a:lnTo>
                    <a:pt x="185928" y="15240"/>
                  </a:lnTo>
                  <a:lnTo>
                    <a:pt x="187452" y="18288"/>
                  </a:lnTo>
                  <a:lnTo>
                    <a:pt x="190500" y="21336"/>
                  </a:lnTo>
                  <a:lnTo>
                    <a:pt x="192024" y="22860"/>
                  </a:lnTo>
                  <a:lnTo>
                    <a:pt x="195072" y="24384"/>
                  </a:lnTo>
                  <a:lnTo>
                    <a:pt x="201168" y="24384"/>
                  </a:lnTo>
                  <a:lnTo>
                    <a:pt x="207264" y="21336"/>
                  </a:lnTo>
                  <a:lnTo>
                    <a:pt x="210312" y="15240"/>
                  </a:lnTo>
                  <a:lnTo>
                    <a:pt x="210312" y="914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80531" y="5963412"/>
              <a:ext cx="818388" cy="83820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5827776" y="6146304"/>
              <a:ext cx="24765" cy="169545"/>
            </a:xfrm>
            <a:custGeom>
              <a:avLst/>
              <a:gdLst/>
              <a:ahLst/>
              <a:cxnLst/>
              <a:rect l="l" t="t" r="r" b="b"/>
              <a:pathLst>
                <a:path w="24764" h="169545">
                  <a:moveTo>
                    <a:pt x="24384" y="153911"/>
                  </a:moveTo>
                  <a:lnTo>
                    <a:pt x="22860" y="150863"/>
                  </a:lnTo>
                  <a:lnTo>
                    <a:pt x="18288" y="146291"/>
                  </a:lnTo>
                  <a:lnTo>
                    <a:pt x="15240" y="144767"/>
                  </a:lnTo>
                  <a:lnTo>
                    <a:pt x="9144" y="144767"/>
                  </a:lnTo>
                  <a:lnTo>
                    <a:pt x="6096" y="146291"/>
                  </a:lnTo>
                  <a:lnTo>
                    <a:pt x="4572" y="149339"/>
                  </a:lnTo>
                  <a:lnTo>
                    <a:pt x="1524" y="150863"/>
                  </a:lnTo>
                  <a:lnTo>
                    <a:pt x="0" y="153911"/>
                  </a:lnTo>
                  <a:lnTo>
                    <a:pt x="0" y="160007"/>
                  </a:lnTo>
                  <a:lnTo>
                    <a:pt x="1524" y="163055"/>
                  </a:lnTo>
                  <a:lnTo>
                    <a:pt x="4572" y="166103"/>
                  </a:lnTo>
                  <a:lnTo>
                    <a:pt x="6096" y="167627"/>
                  </a:lnTo>
                  <a:lnTo>
                    <a:pt x="9144" y="169151"/>
                  </a:lnTo>
                  <a:lnTo>
                    <a:pt x="15240" y="169151"/>
                  </a:lnTo>
                  <a:lnTo>
                    <a:pt x="21336" y="166103"/>
                  </a:lnTo>
                  <a:lnTo>
                    <a:pt x="24384" y="160007"/>
                  </a:lnTo>
                  <a:lnTo>
                    <a:pt x="24384" y="153911"/>
                  </a:lnTo>
                  <a:close/>
                </a:path>
                <a:path w="24764" h="169545">
                  <a:moveTo>
                    <a:pt x="24384" y="9144"/>
                  </a:moveTo>
                  <a:lnTo>
                    <a:pt x="22860" y="6096"/>
                  </a:lnTo>
                  <a:lnTo>
                    <a:pt x="18288" y="1524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6096" y="1524"/>
                  </a:lnTo>
                  <a:lnTo>
                    <a:pt x="4572" y="4572"/>
                  </a:lnTo>
                  <a:lnTo>
                    <a:pt x="1524" y="6096"/>
                  </a:lnTo>
                  <a:lnTo>
                    <a:pt x="0" y="9144"/>
                  </a:lnTo>
                  <a:lnTo>
                    <a:pt x="0" y="15240"/>
                  </a:lnTo>
                  <a:lnTo>
                    <a:pt x="1524" y="18288"/>
                  </a:lnTo>
                  <a:lnTo>
                    <a:pt x="4572" y="21336"/>
                  </a:lnTo>
                  <a:lnTo>
                    <a:pt x="6096" y="22860"/>
                  </a:lnTo>
                  <a:lnTo>
                    <a:pt x="9144" y="24384"/>
                  </a:lnTo>
                  <a:lnTo>
                    <a:pt x="15240" y="24384"/>
                  </a:lnTo>
                  <a:lnTo>
                    <a:pt x="21336" y="21336"/>
                  </a:lnTo>
                  <a:lnTo>
                    <a:pt x="24384" y="15240"/>
                  </a:lnTo>
                  <a:lnTo>
                    <a:pt x="24384" y="914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939027" y="6118860"/>
              <a:ext cx="4160520" cy="606552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5827776" y="6556248"/>
              <a:ext cx="24765" cy="290195"/>
            </a:xfrm>
            <a:custGeom>
              <a:avLst/>
              <a:gdLst/>
              <a:ahLst/>
              <a:cxnLst/>
              <a:rect l="l" t="t" r="r" b="b"/>
              <a:pathLst>
                <a:path w="24764" h="290195">
                  <a:moveTo>
                    <a:pt x="24384" y="274332"/>
                  </a:moveTo>
                  <a:lnTo>
                    <a:pt x="21336" y="268236"/>
                  </a:lnTo>
                  <a:lnTo>
                    <a:pt x="15240" y="265188"/>
                  </a:lnTo>
                  <a:lnTo>
                    <a:pt x="9144" y="265188"/>
                  </a:lnTo>
                  <a:lnTo>
                    <a:pt x="6096" y="266712"/>
                  </a:lnTo>
                  <a:lnTo>
                    <a:pt x="1524" y="271284"/>
                  </a:lnTo>
                  <a:lnTo>
                    <a:pt x="0" y="274332"/>
                  </a:lnTo>
                  <a:lnTo>
                    <a:pt x="0" y="280428"/>
                  </a:lnTo>
                  <a:lnTo>
                    <a:pt x="1524" y="283476"/>
                  </a:lnTo>
                  <a:lnTo>
                    <a:pt x="4572" y="286524"/>
                  </a:lnTo>
                  <a:lnTo>
                    <a:pt x="6096" y="288048"/>
                  </a:lnTo>
                  <a:lnTo>
                    <a:pt x="9144" y="289572"/>
                  </a:lnTo>
                  <a:lnTo>
                    <a:pt x="15240" y="289572"/>
                  </a:lnTo>
                  <a:lnTo>
                    <a:pt x="21336" y="286524"/>
                  </a:lnTo>
                  <a:lnTo>
                    <a:pt x="24384" y="280428"/>
                  </a:lnTo>
                  <a:lnTo>
                    <a:pt x="24384" y="274332"/>
                  </a:lnTo>
                  <a:close/>
                </a:path>
                <a:path w="24764" h="290195">
                  <a:moveTo>
                    <a:pt x="24384" y="9144"/>
                  </a:moveTo>
                  <a:lnTo>
                    <a:pt x="22860" y="6096"/>
                  </a:lnTo>
                  <a:lnTo>
                    <a:pt x="18288" y="1524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6096" y="1524"/>
                  </a:lnTo>
                  <a:lnTo>
                    <a:pt x="4572" y="4572"/>
                  </a:lnTo>
                  <a:lnTo>
                    <a:pt x="1524" y="6096"/>
                  </a:lnTo>
                  <a:lnTo>
                    <a:pt x="0" y="9144"/>
                  </a:lnTo>
                  <a:lnTo>
                    <a:pt x="0" y="15240"/>
                  </a:lnTo>
                  <a:lnTo>
                    <a:pt x="1524" y="18288"/>
                  </a:lnTo>
                  <a:lnTo>
                    <a:pt x="4572" y="21336"/>
                  </a:lnTo>
                  <a:lnTo>
                    <a:pt x="6096" y="22860"/>
                  </a:lnTo>
                  <a:lnTo>
                    <a:pt x="9144" y="24384"/>
                  </a:lnTo>
                  <a:lnTo>
                    <a:pt x="15240" y="24384"/>
                  </a:lnTo>
                  <a:lnTo>
                    <a:pt x="21336" y="21336"/>
                  </a:lnTo>
                  <a:lnTo>
                    <a:pt x="24384" y="15240"/>
                  </a:lnTo>
                  <a:lnTo>
                    <a:pt x="24384" y="9144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943599" y="6793992"/>
              <a:ext cx="1834895" cy="76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performance.pdf</dc:title>
  <dcterms:created xsi:type="dcterms:W3CDTF">2025-04-06T14:43:57Z</dcterms:created>
  <dcterms:modified xsi:type="dcterms:W3CDTF">2025-04-06T14:43:57Z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2025-03-26T00:00:00Z</vt:filetime>
  </property>
  <property fmtid="{D5CDD505-2E9C-101B-9397-08002B2CF9AE}" pid="3" name="LastSaved">
    <vt:filetime>2025-04-06T00:00:00Z</vt:filetime>
  </property>
  <property fmtid="{D5CDD505-2E9C-101B-9397-08002B2CF9AE}" pid="4" name="Producer">
    <vt:lpwstr>Microsoft: Print To PDF</vt:lpwstr>
  </property>
</Properties>
</file>