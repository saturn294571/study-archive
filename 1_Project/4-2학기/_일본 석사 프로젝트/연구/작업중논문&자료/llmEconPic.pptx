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CCFF"/>
    <a:srgbClr val="FFFFCC"/>
    <a:srgbClr val="FF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>
        <p:scale>
          <a:sx n="75" d="100"/>
          <a:sy n="75" d="100"/>
        </p:scale>
        <p:origin x="-10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9D59C-8E27-785A-F58B-E837F714C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104A11-BA5C-93BD-D83B-9817DB500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61F93-700C-F595-5DE6-1F5FEE06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426151-FB13-BCAC-FA10-149C9FFB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B123FD-5DC3-3332-8AA5-BBBF9C10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669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1C322-0411-DCBE-68DB-BC6B4447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36B77-9B7A-61C1-E3D7-34D89BC4C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52EA7-A06F-4F6E-C632-E5ADD7FD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D3B31-18CE-E111-05A8-4BEF03EB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6848A-4CB6-5EAA-961F-F6EF0990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31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7A27F-6B0D-F41F-DEFF-17E2193F1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86A006-DA0C-AC9B-CF73-FCA731C3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DEF9D-0E57-B8ED-E033-E58CC04B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6A6CD8-F2E0-E232-BD00-748D799C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E02F46-93B2-037B-0935-29C627E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77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824B4-62A9-8E75-0181-DBF190DA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6E2E47-E054-96A4-E966-4667A327D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4D2AB5-BCD8-F1C6-FAF5-8C02D3114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783442-D2CF-4147-4345-F9CBF193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2CFE6D-F980-A583-8226-90D6A0267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8D1EA6-C3DC-77C3-79EF-94E258AE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64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4C3CD-2436-4A37-5C2A-30EF4E27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1FA76B-8114-9E8E-8FB4-E9973F291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DBFD8-DE5C-5863-E31C-FEDC2FF66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9DBD18-4AA9-0708-8303-2378A6D4D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4B7D6F-C137-3C2A-B7FB-3F94BA9E4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1C5D8F-5577-62DC-29AD-BA80503B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F336E5-3B8F-8B5E-2C7F-48E5D6CE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F7B8C3-BB25-4E59-390B-A1A86632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97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0BE84-57D3-FD2E-6272-1536204A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3EADE8-AEB9-FD01-F2C3-D3346271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BFB172-3422-72CB-A79E-01749DD0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136313-06D0-3A35-4D2A-FEA1D28D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17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F3264B-3377-4DB7-5216-E3959D9B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FAAB73-84F6-CA5A-3098-9A5BF7C6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D4F062-F6D8-343B-3323-E7AB8AEB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8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21AFC-A4C4-60C5-479F-461EE6BB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E9E39-9430-6ECB-9B63-913562835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F712D9-D61F-A11D-994D-F0145A758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196EFD-7707-49DA-EF53-C88C25DDC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21C79E-5C93-0B8C-4E1C-F271B89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80D393-294A-D640-5D83-F7D696A7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1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1F291-5112-F345-E839-18373ABA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B60F0C-9B09-1819-65F2-58DCC176A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9A9CDC-601B-248A-D32B-2B82B9FE7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55E12D-8CDE-780D-2C31-538CFD9DD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EA88A3-2198-468A-6BF1-5D88AED2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A4150-B522-E333-AFE6-1BCC37B2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60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944CE-CBB0-F53D-48F8-1B422289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5E6B93-E480-E5F3-14CC-804DEBB3F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FF773-7E24-D3EB-BB1D-507D19D9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D7D5E0-E42B-65BC-602D-E4EC42CC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1E71F-B000-1C36-D3A5-B22476C87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0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62E9D9-6594-6AC5-013A-0ACFDE456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D613C7-AE7F-C3F6-7322-E3B1C19E3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787C0-8A33-C3CC-10EF-B6544D9E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2DB681-5201-D722-A96F-40D6B2AE7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CD4048-104D-24AA-8309-7BF08965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47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30A00B-9F82-9421-1FAB-6AF735ADC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61583B-375B-1704-D5D0-AAA420413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5C0D7-BBF1-94D1-E27A-16C4308CA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DAD1D-86F4-48DD-990D-0A84E1ABC3B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53BA6-4235-FD2C-BF14-7DA7761CF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7A0A33-B8DB-3E34-9FF4-23C439181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2C56A-BFB5-4450-8AB3-104A1CD1D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24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53795C6A-E399-1986-C2F9-389456235CC2}"/>
              </a:ext>
            </a:extLst>
          </p:cNvPr>
          <p:cNvSpPr/>
          <p:nvPr/>
        </p:nvSpPr>
        <p:spPr>
          <a:xfrm>
            <a:off x="1323831" y="2831098"/>
            <a:ext cx="2803439" cy="29278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L 도형 55">
            <a:extLst>
              <a:ext uri="{FF2B5EF4-FFF2-40B4-BE49-F238E27FC236}">
                <a16:creationId xmlns:a16="http://schemas.microsoft.com/office/drawing/2014/main" id="{E50655EE-6426-6843-EC23-98F4F5A7C742}"/>
              </a:ext>
            </a:extLst>
          </p:cNvPr>
          <p:cNvSpPr/>
          <p:nvPr/>
        </p:nvSpPr>
        <p:spPr>
          <a:xfrm rot="10800000">
            <a:off x="1323827" y="1534157"/>
            <a:ext cx="5924466" cy="4224745"/>
          </a:xfrm>
          <a:prstGeom prst="corner">
            <a:avLst>
              <a:gd name="adj1" fmla="val 21455"/>
              <a:gd name="adj2" fmla="val 6779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B9932C4-A25D-240E-605E-A6127EB1AFC4}"/>
              </a:ext>
            </a:extLst>
          </p:cNvPr>
          <p:cNvSpPr/>
          <p:nvPr/>
        </p:nvSpPr>
        <p:spPr>
          <a:xfrm>
            <a:off x="4513120" y="1626097"/>
            <a:ext cx="2614324" cy="398318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0E30BFD-63AB-7139-9CB2-3B23D29EE6A6}"/>
              </a:ext>
            </a:extLst>
          </p:cNvPr>
          <p:cNvSpPr/>
          <p:nvPr/>
        </p:nvSpPr>
        <p:spPr>
          <a:xfrm>
            <a:off x="1450574" y="3379126"/>
            <a:ext cx="2576946" cy="223015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158873D-E0EC-E097-BB2E-C4307C349D6F}"/>
              </a:ext>
            </a:extLst>
          </p:cNvPr>
          <p:cNvSpPr/>
          <p:nvPr/>
        </p:nvSpPr>
        <p:spPr>
          <a:xfrm>
            <a:off x="1616829" y="4734096"/>
            <a:ext cx="2244436" cy="727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Merge w/ Recency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&amp; Remove overlap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C2E2AEC-A7F3-CF78-5ACC-CA8886BB74E2}"/>
              </a:ext>
            </a:extLst>
          </p:cNvPr>
          <p:cNvSpPr/>
          <p:nvPr/>
        </p:nvSpPr>
        <p:spPr>
          <a:xfrm>
            <a:off x="4638504" y="2190263"/>
            <a:ext cx="2244436" cy="1028698"/>
          </a:xfrm>
          <a:prstGeom prst="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Construct Initial history by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Reward/Metric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0D84AE0-F417-940C-E43F-81EDFA751E62}"/>
              </a:ext>
            </a:extLst>
          </p:cNvPr>
          <p:cNvSpPr/>
          <p:nvPr/>
        </p:nvSpPr>
        <p:spPr>
          <a:xfrm>
            <a:off x="1616829" y="3510052"/>
            <a:ext cx="2244436" cy="7003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Select Top-k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history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A0CBFDD-081C-79FF-6E0D-F06404553FBC}"/>
              </a:ext>
            </a:extLst>
          </p:cNvPr>
          <p:cNvSpPr/>
          <p:nvPr/>
        </p:nvSpPr>
        <p:spPr>
          <a:xfrm>
            <a:off x="4638504" y="3454950"/>
            <a:ext cx="2244436" cy="7590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LHF : Filtering  History Operator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ED45935-BA3C-3D59-DC11-D6B434EC5BC9}"/>
              </a:ext>
            </a:extLst>
          </p:cNvPr>
          <p:cNvSpPr/>
          <p:nvPr/>
        </p:nvSpPr>
        <p:spPr>
          <a:xfrm>
            <a:off x="4638504" y="4409353"/>
            <a:ext cx="2244436" cy="1001164"/>
          </a:xfrm>
          <a:prstGeom prst="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Policy making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/ Actions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via LLM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E114CF09-74A2-3DFA-23D2-7E3613A86532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>
            <a:off x="5760722" y="3218961"/>
            <a:ext cx="0" cy="2359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CB653F9F-CB52-95A4-5232-838AB74FFB3D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5760722" y="4214004"/>
            <a:ext cx="0" cy="1953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3707B35-3120-B480-4C4F-94CE8893FF74}"/>
              </a:ext>
            </a:extLst>
          </p:cNvPr>
          <p:cNvSpPr txBox="1"/>
          <p:nvPr/>
        </p:nvSpPr>
        <p:spPr>
          <a:xfrm>
            <a:off x="1323831" y="1666736"/>
            <a:ext cx="3181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ICRL Simulation Framework</a:t>
            </a:r>
            <a:br>
              <a:rPr lang="en-US" altLang="ko-KR" dirty="0"/>
            </a:br>
            <a:r>
              <a:rPr lang="en-US" altLang="ko-KR" dirty="0"/>
              <a:t>on Economic Environment</a:t>
            </a:r>
            <a:br>
              <a:rPr lang="en-US" altLang="ko-KR" dirty="0"/>
            </a:br>
            <a:endParaRPr lang="ko-KR" altLang="en-US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D1511216-BF7E-5BA8-63FD-FA9B21FECF52}"/>
              </a:ext>
            </a:extLst>
          </p:cNvPr>
          <p:cNvCxnSpPr>
            <a:cxnSpLocks/>
            <a:stCxn id="61" idx="2"/>
            <a:endCxn id="59" idx="0"/>
          </p:cNvCxnSpPr>
          <p:nvPr/>
        </p:nvCxnSpPr>
        <p:spPr>
          <a:xfrm>
            <a:off x="2739047" y="4210397"/>
            <a:ext cx="0" cy="523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CC3840-717E-433B-4702-22110ADD754E}"/>
              </a:ext>
            </a:extLst>
          </p:cNvPr>
          <p:cNvSpPr txBox="1"/>
          <p:nvPr/>
        </p:nvSpPr>
        <p:spPr>
          <a:xfrm>
            <a:off x="1512946" y="2914223"/>
            <a:ext cx="2803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Internal LHF Process</a:t>
            </a:r>
            <a:endParaRPr lang="ko-KR" altLang="en-US" dirty="0"/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75E394FF-F270-ED65-45FF-3C01ECC16EFB}"/>
              </a:ext>
            </a:extLst>
          </p:cNvPr>
          <p:cNvCxnSpPr>
            <a:cxnSpLocks/>
            <a:stCxn id="63" idx="2"/>
            <a:endCxn id="60" idx="0"/>
          </p:cNvCxnSpPr>
          <p:nvPr/>
        </p:nvCxnSpPr>
        <p:spPr>
          <a:xfrm rot="5400000" flipH="1">
            <a:off x="4150595" y="3800390"/>
            <a:ext cx="3220254" cy="12700"/>
          </a:xfrm>
          <a:prstGeom prst="bentConnector5">
            <a:avLst>
              <a:gd name="adj1" fmla="val -3313"/>
              <a:gd name="adj2" fmla="val -9603638"/>
              <a:gd name="adj3" fmla="val 10709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90AADB1-2350-C728-3A04-3531BE81EE6A}"/>
              </a:ext>
            </a:extLst>
          </p:cNvPr>
          <p:cNvCxnSpPr>
            <a:cxnSpLocks/>
          </p:cNvCxnSpPr>
          <p:nvPr/>
        </p:nvCxnSpPr>
        <p:spPr>
          <a:xfrm>
            <a:off x="4127270" y="2831098"/>
            <a:ext cx="517584" cy="6238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2A782D50-A94B-4927-4CCC-0C3D47EA5720}"/>
              </a:ext>
            </a:extLst>
          </p:cNvPr>
          <p:cNvCxnSpPr>
            <a:cxnSpLocks/>
          </p:cNvCxnSpPr>
          <p:nvPr/>
        </p:nvCxnSpPr>
        <p:spPr>
          <a:xfrm flipV="1">
            <a:off x="4133620" y="4210397"/>
            <a:ext cx="517584" cy="15485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2EE497-4799-6D35-A6E9-117D504B74E5}"/>
              </a:ext>
            </a:extLst>
          </p:cNvPr>
          <p:cNvSpPr txBox="1"/>
          <p:nvPr/>
        </p:nvSpPr>
        <p:spPr>
          <a:xfrm>
            <a:off x="4583033" y="2152145"/>
            <a:ext cx="46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(1)</a:t>
            </a:r>
            <a:br>
              <a:rPr lang="en-US" altLang="ko-KR" dirty="0">
                <a:solidFill>
                  <a:srgbClr val="0000FF"/>
                </a:solidFill>
              </a:rPr>
            </a:b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501EA-C80F-7D07-6BB0-CFEB54E79BFD}"/>
              </a:ext>
            </a:extLst>
          </p:cNvPr>
          <p:cNvSpPr txBox="1"/>
          <p:nvPr/>
        </p:nvSpPr>
        <p:spPr>
          <a:xfrm>
            <a:off x="4583033" y="3459751"/>
            <a:ext cx="46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(2)</a:t>
            </a:r>
            <a:br>
              <a:rPr lang="en-US" altLang="ko-KR" dirty="0">
                <a:solidFill>
                  <a:srgbClr val="0000FF"/>
                </a:solidFill>
              </a:rPr>
            </a:b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87B3F-F699-D4DF-EEEC-49DA1CE406B7}"/>
              </a:ext>
            </a:extLst>
          </p:cNvPr>
          <p:cNvSpPr txBox="1"/>
          <p:nvPr/>
        </p:nvSpPr>
        <p:spPr>
          <a:xfrm>
            <a:off x="4583033" y="4388813"/>
            <a:ext cx="46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(3)</a:t>
            </a:r>
            <a:br>
              <a:rPr lang="en-US" altLang="ko-KR" dirty="0">
                <a:solidFill>
                  <a:srgbClr val="0000FF"/>
                </a:solidFill>
              </a:rPr>
            </a:b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0CBEE-4017-AC84-C980-EA00EA15F273}"/>
              </a:ext>
            </a:extLst>
          </p:cNvPr>
          <p:cNvSpPr txBox="1"/>
          <p:nvPr/>
        </p:nvSpPr>
        <p:spPr>
          <a:xfrm>
            <a:off x="5442038" y="1626096"/>
            <a:ext cx="420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(4)</a:t>
            </a:r>
            <a:br>
              <a:rPr lang="en-US" altLang="ko-KR" dirty="0">
                <a:solidFill>
                  <a:srgbClr val="0000FF"/>
                </a:solidFill>
              </a:rPr>
            </a:b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111C76-623F-072D-8791-56E0EB973E9A}"/>
              </a:ext>
            </a:extLst>
          </p:cNvPr>
          <p:cNvSpPr/>
          <p:nvPr/>
        </p:nvSpPr>
        <p:spPr>
          <a:xfrm>
            <a:off x="5807712" y="1801333"/>
            <a:ext cx="1202688" cy="267328"/>
          </a:xfrm>
          <a:prstGeom prst="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Env update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8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62</Words>
  <Application>Microsoft Office PowerPoint</Application>
  <PresentationFormat>와이드스크린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노동주</dc:creator>
  <cp:lastModifiedBy>노동주</cp:lastModifiedBy>
  <cp:revision>4</cp:revision>
  <dcterms:created xsi:type="dcterms:W3CDTF">2026-03-09T04:22:01Z</dcterms:created>
  <dcterms:modified xsi:type="dcterms:W3CDTF">2026-03-23T04:19:21Z</dcterms:modified>
</cp:coreProperties>
</file>